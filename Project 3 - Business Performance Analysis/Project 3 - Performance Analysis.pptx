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charts/chartEx3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5" r:id="rId6"/>
    <p:sldId id="276" r:id="rId7"/>
    <p:sldId id="273" r:id="rId8"/>
    <p:sldId id="267" r:id="rId9"/>
    <p:sldId id="269" r:id="rId10"/>
    <p:sldId id="268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B57"/>
    <a:srgbClr val="FFE2B7"/>
    <a:srgbClr val="FFE6C1"/>
    <a:srgbClr val="FF9900"/>
    <a:srgbClr val="FFCC81"/>
    <a:srgbClr val="E3C4B3"/>
    <a:srgbClr val="EFABC0"/>
    <a:srgbClr val="F5C7D5"/>
    <a:srgbClr val="F9DFE7"/>
    <a:srgbClr val="F8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007" autoAdjust="0"/>
  </p:normalViewPr>
  <p:slideViewPr>
    <p:cSldViewPr snapToGrid="0" showGuides="1">
      <p:cViewPr varScale="1">
        <p:scale>
          <a:sx n="101" d="100"/>
          <a:sy n="101" d="100"/>
        </p:scale>
        <p:origin x="162" y="408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indows\Udacity\Marketing%20Analytics\Project%203\Ecommerce%20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indows\Udacity\Marketing%20Analytics\Project%203\Ecommerce%20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indows\Udacity\Marketing%20Analytics\Project%203\Ecommerce%20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indows\Udacity\Marketing%20Analytics\Project%203\Ecommerce%20Datase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Windows\Udacity\Marketing%20Analytics\Project%203\Ecommerce%20Dataset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Windows\Udacity\Marketing%20Analytics\Project%203\Ecommerce%20Dataset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D:\Windows\Udacity\Marketing%20Analytics\Project%203\Ecommerce%20Datas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[Ecommerce Dataset.xlsx]Top 5 Performers!PivotTable1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 product</a:t>
            </a:r>
            <a:r>
              <a:rPr lang="en-US" baseline="0"/>
              <a:t>s by Revenue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'Top 5 Performers'!$B$1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BB5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5 Performers'!$A$2:$A$7</c:f>
              <c:strCache>
                <c:ptCount val="5"/>
                <c:pt idx="0">
                  <c:v>LUNCH BAG RED RETROSPOT</c:v>
                </c:pt>
                <c:pt idx="1">
                  <c:v>SET OF 3 REGENCY CAKE TINS</c:v>
                </c:pt>
                <c:pt idx="2">
                  <c:v>JUMBO SHOPPER VINTAGE RED PAISLEY</c:v>
                </c:pt>
                <c:pt idx="3">
                  <c:v>ROSES REGENCY TEACUP AND SAUCER</c:v>
                </c:pt>
                <c:pt idx="4">
                  <c:v>DOORMAT RED RETROSPOT</c:v>
                </c:pt>
              </c:strCache>
            </c:strRef>
          </c:cat>
          <c:val>
            <c:numRef>
              <c:f>'Top 5 Performers'!$B$2:$B$7</c:f>
              <c:numCache>
                <c:formatCode>"$"#,##0.00</c:formatCode>
                <c:ptCount val="5"/>
                <c:pt idx="0">
                  <c:v>34897.310000000063</c:v>
                </c:pt>
                <c:pt idx="1">
                  <c:v>30756.449999999903</c:v>
                </c:pt>
                <c:pt idx="2">
                  <c:v>28012.479999999887</c:v>
                </c:pt>
                <c:pt idx="3">
                  <c:v>27944.92000000038</c:v>
                </c:pt>
                <c:pt idx="4">
                  <c:v>27621.320000000036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45-4AEF-91D5-5C510B6DFA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16196751"/>
        <c:axId val="818661551"/>
      </c:barChart>
      <c:catAx>
        <c:axId val="8161967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8661551"/>
        <c:crosses val="autoZero"/>
        <c:auto val="1"/>
        <c:lblAlgn val="ctr"/>
        <c:lblOffset val="100"/>
        <c:noMultiLvlLbl val="0"/>
      </c:catAx>
      <c:valAx>
        <c:axId val="81866155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6196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[Ecommerce Dataset.xlsx]Bottom 5 Performers!PivotTable3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>
                <a:effectLst/>
              </a:rPr>
              <a:t>Bottom 5 products by Revenue</a:t>
            </a:r>
            <a:endParaRPr lang="en-US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'Bottom 5 Performers'!$E$5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8929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'Bottom 5 Performers'!$D$6:$D$11</c:f>
              <c:strCache>
                <c:ptCount val="5"/>
                <c:pt idx="0">
                  <c:v>TOOTHPASTE TUBE PEN</c:v>
                </c:pt>
                <c:pt idx="1">
                  <c:v>TRAVEL CARD WALLET PANTRY</c:v>
                </c:pt>
                <c:pt idx="2">
                  <c:v>CARD PARTY GAMES</c:v>
                </c:pt>
                <c:pt idx="3">
                  <c:v>PACK OF 12 SPACEBOY TISSUES</c:v>
                </c:pt>
                <c:pt idx="4">
                  <c:v>RAINY LADIES BIRTHDAY CARD</c:v>
                </c:pt>
              </c:strCache>
            </c:strRef>
          </c:cat>
          <c:val>
            <c:numRef>
              <c:f>'Bottom 5 Performers'!$E$6:$E$11</c:f>
              <c:numCache>
                <c:formatCode>"$"#,##0.00</c:formatCode>
                <c:ptCount val="5"/>
                <c:pt idx="0">
                  <c:v>776.74999999999966</c:v>
                </c:pt>
                <c:pt idx="1">
                  <c:v>829.66000000000145</c:v>
                </c:pt>
                <c:pt idx="2">
                  <c:v>893.50999999999874</c:v>
                </c:pt>
                <c:pt idx="3">
                  <c:v>1010.4700000000003</c:v>
                </c:pt>
                <c:pt idx="4">
                  <c:v>1028.7699999999993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7-4B27-928D-6CAADCCF5C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87123535"/>
        <c:axId val="883772431"/>
      </c:barChart>
      <c:catAx>
        <c:axId val="8871235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Product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772431"/>
        <c:crosses val="autoZero"/>
        <c:auto val="1"/>
        <c:lblAlgn val="ctr"/>
        <c:lblOffset val="100"/>
        <c:noMultiLvlLbl val="0"/>
      </c:catAx>
      <c:valAx>
        <c:axId val="88377243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71235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[Ecommerce Dataset.xlsx]Performance Over Time!PivotTable2</c:name>
    <c:fmtId val="7"/>
  </c:pivotSource>
  <c:chart>
    <c:autoTitleDeleted val="1"/>
    <c:pivotFmts>
      <c:pivotFmt>
        <c:idx val="0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dk1">
                <a:tint val="88500"/>
              </a:schemeClr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dk1">
                <a:tint val="88500"/>
              </a:schemeClr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dk1">
                <a:tint val="88500"/>
              </a:schemeClr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dk1">
                <a:tint val="88500"/>
              </a:schemeClr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dk1">
                <a:tint val="88500"/>
              </a:schemeClr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numFmt formatCode="&quot;$&quot;#,##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dk1">
              <a:tint val="88500"/>
            </a:schemeClr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dk1">
                <a:tint val="88500"/>
              </a:schemeClr>
            </a:solidFill>
            <a:ln w="9525">
              <a:solidFill>
                <a:schemeClr val="dk1">
                  <a:tint val="885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'Performance Over Time'!$D$5:$D$6</c:f>
              <c:strCache>
                <c:ptCount val="1"/>
                <c:pt idx="0">
                  <c:v>2010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chemeClr val="dk1">
                    <a:tint val="88500"/>
                  </a:schemeClr>
                </a:solidFill>
              </a:ln>
              <a:effectLst/>
            </c:spPr>
          </c:marker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'Performance Over Time'!$C$7:$C$19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'Performance Over Time'!$D$7:$D$19</c:f>
              <c:numCache>
                <c:formatCode>"$"#,##0.00</c:formatCode>
                <c:ptCount val="12"/>
                <c:pt idx="11">
                  <c:v>80093.410000000236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40-48B3-901D-3C3A35B416D7}"/>
            </c:ext>
          </c:extLst>
        </c:ser>
        <c:ser>
          <c:idx val="1"/>
          <c:order val="1"/>
          <c:tx>
            <c:strRef>
              <c:f>'Performance Over Time'!$E$5:$E$6</c:f>
              <c:strCache>
                <c:ptCount val="1"/>
                <c:pt idx="0">
                  <c:v>2011</c:v>
                </c:pt>
              </c:strCache>
            </c:strRef>
          </c:tx>
          <c:spPr>
            <a:ln w="28575" cap="rnd">
              <a:solidFill>
                <a:srgbClr val="FFBB57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0748319363305399E-2"/>
                      <c:h val="8.743982494529541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340-48B3-901D-3C3A35B416D7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'Performance Over Time'!$C$7:$C$19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'Performance Over Time'!$E$7:$E$19</c:f>
              <c:numCache>
                <c:formatCode>"$"#,##0.00</c:formatCode>
                <c:ptCount val="12"/>
                <c:pt idx="0">
                  <c:v>52094.449999999968</c:v>
                </c:pt>
                <c:pt idx="1">
                  <c:v>52923.699999999903</c:v>
                </c:pt>
                <c:pt idx="2">
                  <c:v>67260.49999999984</c:v>
                </c:pt>
                <c:pt idx="3">
                  <c:v>46791.570000000087</c:v>
                </c:pt>
                <c:pt idx="4">
                  <c:v>75099.880000000237</c:v>
                </c:pt>
                <c:pt idx="5">
                  <c:v>92970.730000000345</c:v>
                </c:pt>
                <c:pt idx="6">
                  <c:v>81176.710000000166</c:v>
                </c:pt>
                <c:pt idx="7">
                  <c:v>76623.030000000072</c:v>
                </c:pt>
                <c:pt idx="8">
                  <c:v>108350.85999999972</c:v>
                </c:pt>
                <c:pt idx="9">
                  <c:v>95581.859999999768</c:v>
                </c:pt>
                <c:pt idx="10">
                  <c:v>122937.77999999942</c:v>
                </c:pt>
                <c:pt idx="11">
                  <c:v>38534.630000000157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40-48B3-901D-3C3A35B416D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95881455"/>
        <c:axId val="813930383"/>
      </c:lineChart>
      <c:catAx>
        <c:axId val="7958814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Monthly Evolution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3930383"/>
        <c:crosses val="autoZero"/>
        <c:auto val="1"/>
        <c:lblAlgn val="ctr"/>
        <c:lblOffset val="100"/>
        <c:noMultiLvlLbl val="0"/>
      </c:catAx>
      <c:valAx>
        <c:axId val="8139303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5881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1752493921437"/>
          <c:y val="5.0925925925925923E-2"/>
          <c:w val="0.80886741444663013"/>
          <c:h val="0.80426655001458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'Top 5 Customer'!$I$7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rgbClr val="FFBB57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5 Customer'!$H$8:$H$17</c:f>
              <c:strCache>
                <c:ptCount val="10"/>
                <c:pt idx="0">
                  <c:v>17857</c:v>
                </c:pt>
                <c:pt idx="1">
                  <c:v>15061</c:v>
                </c:pt>
                <c:pt idx="2">
                  <c:v>14156</c:v>
                </c:pt>
                <c:pt idx="3">
                  <c:v>17949</c:v>
                </c:pt>
                <c:pt idx="4">
                  <c:v>14911</c:v>
                </c:pt>
                <c:pt idx="5">
                  <c:v>12415</c:v>
                </c:pt>
                <c:pt idx="6">
                  <c:v>17450</c:v>
                </c:pt>
                <c:pt idx="7">
                  <c:v>14646</c:v>
                </c:pt>
                <c:pt idx="8">
                  <c:v>18102</c:v>
                </c:pt>
                <c:pt idx="9">
                  <c:v>(blank)</c:v>
                </c:pt>
              </c:strCache>
            </c:strRef>
          </c:cat>
          <c:val>
            <c:numRef>
              <c:f>'Top 5 Customer'!$I$8:$I$17</c:f>
              <c:numCache>
                <c:formatCode>"$"#,##0.00</c:formatCode>
                <c:ptCount val="10"/>
                <c:pt idx="0">
                  <c:v>7679.1</c:v>
                </c:pt>
                <c:pt idx="1">
                  <c:v>8571.4599999999991</c:v>
                </c:pt>
                <c:pt idx="2">
                  <c:v>10469.509999999997</c:v>
                </c:pt>
                <c:pt idx="3">
                  <c:v>11537.469999999998</c:v>
                </c:pt>
                <c:pt idx="4">
                  <c:v>11867.01999999999</c:v>
                </c:pt>
                <c:pt idx="5">
                  <c:v>12626.500000000002</c:v>
                </c:pt>
                <c:pt idx="6">
                  <c:v>14422.599999999999</c:v>
                </c:pt>
                <c:pt idx="7">
                  <c:v>25448.510000000002</c:v>
                </c:pt>
                <c:pt idx="8">
                  <c:v>57776.929999999986</c:v>
                </c:pt>
                <c:pt idx="9">
                  <c:v>146865.45000000205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C7-49AF-9040-A8065DCAAC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94395679"/>
        <c:axId val="1029007391"/>
      </c:barChart>
      <c:valAx>
        <c:axId val="10290073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4395679"/>
        <c:crosses val="autoZero"/>
        <c:crossBetween val="between"/>
      </c:valAx>
      <c:catAx>
        <c:axId val="79439567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Customer</a:t>
                </a:r>
                <a:r>
                  <a:rPr lang="en-US" baseline="0"/>
                  <a:t> 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90073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data!$G$2:$G$50083</cx:f>
        <cx:lvl ptCount="50082" formatCode="General">
          <cx:pt idx="0">3.3900000000000001</cx:pt>
          <cx:pt idx="1">7.9500000000000002</cx:pt>
          <cx:pt idx="2">3.75</cx:pt>
          <cx:pt idx="3">4.9500000000000002</cx:pt>
          <cx:pt idx="4">3.3900000000000001</cx:pt>
          <cx:pt idx="5">4.9500000000000002</cx:pt>
          <cx:pt idx="6">3.3900000000000001</cx:pt>
          <cx:pt idx="7">0.55000000000000004</cx:pt>
          <cx:pt idx="8">1.6499999999999999</cx:pt>
          <cx:pt idx="9">2.5499999999999998</cx:pt>
          <cx:pt idx="10">2.9500000000000002</cx:pt>
          <cx:pt idx="11">1.95</cx:pt>
          <cx:pt idx="12">1.45</cx:pt>
          <cx:pt idx="13">2.5499999999999998</cx:pt>
          <cx:pt idx="14">6.75</cx:pt>
          <cx:pt idx="15">0.84999999999999998</cx:pt>
          <cx:pt idx="16">1.95</cx:pt>
          <cx:pt idx="17">1.6499999999999999</cx:pt>
          <cx:pt idx="18">10.949999999999999</cx:pt>
          <cx:pt idx="19">12.75</cx:pt>
          <cx:pt idx="20">1.6499999999999999</cx:pt>
          <cx:pt idx="21">1.95</cx:pt>
          <cx:pt idx="22">1.6499999999999999</cx:pt>
          <cx:pt idx="23">7.9500000000000002</cx:pt>
          <cx:pt idx="24">1.6499999999999999</cx:pt>
          <cx:pt idx="25">8.5</cx:pt>
          <cx:pt idx="26">0.71999999999999997</cx:pt>
          <cx:pt idx="27">3.75</cx:pt>
          <cx:pt idx="28">1.25</cx:pt>
          <cx:pt idx="29">1.25</cx:pt>
          <cx:pt idx="30">2.1000000000000001</cx:pt>
          <cx:pt idx="31">2.1000000000000001</cx:pt>
          <cx:pt idx="32">0.55000000000000004</cx:pt>
          <cx:pt idx="33">4.9500000000000002</cx:pt>
          <cx:pt idx="34">3.3900000000000001</cx:pt>
          <cx:pt idx="35">2.5499999999999998</cx:pt>
          <cx:pt idx="36">4.6500000000000004</cx:pt>
          <cx:pt idx="37">1.25</cx:pt>
          <cx:pt idx="38">7.9500000000000002</cx:pt>
          <cx:pt idx="39">1.45</cx:pt>
          <cx:pt idx="40">2.5499999999999998</cx:pt>
          <cx:pt idx="41">5.9500000000000002</cx:pt>
          <cx:pt idx="42">1.6499999999999999</cx:pt>
          <cx:pt idx="43">0.55000000000000004</cx:pt>
          <cx:pt idx="44">0.55000000000000004</cx:pt>
          <cx:pt idx="45">1.6499999999999999</cx:pt>
          <cx:pt idx="46">1.25</cx:pt>
          <cx:pt idx="47">2.5499999999999998</cx:pt>
          <cx:pt idx="48">4.9500000000000002</cx:pt>
          <cx:pt idx="49">3.3900000000000001</cx:pt>
          <cx:pt idx="50">3.75</cx:pt>
          <cx:pt idx="51">1.45</cx:pt>
          <cx:pt idx="52">7.9500000000000002</cx:pt>
          <cx:pt idx="53">1.6499999999999999</cx:pt>
          <cx:pt idx="54">1.25</cx:pt>
          <cx:pt idx="55">2.1000000000000001</cx:pt>
          <cx:pt idx="56">3.75</cx:pt>
          <cx:pt idx="57">7.9500000000000002</cx:pt>
          <cx:pt idx="58">1.6499999999999999</cx:pt>
          <cx:pt idx="59">2.9500000000000002</cx:pt>
          <cx:pt idx="60">2.9500000000000002</cx:pt>
          <cx:pt idx="61">2.9500000000000002</cx:pt>
          <cx:pt idx="62">1.6499999999999999</cx:pt>
          <cx:pt idx="63">1.6499999999999999</cx:pt>
          <cx:pt idx="64">1.45</cx:pt>
          <cx:pt idx="65">1.6499999999999999</cx:pt>
          <cx:pt idx="66">0.41999999999999998</cx:pt>
          <cx:pt idx="67">1.25</cx:pt>
          <cx:pt idx="68">3.75</cx:pt>
          <cx:pt idx="69">1.45</cx:pt>
          <cx:pt idx="70">2.5499999999999998</cx:pt>
          <cx:pt idx="71">3.75</cx:pt>
          <cx:pt idx="72">3.75</cx:pt>
          <cx:pt idx="73">1.45</cx:pt>
          <cx:pt idx="74">1.25</cx:pt>
          <cx:pt idx="75">3.75</cx:pt>
          <cx:pt idx="76">2.9500000000000002</cx:pt>
          <cx:pt idx="77">2.9500000000000002</cx:pt>
          <cx:pt idx="78">1.49</cx:pt>
          <cx:pt idx="79">1.95</cx:pt>
          <cx:pt idx="80">3.75</cx:pt>
          <cx:pt idx="81">1.95</cx:pt>
          <cx:pt idx="82">1.8500000000000001</cx:pt>
          <cx:pt idx="83">3.3900000000000001</cx:pt>
          <cx:pt idx="84">0.41999999999999998</cx:pt>
          <cx:pt idx="85">0.41999999999999998</cx:pt>
          <cx:pt idx="86">3.75</cx:pt>
          <cx:pt idx="87">0.41999999999999998</cx:pt>
          <cx:pt idx="88">12.75</cx:pt>
          <cx:pt idx="89">0.84999999999999998</cx:pt>
          <cx:pt idx="90">2.9500000000000002</cx:pt>
          <cx:pt idx="91">0.65000000000000002</cx:pt>
          <cx:pt idx="92">2.9500000000000002</cx:pt>
          <cx:pt idx="93">1.6499999999999999</cx:pt>
          <cx:pt idx="94">2.9500000000000002</cx:pt>
          <cx:pt idx="95">1.25</cx:pt>
          <cx:pt idx="96">2.9500000000000002</cx:pt>
          <cx:pt idx="97">0.65000000000000002</cx:pt>
          <cx:pt idx="98">1.95</cx:pt>
          <cx:pt idx="99">8.5</cx:pt>
          <cx:pt idx="100">1.45</cx:pt>
          <cx:pt idx="101">2.9500000000000002</cx:pt>
          <cx:pt idx="102">1.95</cx:pt>
          <cx:pt idx="103">1.95</cx:pt>
          <cx:pt idx="104">2.9500000000000002</cx:pt>
          <cx:pt idx="105">9.9499999999999993</cx:pt>
          <cx:pt idx="106">4.9500000000000002</cx:pt>
          <cx:pt idx="107">1.95</cx:pt>
          <cx:pt idx="108">2.9500000000000002</cx:pt>
          <cx:pt idx="109">8.5</cx:pt>
          <cx:pt idx="110">0.84999999999999998</cx:pt>
          <cx:pt idx="111">1.49</cx:pt>
          <cx:pt idx="112">7.9500000000000002</cx:pt>
          <cx:pt idx="113">2.1000000000000001</cx:pt>
          <cx:pt idx="114">0.41999999999999998</cx:pt>
          <cx:pt idx="115">0.28999999999999998</cx:pt>
          <cx:pt idx="116">0.55000000000000004</cx:pt>
          <cx:pt idx="117">2.1000000000000001</cx:pt>
          <cx:pt idx="118">0.41999999999999998</cx:pt>
          <cx:pt idx="119">7.9500000000000002</cx:pt>
          <cx:pt idx="120">7.9500000000000002</cx:pt>
          <cx:pt idx="121">7.6500000000000004</cx:pt>
          <cx:pt idx="122">7.9500000000000002</cx:pt>
          <cx:pt idx="123">8.5</cx:pt>
          <cx:pt idx="124">1.45</cx:pt>
          <cx:pt idx="125">1.45</cx:pt>
          <cx:pt idx="126">1.25</cx:pt>
          <cx:pt idx="127">1.95</cx:pt>
          <cx:pt idx="128">5.9100000000000001</cx:pt>
          <cx:pt idx="129">3.3599999999999999</cx:pt>
          <cx:pt idx="130">2.98</cx:pt>
          <cx:pt idx="131">4.21</cx:pt>
          <cx:pt idx="132">1.6599999999999999</cx:pt>
          <cx:pt idx="133">2.5099999999999998</cx:pt>
          <cx:pt idx="134">5.9100000000000001</cx:pt>
          <cx:pt idx="135">20.379999999999999</cx:pt>
          <cx:pt idx="136">2.5099999999999998</cx:pt>
          <cx:pt idx="137">14.43</cx:pt>
          <cx:pt idx="138">4.21</cx:pt>
          <cx:pt idx="139">3.3599999999999999</cx:pt>
          <cx:pt idx="140">3.3599999999999999</cx:pt>
          <cx:pt idx="141">9.3200000000000003</cx:pt>
          <cx:pt idx="142">6.3499999999999996</cx:pt>
          <cx:pt idx="143">16.98</cx:pt>
          <cx:pt idx="144">5.9100000000000001</cx:pt>
          <cx:pt idx="145">5.9100000000000001</cx:pt>
          <cx:pt idx="146">2.5099999999999998</cx:pt>
          <cx:pt idx="147">0.42999999999999999</cx:pt>
          <cx:pt idx="148">7.6200000000000001</cx:pt>
          <cx:pt idx="149">3.3599999999999999</cx:pt>
          <cx:pt idx="150">25.489999999999998</cx:pt>
          <cx:pt idx="151">2.5099999999999998</cx:pt>
          <cx:pt idx="152">5.9100000000000001</cx:pt>
          <cx:pt idx="153">0.84999999999999998</cx:pt>
          <cx:pt idx="154">5.0599999999999996</cx:pt>
          <cx:pt idx="155">4.21</cx:pt>
          <cx:pt idx="156">1.28</cx:pt>
          <cx:pt idx="157">2.5099999999999998</cx:pt>
          <cx:pt idx="158">1.28</cx:pt>
          <cx:pt idx="159">14.43</cx:pt>
          <cx:pt idx="160">2.5099999999999998</cx:pt>
          <cx:pt idx="161">1.6599999999999999</cx:pt>
          <cx:pt idx="162">4.21</cx:pt>
          <cx:pt idx="163">4.21</cx:pt>
          <cx:pt idx="164">1.6599999999999999</cx:pt>
          <cx:pt idx="165">1.6599999999999999</cx:pt>
          <cx:pt idx="166">7.6200000000000001</cx:pt>
          <cx:pt idx="167">2.5099999999999998</cx:pt>
          <cx:pt idx="168">4.21</cx:pt>
          <cx:pt idx="169">2.9500000000000002</cx:pt>
          <cx:pt idx="170">0.41999999999999998</cx:pt>
          <cx:pt idx="171">4.6500000000000004</cx:pt>
          <cx:pt idx="172">8.5</cx:pt>
          <cx:pt idx="173">1.95</cx:pt>
          <cx:pt idx="174">2.9500000000000002</cx:pt>
          <cx:pt idx="175">2.1000000000000001</cx:pt>
          <cx:pt idx="176">4.6500000000000004</cx:pt>
          <cx:pt idx="177">2.9500000000000002</cx:pt>
          <cx:pt idx="178">3.75</cx:pt>
          <cx:pt idx="179">1.25</cx:pt>
          <cx:pt idx="180">6.75</cx:pt>
          <cx:pt idx="181">2.9500000000000002</cx:pt>
          <cx:pt idx="182">7.9500000000000002</cx:pt>
          <cx:pt idx="183">1.25</cx:pt>
          <cx:pt idx="184">1.25</cx:pt>
          <cx:pt idx="185">7.9500000000000002</cx:pt>
          <cx:pt idx="186">1.45</cx:pt>
          <cx:pt idx="187">1.25</cx:pt>
          <cx:pt idx="188">9.9499999999999993</cx:pt>
          <cx:pt idx="189">0.41999999999999998</cx:pt>
          <cx:pt idx="190">12.75</cx:pt>
          <cx:pt idx="191">4.25</cx:pt>
          <cx:pt idx="192">1.6499999999999999</cx:pt>
          <cx:pt idx="193">8.5</cx:pt>
          <cx:pt idx="194">1.45</cx:pt>
          <cx:pt idx="195">6.75</cx:pt>
          <cx:pt idx="196">1.25</cx:pt>
          <cx:pt idx="197">2.9500000000000002</cx:pt>
          <cx:pt idx="198">1.25</cx:pt>
          <cx:pt idx="199">1.25</cx:pt>
          <cx:pt idx="200">1.45</cx:pt>
          <cx:pt idx="201">3.75</cx:pt>
          <cx:pt idx="202">1.0600000000000001</cx:pt>
          <cx:pt idx="203">9.9499999999999993</cx:pt>
          <cx:pt idx="204">2.5499999999999998</cx:pt>
          <cx:pt idx="205">0.41999999999999998</cx:pt>
          <cx:pt idx="206">2.9500000000000002</cx:pt>
          <cx:pt idx="207">3.75</cx:pt>
          <cx:pt idx="208">1.25</cx:pt>
          <cx:pt idx="209">1.25</cx:pt>
          <cx:pt idx="210">0.84999999999999998</cx:pt>
          <cx:pt idx="211">12.75</cx:pt>
          <cx:pt idx="212">3.25</cx:pt>
          <cx:pt idx="213">2.9500000000000002</cx:pt>
          <cx:pt idx="214">1.45</cx:pt>
          <cx:pt idx="215">5.9100000000000001</cx:pt>
          <cx:pt idx="216">14.43</cx:pt>
          <cx:pt idx="217">7.6200000000000001</cx:pt>
          <cx:pt idx="218">2.5099999999999998</cx:pt>
          <cx:pt idx="219">4.21</cx:pt>
          <cx:pt idx="220">4.21</cx:pt>
          <cx:pt idx="221">1.6599999999999999</cx:pt>
          <cx:pt idx="222">2.5099999999999998</cx:pt>
          <cx:pt idx="223">15.279999999999999</cx:pt>
          <cx:pt idx="224">5.9100000000000001</cx:pt>
          <cx:pt idx="225">0.84999999999999998</cx:pt>
          <cx:pt idx="226">7.9500000000000002</cx:pt>
          <cx:pt idx="227">3.3599999999999999</cx:pt>
          <cx:pt idx="228">1.28</cx:pt>
          <cx:pt idx="229">5.0599999999999996</cx:pt>
          <cx:pt idx="230">5.0599999999999996</cx:pt>
          <cx:pt idx="231">2.5499999999999998</cx:pt>
          <cx:pt idx="232">0.84999999999999998</cx:pt>
          <cx:pt idx="233">25.489999999999998</cx:pt>
          <cx:pt idx="234">3.3599999999999999</cx:pt>
          <cx:pt idx="235">3.3599999999999999</cx:pt>
          <cx:pt idx="236">9.3200000000000003</cx:pt>
          <cx:pt idx="237">16.98</cx:pt>
          <cx:pt idx="238">4.21</cx:pt>
          <cx:pt idx="239">5.9100000000000001</cx:pt>
          <cx:pt idx="240">5.9100000000000001</cx:pt>
          <cx:pt idx="241">2.5099999999999998</cx:pt>
          <cx:pt idx="242">0.42999999999999999</cx:pt>
          <cx:pt idx="243">3.3599999999999999</cx:pt>
          <cx:pt idx="244">6.7699999999999996</cx:pt>
          <cx:pt idx="245">2.5099999999999998</cx:pt>
          <cx:pt idx="246">5.0599999999999996</cx:pt>
          <cx:pt idx="247">3.3599999999999999</cx:pt>
          <cx:pt idx="248">1.28</cx:pt>
          <cx:pt idx="249">2.5099999999999998</cx:pt>
          <cx:pt idx="250">2.5099999999999998</cx:pt>
          <cx:pt idx="251">4.21</cx:pt>
          <cx:pt idx="252">5.9100000000000001</cx:pt>
          <cx:pt idx="253">1.6599999999999999</cx:pt>
          <cx:pt idx="254">2.8199999999999998</cx:pt>
          <cx:pt idx="255">4.21</cx:pt>
          <cx:pt idx="256">4.21</cx:pt>
          <cx:pt idx="257">1.6599999999999999</cx:pt>
          <cx:pt idx="258">1.6599999999999999</cx:pt>
          <cx:pt idx="259">5.0599999999999996</cx:pt>
          <cx:pt idx="260">7.6200000000000001</cx:pt>
          <cx:pt idx="261">0.84999999999999998</cx:pt>
          <cx:pt idx="262">2.5099999999999998</cx:pt>
          <cx:pt idx="263">4.21</cx:pt>
          <cx:pt idx="264">4.9500000000000002</cx:pt>
          <cx:pt idx="265">1.6499999999999999</cx:pt>
          <cx:pt idx="266">4.9500000000000002</cx:pt>
          <cx:pt idx="267">3.3900000000000001</cx:pt>
          <cx:pt idx="268">1.6499999999999999</cx:pt>
          <cx:pt idx="269">4.9500000000000002</cx:pt>
          <cx:pt idx="270">3.3900000000000001</cx:pt>
          <cx:pt idx="271">1.45</cx:pt>
          <cx:pt idx="272">0.84999999999999998</cx:pt>
          <cx:pt idx="273">2.9500000000000002</cx:pt>
          <cx:pt idx="274">2.9500000000000002</cx:pt>
          <cx:pt idx="275">7.9500000000000002</cx:pt>
          <cx:pt idx="276">4.9500000000000002</cx:pt>
          <cx:pt idx="277">0.84999999999999998</cx:pt>
          <cx:pt idx="278">1.6499999999999999</cx:pt>
          <cx:pt idx="279">4.9500000000000002</cx:pt>
          <cx:pt idx="280">3.3900000000000001</cx:pt>
          <cx:pt idx="281">1.45</cx:pt>
          <cx:pt idx="282">1.25</cx:pt>
          <cx:pt idx="283">3.75</cx:pt>
          <cx:pt idx="284">1.6499999999999999</cx:pt>
          <cx:pt idx="285">4.9500000000000002</cx:pt>
          <cx:pt idx="286">1.25</cx:pt>
          <cx:pt idx="287">3.3900000000000001</cx:pt>
          <cx:pt idx="288">7.6500000000000004</cx:pt>
          <cx:pt idx="289">2.5499999999999998</cx:pt>
          <cx:pt idx="290">4.6500000000000004</cx:pt>
          <cx:pt idx="291">1.25</cx:pt>
          <cx:pt idx="292">2.1000000000000001</cx:pt>
          <cx:pt idx="293">0.41999999999999998</cx:pt>
          <cx:pt idx="294">1.45</cx:pt>
          <cx:pt idx="295">0.65000000000000002</cx:pt>
          <cx:pt idx="296">7.9500000000000002</cx:pt>
          <cx:pt idx="297">1.25</cx:pt>
          <cx:pt idx="298">5.9500000000000002</cx:pt>
          <cx:pt idx="299">7.9500000000000002</cx:pt>
          <cx:pt idx="300">0.41999999999999998</cx:pt>
          <cx:pt idx="301">1.45</cx:pt>
          <cx:pt idx="302">2.9500000000000002</cx:pt>
          <cx:pt idx="303">2.9500000000000002</cx:pt>
          <cx:pt idx="304">2.9500000000000002</cx:pt>
          <cx:pt idx="305">1.6499999999999999</cx:pt>
          <cx:pt idx="306">4.9500000000000002</cx:pt>
          <cx:pt idx="307">3.3900000000000001</cx:pt>
          <cx:pt idx="308">1.6499999999999999</cx:pt>
          <cx:pt idx="309">4.9500000000000002</cx:pt>
          <cx:pt idx="310">3.3900000000000001</cx:pt>
          <cx:pt idx="311">1.6499999999999999</cx:pt>
          <cx:pt idx="312">3.75</cx:pt>
          <cx:pt idx="313">0.65000000000000002</cx:pt>
          <cx:pt idx="314">1.45</cx:pt>
          <cx:pt idx="315">2.1000000000000001</cx:pt>
          <cx:pt idx="316">2.1000000000000001</cx:pt>
          <cx:pt idx="317">3.75</cx:pt>
          <cx:pt idx="318">0.65000000000000002</cx:pt>
          <cx:pt idx="319">0.65000000000000002</cx:pt>
          <cx:pt idx="320">1.25</cx:pt>
          <cx:pt idx="321">2.1000000000000001</cx:pt>
          <cx:pt idx="322">1.25</cx:pt>
          <cx:pt idx="323">0.65000000000000002</cx:pt>
          <cx:pt idx="324">2.5499999999999998</cx:pt>
          <cx:pt idx="325">2.9500000000000002</cx:pt>
          <cx:pt idx="326">0.55000000000000004</cx:pt>
          <cx:pt idx="327">1.45</cx:pt>
          <cx:pt idx="328">2.5499999999999998</cx:pt>
          <cx:pt idx="329">1.95</cx:pt>
          <cx:pt idx="330">2.5499999999999998</cx:pt>
          <cx:pt idx="331">1.95</cx:pt>
          <cx:pt idx="332">1.6499999999999999</cx:pt>
          <cx:pt idx="333">0.41999999999999998</cx:pt>
          <cx:pt idx="334">1.6499999999999999</cx:pt>
          <cx:pt idx="335">4.9500000000000002</cx:pt>
          <cx:pt idx="336">3.3900000000000001</cx:pt>
          <cx:pt idx="337">1.6499999999999999</cx:pt>
          <cx:pt idx="338">4.9500000000000002</cx:pt>
          <cx:pt idx="339">3.3900000000000001</cx:pt>
          <cx:pt idx="340">2.9500000000000002</cx:pt>
          <cx:pt idx="341">9.9499999999999993</cx:pt>
          <cx:pt idx="342">2.9500000000000002</cx:pt>
          <cx:pt idx="343">0.65000000000000002</cx:pt>
          <cx:pt idx="344">2.9500000000000002</cx:pt>
          <cx:pt idx="345">2.1000000000000001</cx:pt>
          <cx:pt idx="346">2.9500000000000002</cx:pt>
          <cx:pt idx="347">0.84999999999999998</cx:pt>
          <cx:pt idx="348">1.49</cx:pt>
          <cx:pt idx="349">2.9500000000000002</cx:pt>
          <cx:pt idx="350">9.9499999999999993</cx:pt>
          <cx:pt idx="351">1.25</cx:pt>
          <cx:pt idx="352">0.41999999999999998</cx:pt>
          <cx:pt idx="353">1.25</cx:pt>
          <cx:pt idx="354">2.9500000000000002</cx:pt>
          <cx:pt idx="355">3.75</cx:pt>
          <cx:pt idx="356">1.6499999999999999</cx:pt>
          <cx:pt idx="357">4.9500000000000002</cx:pt>
          <cx:pt idx="358">3.3900000000000001</cx:pt>
          <cx:pt idx="359">1.6499999999999999</cx:pt>
          <cx:pt idx="360">4.9500000000000002</cx:pt>
          <cx:pt idx="361">3.3900000000000001</cx:pt>
          <cx:pt idx="362">1.49</cx:pt>
          <cx:pt idx="363">0.65000000000000002</cx:pt>
          <cx:pt idx="364">2.9500000000000002</cx:pt>
          <cx:pt idx="365">1.45</cx:pt>
          <cx:pt idx="366">0.65000000000000002</cx:pt>
          <cx:pt idx="367">2.9500000000000002</cx:pt>
          <cx:pt idx="368">0.65000000000000002</cx:pt>
          <cx:pt idx="369">2.1000000000000001</cx:pt>
          <cx:pt idx="370">7.9500000000000002</cx:pt>
          <cx:pt idx="371">1.25</cx:pt>
          <cx:pt idx="372">0.65000000000000002</cx:pt>
          <cx:pt idx="373">1.25</cx:pt>
          <cx:pt idx="374">0.41999999999999998</cx:pt>
          <cx:pt idx="375">2.9500000000000002</cx:pt>
          <cx:pt idx="376">1.45</cx:pt>
          <cx:pt idx="377">1.6499999999999999</cx:pt>
          <cx:pt idx="378">0.84999999999999998</cx:pt>
          <cx:pt idx="379">1.49</cx:pt>
          <cx:pt idx="380">0.41999999999999998</cx:pt>
          <cx:pt idx="381">1.45</cx:pt>
          <cx:pt idx="382">1.25</cx:pt>
          <cx:pt idx="383">4.9500000000000002</cx:pt>
          <cx:pt idx="384">8.5</cx:pt>
          <cx:pt idx="385">6.75</cx:pt>
          <cx:pt idx="386">2.1000000000000001</cx:pt>
          <cx:pt idx="387">0.34000000000000002</cx:pt>
          <cx:pt idx="388">0.35999999999999999</cx:pt>
          <cx:pt idx="389">6.75</cx:pt>
          <cx:pt idx="390">6.75</cx:pt>
          <cx:pt idx="391">0.35999999999999999</cx:pt>
          <cx:pt idx="392">3.3900000000000001</cx:pt>
          <cx:pt idx="393">1.25</cx:pt>
          <cx:pt idx="394">4.9500000000000002</cx:pt>
          <cx:pt idx="395">3.3900000000000001</cx:pt>
          <cx:pt idx="396">1.25</cx:pt>
          <cx:pt idx="397">2.1000000000000001</cx:pt>
          <cx:pt idx="398">3.75</cx:pt>
          <cx:pt idx="399">9.9499999999999993</cx:pt>
          <cx:pt idx="400">1.25</cx:pt>
          <cx:pt idx="401">0.84999999999999998</cx:pt>
          <cx:pt idx="402">0.84999999999999998</cx:pt>
          <cx:pt idx="403">12.75</cx:pt>
          <cx:pt idx="404">0.65000000000000002</cx:pt>
          <cx:pt idx="405">0.55000000000000004</cx:pt>
          <cx:pt idx="406">1.95</cx:pt>
          <cx:pt idx="407">0.65000000000000002</cx:pt>
          <cx:pt idx="408">1.25</cx:pt>
          <cx:pt idx="409">1.45</cx:pt>
          <cx:pt idx="410">0.41999999999999998</cx:pt>
          <cx:pt idx="411">0.41999999999999998</cx:pt>
          <cx:pt idx="412">1.25</cx:pt>
          <cx:pt idx="413">0.41999999999999998</cx:pt>
          <cx:pt idx="414">1.45</cx:pt>
          <cx:pt idx="415">3.3900000000000001</cx:pt>
          <cx:pt idx="416">1.49</cx:pt>
          <cx:pt idx="417">2.1000000000000001</cx:pt>
          <cx:pt idx="418">0.65000000000000002</cx:pt>
          <cx:pt idx="419">0.41999999999999998</cx:pt>
          <cx:pt idx="420">0.55000000000000004</cx:pt>
          <cx:pt idx="421">3.75</cx:pt>
          <cx:pt idx="422">2.9500000000000002</cx:pt>
          <cx:pt idx="423">3.25</cx:pt>
          <cx:pt idx="424">8.5</cx:pt>
          <cx:pt idx="425">2.9500000000000002</cx:pt>
          <cx:pt idx="426">1.45</cx:pt>
          <cx:pt idx="427">2.1000000000000001</cx:pt>
          <cx:pt idx="428">2.9500000000000002</cx:pt>
          <cx:pt idx="429">0.84999999999999998</cx:pt>
          <cx:pt idx="430">3.25</cx:pt>
          <cx:pt idx="431">3.25</cx:pt>
          <cx:pt idx="432">1.45</cx:pt>
          <cx:pt idx="433">1.6499999999999999</cx:pt>
          <cx:pt idx="434">4.9500000000000002</cx:pt>
          <cx:pt idx="435">1.25</cx:pt>
          <cx:pt idx="436">1.25</cx:pt>
          <cx:pt idx="437">2.9500000000000002</cx:pt>
          <cx:pt idx="438">8.5</cx:pt>
          <cx:pt idx="439">0.41999999999999998</cx:pt>
          <cx:pt idx="440">5.9500000000000002</cx:pt>
          <cx:pt idx="441">7.9500000000000002</cx:pt>
          <cx:pt idx="442">0.84999999999999998</cx:pt>
          <cx:pt idx="443">8.5</cx:pt>
          <cx:pt idx="444">0.55000000000000004</cx:pt>
          <cx:pt idx="445">0.84999999999999998</cx:pt>
          <cx:pt idx="446">3.75</cx:pt>
          <cx:pt idx="447">9.9499999999999993</cx:pt>
          <cx:pt idx="448">2.9500000000000002</cx:pt>
          <cx:pt idx="449">2.9500000000000002</cx:pt>
          <cx:pt idx="450">1.6499999999999999</cx:pt>
          <cx:pt idx="451">0.84999999999999998</cx:pt>
          <cx:pt idx="452">12.75</cx:pt>
          <cx:pt idx="453">1.25</cx:pt>
          <cx:pt idx="454">1.45</cx:pt>
          <cx:pt idx="455">0.65000000000000002</cx:pt>
          <cx:pt idx="456">0.65000000000000002</cx:pt>
          <cx:pt idx="457">8.5</cx:pt>
          <cx:pt idx="458">2.9500000000000002</cx:pt>
          <cx:pt idx="459">3.25</cx:pt>
          <cx:pt idx="460">14.949999999999999</cx:pt>
          <cx:pt idx="461">2.9500000000000002</cx:pt>
          <cx:pt idx="462">1.45</cx:pt>
          <cx:pt idx="463">1.25</cx:pt>
          <cx:pt idx="464">1.25</cx:pt>
          <cx:pt idx="465">3.75</cx:pt>
          <cx:pt idx="466">1.45</cx:pt>
          <cx:pt idx="467">1.45</cx:pt>
          <cx:pt idx="468">9.9499999999999993</cx:pt>
          <cx:pt idx="469">6.3499999999999996</cx:pt>
          <cx:pt idx="470">2.9500000000000002</cx:pt>
          <cx:pt idx="471">1.25</cx:pt>
          <cx:pt idx="472">1.25</cx:pt>
          <cx:pt idx="473">2.1000000000000001</cx:pt>
          <cx:pt idx="474">1.49</cx:pt>
          <cx:pt idx="475">4.9500000000000002</cx:pt>
          <cx:pt idx="476">1.25</cx:pt>
          <cx:pt idx="477">2.9500000000000002</cx:pt>
          <cx:pt idx="478">2.5499999999999998</cx:pt>
          <cx:pt idx="479">5.9100000000000001</cx:pt>
          <cx:pt idx="480">5.0599999999999996</cx:pt>
          <cx:pt idx="481">16.98</cx:pt>
          <cx:pt idx="482">16.98</cx:pt>
          <cx:pt idx="483">3.3599999999999999</cx:pt>
          <cx:pt idx="484">5.0599999999999996</cx:pt>
          <cx:pt idx="485">4.21</cx:pt>
          <cx:pt idx="486">2.9500000000000002</cx:pt>
          <cx:pt idx="487">1.45</cx:pt>
          <cx:pt idx="488">1.45</cx:pt>
          <cx:pt idx="489">1.25</cx:pt>
          <cx:pt idx="490">1.6499999999999999</cx:pt>
          <cx:pt idx="491">16.98</cx:pt>
          <cx:pt idx="492">5.9100000000000001</cx:pt>
          <cx:pt idx="493">5.0599999999999996</cx:pt>
          <cx:pt idx="494">25.489999999999998</cx:pt>
          <cx:pt idx="495">4.21</cx:pt>
          <cx:pt idx="496">0.84999999999999998</cx:pt>
          <cx:pt idx="497">5.9100000000000001</cx:pt>
          <cx:pt idx="498">4.21</cx:pt>
          <cx:pt idx="499">11.02</cx:pt>
          <cx:pt idx="500">16.98</cx:pt>
          <cx:pt idx="501">5.9100000000000001</cx:pt>
          <cx:pt idx="502">0.84999999999999998</cx:pt>
          <cx:pt idx="503">5.9100000000000001</cx:pt>
          <cx:pt idx="504">3.3599999999999999</cx:pt>
          <cx:pt idx="505">5.0599999999999996</cx:pt>
          <cx:pt idx="506">1.28</cx:pt>
          <cx:pt idx="507">1.28</cx:pt>
          <cx:pt idx="508">2.8199999999999998</cx:pt>
          <cx:pt idx="509">4.21</cx:pt>
          <cx:pt idx="510">5.0599999999999996</cx:pt>
          <cx:pt idx="511">1.6599999999999999</cx:pt>
          <cx:pt idx="512">2.5099999999999998</cx:pt>
          <cx:pt idx="513">5.0599999999999996</cx:pt>
          <cx:pt idx="514">4.21</cx:pt>
          <cx:pt idx="515">2.9500000000000002</cx:pt>
          <cx:pt idx="516">1.45</cx:pt>
          <cx:pt idx="517">4.9500000000000002</cx:pt>
          <cx:pt idx="518">2.9500000000000002</cx:pt>
          <cx:pt idx="519">5.9500000000000002</cx:pt>
          <cx:pt idx="520">0.55000000000000004</cx:pt>
          <cx:pt idx="521">2.9500000000000002</cx:pt>
          <cx:pt idx="522">1.25</cx:pt>
          <cx:pt idx="523">5.9100000000000001</cx:pt>
          <cx:pt idx="524">14.43</cx:pt>
          <cx:pt idx="525">7.6200000000000001</cx:pt>
          <cx:pt idx="526">25.489999999999998</cx:pt>
          <cx:pt idx="527">4.21</cx:pt>
          <cx:pt idx="528">14.43</cx:pt>
          <cx:pt idx="529">3.3599999999999999</cx:pt>
          <cx:pt idx="530">4.21</cx:pt>
          <cx:pt idx="531">1.6599999999999999</cx:pt>
          <cx:pt idx="532">1.6599999999999999</cx:pt>
          <cx:pt idx="533">2.5099999999999998</cx:pt>
          <cx:pt idx="534">5.9100000000000001</cx:pt>
          <cx:pt idx="535">8.4700000000000006</cx:pt>
          <cx:pt idx="536">2.5099999999999998</cx:pt>
          <cx:pt idx="537">14.43</cx:pt>
          <cx:pt idx="538">1.28</cx:pt>
          <cx:pt idx="539">3.3599999999999999</cx:pt>
          <cx:pt idx="540">11.02</cx:pt>
          <cx:pt idx="541">9.3200000000000003</cx:pt>
          <cx:pt idx="542">12.720000000000001</cx:pt>
          <cx:pt idx="543">5.9100000000000001</cx:pt>
          <cx:pt idx="544">2.5099999999999998</cx:pt>
          <cx:pt idx="545">0.42999999999999999</cx:pt>
          <cx:pt idx="546">7.6200000000000001</cx:pt>
          <cx:pt idx="547">3.3599999999999999</cx:pt>
          <cx:pt idx="548">6.7699999999999996</cx:pt>
          <cx:pt idx="549">1.6599999999999999</cx:pt>
          <cx:pt idx="550">2.5099999999999998</cx:pt>
          <cx:pt idx="551">5.9100000000000001</cx:pt>
          <cx:pt idx="552">3.3599999999999999</cx:pt>
          <cx:pt idx="553">9.3200000000000003</cx:pt>
          <cx:pt idx="554">1.28</cx:pt>
          <cx:pt idx="555">2.5099999999999998</cx:pt>
          <cx:pt idx="556">1.28</cx:pt>
          <cx:pt idx="557">14.43</cx:pt>
          <cx:pt idx="558">2.5099999999999998</cx:pt>
          <cx:pt idx="559">5.9100000000000001</cx:pt>
          <cx:pt idx="560">14.43</cx:pt>
          <cx:pt idx="561">4.21</cx:pt>
          <cx:pt idx="562">4.21</cx:pt>
          <cx:pt idx="563">1.6599999999999999</cx:pt>
          <cx:pt idx="564">5.0599999999999996</cx:pt>
          <cx:pt idx="565">7.6200000000000001</cx:pt>
          <cx:pt idx="566">0.84999999999999998</cx:pt>
          <cx:pt idx="567">2.5099999999999998</cx:pt>
          <cx:pt idx="568">4.21</cx:pt>
          <cx:pt idx="569">1.6499999999999999</cx:pt>
          <cx:pt idx="570">7.9500000000000002</cx:pt>
          <cx:pt idx="571">6.75</cx:pt>
          <cx:pt idx="572">7.9500000000000002</cx:pt>
          <cx:pt idx="573">0.84999999999999998</cx:pt>
          <cx:pt idx="574">1.45</cx:pt>
          <cx:pt idx="575">1.6499999999999999</cx:pt>
          <cx:pt idx="576">1.6499999999999999</cx:pt>
          <cx:pt idx="577">7.9500000000000002</cx:pt>
          <cx:pt idx="578">1.95</cx:pt>
          <cx:pt idx="579">9.9499999999999993</cx:pt>
          <cx:pt idx="580">2.5499999999999998</cx:pt>
          <cx:pt idx="581">2.9500000000000002</cx:pt>
          <cx:pt idx="582">2.9500000000000002</cx:pt>
          <cx:pt idx="583">1.45</cx:pt>
          <cx:pt idx="584">0.84999999999999998</cx:pt>
          <cx:pt idx="585">4.9500000000000002</cx:pt>
          <cx:pt idx="586">1.49</cx:pt>
          <cx:pt idx="587">0.55000000000000004</cx:pt>
          <cx:pt idx="588">1.25</cx:pt>
          <cx:pt idx="589">2.1000000000000001</cx:pt>
          <cx:pt idx="590">2.9500000000000002</cx:pt>
          <cx:pt idx="591">7.9500000000000002</cx:pt>
          <cx:pt idx="592">1.45</cx:pt>
          <cx:pt idx="593">1.25</cx:pt>
          <cx:pt idx="594">2.75</cx:pt>
          <cx:pt idx="595">2.75</cx:pt>
          <cx:pt idx="596">1.25</cx:pt>
          <cx:pt idx="597">7.6500000000000004</cx:pt>
          <cx:pt idx="598">1.45</cx:pt>
          <cx:pt idx="599">8.5</cx:pt>
          <cx:pt idx="600">2.5499999999999998</cx:pt>
          <cx:pt idx="601">1.6499999999999999</cx:pt>
          <cx:pt idx="602">2.5499999999999998</cx:pt>
          <cx:pt idx="603">1.45</cx:pt>
          <cx:pt idx="604">6.3499999999999996</cx:pt>
          <cx:pt idx="605">2.1000000000000001</cx:pt>
          <cx:pt idx="606">1.95</cx:pt>
          <cx:pt idx="607">0.84999999999999998</cx:pt>
          <cx:pt idx="608">1.49</cx:pt>
          <cx:pt idx="609">3.75</cx:pt>
          <cx:pt idx="610">3.75</cx:pt>
          <cx:pt idx="611">1.25</cx:pt>
          <cx:pt idx="612">1.95</cx:pt>
          <cx:pt idx="613">1.95</cx:pt>
          <cx:pt idx="614">4.9500000000000002</cx:pt>
          <cx:pt idx="615">9.9499999999999993</cx:pt>
          <cx:pt idx="616">2.5499999999999998</cx:pt>
          <cx:pt idx="617">4.21</cx:pt>
          <cx:pt idx="618">6.7699999999999996</cx:pt>
          <cx:pt idx="619">16.98</cx:pt>
          <cx:pt idx="620">16.98</cx:pt>
          <cx:pt idx="621">3.3599999999999999</cx:pt>
          <cx:pt idx="622">4.21</cx:pt>
          <cx:pt idx="623">3.8300000000000001</cx:pt>
          <cx:pt idx="624">16.98</cx:pt>
          <cx:pt idx="625">6.7699999999999996</cx:pt>
          <cx:pt idx="626">4.21</cx:pt>
          <cx:pt idx="627">5.9100000000000001</cx:pt>
          <cx:pt idx="628">4.21</cx:pt>
          <cx:pt idx="629">11.02</cx:pt>
          <cx:pt idx="630">8.4700000000000006</cx:pt>
          <cx:pt idx="631">4.21</cx:pt>
          <cx:pt idx="632">2.5099999999999998</cx:pt>
          <cx:pt idx="633">3.3599999999999999</cx:pt>
          <cx:pt idx="634">2.1299999999999999</cx:pt>
          <cx:pt idx="635">16.98</cx:pt>
          <cx:pt idx="636">2.5099999999999998</cx:pt>
          <cx:pt idx="637">8.4700000000000006</cx:pt>
          <cx:pt idx="638">3.3599999999999999</cx:pt>
          <cx:pt idx="639">8.5</cx:pt>
          <cx:pt idx="640">3.75</cx:pt>
          <cx:pt idx="641">8.5</cx:pt>
          <cx:pt idx="642">7.9500000000000002</cx:pt>
          <cx:pt idx="643">0.84999999999999998</cx:pt>
          <cx:pt idx="644">7.6500000000000004</cx:pt>
          <cx:pt idx="645">7.9500000000000002</cx:pt>
          <cx:pt idx="646">9.9499999999999993</cx:pt>
          <cx:pt idx="647">2.5499999999999998</cx:pt>
          <cx:pt idx="648">1.95</cx:pt>
          <cx:pt idx="649">1.45</cx:pt>
          <cx:pt idx="650">9.9499999999999993</cx:pt>
          <cx:pt idx="651">1.25</cx:pt>
          <cx:pt idx="652">2.5499999999999998</cx:pt>
          <cx:pt idx="653">1.25</cx:pt>
          <cx:pt idx="654">2.9500000000000002</cx:pt>
          <cx:pt idx="655">4.9500000000000002</cx:pt>
          <cx:pt idx="656">2.9500000000000002</cx:pt>
          <cx:pt idx="657">7.9500000000000002</cx:pt>
          <cx:pt idx="658">1.6499999999999999</cx:pt>
          <cx:pt idx="659">1.45</cx:pt>
          <cx:pt idx="660">7.9500000000000002</cx:pt>
          <cx:pt idx="661">1.45</cx:pt>
          <cx:pt idx="662">0.84999999999999998</cx:pt>
          <cx:pt idx="663">1.6499999999999999</cx:pt>
          <cx:pt idx="664">2.1000000000000001</cx:pt>
          <cx:pt idx="665">1.45</cx:pt>
          <cx:pt idx="666">0.41999999999999998</cx:pt>
          <cx:pt idx="667">1.45</cx:pt>
          <cx:pt idx="668">2.9500000000000002</cx:pt>
          <cx:pt idx="669">1.25</cx:pt>
          <cx:pt idx="670">1.6499999999999999</cx:pt>
          <cx:pt idx="671">2.1000000000000001</cx:pt>
          <cx:pt idx="672">2.1000000000000001</cx:pt>
          <cx:pt idx="673">3.75</cx:pt>
          <cx:pt idx="674">0.41999999999999998</cx:pt>
          <cx:pt idx="675">2.5499999999999998</cx:pt>
          <cx:pt idx="676">8.5</cx:pt>
          <cx:pt idx="677">4.6500000000000004</cx:pt>
          <cx:pt idx="678">0.55000000000000004</cx:pt>
          <cx:pt idx="679">4.6500000000000004</cx:pt>
          <cx:pt idx="680">3.75</cx:pt>
          <cx:pt idx="681">2.9500000000000002</cx:pt>
          <cx:pt idx="682">6.75</cx:pt>
          <cx:pt idx="683">4.9500000000000002</cx:pt>
          <cx:pt idx="684">3.75</cx:pt>
          <cx:pt idx="685">1.25</cx:pt>
          <cx:pt idx="686">2.9500000000000002</cx:pt>
          <cx:pt idx="687">2.9500000000000002</cx:pt>
          <cx:pt idx="688">2.9500000000000002</cx:pt>
          <cx:pt idx="689">4.6500000000000004</cx:pt>
          <cx:pt idx="690">2.1000000000000001</cx:pt>
          <cx:pt idx="691">1.25</cx:pt>
          <cx:pt idx="692">1.95</cx:pt>
          <cx:pt idx="693">1.6499999999999999</cx:pt>
          <cx:pt idx="694">1.6499999999999999</cx:pt>
          <cx:pt idx="695">1.6499999999999999</cx:pt>
          <cx:pt idx="696">9.9499999999999993</cx:pt>
          <cx:pt idx="697">2.9500000000000002</cx:pt>
          <cx:pt idx="698">1.45</cx:pt>
          <cx:pt idx="699">1.25</cx:pt>
          <cx:pt idx="700">1.6499999999999999</cx:pt>
          <cx:pt idx="701">1.25</cx:pt>
          <cx:pt idx="702">2.1000000000000001</cx:pt>
          <cx:pt idx="703">8.5</cx:pt>
          <cx:pt idx="704">5.9500000000000002</cx:pt>
          <cx:pt idx="705">2.5499999999999998</cx:pt>
          <cx:pt idx="706">1.6499999999999999</cx:pt>
          <cx:pt idx="707">1.25</cx:pt>
          <cx:pt idx="708">2.5499999999999998</cx:pt>
          <cx:pt idx="709">2.1000000000000001</cx:pt>
          <cx:pt idx="710">1.25</cx:pt>
          <cx:pt idx="711">3.75</cx:pt>
          <cx:pt idx="712">1.6499999999999999</cx:pt>
          <cx:pt idx="713">2.9500000000000002</cx:pt>
          <cx:pt idx="714">0.84999999999999998</cx:pt>
          <cx:pt idx="715">3.75</cx:pt>
          <cx:pt idx="716">7.9500000000000002</cx:pt>
          <cx:pt idx="717">9.9499999999999993</cx:pt>
          <cx:pt idx="718">4.9500000000000002</cx:pt>
          <cx:pt idx="719">1.45</cx:pt>
          <cx:pt idx="720">2.5499999999999998</cx:pt>
          <cx:pt idx="721">3.75</cx:pt>
          <cx:pt idx="722">0.28999999999999998</cx:pt>
          <cx:pt idx="723">1.6499999999999999</cx:pt>
          <cx:pt idx="724">2.5499999999999998</cx:pt>
          <cx:pt idx="725">0.55000000000000004</cx:pt>
          <cx:pt idx="726">2.5499999999999998</cx:pt>
          <cx:pt idx="727">2.5499999999999998</cx:pt>
          <cx:pt idx="728">9.9499999999999993</cx:pt>
          <cx:pt idx="729">2.5499999999999998</cx:pt>
          <cx:pt idx="730">2.5499999999999998</cx:pt>
          <cx:pt idx="731">9.9499999999999993</cx:pt>
          <cx:pt idx="732">9.9499999999999993</cx:pt>
          <cx:pt idx="733">0.65000000000000002</cx:pt>
          <cx:pt idx="734">1.45</cx:pt>
          <cx:pt idx="735">2.9500000000000002</cx:pt>
          <cx:pt idx="736">0.84999999999999998</cx:pt>
          <cx:pt idx="737">0.65000000000000002</cx:pt>
          <cx:pt idx="738">0.65000000000000002</cx:pt>
          <cx:pt idx="739">0.84999999999999998</cx:pt>
          <cx:pt idx="740">1.25</cx:pt>
          <cx:pt idx="741">1.45</cx:pt>
          <cx:pt idx="742">4.6500000000000004</cx:pt>
          <cx:pt idx="743">1.25</cx:pt>
          <cx:pt idx="744">7.9500000000000002</cx:pt>
          <cx:pt idx="745">1.45</cx:pt>
          <cx:pt idx="746">2.1000000000000001</cx:pt>
          <cx:pt idx="747">4.9500000000000002</cx:pt>
          <cx:pt idx="748">4.6500000000000004</cx:pt>
          <cx:pt idx="749">1.95</cx:pt>
          <cx:pt idx="750">4.6500000000000004</cx:pt>
          <cx:pt idx="751">1.6499999999999999</cx:pt>
          <cx:pt idx="752">2.9500000000000002</cx:pt>
          <cx:pt idx="753">1.45</cx:pt>
          <cx:pt idx="754">1.49</cx:pt>
          <cx:pt idx="755">1.45</cx:pt>
          <cx:pt idx="756">2.9500000000000002</cx:pt>
          <cx:pt idx="757">2.9500000000000002</cx:pt>
          <cx:pt idx="758">3.75</cx:pt>
          <cx:pt idx="759">2.9500000000000002</cx:pt>
          <cx:pt idx="760">0.65000000000000002</cx:pt>
          <cx:pt idx="761">4.6500000000000004</cx:pt>
          <cx:pt idx="762">1.95</cx:pt>
          <cx:pt idx="763">0.41999999999999998</cx:pt>
          <cx:pt idx="764">1.6499999999999999</cx:pt>
          <cx:pt idx="765">0.55000000000000004</cx:pt>
          <cx:pt idx="766">1.6499999999999999</cx:pt>
          <cx:pt idx="767">3.75</cx:pt>
          <cx:pt idx="768">0.41999999999999998</cx:pt>
          <cx:pt idx="769">0.41999999999999998</cx:pt>
          <cx:pt idx="770">1.95</cx:pt>
          <cx:pt idx="771">4.9500000000000002</cx:pt>
          <cx:pt idx="772">1.25</cx:pt>
          <cx:pt idx="773">3.25</cx:pt>
          <cx:pt idx="774">1.25</cx:pt>
          <cx:pt idx="775">3.75</cx:pt>
          <cx:pt idx="776">3.25</cx:pt>
          <cx:pt idx="777">1.25</cx:pt>
          <cx:pt idx="778">2.5499999999999998</cx:pt>
          <cx:pt idx="779">1.6499999999999999</cx:pt>
          <cx:pt idx="780">0.84999999999999998</cx:pt>
          <cx:pt idx="781">1.6499999999999999</cx:pt>
          <cx:pt idx="782">0.84999999999999998</cx:pt>
          <cx:pt idx="783">0.65000000000000002</cx:pt>
          <cx:pt idx="784">4.6500000000000004</cx:pt>
          <cx:pt idx="785">1.6499999999999999</cx:pt>
          <cx:pt idx="786">2.9500000000000002</cx:pt>
          <cx:pt idx="787">7.9500000000000002</cx:pt>
          <cx:pt idx="788">2.5499999999999998</cx:pt>
          <cx:pt idx="789">2.9500000000000002</cx:pt>
          <cx:pt idx="790">8.5</cx:pt>
          <cx:pt idx="791">12.75</cx:pt>
          <cx:pt idx="792">2.9500000000000002</cx:pt>
          <cx:pt idx="793">8.5</cx:pt>
          <cx:pt idx="794">3.75</cx:pt>
          <cx:pt idx="795">3.75</cx:pt>
          <cx:pt idx="796">2.1000000000000001</cx:pt>
          <cx:pt idx="797">7.9500000000000002</cx:pt>
          <cx:pt idx="798">9.9499999999999993</cx:pt>
          <cx:pt idx="799">2.1000000000000001</cx:pt>
          <cx:pt idx="800">2.9500000000000002</cx:pt>
          <cx:pt idx="801">0.65000000000000002</cx:pt>
          <cx:pt idx="802">1.95</cx:pt>
          <cx:pt idx="803">1.25</cx:pt>
          <cx:pt idx="804">0.65000000000000002</cx:pt>
          <cx:pt idx="805">8.5</cx:pt>
          <cx:pt idx="806">2.9500000000000002</cx:pt>
          <cx:pt idx="807">1.45</cx:pt>
          <cx:pt idx="808">2.5499999999999998</cx:pt>
          <cx:pt idx="809">1.45</cx:pt>
          <cx:pt idx="810">8.5</cx:pt>
          <cx:pt idx="811">2.9500000000000002</cx:pt>
          <cx:pt idx="812">3.75</cx:pt>
          <cx:pt idx="813">4.9500000000000002</cx:pt>
          <cx:pt idx="814">1.25</cx:pt>
          <cx:pt idx="815">2.1000000000000001</cx:pt>
          <cx:pt idx="816">2.1000000000000001</cx:pt>
          <cx:pt idx="817">2.5499999999999998</cx:pt>
          <cx:pt idx="818">3.75</cx:pt>
          <cx:pt idx="819">0.41999999999999998</cx:pt>
          <cx:pt idx="820">1.25</cx:pt>
          <cx:pt idx="821">2.5499999999999998</cx:pt>
          <cx:pt idx="822">12.75</cx:pt>
          <cx:pt idx="823">4.6500000000000004</cx:pt>
          <cx:pt idx="824">0.55000000000000004</cx:pt>
          <cx:pt idx="825">9.9499999999999993</cx:pt>
          <cx:pt idx="826">0.65000000000000002</cx:pt>
          <cx:pt idx="827">14.949999999999999</cx:pt>
          <cx:pt idx="828">2.1000000000000001</cx:pt>
          <cx:pt idx="829">2.9500000000000002</cx:pt>
          <cx:pt idx="830">7.9500000000000002</cx:pt>
          <cx:pt idx="831">0.84999999999999998</cx:pt>
          <cx:pt idx="832">9.9499999999999993</cx:pt>
          <cx:pt idx="833">1.45</cx:pt>
          <cx:pt idx="834">3.3900000000000001</cx:pt>
          <cx:pt idx="835">2.9500000000000002</cx:pt>
          <cx:pt idx="836">2.1000000000000001</cx:pt>
          <cx:pt idx="837">2.5499999999999998</cx:pt>
          <cx:pt idx="838">12.75</cx:pt>
          <cx:pt idx="839">1.45</cx:pt>
          <cx:pt idx="840">1.25</cx:pt>
          <cx:pt idx="841">5.9500000000000002</cx:pt>
          <cx:pt idx="842">1.25</cx:pt>
          <cx:pt idx="843">4.6500000000000004</cx:pt>
          <cx:pt idx="844">1.25</cx:pt>
          <cx:pt idx="845">0.84999999999999998</cx:pt>
          <cx:pt idx="846">4.9500000000000002</cx:pt>
          <cx:pt idx="847">6.75</cx:pt>
          <cx:pt idx="848">0.55000000000000004</cx:pt>
          <cx:pt idx="849">0.55000000000000004</cx:pt>
          <cx:pt idx="850">3.75</cx:pt>
          <cx:pt idx="851">0.84999999999999998</cx:pt>
          <cx:pt idx="852">7.6500000000000004</cx:pt>
          <cx:pt idx="853">2.5499999999999998</cx:pt>
          <cx:pt idx="854">2.9500000000000002</cx:pt>
          <cx:pt idx="855">2.1000000000000001</cx:pt>
          <cx:pt idx="856">0.84999999999999998</cx:pt>
          <cx:pt idx="857">7.9500000000000002</cx:pt>
          <cx:pt idx="858">9.9499999999999993</cx:pt>
          <cx:pt idx="859">1.45</cx:pt>
          <cx:pt idx="860">1.45</cx:pt>
          <cx:pt idx="861">1.45</cx:pt>
          <cx:pt idx="862">1.45</cx:pt>
          <cx:pt idx="863">4.9500000000000002</cx:pt>
          <cx:pt idx="864">1.6499999999999999</cx:pt>
          <cx:pt idx="865">0.41999999999999998</cx:pt>
          <cx:pt idx="866">0.41999999999999998</cx:pt>
          <cx:pt idx="867">0.41999999999999998</cx:pt>
          <cx:pt idx="868">0.41999999999999998</cx:pt>
          <cx:pt idx="869">9.9499999999999993</cx:pt>
          <cx:pt idx="870">2.1000000000000001</cx:pt>
          <cx:pt idx="871">7.9500000000000002</cx:pt>
          <cx:pt idx="872">2.5499999999999998</cx:pt>
          <cx:pt idx="873">1.45</cx:pt>
          <cx:pt idx="874">2.9500000000000002</cx:pt>
          <cx:pt idx="875">2.1000000000000001</cx:pt>
          <cx:pt idx="876">1.25</cx:pt>
          <cx:pt idx="877">1.25</cx:pt>
          <cx:pt idx="878">4.9500000000000002</cx:pt>
          <cx:pt idx="879">1.6499999999999999</cx:pt>
          <cx:pt idx="880">0.84999999999999998</cx:pt>
          <cx:pt idx="881">8.5</cx:pt>
          <cx:pt idx="882">0.65000000000000002</cx:pt>
          <cx:pt idx="883">8.5</cx:pt>
          <cx:pt idx="884">2.75</cx:pt>
          <cx:pt idx="885">1.45</cx:pt>
          <cx:pt idx="886">0.41999999999999998</cx:pt>
          <cx:pt idx="887">3.75</cx:pt>
          <cx:pt idx="888">1.45</cx:pt>
          <cx:pt idx="889">4.9500000000000002</cx:pt>
          <cx:pt idx="890">4.9500000000000002</cx:pt>
          <cx:pt idx="891">1.45</cx:pt>
          <cx:pt idx="892">4.6500000000000004</cx:pt>
          <cx:pt idx="893">1.6499999999999999</cx:pt>
          <cx:pt idx="894">0.65000000000000002</cx:pt>
          <cx:pt idx="895">0.55000000000000004</cx:pt>
          <cx:pt idx="896">2.1000000000000001</cx:pt>
          <cx:pt idx="897">3.75</cx:pt>
          <cx:pt idx="898">7.9500000000000002</cx:pt>
          <cx:pt idx="899">1.25</cx:pt>
          <cx:pt idx="900">4.6500000000000004</cx:pt>
          <cx:pt idx="901">7.9500000000000002</cx:pt>
          <cx:pt idx="902">7.9500000000000002</cx:pt>
          <cx:pt idx="903">1.45</cx:pt>
          <cx:pt idx="904">1.45</cx:pt>
          <cx:pt idx="905">2.5499999999999998</cx:pt>
          <cx:pt idx="906">0.65000000000000002</cx:pt>
          <cx:pt idx="907">0.65000000000000002</cx:pt>
          <cx:pt idx="908">0.65000000000000002</cx:pt>
          <cx:pt idx="909">4.6500000000000004</cx:pt>
          <cx:pt idx="910">1.25</cx:pt>
          <cx:pt idx="911">1.45</cx:pt>
          <cx:pt idx="912">2.1000000000000001</cx:pt>
          <cx:pt idx="913">3.75</cx:pt>
          <cx:pt idx="914">3.75</cx:pt>
          <cx:pt idx="915">12.75</cx:pt>
          <cx:pt idx="916">8.5</cx:pt>
          <cx:pt idx="917">1.6499999999999999</cx:pt>
          <cx:pt idx="918">1.25</cx:pt>
          <cx:pt idx="919">0.55000000000000004</cx:pt>
          <cx:pt idx="920">4.6500000000000004</cx:pt>
          <cx:pt idx="921">3.25</cx:pt>
          <cx:pt idx="922">0.65000000000000002</cx:pt>
          <cx:pt idx="923">1.0600000000000001</cx:pt>
          <cx:pt idx="924">2.9500000000000002</cx:pt>
          <cx:pt idx="925">5.9100000000000001</cx:pt>
          <cx:pt idx="926">7.6200000000000001</cx:pt>
          <cx:pt idx="927">4.21</cx:pt>
          <cx:pt idx="928">4.21</cx:pt>
          <cx:pt idx="929">4.21</cx:pt>
          <cx:pt idx="930">1.6599999999999999</cx:pt>
          <cx:pt idx="931">1.6599999999999999</cx:pt>
          <cx:pt idx="932">2.5099999999999998</cx:pt>
          <cx:pt idx="933">8.4700000000000006</cx:pt>
          <cx:pt idx="934">2.5099999999999998</cx:pt>
          <cx:pt idx="935">3.3599999999999999</cx:pt>
          <cx:pt idx="936">1.28</cx:pt>
          <cx:pt idx="937">3.3599999999999999</cx:pt>
          <cx:pt idx="938">2.5499999999999998</cx:pt>
          <cx:pt idx="939">3.3599999999999999</cx:pt>
          <cx:pt idx="940">3.3599999999999999</cx:pt>
          <cx:pt idx="941">9.3200000000000003</cx:pt>
          <cx:pt idx="942">16.98</cx:pt>
          <cx:pt idx="943">5.9100000000000001</cx:pt>
          <cx:pt idx="944">5.9100000000000001</cx:pt>
          <cx:pt idx="945">2.5099999999999998</cx:pt>
          <cx:pt idx="946">0.42999999999999999</cx:pt>
          <cx:pt idx="947">7.6200000000000001</cx:pt>
          <cx:pt idx="948">3.3599999999999999</cx:pt>
          <cx:pt idx="949">6.7699999999999996</cx:pt>
          <cx:pt idx="950">2.5099999999999998</cx:pt>
          <cx:pt idx="951">5.9100000000000001</cx:pt>
          <cx:pt idx="952">5.9100000000000001</cx:pt>
          <cx:pt idx="953">3.3599999999999999</cx:pt>
          <cx:pt idx="954">3.3599999999999999</cx:pt>
          <cx:pt idx="955">1.28</cx:pt>
          <cx:pt idx="956">1.28</cx:pt>
          <cx:pt idx="957">2.5099999999999998</cx:pt>
          <cx:pt idx="958">5.9100000000000001</cx:pt>
          <cx:pt idx="959">1.6599999999999999</cx:pt>
          <cx:pt idx="960">4.21</cx:pt>
          <cx:pt idx="961">3.3599999999999999</cx:pt>
          <cx:pt idx="962">1.6599999999999999</cx:pt>
          <cx:pt idx="963">0.84999999999999998</cx:pt>
          <cx:pt idx="964">2.5099999999999998</cx:pt>
          <cx:pt idx="965">4.21</cx:pt>
          <cx:pt idx="966">0.84999999999999998</cx:pt>
          <cx:pt idx="967">2.5499999999999998</cx:pt>
          <cx:pt idx="968">5.9100000000000001</cx:pt>
          <cx:pt idx="969">5.9100000000000001</cx:pt>
          <cx:pt idx="970">3.3599999999999999</cx:pt>
          <cx:pt idx="971">4.21</cx:pt>
          <cx:pt idx="972">2.98</cx:pt>
          <cx:pt idx="973">4.21</cx:pt>
          <cx:pt idx="974">1.6599999999999999</cx:pt>
          <cx:pt idx="975">2.5099999999999998</cx:pt>
          <cx:pt idx="976">15.279999999999999</cx:pt>
          <cx:pt idx="977">5.9100000000000001</cx:pt>
          <cx:pt idx="978">1.28</cx:pt>
          <cx:pt idx="979">3.3599999999999999</cx:pt>
          <cx:pt idx="980">5.0599999999999996</cx:pt>
          <cx:pt idx="981">5.0599999999999996</cx:pt>
          <cx:pt idx="982">3.3599999999999999</cx:pt>
          <cx:pt idx="983">3.3599999999999999</cx:pt>
          <cx:pt idx="984">9.3200000000000003</cx:pt>
          <cx:pt idx="985">16.98</cx:pt>
          <cx:pt idx="986">5.9100000000000001</cx:pt>
          <cx:pt idx="987">5.9100000000000001</cx:pt>
          <cx:pt idx="988">2.5099999999999998</cx:pt>
          <cx:pt idx="989">0.42999999999999999</cx:pt>
          <cx:pt idx="990">3.3599999999999999</cx:pt>
          <cx:pt idx="991">16.98</cx:pt>
          <cx:pt idx="992">12.720000000000001</cx:pt>
          <cx:pt idx="993">25.489999999999998</cx:pt>
          <cx:pt idx="994">2.5099999999999998</cx:pt>
          <cx:pt idx="995">5.9100000000000001</cx:pt>
          <cx:pt idx="996">0.84999999999999998</cx:pt>
          <cx:pt idx="997">3.3599999999999999</cx:pt>
          <cx:pt idx="998">5.0599999999999996</cx:pt>
          <cx:pt idx="999">1.28</cx:pt>
          <cx:pt idx="1000">2.5099999999999998</cx:pt>
          <cx:pt idx="1001">1.28</cx:pt>
          <cx:pt idx="1002">14.43</cx:pt>
          <cx:pt idx="1003">2.5099999999999998</cx:pt>
          <cx:pt idx="1004">4.21</cx:pt>
          <cx:pt idx="1005">5.9100000000000001</cx:pt>
          <cx:pt idx="1006">14.43</cx:pt>
          <cx:pt idx="1007">2.8199999999999998</cx:pt>
          <cx:pt idx="1008">4.21</cx:pt>
          <cx:pt idx="1009">1.6599999999999999</cx:pt>
          <cx:pt idx="1010">1.6599999999999999</cx:pt>
          <cx:pt idx="1011">5.0599999999999996</cx:pt>
          <cx:pt idx="1012">7.6200000000000001</cx:pt>
          <cx:pt idx="1013">0.84999999999999998</cx:pt>
          <cx:pt idx="1014">2.5099999999999998</cx:pt>
          <cx:pt idx="1015">4.21</cx:pt>
          <cx:pt idx="1016">2.9500000000000002</cx:pt>
          <cx:pt idx="1017">1.45</cx:pt>
          <cx:pt idx="1018">2.5499999999999998</cx:pt>
          <cx:pt idx="1019">2.1000000000000001</cx:pt>
          <cx:pt idx="1020">2.5499999999999998</cx:pt>
          <cx:pt idx="1021">1.45</cx:pt>
          <cx:pt idx="1022">3.75</cx:pt>
          <cx:pt idx="1023">2.1000000000000001</cx:pt>
          <cx:pt idx="1024">1.95</cx:pt>
          <cx:pt idx="1025">2.9500000000000002</cx:pt>
          <cx:pt idx="1026">2.5499999999999998</cx:pt>
          <cx:pt idx="1027">0.84999999999999998</cx:pt>
          <cx:pt idx="1028">2.9500000000000002</cx:pt>
          <cx:pt idx="1029">1.25</cx:pt>
          <cx:pt idx="1030">2.1000000000000001</cx:pt>
          <cx:pt idx="1031">2.9500000000000002</cx:pt>
          <cx:pt idx="1032">1.25</cx:pt>
          <cx:pt idx="1033">2.1000000000000001</cx:pt>
          <cx:pt idx="1034">3.75</cx:pt>
          <cx:pt idx="1035">0.41999999999999998</cx:pt>
          <cx:pt idx="1036">1.45</cx:pt>
          <cx:pt idx="1037">0.65000000000000002</cx:pt>
          <cx:pt idx="1038">0.65000000000000002</cx:pt>
          <cx:pt idx="1039">1.45</cx:pt>
          <cx:pt idx="1040">4.6500000000000004</cx:pt>
          <cx:pt idx="1041">2.9500000000000002</cx:pt>
          <cx:pt idx="1042">1.25</cx:pt>
          <cx:pt idx="1043">3.75</cx:pt>
          <cx:pt idx="1044">0.41999999999999998</cx:pt>
          <cx:pt idx="1045">1.25</cx:pt>
          <cx:pt idx="1046">6.75</cx:pt>
          <cx:pt idx="1047">2.1000000000000001</cx:pt>
          <cx:pt idx="1048">12.75</cx:pt>
          <cx:pt idx="1049">7.9500000000000002</cx:pt>
          <cx:pt idx="1050">1.95</cx:pt>
          <cx:pt idx="1051">0.84999999999999998</cx:pt>
          <cx:pt idx="1052">2.9500000000000002</cx:pt>
          <cx:pt idx="1053">7.9500000000000002</cx:pt>
          <cx:pt idx="1054">1.45</cx:pt>
          <cx:pt idx="1055">3.25</cx:pt>
          <cx:pt idx="1056">0.41999999999999998</cx:pt>
          <cx:pt idx="1057">12.75</cx:pt>
          <cx:pt idx="1058">7.9500000000000002</cx:pt>
          <cx:pt idx="1059">0.41999999999999998</cx:pt>
          <cx:pt idx="1060">2.9500000000000002</cx:pt>
          <cx:pt idx="1061">2.9500000000000002</cx:pt>
          <cx:pt idx="1062">8.5</cx:pt>
          <cx:pt idx="1063">2.9500000000000002</cx:pt>
          <cx:pt idx="1064">1.25</cx:pt>
          <cx:pt idx="1065">12.75</cx:pt>
          <cx:pt idx="1066">8.5</cx:pt>
          <cx:pt idx="1067">2.1000000000000001</cx:pt>
          <cx:pt idx="1068">3.75</cx:pt>
          <cx:pt idx="1069">1.95</cx:pt>
          <cx:pt idx="1070">2.9500000000000002</cx:pt>
          <cx:pt idx="1071">2.1000000000000001</cx:pt>
          <cx:pt idx="1072">0.84999999999999998</cx:pt>
          <cx:pt idx="1073">7.9500000000000002</cx:pt>
          <cx:pt idx="1074">0.41999999999999998</cx:pt>
          <cx:pt idx="1075">7.9500000000000002</cx:pt>
          <cx:pt idx="1076">2.5499999999999998</cx:pt>
          <cx:pt idx="1077">1.25</cx:pt>
          <cx:pt idx="1078">1.25</cx:pt>
          <cx:pt idx="1079">2.5499999999999998</cx:pt>
          <cx:pt idx="1080">1.6499999999999999</cx:pt>
          <cx:pt idx="1081">1.6499999999999999</cx:pt>
          <cx:pt idx="1082">0.84999999999999998</cx:pt>
          <cx:pt idx="1083">0.41999999999999998</cx:pt>
          <cx:pt idx="1084">2.5499999999999998</cx:pt>
          <cx:pt idx="1085">4.6500000000000004</cx:pt>
          <cx:pt idx="1086">2.9500000000000002</cx:pt>
          <cx:pt idx="1087">12.75</cx:pt>
          <cx:pt idx="1088">7.9500000000000002</cx:pt>
          <cx:pt idx="1089">0.65000000000000002</cx:pt>
          <cx:pt idx="1090">0.65000000000000002</cx:pt>
          <cx:pt idx="1091">0.28999999999999998</cx:pt>
          <cx:pt idx="1092">2.1000000000000001</cx:pt>
          <cx:pt idx="1093">2.9500000000000002</cx:pt>
          <cx:pt idx="1094">1.45</cx:pt>
          <cx:pt idx="1095">2.1000000000000001</cx:pt>
          <cx:pt idx="1096">1.95</cx:pt>
          <cx:pt idx="1097">1.49</cx:pt>
          <cx:pt idx="1098">2.5499999999999998</cx:pt>
          <cx:pt idx="1099">2.5499999999999998</cx:pt>
          <cx:pt idx="1100">4.6500000000000004</cx:pt>
          <cx:pt idx="1101">3.75</cx:pt>
          <cx:pt idx="1102">2.9500000000000002</cx:pt>
          <cx:pt idx="1103">1.45</cx:pt>
          <cx:pt idx="1104">9.9499999999999993</cx:pt>
          <cx:pt idx="1105">1.49</cx:pt>
          <cx:pt idx="1106">1.45</cx:pt>
          <cx:pt idx="1107">7.9500000000000002</cx:pt>
          <cx:pt idx="1108">7.9500000000000002</cx:pt>
          <cx:pt idx="1109">7.9500000000000002</cx:pt>
          <cx:pt idx="1110">3.75</cx:pt>
          <cx:pt idx="1111">2.9500000000000002</cx:pt>
          <cx:pt idx="1112">1.45</cx:pt>
          <cx:pt idx="1113">1.45</cx:pt>
          <cx:pt idx="1114">9.9499999999999993</cx:pt>
          <cx:pt idx="1115">1.45</cx:pt>
          <cx:pt idx="1116">0.65000000000000002</cx:pt>
          <cx:pt idx="1117">0.65000000000000002</cx:pt>
          <cx:pt idx="1118">1.25</cx:pt>
          <cx:pt idx="1119">1.25</cx:pt>
          <cx:pt idx="1120">0.55000000000000004</cx:pt>
          <cx:pt idx="1121">1.25</cx:pt>
          <cx:pt idx="1122">1.25</cx:pt>
          <cx:pt idx="1123">2.1000000000000001</cx:pt>
          <cx:pt idx="1124">1.25</cx:pt>
          <cx:pt idx="1125">1.25</cx:pt>
          <cx:pt idx="1126">1.45</cx:pt>
          <cx:pt idx="1127">0.41999999999999998</cx:pt>
          <cx:pt idx="1128">2.9500000000000002</cx:pt>
          <cx:pt idx="1129">0.84999999999999998</cx:pt>
          <cx:pt idx="1130">0.84999999999999998</cx:pt>
          <cx:pt idx="1131">2.9500000000000002</cx:pt>
          <cx:pt idx="1132">3.75</cx:pt>
          <cx:pt idx="1133">1.6499999999999999</cx:pt>
          <cx:pt idx="1134">3.75</cx:pt>
          <cx:pt idx="1135">3.75</cx:pt>
          <cx:pt idx="1136">2.9500000000000002</cx:pt>
          <cx:pt idx="1137">1.6499999999999999</cx:pt>
          <cx:pt idx="1138">1.6499999999999999</cx:pt>
          <cx:pt idx="1139">1.45</cx:pt>
          <cx:pt idx="1140">0.84999999999999998</cx:pt>
          <cx:pt idx="1141">2.9500000000000002</cx:pt>
          <cx:pt idx="1142">0.55000000000000004</cx:pt>
          <cx:pt idx="1143">2.5499999999999998</cx:pt>
          <cx:pt idx="1144">1.25</cx:pt>
          <cx:pt idx="1145">1.6499999999999999</cx:pt>
          <cx:pt idx="1146">4.25</cx:pt>
          <cx:pt idx="1147">4.9500000000000002</cx:pt>
          <cx:pt idx="1148">3.3900000000000001</cx:pt>
          <cx:pt idx="1149">0.84999999999999998</cx:pt>
          <cx:pt idx="1150">1.49</cx:pt>
          <cx:pt idx="1151">2.1000000000000001</cx:pt>
          <cx:pt idx="1152">0.65000000000000002</cx:pt>
          <cx:pt idx="1153">3.75</cx:pt>
          <cx:pt idx="1154">1.25</cx:pt>
          <cx:pt idx="1155">2.9500000000000002</cx:pt>
          <cx:pt idx="1156">3.75</cx:pt>
          <cx:pt idx="1157">0.84999999999999998</cx:pt>
          <cx:pt idx="1158">9.9499999999999993</cx:pt>
          <cx:pt idx="1159">4.9500000000000002</cx:pt>
          <cx:pt idx="1160">6.3499999999999996</cx:pt>
          <cx:pt idx="1161">8.5</cx:pt>
          <cx:pt idx="1162">14.949999999999999</cx:pt>
          <cx:pt idx="1163">1.25</cx:pt>
          <cx:pt idx="1164">3.25</cx:pt>
          <cx:pt idx="1165">0.65000000000000002</cx:pt>
          <cx:pt idx="1166">7.9500000000000002</cx:pt>
          <cx:pt idx="1167">0.41999999999999998</cx:pt>
          <cx:pt idx="1168">9.9499999999999993</cx:pt>
          <cx:pt idx="1169">4.6500000000000004</cx:pt>
          <cx:pt idx="1170">1.6499999999999999</cx:pt>
          <cx:pt idx="1171">2.9500000000000002</cx:pt>
          <cx:pt idx="1172">1.45</cx:pt>
          <cx:pt idx="1173">8.5</cx:pt>
          <cx:pt idx="1174">2.9500000000000002</cx:pt>
          <cx:pt idx="1175">9.9499999999999993</cx:pt>
          <cx:pt idx="1176">3.75</cx:pt>
          <cx:pt idx="1177">1.25</cx:pt>
          <cx:pt idx="1178">3.75</cx:pt>
          <cx:pt idx="1179">3.75</cx:pt>
          <cx:pt idx="1180">0.41999999999999998</cx:pt>
          <cx:pt idx="1181">2.1000000000000001</cx:pt>
          <cx:pt idx="1182">9.9499999999999993</cx:pt>
          <cx:pt idx="1183">6.3499999999999996</cx:pt>
          <cx:pt idx="1184">1.6499999999999999</cx:pt>
          <cx:pt idx="1185">7.9500000000000002</cx:pt>
          <cx:pt idx="1186">7.9500000000000002</cx:pt>
          <cx:pt idx="1187">2.1000000000000001</cx:pt>
          <cx:pt idx="1188">7.9500000000000002</cx:pt>
          <cx:pt idx="1189">1.45</cx:pt>
          <cx:pt idx="1190">5.9100000000000001</cx:pt>
          <cx:pt idx="1191">16.98</cx:pt>
          <cx:pt idx="1192">14.43</cx:pt>
          <cx:pt idx="1193">7.6200000000000001</cx:pt>
          <cx:pt idx="1194">4.21</cx:pt>
          <cx:pt idx="1195">0.84999999999999998</cx:pt>
          <cx:pt idx="1196">2.98</cx:pt>
          <cx:pt idx="1197">4.21</cx:pt>
          <cx:pt idx="1198">1.6599999999999999</cx:pt>
          <cx:pt idx="1199">1.6599999999999999</cx:pt>
          <cx:pt idx="1200">2.5099999999999998</cx:pt>
          <cx:pt idx="1201">5.9100000000000001</cx:pt>
          <cx:pt idx="1202">0.84999999999999998</cx:pt>
          <cx:pt idx="1203">2.5099999999999998</cx:pt>
          <cx:pt idx="1204">14.43</cx:pt>
          <cx:pt idx="1205">1.28</cx:pt>
          <cx:pt idx="1206">5.9100000000000001</cx:pt>
          <cx:pt idx="1207">3.3599999999999999</cx:pt>
          <cx:pt idx="1208">5.0599999999999996</cx:pt>
          <cx:pt idx="1209">0.84999999999999998</cx:pt>
          <cx:pt idx="1210">25.489999999999998</cx:pt>
          <cx:pt idx="1211">3.3599999999999999</cx:pt>
          <cx:pt idx="1212">9.3200000000000003</cx:pt>
          <cx:pt idx="1213">12.720000000000001</cx:pt>
          <cx:pt idx="1214">16.98</cx:pt>
          <cx:pt idx="1215">5.9100000000000001</cx:pt>
          <cx:pt idx="1216">2.5099999999999998</cx:pt>
          <cx:pt idx="1217">0.42999999999999999</cx:pt>
          <cx:pt idx="1218">7.6200000000000001</cx:pt>
          <cx:pt idx="1219">3.3599999999999999</cx:pt>
          <cx:pt idx="1220">16.98</cx:pt>
          <cx:pt idx="1221">1.6599999999999999</cx:pt>
          <cx:pt idx="1222">25.489999999999998</cx:pt>
          <cx:pt idx="1223">2.5099999999999998</cx:pt>
          <cx:pt idx="1224">2.5099999999999998</cx:pt>
          <cx:pt idx="1225">5.9100000000000001</cx:pt>
          <cx:pt idx="1226">3.3599999999999999</cx:pt>
          <cx:pt idx="1227">3.3599999999999999</cx:pt>
          <cx:pt idx="1228">4.21</cx:pt>
          <cx:pt idx="1229">1.28</cx:pt>
          <cx:pt idx="1230">2.5099999999999998</cx:pt>
          <cx:pt idx="1231">2.5099999999999998</cx:pt>
          <cx:pt idx="1232">5.9100000000000001</cx:pt>
          <cx:pt idx="1233">1.6599999999999999</cx:pt>
          <cx:pt idx="1234">14.43</cx:pt>
          <cx:pt idx="1235">4.21</cx:pt>
          <cx:pt idx="1236">4.21</cx:pt>
          <cx:pt idx="1237">1.6599999999999999</cx:pt>
          <cx:pt idx="1238">5.0599999999999996</cx:pt>
          <cx:pt idx="1239">7.6200000000000001</cx:pt>
          <cx:pt idx="1240">0.84999999999999998</cx:pt>
          <cx:pt idx="1241">2.5099999999999998</cx:pt>
          <cx:pt idx="1242">4.21</cx:pt>
          <cx:pt idx="1243">0.84999999999999998</cx:pt>
          <cx:pt idx="1244">2.9500000000000002</cx:pt>
          <cx:pt idx="1245">2.1000000000000001</cx:pt>
          <cx:pt idx="1246">4.6500000000000004</cx:pt>
          <cx:pt idx="1247">1.25</cx:pt>
          <cx:pt idx="1248">3.75</cx:pt>
          <cx:pt idx="1249">0.41999999999999998</cx:pt>
          <cx:pt idx="1250">4.6500000000000004</cx:pt>
          <cx:pt idx="1251">5.9500000000000002</cx:pt>
          <cx:pt idx="1252">1.45</cx:pt>
          <cx:pt idx="1253">1.45</cx:pt>
          <cx:pt idx="1254">1.6499999999999999</cx:pt>
          <cx:pt idx="1255">3.75</cx:pt>
          <cx:pt idx="1256">1.45</cx:pt>
          <cx:pt idx="1257">2.1000000000000001</cx:pt>
          <cx:pt idx="1258">2.5499999999999998</cx:pt>
          <cx:pt idx="1259">2.5499999999999998</cx:pt>
          <cx:pt idx="1260">7.9500000000000002</cx:pt>
          <cx:pt idx="1261">1.45</cx:pt>
          <cx:pt idx="1262">1.25</cx:pt>
          <cx:pt idx="1263">1.45</cx:pt>
          <cx:pt idx="1264">2.1000000000000001</cx:pt>
          <cx:pt idx="1265">1.49</cx:pt>
          <cx:pt idx="1266">4.6500000000000004</cx:pt>
          <cx:pt idx="1267">1.25</cx:pt>
          <cx:pt idx="1268">1.25</cx:pt>
          <cx:pt idx="1269">2.1000000000000001</cx:pt>
          <cx:pt idx="1270">1.6499999999999999</cx:pt>
          <cx:pt idx="1271">2.9500000000000002</cx:pt>
          <cx:pt idx="1272">2.75</cx:pt>
          <cx:pt idx="1273">4.9500000000000002</cx:pt>
          <cx:pt idx="1274">1.6499999999999999</cx:pt>
          <cx:pt idx="1275">1.95</cx:pt>
          <cx:pt idx="1276">0.65000000000000002</cx:pt>
          <cx:pt idx="1277">1.95</cx:pt>
          <cx:pt idx="1278">2.9500000000000002</cx:pt>
          <cx:pt idx="1279">5.9500000000000002</cx:pt>
          <cx:pt idx="1280">0.65000000000000002</cx:pt>
          <cx:pt idx="1281">4.6500000000000004</cx:pt>
          <cx:pt idx="1282">2.9500000000000002</cx:pt>
          <cx:pt idx="1283">3.75</cx:pt>
          <cx:pt idx="1284">7.9500000000000002</cx:pt>
          <cx:pt idx="1285">1.25</cx:pt>
          <cx:pt idx="1286">4.6500000000000004</cx:pt>
          <cx:pt idx="1287">1.45</cx:pt>
          <cx:pt idx="1288">1.25</cx:pt>
          <cx:pt idx="1289">2.75</cx:pt>
          <cx:pt idx="1290">0.55000000000000004</cx:pt>
          <cx:pt idx="1291">1.25</cx:pt>
          <cx:pt idx="1292">1.25</cx:pt>
          <cx:pt idx="1293">2.9500000000000002</cx:pt>
          <cx:pt idx="1294">2.5499999999999998</cx:pt>
          <cx:pt idx="1295">1.45</cx:pt>
          <cx:pt idx="1296">1.45</cx:pt>
          <cx:pt idx="1297">3.75</cx:pt>
          <cx:pt idx="1298">0.41999999999999998</cx:pt>
          <cx:pt idx="1299">2.9500000000000002</cx:pt>
          <cx:pt idx="1300">7.9500000000000002</cx:pt>
          <cx:pt idx="1301">7.9500000000000002</cx:pt>
          <cx:pt idx="1302">7.9500000000000002</cx:pt>
          <cx:pt idx="1303">1.6899999999999999</cx:pt>
          <cx:pt idx="1304">2.75</cx:pt>
          <cx:pt idx="1305">2.75</cx:pt>
          <cx:pt idx="1306">1.95</cx:pt>
          <cx:pt idx="1307">2.5499999999999998</cx:pt>
          <cx:pt idx="1308">3.75</cx:pt>
          <cx:pt idx="1309">7.9500000000000002</cx:pt>
          <cx:pt idx="1310">6.75</cx:pt>
          <cx:pt idx="1311">6.75</cx:pt>
          <cx:pt idx="1312">2.1000000000000001</cx:pt>
          <cx:pt idx="1313">3.75</cx:pt>
          <cx:pt idx="1314">1.95</cx:pt>
          <cx:pt idx="1315">0.84999999999999998</cx:pt>
          <cx:pt idx="1316">2.1000000000000001</cx:pt>
          <cx:pt idx="1317">3.75</cx:pt>
          <cx:pt idx="1318">2.1000000000000001</cx:pt>
          <cx:pt idx="1319">0.65000000000000002</cx:pt>
          <cx:pt idx="1320">6.3499999999999996</cx:pt>
          <cx:pt idx="1321">1.6499999999999999</cx:pt>
          <cx:pt idx="1322">0.55000000000000004</cx:pt>
          <cx:pt idx="1323">3.75</cx:pt>
          <cx:pt idx="1324">1.25</cx:pt>
          <cx:pt idx="1325">1.25</cx:pt>
          <cx:pt idx="1326">2.1000000000000001</cx:pt>
          <cx:pt idx="1327">4.6500000000000004</cx:pt>
          <cx:pt idx="1328">3.75</cx:pt>
          <cx:pt idx="1329">3.25</cx:pt>
          <cx:pt idx="1330">1.45</cx:pt>
          <cx:pt idx="1331">1.25</cx:pt>
          <cx:pt idx="1332">1.45</cx:pt>
          <cx:pt idx="1333">1.25</cx:pt>
          <cx:pt idx="1334">1.25</cx:pt>
          <cx:pt idx="1335">1.25</cx:pt>
          <cx:pt idx="1336">4.6500000000000004</cx:pt>
          <cx:pt idx="1337">2.5499999999999998</cx:pt>
          <cx:pt idx="1338">4.6500000000000004</cx:pt>
          <cx:pt idx="1339">4.21</cx:pt>
          <cx:pt idx="1340">14.43</cx:pt>
          <cx:pt idx="1341">3.3599999999999999</cx:pt>
          <cx:pt idx="1342">2.5099999999999998</cx:pt>
          <cx:pt idx="1343">4.21</cx:pt>
          <cx:pt idx="1344">1.6599999999999999</cx:pt>
          <cx:pt idx="1345">1.6599999999999999</cx:pt>
          <cx:pt idx="1346">2.5099999999999998</cx:pt>
          <cx:pt idx="1347">5.9100000000000001</cx:pt>
          <cx:pt idx="1348">0.84999999999999998</cx:pt>
          <cx:pt idx="1349">2.5099999999999998</cx:pt>
          <cx:pt idx="1350">3.3599999999999999</cx:pt>
          <cx:pt idx="1351">4.21</cx:pt>
          <cx:pt idx="1352">5.0599999999999996</cx:pt>
          <cx:pt idx="1353">3.3599999999999999</cx:pt>
          <cx:pt idx="1354">9.3200000000000003</cx:pt>
          <cx:pt idx="1355">5.9100000000000001</cx:pt>
          <cx:pt idx="1356">5.9100000000000001</cx:pt>
          <cx:pt idx="1357">2.5099999999999998</cx:pt>
          <cx:pt idx="1358">0.42999999999999999</cx:pt>
          <cx:pt idx="1359">2.5099999999999998</cx:pt>
          <cx:pt idx="1360">7.6200000000000001</cx:pt>
          <cx:pt idx="1361">3.3599999999999999</cx:pt>
          <cx:pt idx="1362">1.6599999999999999</cx:pt>
          <cx:pt idx="1363">2.5099999999999998</cx:pt>
          <cx:pt idx="1364">5.9100000000000001</cx:pt>
          <cx:pt idx="1365">0.84999999999999998</cx:pt>
          <cx:pt idx="1366">5.9100000000000001</cx:pt>
          <cx:pt idx="1367">3.3599999999999999</cx:pt>
          <cx:pt idx="1368">1.28</cx:pt>
          <cx:pt idx="1369">2.5099999999999998</cx:pt>
          <cx:pt idx="1370">1.28</cx:pt>
          <cx:pt idx="1371">2.5099999999999998</cx:pt>
          <cx:pt idx="1372">5.9100000000000001</cx:pt>
          <cx:pt idx="1373">14.43</cx:pt>
          <cx:pt idx="1374">4.21</cx:pt>
          <cx:pt idx="1375">4.21</cx:pt>
          <cx:pt idx="1376">1.6599999999999999</cx:pt>
          <cx:pt idx="1377">3.3599999999999999</cx:pt>
          <cx:pt idx="1378">7.6200000000000001</cx:pt>
          <cx:pt idx="1379">0.84999999999999998</cx:pt>
          <cx:pt idx="1380">2.5099999999999998</cx:pt>
          <cx:pt idx="1381">4.21</cx:pt>
          <cx:pt idx="1382">0.84999999999999998</cx:pt>
          <cx:pt idx="1383">4.21</cx:pt>
          <cx:pt idx="1384">6.7699999999999996</cx:pt>
          <cx:pt idx="1385">16.98</cx:pt>
          <cx:pt idx="1386">6.7699999999999996</cx:pt>
          <cx:pt idx="1387">4.21</cx:pt>
          <cx:pt idx="1388">3.8300000000000001</cx:pt>
          <cx:pt idx="1389">16.98</cx:pt>
          <cx:pt idx="1390">16.98</cx:pt>
          <cx:pt idx="1391">6.7699999999999996</cx:pt>
          <cx:pt idx="1392">4.21</cx:pt>
          <cx:pt idx="1393">5.9100000000000001</cx:pt>
          <cx:pt idx="1394">4.21</cx:pt>
          <cx:pt idx="1395">11.02</cx:pt>
          <cx:pt idx="1396">8.4700000000000006</cx:pt>
          <cx:pt idx="1397">4.21</cx:pt>
          <cx:pt idx="1398">2.5099999999999998</cx:pt>
          <cx:pt idx="1399">3.3599999999999999</cx:pt>
          <cx:pt idx="1400">2.1299999999999999</cx:pt>
          <cx:pt idx="1401">16.98</cx:pt>
          <cx:pt idx="1402">2.5099999999999998</cx:pt>
          <cx:pt idx="1403">8.4700000000000006</cx:pt>
          <cx:pt idx="1404">3.3599999999999999</cx:pt>
          <cx:pt idx="1405">4.21</cx:pt>
          <cx:pt idx="1406">25.489999999999998</cx:pt>
          <cx:pt idx="1407">3.3599999999999999</cx:pt>
          <cx:pt idx="1408">1.28</cx:pt>
          <cx:pt idx="1409">2.8199999999999998</cx:pt>
          <cx:pt idx="1410">5.0599999999999996</cx:pt>
          <cx:pt idx="1411">7.6200000000000001</cx:pt>
          <cx:pt idx="1412">20.379999999999999</cx:pt>
          <cx:pt idx="1413">11.02</cx:pt>
          <cx:pt idx="1414">5.9100000000000001</cx:pt>
          <cx:pt idx="1415">16.98</cx:pt>
          <cx:pt idx="1416">5.9100000000000001</cx:pt>
          <cx:pt idx="1417">3.3599999999999999</cx:pt>
          <cx:pt idx="1418">3.3599999999999999</cx:pt>
          <cx:pt idx="1419">3.3599999999999999</cx:pt>
          <cx:pt idx="1420">1.28</cx:pt>
          <cx:pt idx="1421">2.8199999999999998</cx:pt>
          <cx:pt idx="1422">5.0599999999999996</cx:pt>
          <cx:pt idx="1423">5.0599999999999996</cx:pt>
          <cx:pt idx="1424">7.6200000000000001</cx:pt>
          <cx:pt idx="1425">1.6599999999999999</cx:pt>
          <cx:pt idx="1426">5.9100000000000001</cx:pt>
          <cx:pt idx="1427">4.21</cx:pt>
          <cx:pt idx="1428">11.02</cx:pt>
          <cx:pt idx="1429">11.02</cx:pt>
          <cx:pt idx="1430">16.98</cx:pt>
          <cx:pt idx="1431">5.9100000000000001</cx:pt>
          <cx:pt idx="1432">5.9100000000000001</cx:pt>
          <cx:pt idx="1433">2.5099999999999998</cx:pt>
          <cx:pt idx="1434">2.5099999999999998</cx:pt>
          <cx:pt idx="1435">6.7699999999999996</cx:pt>
          <cx:pt idx="1436">25.489999999999998</cx:pt>
          <cx:pt idx="1437">5.9100000000000001</cx:pt>
          <cx:pt idx="1438">5.9100000000000001</cx:pt>
          <cx:pt idx="1439">0.81000000000000005</cx:pt>
          <cx:pt idx="1440">3.3599999999999999</cx:pt>
          <cx:pt idx="1441">3.3599999999999999</cx:pt>
          <cx:pt idx="1442">1.28</cx:pt>
          <cx:pt idx="1443">3.3599999999999999</cx:pt>
          <cx:pt idx="1444">3.3599999999999999</cx:pt>
          <cx:pt idx="1445">1.28</cx:pt>
          <cx:pt idx="1446">5.0599999999999996</cx:pt>
          <cx:pt idx="1447">5.0599999999999996</cx:pt>
          <cx:pt idx="1448">2.5099999999999998</cx:pt>
          <cx:pt idx="1449">5.0599999999999996</cx:pt>
          <cx:pt idx="1450">5.0599999999999996</cx:pt>
          <cx:pt idx="1451">2.9500000000000002</cx:pt>
          <cx:pt idx="1452">8.5</cx:pt>
          <cx:pt idx="1453">7.6500000000000004</cx:pt>
          <cx:pt idx="1454">2.1000000000000001</cx:pt>
          <cx:pt idx="1455">4.6500000000000004</cx:pt>
          <cx:pt idx="1456">0.65000000000000002</cx:pt>
          <cx:pt idx="1457">3.75</cx:pt>
          <cx:pt idx="1458">1.95</cx:pt>
          <cx:pt idx="1459">7.9500000000000002</cx:pt>
          <cx:pt idx="1460">6.3499999999999996</cx:pt>
          <cx:pt idx="1461">1.25</cx:pt>
          <cx:pt idx="1462">1.25</cx:pt>
          <cx:pt idx="1463">0.84999999999999998</cx:pt>
          <cx:pt idx="1464">3.75</cx:pt>
          <cx:pt idx="1465">1.6499999999999999</cx:pt>
          <cx:pt idx="1466">1.95</cx:pt>
          <cx:pt idx="1467">6.3799999999999999</cx:pt>
          <cx:pt idx="1468">6.3799999999999999</cx:pt>
          <cx:pt idx="1469">3.8599999999999999</cx:pt>
          <cx:pt idx="1470">5.9100000000000001</cx:pt>
          <cx:pt idx="1471">7.6200000000000001</cx:pt>
          <cx:pt idx="1472">4.21</cx:pt>
          <cx:pt idx="1473">3.3599999999999999</cx:pt>
          <cx:pt idx="1474">2.5099999999999998</cx:pt>
          <cx:pt idx="1475">2.98</cx:pt>
          <cx:pt idx="1476">4.21</cx:pt>
          <cx:pt idx="1477">1.6599999999999999</cx:pt>
          <cx:pt idx="1478">2.5099999999999998</cx:pt>
          <cx:pt idx="1479">8.4700000000000006</cx:pt>
          <cx:pt idx="1480">0.84999999999999998</cx:pt>
          <cx:pt idx="1481">2.5099999999999998</cx:pt>
          <cx:pt idx="1482">4.21</cx:pt>
          <cx:pt idx="1483">1.28</cx:pt>
          <cx:pt idx="1484">5.9100000000000001</cx:pt>
          <cx:pt idx="1485">3.3599999999999999</cx:pt>
          <cx:pt idx="1486">3.3599999999999999</cx:pt>
          <cx:pt idx="1487">9.3200000000000003</cx:pt>
          <cx:pt idx="1488">16.98</cx:pt>
          <cx:pt idx="1489">5.9100000000000001</cx:pt>
          <cx:pt idx="1490">5.9100000000000001</cx:pt>
          <cx:pt idx="1491">2.5099999999999998</cx:pt>
          <cx:pt idx="1492">0.42999999999999999</cx:pt>
          <cx:pt idx="1493">7.6200000000000001</cx:pt>
          <cx:pt idx="1494">3.3599999999999999</cx:pt>
          <cx:pt idx="1495">6.7699999999999996</cx:pt>
          <cx:pt idx="1496">2.5099999999999998</cx:pt>
          <cx:pt idx="1497">0.84999999999999998</cx:pt>
          <cx:pt idx="1498">3.3599999999999999</cx:pt>
          <cx:pt idx="1499">3.3599999999999999</cx:pt>
          <cx:pt idx="1500">1.28</cx:pt>
          <cx:pt idx="1501">2.5099999999999998</cx:pt>
          <cx:pt idx="1502">1.28</cx:pt>
          <cx:pt idx="1503">2.5099999999999998</cx:pt>
          <cx:pt idx="1504">1.6599999999999999</cx:pt>
          <cx:pt idx="1505">4.21</cx:pt>
          <cx:pt idx="1506">4.21</cx:pt>
          <cx:pt idx="1507">1.6599999999999999</cx:pt>
          <cx:pt idx="1508">3.3599999999999999</cx:pt>
          <cx:pt idx="1509">7.6200000000000001</cx:pt>
          <cx:pt idx="1510">0.84999999999999998</cx:pt>
          <cx:pt idx="1511">2.5099999999999998</cx:pt>
          <cx:pt idx="1512">4.21</cx:pt>
          <cx:pt idx="1513">0.84999999999999998</cx:pt>
          <cx:pt idx="1514">1.45</cx:pt>
          <cx:pt idx="1515">1.45</cx:pt>
          <cx:pt idx="1516">3.3900000000000001</cx:pt>
          <cx:pt idx="1517">3.75</cx:pt>
          <cx:pt idx="1518">2.9500000000000002</cx:pt>
          <cx:pt idx="1519">2.1000000000000001</cx:pt>
          <cx:pt idx="1520">7.6500000000000004</cx:pt>
          <cx:pt idx="1521">1.45</cx:pt>
          <cx:pt idx="1522">0.84999999999999998</cx:pt>
          <cx:pt idx="1523">1.45</cx:pt>
          <cx:pt idx="1524">2.75</cx:pt>
          <cx:pt idx="1525">1.25</cx:pt>
          <cx:pt idx="1526">0.84999999999999998</cx:pt>
          <cx:pt idx="1527">0.55000000000000004</cx:pt>
          <cx:pt idx="1528">1.6499999999999999</cx:pt>
          <cx:pt idx="1529">1.6499999999999999</cx:pt>
          <cx:pt idx="1530">2.5499999999999998</cx:pt>
          <cx:pt idx="1531">1.6499999999999999</cx:pt>
          <cx:pt idx="1532">2.1000000000000001</cx:pt>
          <cx:pt idx="1533">2.5499999999999998</cx:pt>
          <cx:pt idx="1534">1.95</cx:pt>
          <cx:pt idx="1535">2.5499999999999998</cx:pt>
          <cx:pt idx="1536">8.5</cx:pt>
          <cx:pt idx="1537">2.1000000000000001</cx:pt>
          <cx:pt idx="1538">9.9499999999999993</cx:pt>
          <cx:pt idx="1539">1.45</cx:pt>
          <cx:pt idx="1540">8.5</cx:pt>
          <cx:pt idx="1541">1.6499999999999999</cx:pt>
          <cx:pt idx="1542">2.1000000000000001</cx:pt>
          <cx:pt idx="1543">1.45</cx:pt>
          <cx:pt idx="1544">1.25</cx:pt>
          <cx:pt idx="1545">1.25</cx:pt>
          <cx:pt idx="1546">0.55000000000000004</cx:pt>
          <cx:pt idx="1547">3.75</cx:pt>
          <cx:pt idx="1548">1.95</cx:pt>
          <cx:pt idx="1549">1.49</cx:pt>
          <cx:pt idx="1550">4.6500000000000004</cx:pt>
          <cx:pt idx="1551">3.25</cx:pt>
          <cx:pt idx="1552">2.9500000000000002</cx:pt>
          <cx:pt idx="1553">1.25</cx:pt>
          <cx:pt idx="1554">6.75</cx:pt>
          <cx:pt idx="1555">2.1000000000000001</cx:pt>
          <cx:pt idx="1556">4.9500000000000002</cx:pt>
          <cx:pt idx="1557">1.25</cx:pt>
          <cx:pt idx="1558">1.25</cx:pt>
          <cx:pt idx="1559">4.6500000000000004</cx:pt>
          <cx:pt idx="1560">2.5499999999999998</cx:pt>
          <cx:pt idx="1561">0.84999999999999998</cx:pt>
          <cx:pt idx="1562">0.84999999999999998</cx:pt>
          <cx:pt idx="1563">1.45</cx:pt>
          <cx:pt idx="1564">1.45</cx:pt>
          <cx:pt idx="1565">12.75</cx:pt>
          <cx:pt idx="1566">1.45</cx:pt>
          <cx:pt idx="1567">1.25</cx:pt>
          <cx:pt idx="1568">1.45</cx:pt>
          <cx:pt idx="1569">3.25</cx:pt>
          <cx:pt idx="1570">1.25</cx:pt>
          <cx:pt idx="1571">1.25</cx:pt>
          <cx:pt idx="1572">1.25</cx:pt>
          <cx:pt idx="1573">0.41999999999999998</cx:pt>
          <cx:pt idx="1574">7.9500000000000002</cx:pt>
          <cx:pt idx="1575">1.95</cx:pt>
          <cx:pt idx="1576">2.9500000000000002</cx:pt>
          <cx:pt idx="1577">1.45</cx:pt>
          <cx:pt idx="1578">2.9500000000000002</cx:pt>
          <cx:pt idx="1579">2.9500000000000002</cx:pt>
          <cx:pt idx="1580">1.45</cx:pt>
          <cx:pt idx="1581">3.25</cx:pt>
          <cx:pt idx="1582">1.6499999999999999</cx:pt>
          <cx:pt idx="1583">1.6499999999999999</cx:pt>
          <cx:pt idx="1584">2.9500000000000002</cx:pt>
          <cx:pt idx="1585">1.45</cx:pt>
          <cx:pt idx="1586">1.49</cx:pt>
          <cx:pt idx="1587">7.9500000000000002</cx:pt>
          <cx:pt idx="1588">1.6499999999999999</cx:pt>
          <cx:pt idx="1589">7.9500000000000002</cx:pt>
          <cx:pt idx="1590">0.65000000000000002</cx:pt>
          <cx:pt idx="1591">2.5499999999999998</cx:pt>
          <cx:pt idx="1592">4.6500000000000004</cx:pt>
          <cx:pt idx="1593">4.6500000000000004</cx:pt>
          <cx:pt idx="1594">1.6499999999999999</cx:pt>
          <cx:pt idx="1595">1.25</cx:pt>
          <cx:pt idx="1596">0.65000000000000002</cx:pt>
          <cx:pt idx="1597">0.55000000000000004</cx:pt>
          <cx:pt idx="1598">1.6499999999999999</cx:pt>
          <cx:pt idx="1599">3.75</cx:pt>
          <cx:pt idx="1600">0.41999999999999998</cx:pt>
          <cx:pt idx="1601">1.25</cx:pt>
          <cx:pt idx="1602">1.25</cx:pt>
          <cx:pt idx="1603">1.25</cx:pt>
          <cx:pt idx="1604">2.1000000000000001</cx:pt>
          <cx:pt idx="1605">6.75</cx:pt>
          <cx:pt idx="1606">2.9500000000000002</cx:pt>
          <cx:pt idx="1607">0.65000000000000002</cx:pt>
          <cx:pt idx="1608">1.6499999999999999</cx:pt>
          <cx:pt idx="1609">1.6499999999999999</cx:pt>
          <cx:pt idx="1610">1.6499999999999999</cx:pt>
          <cx:pt idx="1611">1.6499999999999999</cx:pt>
          <cx:pt idx="1612">1.45</cx:pt>
          <cx:pt idx="1613">0.84999999999999998</cx:pt>
          <cx:pt idx="1614">0.41999999999999998</cx:pt>
          <cx:pt idx="1615">7.9500000000000002</cx:pt>
          <cx:pt idx="1616">3.75</cx:pt>
          <cx:pt idx="1617">8.5</cx:pt>
          <cx:pt idx="1618">5.9500000000000002</cx:pt>
          <cx:pt idx="1619">1.25</cx:pt>
          <cx:pt idx="1620">3.75</cx:pt>
          <cx:pt idx="1621">0.41999999999999998</cx:pt>
          <cx:pt idx="1622">2.5499999999999998</cx:pt>
          <cx:pt idx="1623">5.9500000000000002</cx:pt>
          <cx:pt idx="1624">7.9500000000000002</cx:pt>
          <cx:pt idx="1625">12.75</cx:pt>
          <cx:pt idx="1626">3.75</cx:pt>
          <cx:pt idx="1627">4.9500000000000002</cx:pt>
          <cx:pt idx="1628">2.1000000000000001</cx:pt>
          <cx:pt idx="1629">4.9500000000000002</cx:pt>
          <cx:pt idx="1630">2.5499999999999998</cx:pt>
          <cx:pt idx="1631">5.9500000000000002</cx:pt>
          <cx:pt idx="1632">1.25</cx:pt>
          <cx:pt idx="1633">1.25</cx:pt>
          <cx:pt idx="1634">2.5499999999999998</cx:pt>
          <cx:pt idx="1635">1.0600000000000001</cx:pt>
          <cx:pt idx="1636">1.6499999999999999</cx:pt>
          <cx:pt idx="1637">3.75</cx:pt>
          <cx:pt idx="1638">4.9500000000000002</cx:pt>
          <cx:pt idx="1639">7.9500000000000002</cx:pt>
          <cx:pt idx="1640">2.5499999999999998</cx:pt>
          <cx:pt idx="1641">1.6499999999999999</cx:pt>
          <cx:pt idx="1642">1.45</cx:pt>
          <cx:pt idx="1643">2.1000000000000001</cx:pt>
          <cx:pt idx="1644">2.5499999999999998</cx:pt>
          <cx:pt idx="1645">1.45</cx:pt>
          <cx:pt idx="1646">2.9500000000000002</cx:pt>
          <cx:pt idx="1647">0.55000000000000004</cx:pt>
          <cx:pt idx="1648">2.1000000000000001</cx:pt>
          <cx:pt idx="1649">4.9500000000000002</cx:pt>
          <cx:pt idx="1650">1.45</cx:pt>
          <cx:pt idx="1651">2.9500000000000002</cx:pt>
          <cx:pt idx="1652">5.9100000000000001</cx:pt>
          <cx:pt idx="1653">7.6200000000000001</cx:pt>
          <cx:pt idx="1654">4.21</cx:pt>
          <cx:pt idx="1655">4.21</cx:pt>
          <cx:pt idx="1656">0.84999999999999998</cx:pt>
          <cx:pt idx="1657">4.21</cx:pt>
          <cx:pt idx="1658">1.6599999999999999</cx:pt>
          <cx:pt idx="1659">2.5099999999999998</cx:pt>
          <cx:pt idx="1660">15.279999999999999</cx:pt>
          <cx:pt idx="1661">5.9100000000000001</cx:pt>
          <cx:pt idx="1662">8.4700000000000006</cx:pt>
          <cx:pt idx="1663">3.3599999999999999</cx:pt>
          <cx:pt idx="1664">4.21</cx:pt>
          <cx:pt idx="1665">1.28</cx:pt>
          <cx:pt idx="1666">5.0599999999999996</cx:pt>
          <cx:pt idx="1667">3.3599999999999999</cx:pt>
          <cx:pt idx="1668">11.02</cx:pt>
          <cx:pt idx="1669">3.3599999999999999</cx:pt>
          <cx:pt idx="1670">9.3200000000000003</cx:pt>
          <cx:pt idx="1671">16.98</cx:pt>
          <cx:pt idx="1672">5.9100000000000001</cx:pt>
          <cx:pt idx="1673">2.5099999999999998</cx:pt>
          <cx:pt idx="1674">0.42999999999999999</cx:pt>
          <cx:pt idx="1675">3.3599999999999999</cx:pt>
          <cx:pt idx="1676">6.7699999999999996</cx:pt>
          <cx:pt idx="1677">1.6599999999999999</cx:pt>
          <cx:pt idx="1678">2.5099999999999998</cx:pt>
          <cx:pt idx="1679">3.3599999999999999</cx:pt>
          <cx:pt idx="1680">1.28</cx:pt>
          <cx:pt idx="1681">2.5099999999999998</cx:pt>
          <cx:pt idx="1682">14.43</cx:pt>
          <cx:pt idx="1683">2.5099999999999998</cx:pt>
          <cx:pt idx="1684">5.9100000000000001</cx:pt>
          <cx:pt idx="1685">14.43</cx:pt>
          <cx:pt idx="1686">4.21</cx:pt>
          <cx:pt idx="1687">4.21</cx:pt>
          <cx:pt idx="1688">3.3599999999999999</cx:pt>
          <cx:pt idx="1689">1.6599999999999999</cx:pt>
          <cx:pt idx="1690">7.6200000000000001</cx:pt>
          <cx:pt idx="1691">2.5099999999999998</cx:pt>
          <cx:pt idx="1692">4.21</cx:pt>
          <cx:pt idx="1693">1.45</cx:pt>
          <cx:pt idx="1694">1.25</cx:pt>
          <cx:pt idx="1695">5.9500000000000002</cx:pt>
          <cx:pt idx="1696">0.84999999999999998</cx:pt>
          <cx:pt idx="1697">2.9500000000000002</cx:pt>
          <cx:pt idx="1698">1.45</cx:pt>
          <cx:pt idx="1699">2.9500000000000002</cx:pt>
          <cx:pt idx="1700">2.9500000000000002</cx:pt>
          <cx:pt idx="1701">1.45</cx:pt>
          <cx:pt idx="1702">5.9500000000000002</cx:pt>
          <cx:pt idx="1703">2.1000000000000001</cx:pt>
          <cx:pt idx="1704">2.9500000000000002</cx:pt>
          <cx:pt idx="1705">4.9500000000000002</cx:pt>
          <cx:pt idx="1706">3.3900000000000001</cx:pt>
          <cx:pt idx="1707">1.45</cx:pt>
          <cx:pt idx="1708">1.25</cx:pt>
          <cx:pt idx="1709">1.95</cx:pt>
          <cx:pt idx="1710">6.3499999999999996</cx:pt>
          <cx:pt idx="1711">12.75</cx:pt>
          <cx:pt idx="1712">1.49</cx:pt>
          <cx:pt idx="1713">2.9500000000000002</cx:pt>
          <cx:pt idx="1714">1.25</cx:pt>
          <cx:pt idx="1715">2.9500000000000002</cx:pt>
          <cx:pt idx="1716">1.25</cx:pt>
          <cx:pt idx="1717">1.25</cx:pt>
          <cx:pt idx="1718">1.6499999999999999</cx:pt>
          <cx:pt idx="1719">1.6499999999999999</cx:pt>
          <cx:pt idx="1720">0.84999999999999998</cx:pt>
          <cx:pt idx="1721">1.25</cx:pt>
          <cx:pt idx="1722">0.84999999999999998</cx:pt>
          <cx:pt idx="1723">7.6500000000000004</cx:pt>
          <cx:pt idx="1724">2.5499999999999998</cx:pt>
          <cx:pt idx="1725">4.6500000000000004</cx:pt>
          <cx:pt idx="1726">1.25</cx:pt>
          <cx:pt idx="1727">1.25</cx:pt>
          <cx:pt idx="1728">1.25</cx:pt>
          <cx:pt idx="1729">1.25</cx:pt>
          <cx:pt idx="1730">7.9500000000000002</cx:pt>
          <cx:pt idx="1731">2.5499999999999998</cx:pt>
          <cx:pt idx="1732">4.6500000000000004</cx:pt>
          <cx:pt idx="1733">8.5</cx:pt>
          <cx:pt idx="1734">12.75</cx:pt>
          <cx:pt idx="1735">8.5</cx:pt>
          <cx:pt idx="1736">2.5499999999999998</cx:pt>
          <cx:pt idx="1737">0.84999999999999998</cx:pt>
          <cx:pt idx="1738">2.5499999999999998</cx:pt>
          <cx:pt idx="1739">1.6499999999999999</cx:pt>
          <cx:pt idx="1740">3.75</cx:pt>
          <cx:pt idx="1741">7.6500000000000004</cx:pt>
          <cx:pt idx="1742">7.6500000000000004</cx:pt>
          <cx:pt idx="1743">3.75</cx:pt>
          <cx:pt idx="1744">0.84999999999999998</cx:pt>
          <cx:pt idx="1745">1.49</cx:pt>
          <cx:pt idx="1746">7.9500000000000002</cx:pt>
          <cx:pt idx="1747">0.41999999999999998</cx:pt>
          <cx:pt idx="1748">8.5</cx:pt>
          <cx:pt idx="1749">0.28999999999999998</cx:pt>
          <cx:pt idx="1750">0.55000000000000004</cx:pt>
          <cx:pt idx="1751">2.1000000000000001</cx:pt>
          <cx:pt idx="1752">0.41999999999999998</cx:pt>
          <cx:pt idx="1753">1.49</cx:pt>
          <cx:pt idx="1754">1.25</cx:pt>
          <cx:pt idx="1755">1.25</cx:pt>
          <cx:pt idx="1756">4.6500000000000004</cx:pt>
          <cx:pt idx="1757">7.9500000000000002</cx:pt>
          <cx:pt idx="1758">7.9500000000000002</cx:pt>
          <cx:pt idx="1759">1.25</cx:pt>
          <cx:pt idx="1760">6.75</cx:pt>
          <cx:pt idx="1761">12.75</cx:pt>
          <cx:pt idx="1762">6.75</cx:pt>
          <cx:pt idx="1763">0.84999999999999998</cx:pt>
          <cx:pt idx="1764">0.84999999999999998</cx:pt>
          <cx:pt idx="1765">4.6500000000000004</cx:pt>
          <cx:pt idx="1766">7.9500000000000002</cx:pt>
          <cx:pt idx="1767">7.9500000000000002</cx:pt>
          <cx:pt idx="1768">2.5499999999999998</cx:pt>
          <cx:pt idx="1769">3.3900000000000001</cx:pt>
          <cx:pt idx="1770">2.9500000000000002</cx:pt>
          <cx:pt idx="1771">1.25</cx:pt>
          <cx:pt idx="1772">4.9500000000000002</cx:pt>
          <cx:pt idx="1773">1.45</cx:pt>
          <cx:pt idx="1774">1.6499999999999999</cx:pt>
          <cx:pt idx="1775">1.6499999999999999</cx:pt>
          <cx:pt idx="1776">1.25</cx:pt>
          <cx:pt idx="1777">3.75</cx:pt>
          <cx:pt idx="1778">12.75</cx:pt>
          <cx:pt idx="1779">2.1000000000000001</cx:pt>
          <cx:pt idx="1780">1.49</cx:pt>
          <cx:pt idx="1781">7.9500000000000002</cx:pt>
          <cx:pt idx="1782">3.75</cx:pt>
          <cx:pt idx="1783">9.9499999999999993</cx:pt>
          <cx:pt idx="1784">0.55000000000000004</cx:pt>
          <cx:pt idx="1785">3.75</cx:pt>
          <cx:pt idx="1786">1.6499999999999999</cx:pt>
          <cx:pt idx="1787">1.25</cx:pt>
          <cx:pt idx="1788">9.9499999999999993</cx:pt>
          <cx:pt idx="1789">2.9500000000000002</cx:pt>
          <cx:pt idx="1790">2.9500000000000002</cx:pt>
          <cx:pt idx="1791">1.6499999999999999</cx:pt>
          <cx:pt idx="1792">1.6499999999999999</cx:pt>
          <cx:pt idx="1793">0.84999999999999998</cx:pt>
          <cx:pt idx="1794">1.25</cx:pt>
          <cx:pt idx="1795">8.5</cx:pt>
          <cx:pt idx="1796">2.5499999999999998</cx:pt>
          <cx:pt idx="1797">7.9500000000000002</cx:pt>
          <cx:pt idx="1798">7.9500000000000002</cx:pt>
          <cx:pt idx="1799">7.9500000000000002</cx:pt>
          <cx:pt idx="1800">3.75</cx:pt>
          <cx:pt idx="1801">4.6500000000000004</cx:pt>
          <cx:pt idx="1802">2.9500000000000002</cx:pt>
          <cx:pt idx="1803">2.9500000000000002</cx:pt>
          <cx:pt idx="1804">0.55000000000000004</cx:pt>
          <cx:pt idx="1805">7.9500000000000002</cx:pt>
          <cx:pt idx="1806">2.5499999999999998</cx:pt>
          <cx:pt idx="1807">4.9500000000000002</cx:pt>
          <cx:pt idx="1808">0.65000000000000002</cx:pt>
          <cx:pt idx="1809">0.55000000000000004</cx:pt>
          <cx:pt idx="1810">4.6500000000000004</cx:pt>
          <cx:pt idx="1811">8.5</cx:pt>
          <cx:pt idx="1812">3.25</cx:pt>
          <cx:pt idx="1813">2.9500000000000002</cx:pt>
          <cx:pt idx="1814">3.75</cx:pt>
          <cx:pt idx="1815">3.25</cx:pt>
          <cx:pt idx="1816">5.9500000000000002</cx:pt>
          <cx:pt idx="1817">1.45</cx:pt>
          <cx:pt idx="1818">2.9500000000000002</cx:pt>
          <cx:pt idx="1819">1.45</cx:pt>
          <cx:pt idx="1820">1.95</cx:pt>
          <cx:pt idx="1821">1.45</cx:pt>
          <cx:pt idx="1822">1.95</cx:pt>
          <cx:pt idx="1823">3.75</cx:pt>
          <cx:pt idx="1824">0.55000000000000004</cx:pt>
          <cx:pt idx="1825">0.65000000000000002</cx:pt>
          <cx:pt idx="1826">3.75</cx:pt>
          <cx:pt idx="1827">1.25</cx:pt>
          <cx:pt idx="1828">0.65000000000000002</cx:pt>
          <cx:pt idx="1829">3.25</cx:pt>
          <cx:pt idx="1830">2.9500000000000002</cx:pt>
          <cx:pt idx="1831">7.9500000000000002</cx:pt>
          <cx:pt idx="1832">6.3499999999999996</cx:pt>
          <cx:pt idx="1833">0.65000000000000002</cx:pt>
          <cx:pt idx="1834">3.75</cx:pt>
          <cx:pt idx="1835">1.45</cx:pt>
          <cx:pt idx="1836">1.25</cx:pt>
          <cx:pt idx="1837">2.1000000000000001</cx:pt>
          <cx:pt idx="1838">1.45</cx:pt>
          <cx:pt idx="1839">2.5499999999999998</cx:pt>
          <cx:pt idx="1840">1.25</cx:pt>
          <cx:pt idx="1841">4.9500000000000002</cx:pt>
          <cx:pt idx="1842">0.55000000000000004</cx:pt>
          <cx:pt idx="1843">3.3900000000000001</cx:pt>
          <cx:pt idx="1844">1.25</cx:pt>
          <cx:pt idx="1845">0.41999999999999998</cx:pt>
          <cx:pt idx="1846">7.9500000000000002</cx:pt>
          <cx:pt idx="1847">1.45</cx:pt>
          <cx:pt idx="1848">2.9500000000000002</cx:pt>
          <cx:pt idx="1849">2.9500000000000002</cx:pt>
          <cx:pt idx="1850">0.28999999999999998</cx:pt>
          <cx:pt idx="1851">0.65000000000000002</cx:pt>
          <cx:pt idx="1852">1.25</cx:pt>
          <cx:pt idx="1853">1.6499999999999999</cx:pt>
          <cx:pt idx="1854">0.84999999999999998</cx:pt>
          <cx:pt idx="1855">3.75</cx:pt>
          <cx:pt idx="1856">2.9500000000000002</cx:pt>
          <cx:pt idx="1857">0.84999999999999998</cx:pt>
          <cx:pt idx="1858">9.9499999999999993</cx:pt>
          <cx:pt idx="1859">6.3499999999999996</cx:pt>
          <cx:pt idx="1860">1.6499999999999999</cx:pt>
          <cx:pt idx="1861">2.9500000000000002</cx:pt>
          <cx:pt idx="1862">2.5499999999999998</cx:pt>
          <cx:pt idx="1863">0.84999999999999998</cx:pt>
          <cx:pt idx="1864">1.25</cx:pt>
          <cx:pt idx="1865">5.9100000000000001</cx:pt>
          <cx:pt idx="1866">7.6200000000000001</cx:pt>
          <cx:pt idx="1867">4.21</cx:pt>
          <cx:pt idx="1868">3.3599999999999999</cx:pt>
          <cx:pt idx="1869">4.21</cx:pt>
          <cx:pt idx="1870">2.98</cx:pt>
          <cx:pt idx="1871">4.21</cx:pt>
          <cx:pt idx="1872">1.6599999999999999</cx:pt>
          <cx:pt idx="1873">1.6599999999999999</cx:pt>
          <cx:pt idx="1874">2.5099999999999998</cx:pt>
          <cx:pt idx="1875">5.9100000000000001</cx:pt>
          <cx:pt idx="1876">8.4700000000000006</cx:pt>
          <cx:pt idx="1877">0.84999999999999998</cx:pt>
          <cx:pt idx="1878">1.28</cx:pt>
          <cx:pt idx="1879">2.5099999999999998</cx:pt>
          <cx:pt idx="1880">14.43</cx:pt>
          <cx:pt idx="1881">3.3599999999999999</cx:pt>
          <cx:pt idx="1882">20.379999999999999</cx:pt>
          <cx:pt idx="1883">4.21</cx:pt>
          <cx:pt idx="1884">1.28</cx:pt>
          <cx:pt idx="1885">5.9100000000000001</cx:pt>
          <cx:pt idx="1886">5.0599999999999996</cx:pt>
          <cx:pt idx="1887">3.3599999999999999</cx:pt>
          <cx:pt idx="1888">11.02</cx:pt>
          <cx:pt idx="1889">9.3200000000000003</cx:pt>
          <cx:pt idx="1890">16.98</cx:pt>
          <cx:pt idx="1891">5.9100000000000001</cx:pt>
          <cx:pt idx="1892">5.9100000000000001</cx:pt>
          <cx:pt idx="1893">2.5099999999999998</cx:pt>
          <cx:pt idx="1894">0.42999999999999999</cx:pt>
          <cx:pt idx="1895">2.5099999999999998</cx:pt>
          <cx:pt idx="1896">3.3599999999999999</cx:pt>
          <cx:pt idx="1897">6.7699999999999996</cx:pt>
          <cx:pt idx="1898">1.6599999999999999</cx:pt>
          <cx:pt idx="1899">2.5099999999999998</cx:pt>
          <cx:pt idx="1900">5.9100000000000001</cx:pt>
          <cx:pt idx="1901">5.9100000000000001</cx:pt>
          <cx:pt idx="1902">3.3599999999999999</cx:pt>
          <cx:pt idx="1903">4.21</cx:pt>
          <cx:pt idx="1904">1.28</cx:pt>
          <cx:pt idx="1905">2.5099999999999998</cx:pt>
          <cx:pt idx="1906">1.28</cx:pt>
          <cx:pt idx="1907">5.9100000000000001</cx:pt>
          <cx:pt idx="1908">2.5099999999999998</cx:pt>
          <cx:pt idx="1909">5.9100000000000001</cx:pt>
          <cx:pt idx="1910">1.6599999999999999</cx:pt>
          <cx:pt idx="1911">4.21</cx:pt>
          <cx:pt idx="1912">4.21</cx:pt>
          <cx:pt idx="1913">1.6599999999999999</cx:pt>
          <cx:pt idx="1914">3.3599999999999999</cx:pt>
          <cx:pt idx="1915">1.6599999999999999</cx:pt>
          <cx:pt idx="1916">5.0599999999999996</cx:pt>
          <cx:pt idx="1917">7.6200000000000001</cx:pt>
          <cx:pt idx="1918">0.84999999999999998</cx:pt>
          <cx:pt idx="1919">2.5099999999999998</cx:pt>
          <cx:pt idx="1920">4.21</cx:pt>
          <cx:pt idx="1921">0.65000000000000002</cx:pt>
          <cx:pt idx="1922">1.25</cx:pt>
          <cx:pt idx="1923">2.1000000000000001</cx:pt>
          <cx:pt idx="1924">7.9500000000000002</cx:pt>
          <cx:pt idx="1925">2.1000000000000001</cx:pt>
          <cx:pt idx="1926">2.9500000000000002</cx:pt>
          <cx:pt idx="1927">2.9500000000000002</cx:pt>
          <cx:pt idx="1928">0.55000000000000004</cx:pt>
          <cx:pt idx="1929">2.9500000000000002</cx:pt>
          <cx:pt idx="1930">3.75</cx:pt>
          <cx:pt idx="1931">4.6500000000000004</cx:pt>
          <cx:pt idx="1932">8.5</cx:pt>
          <cx:pt idx="1933">2.1000000000000001</cx:pt>
          <cx:pt idx="1934">5.9500000000000002</cx:pt>
          <cx:pt idx="1935">2.9500000000000002</cx:pt>
          <cx:pt idx="1936">2.1000000000000001</cx:pt>
          <cx:pt idx="1937">9.9499999999999993</cx:pt>
          <cx:pt idx="1938">2.1000000000000001</cx:pt>
          <cx:pt idx="1939">1.6499999999999999</cx:pt>
          <cx:pt idx="1940">3.75</cx:pt>
          <cx:pt idx="1941">2.9500000000000002</cx:pt>
          <cx:pt idx="1942">1.25</cx:pt>
          <cx:pt idx="1943">1.6499999999999999</cx:pt>
          <cx:pt idx="1944">3.75</cx:pt>
          <cx:pt idx="1945">2.1000000000000001</cx:pt>
          <cx:pt idx="1946">1.6499999999999999</cx:pt>
          <cx:pt idx="1947">0.65000000000000002</cx:pt>
          <cx:pt idx="1948">0.65000000000000002</cx:pt>
          <cx:pt idx="1949">4.6500000000000004</cx:pt>
          <cx:pt idx="1950">1.25</cx:pt>
          <cx:pt idx="1951">2.1000000000000001</cx:pt>
          <cx:pt idx="1952">2.5499999999999998</cx:pt>
          <cx:pt idx="1953">0.41999999999999998</cx:pt>
          <cx:pt idx="1954">1.45</cx:pt>
          <cx:pt idx="1955">1.0600000000000001</cx:pt>
          <cx:pt idx="1956">1.45</cx:pt>
          <cx:pt idx="1957">1.45</cx:pt>
          <cx:pt idx="1958">2.1000000000000001</cx:pt>
          <cx:pt idx="1959">2.9500000000000002</cx:pt>
          <cx:pt idx="1960">8.5</cx:pt>
          <cx:pt idx="1961">1.25</cx:pt>
          <cx:pt idx="1962">4.9500000000000002</cx:pt>
          <cx:pt idx="1963">7.6200000000000001</cx:pt>
          <cx:pt idx="1964">4.21</cx:pt>
          <cx:pt idx="1965">5.0599999999999996</cx:pt>
          <cx:pt idx="1966">5.9100000000000001</cx:pt>
          <cx:pt idx="1967">0.84999999999999998</cx:pt>
          <cx:pt idx="1968">5.9100000000000001</cx:pt>
          <cx:pt idx="1969">3.3599999999999999</cx:pt>
          <cx:pt idx="1970">5.0599999999999996</cx:pt>
          <cx:pt idx="1971">16.98</cx:pt>
          <cx:pt idx="1972">4.21</cx:pt>
          <cx:pt idx="1973">16.98</cx:pt>
          <cx:pt idx="1974">5.9100000000000001</cx:pt>
          <cx:pt idx="1975">3.3599999999999999</cx:pt>
          <cx:pt idx="1976">5.0599999999999996</cx:pt>
          <cx:pt idx="1977">2.5099999999999998</cx:pt>
          <cx:pt idx="1978">4.21</cx:pt>
          <cx:pt idx="1979">25.489999999999998</cx:pt>
          <cx:pt idx="1980">4.21</cx:pt>
          <cx:pt idx="1981">5.9100000000000001</cx:pt>
          <cx:pt idx="1982">4.21</cx:pt>
          <cx:pt idx="1983">3.3599999999999999</cx:pt>
          <cx:pt idx="1984">16.98</cx:pt>
          <cx:pt idx="1985">5.9100000000000001</cx:pt>
          <cx:pt idx="1986">16.98</cx:pt>
          <cx:pt idx="1987">5.9100000000000001</cx:pt>
          <cx:pt idx="1988">3.3599999999999999</cx:pt>
          <cx:pt idx="1989">3.3599999999999999</cx:pt>
          <cx:pt idx="1990">9.3200000000000003</cx:pt>
          <cx:pt idx="1991">1.28</cx:pt>
          <cx:pt idx="1992">5.0599999999999996</cx:pt>
          <cx:pt idx="1993">8.4700000000000006</cx:pt>
          <cx:pt idx="1994">3.3599999999999999</cx:pt>
          <cx:pt idx="1995">8.4700000000000006</cx:pt>
          <cx:pt idx="1996">2.1000000000000001</cx:pt>
          <cx:pt idx="1997">2.75</cx:pt>
          <cx:pt idx="1998">5.9500000000000002</cx:pt>
          <cx:pt idx="1999">0.55000000000000004</cx:pt>
          <cx:pt idx="2000">2.1000000000000001</cx:pt>
          <cx:pt idx="2001">1.45</cx:pt>
          <cx:pt idx="2002">2.9500000000000002</cx:pt>
          <cx:pt idx="2003">0.84999999999999998</cx:pt>
          <cx:pt idx="2004">3.75</cx:pt>
          <cx:pt idx="2005">8.5</cx:pt>
          <cx:pt idx="2006">5.9500000000000002</cx:pt>
          <cx:pt idx="2007">0.84999999999999998</cx:pt>
          <cx:pt idx="2008">1.6499999999999999</cx:pt>
          <cx:pt idx="2009">1.6499999999999999</cx:pt>
          <cx:pt idx="2010">3.75</cx:pt>
          <cx:pt idx="2011">3.75</cx:pt>
          <cx:pt idx="2012">1.25</cx:pt>
          <cx:pt idx="2013">1.45</cx:pt>
          <cx:pt idx="2014">1.49</cx:pt>
          <cx:pt idx="2015">2.1000000000000001</cx:pt>
          <cx:pt idx="2016">4.6500000000000004</cx:pt>
          <cx:pt idx="2017">2.9500000000000002</cx:pt>
          <cx:pt idx="2018">0.55000000000000004</cx:pt>
          <cx:pt idx="2019">2.1000000000000001</cx:pt>
          <cx:pt idx="2020">1.25</cx:pt>
          <cx:pt idx="2021">1.45</cx:pt>
          <cx:pt idx="2022">1.45</cx:pt>
          <cx:pt idx="2023">1.45</cx:pt>
          <cx:pt idx="2024">7.6500000000000004</cx:pt>
          <cx:pt idx="2025">1.25</cx:pt>
          <cx:pt idx="2026">3.75</cx:pt>
          <cx:pt idx="2027">1.25</cx:pt>
          <cx:pt idx="2028">3.75</cx:pt>
          <cx:pt idx="2029">5.9100000000000001</cx:pt>
          <cx:pt idx="2030">7.6200000000000001</cx:pt>
          <cx:pt idx="2031">4.21</cx:pt>
          <cx:pt idx="2032">3.3599999999999999</cx:pt>
          <cx:pt idx="2033">2.98</cx:pt>
          <cx:pt idx="2034">4.21</cx:pt>
          <cx:pt idx="2035">1.6599999999999999</cx:pt>
          <cx:pt idx="2036">2.5099999999999998</cx:pt>
          <cx:pt idx="2037">5.9100000000000001</cx:pt>
          <cx:pt idx="2038">1.28</cx:pt>
          <cx:pt idx="2039">2.5099999999999998</cx:pt>
          <cx:pt idx="2040">20.379999999999999</cx:pt>
          <cx:pt idx="2041">4.21</cx:pt>
          <cx:pt idx="2042">1.28</cx:pt>
          <cx:pt idx="2043">5.9100000000000001</cx:pt>
          <cx:pt idx="2044">5.0599999999999996</cx:pt>
          <cx:pt idx="2045">3.3599999999999999</cx:pt>
          <cx:pt idx="2046">9.3200000000000003</cx:pt>
          <cx:pt idx="2047">16.98</cx:pt>
          <cx:pt idx="2048">5.9100000000000001</cx:pt>
          <cx:pt idx="2049">5.9100000000000001</cx:pt>
          <cx:pt idx="2050">2.5099999999999998</cx:pt>
          <cx:pt idx="2051">0.42999999999999999</cx:pt>
          <cx:pt idx="2052">7.6200000000000001</cx:pt>
          <cx:pt idx="2053">3.3599999999999999</cx:pt>
          <cx:pt idx="2054">1.6599999999999999</cx:pt>
          <cx:pt idx="2055">2.5099999999999998</cx:pt>
          <cx:pt idx="2056">5.9100000000000001</cx:pt>
          <cx:pt idx="2057">0.84999999999999998</cx:pt>
          <cx:pt idx="2058">3.3599999999999999</cx:pt>
          <cx:pt idx="2059">3.3599999999999999</cx:pt>
          <cx:pt idx="2060">4.21</cx:pt>
          <cx:pt idx="2061">1.28</cx:pt>
          <cx:pt idx="2062">2.5099999999999998</cx:pt>
          <cx:pt idx="2063">2.5099999999999998</cx:pt>
          <cx:pt idx="2064">5.9100000000000001</cx:pt>
          <cx:pt idx="2065">1.28</cx:pt>
          <cx:pt idx="2066">4.21</cx:pt>
          <cx:pt idx="2067">1.6599999999999999</cx:pt>
          <cx:pt idx="2068">3.3599999999999999</cx:pt>
          <cx:pt idx="2069">1.6599999999999999</cx:pt>
          <cx:pt idx="2070">0.84999999999999998</cx:pt>
          <cx:pt idx="2071">2.5099999999999998</cx:pt>
          <cx:pt idx="2072">4.21</cx:pt>
          <cx:pt idx="2073">2.9500000000000002</cx:pt>
          <cx:pt idx="2074">1.45</cx:pt>
          <cx:pt idx="2075">1.25</cx:pt>
          <cx:pt idx="2076">12.75</cx:pt>
          <cx:pt idx="2077">1.49</cx:pt>
          <cx:pt idx="2078">7.9500000000000002</cx:pt>
          <cx:pt idx="2079">1.45</cx:pt>
          <cx:pt idx="2080">8.5</cx:pt>
          <cx:pt idx="2081">2.9500000000000002</cx:pt>
          <cx:pt idx="2082">2.1000000000000001</cx:pt>
          <cx:pt idx="2083">2.9500000000000002</cx:pt>
          <cx:pt idx="2084">7.9500000000000002</cx:pt>
          <cx:pt idx="2085">6.75</cx:pt>
          <cx:pt idx="2086">6.75</cx:pt>
          <cx:pt idx="2087">2.1000000000000001</cx:pt>
          <cx:pt idx="2088">1.45</cx:pt>
          <cx:pt idx="2089">1.49</cx:pt>
          <cx:pt idx="2090">6.75</cx:pt>
          <cx:pt idx="2091">3.75</cx:pt>
          <cx:pt idx="2092">1.25</cx:pt>
          <cx:pt idx="2093">1.25</cx:pt>
          <cx:pt idx="2094">2.1000000000000001</cx:pt>
          <cx:pt idx="2095">1.6499999999999999</cx:pt>
          <cx:pt idx="2096">0.41999999999999998</cx:pt>
          <cx:pt idx="2097">1.45</cx:pt>
          <cx:pt idx="2098">3.75</cx:pt>
          <cx:pt idx="2099">1.25</cx:pt>
          <cx:pt idx="2100">1.25</cx:pt>
          <cx:pt idx="2101">1.45</cx:pt>
          <cx:pt idx="2102">2.9500000000000002</cx:pt>
          <cx:pt idx="2103">0.65000000000000002</cx:pt>
          <cx:pt idx="2104">4.6500000000000004</cx:pt>
          <cx:pt idx="2105">1.25</cx:pt>
          <cx:pt idx="2106">5.9500000000000002</cx:pt>
          <cx:pt idx="2107">2.1000000000000001</cx:pt>
          <cx:pt idx="2108">0.55000000000000004</cx:pt>
          <cx:pt idx="2109">0.41999999999999998</cx:pt>
          <cx:pt idx="2110">1.25</cx:pt>
          <cx:pt idx="2111">2.1000000000000001</cx:pt>
          <cx:pt idx="2112">0.41999999999999998</cx:pt>
          <cx:pt idx="2113">1.25</cx:pt>
          <cx:pt idx="2114">0.41999999999999998</cx:pt>
          <cx:pt idx="2115">1.25</cx:pt>
          <cx:pt idx="2116">2.1000000000000001</cx:pt>
          <cx:pt idx="2117">1.25</cx:pt>
          <cx:pt idx="2118">1.95</cx:pt>
          <cx:pt idx="2119">2.9500000000000002</cx:pt>
          <cx:pt idx="2120">1.25</cx:pt>
          <cx:pt idx="2121">1.25</cx:pt>
          <cx:pt idx="2122">1.25</cx:pt>
          <cx:pt idx="2123">2.1000000000000001</cx:pt>
          <cx:pt idx="2124">1.49</cx:pt>
          <cx:pt idx="2125">0.84999999999999998</cx:pt>
          <cx:pt idx="2126">2.5499999999999998</cx:pt>
          <cx:pt idx="2127">3.75</cx:pt>
          <cx:pt idx="2128">1.49</cx:pt>
          <cx:pt idx="2129">0.55000000000000004</cx:pt>
          <cx:pt idx="2130">2.9500000000000002</cx:pt>
          <cx:pt idx="2131">1.45</cx:pt>
          <cx:pt idx="2132">1.25</cx:pt>
          <cx:pt idx="2133">1.25</cx:pt>
          <cx:pt idx="2134">8.5</cx:pt>
          <cx:pt idx="2135">7.9500000000000002</cx:pt>
          <cx:pt idx="2136">1.95</cx:pt>
          <cx:pt idx="2137">4.9500000000000002</cx:pt>
          <cx:pt idx="2138">8.5</cx:pt>
          <cx:pt idx="2139">7.9500000000000002</cx:pt>
          <cx:pt idx="2140">1.6499999999999999</cx:pt>
          <cx:pt idx="2141">4.6500000000000004</cx:pt>
          <cx:pt idx="2142">3.75</cx:pt>
          <cx:pt idx="2143">3.75</cx:pt>
          <cx:pt idx="2144">3.75</cx:pt>
          <cx:pt idx="2145">1.95</cx:pt>
          <cx:pt idx="2146">1.25</cx:pt>
          <cx:pt idx="2147">0.65000000000000002</cx:pt>
          <cx:pt idx="2148">2.1000000000000001</cx:pt>
          <cx:pt idx="2149">1.6499999999999999</cx:pt>
          <cx:pt idx="2150">7.9500000000000002</cx:pt>
          <cx:pt idx="2151">8.5</cx:pt>
          <cx:pt idx="2152">2.9500000000000002</cx:pt>
          <cx:pt idx="2153">0.84999999999999998</cx:pt>
          <cx:pt idx="2154">2.9500000000000002</cx:pt>
          <cx:pt idx="2155">1.95</cx:pt>
          <cx:pt idx="2156">1.45</cx:pt>
          <cx:pt idx="2157">1.49</cx:pt>
          <cx:pt idx="2158">0.65000000000000002</cx:pt>
          <cx:pt idx="2159">1.6499999999999999</cx:pt>
          <cx:pt idx="2160">1.6499999999999999</cx:pt>
          <cx:pt idx="2161">1.6499999999999999</cx:pt>
          <cx:pt idx="2162">3.75</cx:pt>
          <cx:pt idx="2163">3.75</cx:pt>
          <cx:pt idx="2164">1.25</cx:pt>
          <cx:pt idx="2165">3.75</cx:pt>
          <cx:pt idx="2166">1.25</cx:pt>
          <cx:pt idx="2167">3.75</cx:pt>
          <cx:pt idx="2168">3.75</cx:pt>
          <cx:pt idx="2169">1.25</cx:pt>
          <cx:pt idx="2170">7.6500000000000004</cx:pt>
          <cx:pt idx="2171">3.75</cx:pt>
          <cx:pt idx="2172">1.45</cx:pt>
          <cx:pt idx="2173">2.1000000000000001</cx:pt>
          <cx:pt idx="2174">1.25</cx:pt>
          <cx:pt idx="2175">5.9100000000000001</cx:pt>
          <cx:pt idx="2176">7.6200000000000001</cx:pt>
          <cx:pt idx="2177">4.21</cx:pt>
          <cx:pt idx="2178">3.3599999999999999</cx:pt>
          <cx:pt idx="2179">2.98</cx:pt>
          <cx:pt idx="2180">4.21</cx:pt>
          <cx:pt idx="2181">0.83999999999999997</cx:pt>
          <cx:pt idx="2182">1.6599999999999999</cx:pt>
          <cx:pt idx="2183">1.6599999999999999</cx:pt>
          <cx:pt idx="2184">2.5099999999999998</cx:pt>
          <cx:pt idx="2185">15.279999999999999</cx:pt>
          <cx:pt idx="2186">0.84999999999999998</cx:pt>
          <cx:pt idx="2187">0.84999999999999998</cx:pt>
          <cx:pt idx="2188">7.9500000000000002</cx:pt>
          <cx:pt idx="2189">4.21</cx:pt>
          <cx:pt idx="2190">1.28</cx:pt>
          <cx:pt idx="2191">5.0599999999999996</cx:pt>
          <cx:pt idx="2192">0.84999999999999998</cx:pt>
          <cx:pt idx="2193">9.3200000000000003</cx:pt>
          <cx:pt idx="2194">12.720000000000001</cx:pt>
          <cx:pt idx="2195">16.98</cx:pt>
          <cx:pt idx="2196">5.9100000000000001</cx:pt>
          <cx:pt idx="2197">2.5099999999999998</cx:pt>
          <cx:pt idx="2198">0.42999999999999999</cx:pt>
          <cx:pt idx="2199">3.3599999999999999</cx:pt>
          <cx:pt idx="2200">6.7699999999999996</cx:pt>
          <cx:pt idx="2201">1.6599999999999999</cx:pt>
          <cx:pt idx="2202">1.6599999999999999</cx:pt>
          <cx:pt idx="2203">2.5099999999999998</cx:pt>
          <cx:pt idx="2204">5.9100000000000001</cx:pt>
          <cx:pt idx="2205">2.5099999999999998</cx:pt>
          <cx:pt idx="2206">3.3599999999999999</cx:pt>
          <cx:pt idx="2207">3.3599999999999999</cx:pt>
          <cx:pt idx="2208">2.5099999999999998</cx:pt>
          <cx:pt idx="2209">1.28</cx:pt>
          <cx:pt idx="2210">2.5099999999999998</cx:pt>
          <cx:pt idx="2211">1.6599999999999999</cx:pt>
          <cx:pt idx="2212">2.8199999999999998</cx:pt>
          <cx:pt idx="2213">4.21</cx:pt>
          <cx:pt idx="2214">4.21</cx:pt>
          <cx:pt idx="2215">1.6599999999999999</cx:pt>
          <cx:pt idx="2216">1.6599999999999999</cx:pt>
          <cx:pt idx="2217">7.6200000000000001</cx:pt>
          <cx:pt idx="2218">0.84999999999999998</cx:pt>
          <cx:pt idx="2219">2.5099999999999998</cx:pt>
          <cx:pt idx="2220">4.21</cx:pt>
          <cx:pt idx="2221">0.84999999999999998</cx:pt>
          <cx:pt idx="2222">1.25</cx:pt>
          <cx:pt idx="2223">1.0600000000000001</cx:pt>
          <cx:pt idx="2224">1.0600000000000001</cx:pt>
          <cx:pt idx="2225">0.41999999999999998</cx:pt>
          <cx:pt idx="2226">1.45</cx:pt>
          <cx:pt idx="2227">4.21</cx:pt>
          <cx:pt idx="2228">6.7699999999999996</cx:pt>
          <cx:pt idx="2229">16.98</cx:pt>
          <cx:pt idx="2230">6.7699999999999996</cx:pt>
          <cx:pt idx="2231">16.98</cx:pt>
          <cx:pt idx="2232">4.21</cx:pt>
          <cx:pt idx="2233">3.8300000000000001</cx:pt>
          <cx:pt idx="2234">16.98</cx:pt>
          <cx:pt idx="2235">6.7699999999999996</cx:pt>
          <cx:pt idx="2236">4.21</cx:pt>
          <cx:pt idx="2237">5.9100000000000001</cx:pt>
          <cx:pt idx="2238">4.21</cx:pt>
          <cx:pt idx="2239">11.02</cx:pt>
          <cx:pt idx="2240">8.4700000000000006</cx:pt>
          <cx:pt idx="2241">4.21</cx:pt>
          <cx:pt idx="2242">2.5099999999999998</cx:pt>
          <cx:pt idx="2243">2.1299999999999999</cx:pt>
          <cx:pt idx="2244">16.98</cx:pt>
          <cx:pt idx="2245">2.5099999999999998</cx:pt>
          <cx:pt idx="2246">8.4700000000000006</cx:pt>
          <cx:pt idx="2247">3.3599999999999999</cx:pt>
          <cx:pt idx="2248">6.75</cx:pt>
          <cx:pt idx="2249">1.25</cx:pt>
          <cx:pt idx="2250">2.5499999999999998</cx:pt>
          <cx:pt idx="2251">1.0600000000000001</cx:pt>
          <cx:pt idx="2252">1.0600000000000001</cx:pt>
          <cx:pt idx="2253">1.0600000000000001</cx:pt>
          <cx:pt idx="2254">6.75</cx:pt>
          <cx:pt idx="2255">2.1000000000000001</cx:pt>
          <cx:pt idx="2256">1.49</cx:pt>
          <cx:pt idx="2257">7.9500000000000002</cx:pt>
          <cx:pt idx="2258">12.75</cx:pt>
          <cx:pt idx="2259">8.5</cx:pt>
          <cx:pt idx="2260">2.9500000000000002</cx:pt>
          <cx:pt idx="2261">2.9500000000000002</cx:pt>
          <cx:pt idx="2262">0.84999999999999998</cx:pt>
          <cx:pt idx="2263">0.84999999999999998</cx:pt>
          <cx:pt idx="2264">3.75</cx:pt>
          <cx:pt idx="2265">2.9500000000000002</cx:pt>
          <cx:pt idx="2266">1.45</cx:pt>
          <cx:pt idx="2267">2.9500000000000002</cx:pt>
          <cx:pt idx="2268">4.6500000000000004</cx:pt>
          <cx:pt idx="2269">5.9500000000000002</cx:pt>
          <cx:pt idx="2270">3.75</cx:pt>
          <cx:pt idx="2271">4.6500000000000004</cx:pt>
          <cx:pt idx="2272">1.6499999999999999</cx:pt>
          <cx:pt idx="2273">1.45</cx:pt>
          <cx:pt idx="2274">4.9500000000000002</cx:pt>
          <cx:pt idx="2275">0.65000000000000002</cx:pt>
          <cx:pt idx="2276">8.5</cx:pt>
          <cx:pt idx="2277">2.5499999999999998</cx:pt>
          <cx:pt idx="2278">3.75</cx:pt>
          <cx:pt idx="2279">1.45</cx:pt>
          <cx:pt idx="2280">1.25</cx:pt>
          <cx:pt idx="2281">1.45</cx:pt>
          <cx:pt idx="2282">4.6500000000000004</cx:pt>
          <cx:pt idx="2283">2.9500000000000002</cx:pt>
          <cx:pt idx="2284">2.9500000000000002</cx:pt>
          <cx:pt idx="2285">2.5499999999999998</cx:pt>
          <cx:pt idx="2286">3.75</cx:pt>
          <cx:pt idx="2287">2.9500000000000002</cx:pt>
          <cx:pt idx="2288">2.9500000000000002</cx:pt>
          <cx:pt idx="2289">5.9500000000000002</cx:pt>
          <cx:pt idx="2290">1.45</cx:pt>
          <cx:pt idx="2291">1.95</cx:pt>
          <cx:pt idx="2292">1.25</cx:pt>
          <cx:pt idx="2293">1.6499999999999999</cx:pt>
          <cx:pt idx="2294">1.6499999999999999</cx:pt>
          <cx:pt idx="2295">0.84999999999999998</cx:pt>
          <cx:pt idx="2296">7.9500000000000002</cx:pt>
          <cx:pt idx="2297">4.6500000000000004</cx:pt>
          <cx:pt idx="2298">0.65000000000000002</cx:pt>
          <cx:pt idx="2299">0.65000000000000002</cx:pt>
          <cx:pt idx="2300">1.25</cx:pt>
          <cx:pt idx="2301">9.9499999999999993</cx:pt>
          <cx:pt idx="2302">3.75</cx:pt>
          <cx:pt idx="2303">1.25</cx:pt>
          <cx:pt idx="2304">0.35999999999999999</cx:pt>
          <cx:pt idx="2305">1.45</cx:pt>
          <cx:pt idx="2306">1.25</cx:pt>
          <cx:pt idx="2307">1.6499999999999999</cx:pt>
          <cx:pt idx="2308">2.1000000000000001</cx:pt>
          <cx:pt idx="2309">1.6499999999999999</cx:pt>
          <cx:pt idx="2310">0.65000000000000002</cx:pt>
          <cx:pt idx="2311">0.55000000000000004</cx:pt>
          <cx:pt idx="2312">1.25</cx:pt>
          <cx:pt idx="2313">2.1000000000000001</cx:pt>
          <cx:pt idx="2314">1.25</cx:pt>
          <cx:pt idx="2315">3.25</cx:pt>
          <cx:pt idx="2316">1.25</cx:pt>
          <cx:pt idx="2317">1.25</cx:pt>
          <cx:pt idx="2318">1.45</cx:pt>
          <cx:pt idx="2319">1.95</cx:pt>
          <cx:pt idx="2320">2.1000000000000001</cx:pt>
          <cx:pt idx="2321">2.1000000000000001</cx:pt>
          <cx:pt idx="2322">1.95</cx:pt>
          <cx:pt idx="2323">1.95</cx:pt>
          <cx:pt idx="2324">1.49</cx:pt>
          <cx:pt idx="2325">2.1000000000000001</cx:pt>
          <cx:pt idx="2326">1.6499999999999999</cx:pt>
          <cx:pt idx="2327">1.25</cx:pt>
          <cx:pt idx="2328">0.84999999999999998</cx:pt>
          <cx:pt idx="2329">14.949999999999999</cx:pt>
          <cx:pt idx="2330">1.25</cx:pt>
          <cx:pt idx="2331">2.9500000000000002</cx:pt>
          <cx:pt idx="2332">0.41999999999999998</cx:pt>
          <cx:pt idx="2333">5.9500000000000002</cx:pt>
          <cx:pt idx="2334">1.25</cx:pt>
          <cx:pt idx="2335">2.9500000000000002</cx:pt>
          <cx:pt idx="2336">5.9500000000000002</cx:pt>
          <cx:pt idx="2337">3.75</cx:pt>
          <cx:pt idx="2338">1.25</cx:pt>
          <cx:pt idx="2339">2.9500000000000002</cx:pt>
          <cx:pt idx="2340">0.84999999999999998</cx:pt>
          <cx:pt idx="2341">7.9500000000000002</cx:pt>
          <cx:pt idx="2342">2.1000000000000001</cx:pt>
          <cx:pt idx="2343">1.45</cx:pt>
          <cx:pt idx="2344">4.6500000000000004</cx:pt>
          <cx:pt idx="2345">1.25</cx:pt>
          <cx:pt idx="2346">2.5499999999999998</cx:pt>
          <cx:pt idx="2347">1.25</cx:pt>
          <cx:pt idx="2348">1.6499999999999999</cx:pt>
          <cx:pt idx="2349">2.1000000000000001</cx:pt>
          <cx:pt idx="2350">3.75</cx:pt>
          <cx:pt idx="2351">0.41999999999999998</cx:pt>
          <cx:pt idx="2352">2.9500000000000002</cx:pt>
          <cx:pt idx="2353">2.5499999999999998</cx:pt>
          <cx:pt idx="2354">1.95</cx:pt>
          <cx:pt idx="2355">1.6499999999999999</cx:pt>
          <cx:pt idx="2356">1.6499999999999999</cx:pt>
          <cx:pt idx="2357">1.6499999999999999</cx:pt>
          <cx:pt idx="2358">2.1000000000000001</cx:pt>
          <cx:pt idx="2359">8.5</cx:pt>
          <cx:pt idx="2360">2.9500000000000002</cx:pt>
          <cx:pt idx="2361">2.1000000000000001</cx:pt>
          <cx:pt idx="2362">0.84999999999999998</cx:pt>
          <cx:pt idx="2363">12.75</cx:pt>
          <cx:pt idx="2364">9.9499999999999993</cx:pt>
          <cx:pt idx="2365">1.45</cx:pt>
          <cx:pt idx="2366">1.25</cx:pt>
          <cx:pt idx="2367">4.9500000000000002</cx:pt>
          <cx:pt idx="2368">7.9500000000000002</cx:pt>
          <cx:pt idx="2369">9.9499999999999993</cx:pt>
          <cx:pt idx="2370">4.6500000000000004</cx:pt>
          <cx:pt idx="2371">8.5</cx:pt>
          <cx:pt idx="2372">0.41999999999999998</cx:pt>
          <cx:pt idx="2373">3.75</cx:pt>
          <cx:pt idx="2374">8.5</cx:pt>
          <cx:pt idx="2375">1.25</cx:pt>
          <cx:pt idx="2376">1.49</cx:pt>
          <cx:pt idx="2377">1.25</cx:pt>
          <cx:pt idx="2378">1.25</cx:pt>
          <cx:pt idx="2379">1.25</cx:pt>
          <cx:pt idx="2380">0.55000000000000004</cx:pt>
          <cx:pt idx="2381">1.25</cx:pt>
          <cx:pt idx="2382">0.41999999999999998</cx:pt>
          <cx:pt idx="2383">1.45</cx:pt>
          <cx:pt idx="2384">2.5499999999999998</cx:pt>
          <cx:pt idx="2385">1.45</cx:pt>
          <cx:pt idx="2386">3.75</cx:pt>
          <cx:pt idx="2387">3.25</cx:pt>
          <cx:pt idx="2388">1.25</cx:pt>
          <cx:pt idx="2389">1.25</cx:pt>
          <cx:pt idx="2390">1.95</cx:pt>
          <cx:pt idx="2391">4.9500000000000002</cx:pt>
          <cx:pt idx="2392">0.41999999999999998</cx:pt>
          <cx:pt idx="2393">2.5499999999999998</cx:pt>
          <cx:pt idx="2394">7.6200000000000001</cx:pt>
          <cx:pt idx="2395">3.3599999999999999</cx:pt>
          <cx:pt idx="2396">4.21</cx:pt>
          <cx:pt idx="2397">2.98</cx:pt>
          <cx:pt idx="2398">10.17</cx:pt>
          <cx:pt idx="2399">4.21</cx:pt>
          <cx:pt idx="2400">2.5099999999999998</cx:pt>
          <cx:pt idx="2401">5.9100000000000001</cx:pt>
          <cx:pt idx="2402">8.4700000000000006</cx:pt>
          <cx:pt idx="2403">2.5099999999999998</cx:pt>
          <cx:pt idx="2404">4.21</cx:pt>
          <cx:pt idx="2405">5.9100000000000001</cx:pt>
          <cx:pt idx="2406">3.3599999999999999</cx:pt>
          <cx:pt idx="2407">5.0599999999999996</cx:pt>
          <cx:pt idx="2408">3.3599999999999999</cx:pt>
          <cx:pt idx="2409">4.25</cx:pt>
          <cx:pt idx="2410">5.9100000000000001</cx:pt>
          <cx:pt idx="2411">2.5099999999999998</cx:pt>
          <cx:pt idx="2412">0.42999999999999999</cx:pt>
          <cx:pt idx="2413">3.3599999999999999</cx:pt>
          <cx:pt idx="2414">3.25</cx:pt>
          <cx:pt idx="2415">1.6599999999999999</cx:pt>
          <cx:pt idx="2416">2.5099999999999998</cx:pt>
          <cx:pt idx="2417">5.9100000000000001</cx:pt>
          <cx:pt idx="2418">3.3599999999999999</cx:pt>
          <cx:pt idx="2419">9.3200000000000003</cx:pt>
          <cx:pt idx="2420">2.5099999999999998</cx:pt>
          <cx:pt idx="2421">1.28</cx:pt>
          <cx:pt idx="2422">14.43</cx:pt>
          <cx:pt idx="2423">2.5099999999999998</cx:pt>
          <cx:pt idx="2424">5.9100000000000001</cx:pt>
          <cx:pt idx="2425">4.21</cx:pt>
          <cx:pt idx="2426">4.21</cx:pt>
          <cx:pt idx="2427">1.6599999999999999</cx:pt>
          <cx:pt idx="2428">3.3599999999999999</cx:pt>
          <cx:pt idx="2429">1.6599999999999999</cx:pt>
          <cx:pt idx="2430">7.6200000000000001</cx:pt>
          <cx:pt idx="2431">0.84999999999999998</cx:pt>
          <cx:pt idx="2432">2.5099999999999998</cx:pt>
          <cx:pt idx="2433">4.21</cx:pt>
          <cx:pt idx="2434">9.9499999999999993</cx:pt>
          <cx:pt idx="2435">1.25</cx:pt>
          <cx:pt idx="2436">3.75</cx:pt>
          <cx:pt idx="2437">7.6500000000000004</cx:pt>
          <cx:pt idx="2438">2.5499999999999998</cx:pt>
          <cx:pt idx="2439">4.6500000000000004</cx:pt>
          <cx:pt idx="2440">3.3900000000000001</cx:pt>
          <cx:pt idx="2441">1.45</cx:pt>
          <cx:pt idx="2442">1.45</cx:pt>
          <cx:pt idx="2443">1.25</cx:pt>
          <cx:pt idx="2444">1.25</cx:pt>
          <cx:pt idx="2445">0.55000000000000004</cx:pt>
          <cx:pt idx="2446">3.75</cx:pt>
          <cx:pt idx="2447">8.5</cx:pt>
          <cx:pt idx="2448">2.9500000000000002</cx:pt>
          <cx:pt idx="2449">5.9500000000000002</cx:pt>
          <cx:pt idx="2450">1.25</cx:pt>
          <cx:pt idx="2451">1.95</cx:pt>
          <cx:pt idx="2452">2.5499999999999998</cx:pt>
          <cx:pt idx="2453">0.41999999999999998</cx:pt>
          <cx:pt idx="2454">5.9100000000000001</cx:pt>
          <cx:pt idx="2455">7.6200000000000001</cx:pt>
          <cx:pt idx="2456">4.21</cx:pt>
          <cx:pt idx="2457">3.3599999999999999</cx:pt>
          <cx:pt idx="2458">4.21</cx:pt>
          <cx:pt idx="2459">2.98</cx:pt>
          <cx:pt idx="2460">4.21</cx:pt>
          <cx:pt idx="2461">1.6599999999999999</cx:pt>
          <cx:pt idx="2462">2.5099999999999998</cx:pt>
          <cx:pt idx="2463">5.9100000000000001</cx:pt>
          <cx:pt idx="2464">14.43</cx:pt>
          <cx:pt idx="2465">1.28</cx:pt>
          <cx:pt idx="2466">5.9100000000000001</cx:pt>
          <cx:pt idx="2467">9.3200000000000003</cx:pt>
          <cx:pt idx="2468">4.6500000000000004</cx:pt>
          <cx:pt idx="2469">16.98</cx:pt>
          <cx:pt idx="2470">5.9100000000000001</cx:pt>
          <cx:pt idx="2471">5.9100000000000001</cx:pt>
          <cx:pt idx="2472">2.5099999999999998</cx:pt>
          <cx:pt idx="2473">0.42999999999999999</cx:pt>
          <cx:pt idx="2474">7.6200000000000001</cx:pt>
          <cx:pt idx="2475">3.3599999999999999</cx:pt>
          <cx:pt idx="2476">3.25</cx:pt>
          <cx:pt idx="2477">1.6599999999999999</cx:pt>
          <cx:pt idx="2478">1.6599999999999999</cx:pt>
          <cx:pt idx="2479">2.5099999999999998</cx:pt>
          <cx:pt idx="2480">5.9100000000000001</cx:pt>
          <cx:pt idx="2481">4.21</cx:pt>
          <cx:pt idx="2482">1.28</cx:pt>
          <cx:pt idx="2483">2.5099999999999998</cx:pt>
          <cx:pt idx="2484">1.28</cx:pt>
          <cx:pt idx="2485">14.43</cx:pt>
          <cx:pt idx="2486">14.43</cx:pt>
          <cx:pt idx="2487">2.8199999999999998</cx:pt>
          <cx:pt idx="2488">1.6599999999999999</cx:pt>
          <cx:pt idx="2489">7.6200000000000001</cx:pt>
          <cx:pt idx="2490">2.5099999999999998</cx:pt>
          <cx:pt idx="2491">4.21</cx:pt>
          <cx:pt idx="2492">1.95</cx:pt>
          <cx:pt idx="2493">0.84999999999999998</cx:pt>
          <cx:pt idx="2494">7.6500000000000004</cx:pt>
          <cx:pt idx="2495">1.49</cx:pt>
          <cx:pt idx="2496">6.3499999999999996</cx:pt>
          <cx:pt idx="2497">2.9500000000000002</cx:pt>
          <cx:pt idx="2498">2.9500000000000002</cx:pt>
          <cx:pt idx="2499">0.84999999999999998</cx:pt>
          <cx:pt idx="2500">3.75</cx:pt>
          <cx:pt idx="2501">4.25</cx:pt>
          <cx:pt idx="2502">1.25</cx:pt>
          <cx:pt idx="2503">4.6500000000000004</cx:pt>
          <cx:pt idx="2504">0.65000000000000002</cx:pt>
          <cx:pt idx="2505">1.25</cx:pt>
          <cx:pt idx="2506">1.25</cx:pt>
          <cx:pt idx="2507">1.95</cx:pt>
          <cx:pt idx="2508">1.6499999999999999</cx:pt>
          <cx:pt idx="2509">1.6499999999999999</cx:pt>
          <cx:pt idx="2510">2.9500000000000002</cx:pt>
          <cx:pt idx="2511">3.75</cx:pt>
          <cx:pt idx="2512">2.5499999999999998</cx:pt>
          <cx:pt idx="2513">2.9500000000000002</cx:pt>
          <cx:pt idx="2514">0.55000000000000004</cx:pt>
          <cx:pt idx="2515">2.9500000000000002</cx:pt>
          <cx:pt idx="2516">3.75</cx:pt>
          <cx:pt idx="2517">3.75</cx:pt>
          <cx:pt idx="2518">1.45</cx:pt>
          <cx:pt idx="2519">1.49</cx:pt>
          <cx:pt idx="2520">9.9499999999999993</cx:pt>
          <cx:pt idx="2521">4.6500000000000004</cx:pt>
          <cx:pt idx="2522">1.25</cx:pt>
          <cx:pt idx="2523">1.25</cx:pt>
          <cx:pt idx="2524">2.1000000000000001</cx:pt>
          <cx:pt idx="2525">1.45</cx:pt>
          <cx:pt idx="2526">12.75</cx:pt>
          <cx:pt idx="2527">1.6499999999999999</cx:pt>
          <cx:pt idx="2528">5.9500000000000002</cx:pt>
          <cx:pt idx="2529">2.1000000000000001</cx:pt>
          <cx:pt idx="2530">3.75</cx:pt>
          <cx:pt idx="2531">7.9500000000000002</cx:pt>
          <cx:pt idx="2532">7.9500000000000002</cx:pt>
          <cx:pt idx="2533">1.95</cx:pt>
          <cx:pt idx="2534">7.9500000000000002</cx:pt>
          <cx:pt idx="2535">1.25</cx:pt>
          <cx:pt idx="2536">1.25</cx:pt>
          <cx:pt idx="2537">2.1000000000000001</cx:pt>
          <cx:pt idx="2538">9.9499999999999993</cx:pt>
          <cx:pt idx="2539">8.5</cx:pt>
          <cx:pt idx="2540">7.9500000000000002</cx:pt>
          <cx:pt idx="2541">0.84999999999999998</cx:pt>
          <cx:pt idx="2542">0.65000000000000002</cx:pt>
          <cx:pt idx="2543">4.9500000000000002</cx:pt>
          <cx:pt idx="2544">1.6499999999999999</cx:pt>
          <cx:pt idx="2545">0.41999999999999998</cx:pt>
          <cx:pt idx="2546">0.84999999999999998</cx:pt>
          <cx:pt idx="2547">1.25</cx:pt>
          <cx:pt idx="2548">1.6499999999999999</cx:pt>
          <cx:pt idx="2549">1.6499999999999999</cx:pt>
          <cx:pt idx="2550">2.9500000000000002</cx:pt>
          <cx:pt idx="2551">6.75</cx:pt>
          <cx:pt idx="2552">1.45</cx:pt>
          <cx:pt idx="2553">0.55000000000000004</cx:pt>
          <cx:pt idx="2554">0.84999999999999998</cx:pt>
          <cx:pt idx="2555">1.95</cx:pt>
          <cx:pt idx="2556">0.65000000000000002</cx:pt>
          <cx:pt idx="2557">1.25</cx:pt>
          <cx:pt idx="2558">4.6500000000000004</cx:pt>
          <cx:pt idx="2559">3.75</cx:pt>
          <cx:pt idx="2560">7.6500000000000004</cx:pt>
          <cx:pt idx="2561">2.5499999999999998</cx:pt>
          <cx:pt idx="2562">2.5499999999999998</cx:pt>
          <cx:pt idx="2563">1.45</cx:pt>
          <cx:pt idx="2564">0.84999999999999998</cx:pt>
          <cx:pt idx="2565">1.45</cx:pt>
          <cx:pt idx="2566">1.49</cx:pt>
          <cx:pt idx="2567">3.75</cx:pt>
          <cx:pt idx="2568">4.9500000000000002</cx:pt>
          <cx:pt idx="2569">3.3900000000000001</cx:pt>
          <cx:pt idx="2570">2.9500000000000002</cx:pt>
          <cx:pt idx="2571">1.95</cx:pt>
          <cx:pt idx="2572">1.45</cx:pt>
          <cx:pt idx="2573">4.9500000000000002</cx:pt>
          <cx:pt idx="2574">1.49</cx:pt>
          <cx:pt idx="2575">9.9499999999999993</cx:pt>
          <cx:pt idx="2576">8.5</cx:pt>
          <cx:pt idx="2577">2.9500000000000002</cx:pt>
          <cx:pt idx="2578">1.6499999999999999</cx:pt>
          <cx:pt idx="2579">8.5</cx:pt>
          <cx:pt idx="2580">2.1000000000000001</cx:pt>
          <cx:pt idx="2581">2.1000000000000001</cx:pt>
          <cx:pt idx="2582">8.5</cx:pt>
          <cx:pt idx="2583">2.9500000000000002</cx:pt>
          <cx:pt idx="2584">3.75</cx:pt>
          <cx:pt idx="2585">0.55000000000000004</cx:pt>
          <cx:pt idx="2586">3.75</cx:pt>
          <cx:pt idx="2587">2.1000000000000001</cx:pt>
          <cx:pt idx="2588">4.6500000000000004</cx:pt>
          <cx:pt idx="2589">3.75</cx:pt>
          <cx:pt idx="2590">6.75</cx:pt>
          <cx:pt idx="2591">0.41999999999999998</cx:pt>
          <cx:pt idx="2592">1.6499999999999999</cx:pt>
          <cx:pt idx="2593">7.6500000000000004</cx:pt>
          <cx:pt idx="2594">1.0600000000000001</cx:pt>
          <cx:pt idx="2595">1.45</cx:pt>
          <cx:pt idx="2596">4.6500000000000004</cx:pt>
          <cx:pt idx="2597">3.75</cx:pt>
          <cx:pt idx="2598">0.65000000000000002</cx:pt>
          <cx:pt idx="2599">1.6499999999999999</cx:pt>
          <cx:pt idx="2600">2.5499999999999998</cx:pt>
          <cx:pt idx="2601">1.95</cx:pt>
          <cx:pt idx="2602">2.1000000000000001</cx:pt>
          <cx:pt idx="2603">5.9500000000000002</cx:pt>
          <cx:pt idx="2604">0.41999999999999998</cx:pt>
          <cx:pt idx="2605">1.95</cx:pt>
          <cx:pt idx="2606">1.45</cx:pt>
          <cx:pt idx="2607">5.9500000000000002</cx:pt>
          <cx:pt idx="2608">1.25</cx:pt>
          <cx:pt idx="2609">2.5499999999999998</cx:pt>
          <cx:pt idx="2610">7.9500000000000002</cx:pt>
          <cx:pt idx="2611">6.3499999999999996</cx:pt>
          <cx:pt idx="2612">1.95</cx:pt>
          <cx:pt idx="2613">1.6499999999999999</cx:pt>
          <cx:pt idx="2614">0.84999999999999998</cx:pt>
          <cx:pt idx="2615">1.25</cx:pt>
          <cx:pt idx="2616">1.25</cx:pt>
          <cx:pt idx="2617">2.1000000000000001</cx:pt>
          <cx:pt idx="2618">1.45</cx:pt>
          <cx:pt idx="2619">4.6500000000000004</cx:pt>
          <cx:pt idx="2620">14.949999999999999</cx:pt>
          <cx:pt idx="2621">3.75</cx:pt>
          <cx:pt idx="2622">0.55000000000000004</cx:pt>
          <cx:pt idx="2623">0.41999999999999998</cx:pt>
          <cx:pt idx="2624">2.1000000000000001</cx:pt>
          <cx:pt idx="2625">0.41999999999999998</cx:pt>
          <cx:pt idx="2626">1.45</cx:pt>
          <cx:pt idx="2627">0.84999999999999998</cx:pt>
          <cx:pt idx="2628">4.6500000000000004</cx:pt>
          <cx:pt idx="2629">2.9500000000000002</cx:pt>
          <cx:pt idx="2630">1.25</cx:pt>
          <cx:pt idx="2631">1.6499999999999999</cx:pt>
          <cx:pt idx="2632">1.25</cx:pt>
          <cx:pt idx="2633">0.84999999999999998</cx:pt>
          <cx:pt idx="2634">0.41999999999999998</cx:pt>
          <cx:pt idx="2635">3.75</cx:pt>
          <cx:pt idx="2636">12.75</cx:pt>
          <cx:pt idx="2637">1.95</cx:pt>
          <cx:pt idx="2638">1.45</cx:pt>
          <cx:pt idx="2639">7.9500000000000002</cx:pt>
          <cx:pt idx="2640">3.25</cx:pt>
          <cx:pt idx="2641">7.6500000000000004</cx:pt>
          <cx:pt idx="2642">0.84999999999999998</cx:pt>
          <cx:pt idx="2643">7.9500000000000002</cx:pt>
          <cx:pt idx="2644">4.6500000000000004</cx:pt>
          <cx:pt idx="2645">0.41999999999999998</cx:pt>
          <cx:pt idx="2646">1.6499999999999999</cx:pt>
          <cx:pt idx="2647">3.75</cx:pt>
          <cx:pt idx="2648">1.45</cx:pt>
          <cx:pt idx="2649">0.41999999999999998</cx:pt>
          <cx:pt idx="2650">1.25</cx:pt>
          <cx:pt idx="2651">1.25</cx:pt>
          <cx:pt idx="2652">1.45</cx:pt>
          <cx:pt idx="2653">2.1000000000000001</cx:pt>
          <cx:pt idx="2654">3.25</cx:pt>
          <cx:pt idx="2655">5.9500000000000002</cx:pt>
          <cx:pt idx="2656">3.75</cx:pt>
          <cx:pt idx="2657">1.95</cx:pt>
          <cx:pt idx="2658">1.6499999999999999</cx:pt>
          <cx:pt idx="2659">0.84999999999999998</cx:pt>
          <cx:pt idx="2660">0.65000000000000002</cx:pt>
          <cx:pt idx="2661">1.45</cx:pt>
          <cx:pt idx="2662">2.1000000000000001</cx:pt>
          <cx:pt idx="2663">7.9500000000000002</cx:pt>
          <cx:pt idx="2664">1.25</cx:pt>
          <cx:pt idx="2665">4.6500000000000004</cx:pt>
          <cx:pt idx="2666">3.75</cx:pt>
          <cx:pt idx="2667">2.9500000000000002</cx:pt>
          <cx:pt idx="2668">1.25</cx:pt>
          <cx:pt idx="2669">0.65000000000000002</cx:pt>
          <cx:pt idx="2670">1.45</cx:pt>
          <cx:pt idx="2671">1.25</cx:pt>
          <cx:pt idx="2672">1.25</cx:pt>
          <cx:pt idx="2673">2.1000000000000001</cx:pt>
          <cx:pt idx="2674">1.45</cx:pt>
          <cx:pt idx="2675">0.41999999999999998</cx:pt>
          <cx:pt idx="2676">0.71999999999999997</cx:pt>
          <cx:pt idx="2677">2.1000000000000001</cx:pt>
          <cx:pt idx="2678">7.9500000000000002</cx:pt>
          <cx:pt idx="2679">1.25</cx:pt>
          <cx:pt idx="2680">7.9500000000000002</cx:pt>
          <cx:pt idx="2681">7.9500000000000002</cx:pt>
          <cx:pt idx="2682">1.45</cx:pt>
          <cx:pt idx="2683">4.9500000000000002</cx:pt>
          <cx:pt idx="2684">7.9500000000000002</cx:pt>
          <cx:pt idx="2685">1.6499999999999999</cx:pt>
          <cx:pt idx="2686">8.5</cx:pt>
          <cx:pt idx="2687">2.5499999999999998</cx:pt>
          <cx:pt idx="2688">6.3499999999999996</cx:pt>
          <cx:pt idx="2689">3.75</cx:pt>
          <cx:pt idx="2690">3.75</cx:pt>
          <cx:pt idx="2691">1.25</cx:pt>
          <cx:pt idx="2692">3.3900000000000001</cx:pt>
          <cx:pt idx="2693">1.95</cx:pt>
          <cx:pt idx="2694">2.1000000000000001</cx:pt>
          <cx:pt idx="2695">4.9500000000000002</cx:pt>
          <cx:pt idx="2696">4.9500000000000002</cx:pt>
          <cx:pt idx="2697">0.65000000000000002</cx:pt>
          <cx:pt idx="2698">2.5499999999999998</cx:pt>
          <cx:pt idx="2699">1.95</cx:pt>
          <cx:pt idx="2700">2.9500000000000002</cx:pt>
          <cx:pt idx="2701">0.41999999999999998</cx:pt>
          <cx:pt idx="2702">1.25</cx:pt>
          <cx:pt idx="2703">4.6500000000000004</cx:pt>
          <cx:pt idx="2704">2.9500000000000002</cx:pt>
          <cx:pt idx="2705">1.6499999999999999</cx:pt>
          <cx:pt idx="2706">7.9500000000000002</cx:pt>
          <cx:pt idx="2707">2.9500000000000002</cx:pt>
          <cx:pt idx="2708">2.5499999999999998</cx:pt>
          <cx:pt idx="2709">1.25</cx:pt>
          <cx:pt idx="2710">3.75</cx:pt>
          <cx:pt idx="2711">0.84999999999999998</cx:pt>
          <cx:pt idx="2712">0.65000000000000002</cx:pt>
          <cx:pt idx="2713">1.25</cx:pt>
          <cx:pt idx="2714">8.5</cx:pt>
          <cx:pt idx="2715">7.6500000000000004</cx:pt>
          <cx:pt idx="2716">2.9500000000000002</cx:pt>
          <cx:pt idx="2717">1.45</cx:pt>
          <cx:pt idx="2718">6.3499999999999996</cx:pt>
          <cx:pt idx="2719">0.41999999999999998</cx:pt>
          <cx:pt idx="2720">2.1000000000000001</cx:pt>
          <cx:pt idx="2721">0.65000000000000002</cx:pt>
          <cx:pt idx="2722">2.9500000000000002</cx:pt>
          <cx:pt idx="2723">3.75</cx:pt>
          <cx:pt idx="2724">7.9500000000000002</cx:pt>
          <cx:pt idx="2725">2.1000000000000001</cx:pt>
          <cx:pt idx="2726">2.9500000000000002</cx:pt>
          <cx:pt idx="2727">7.9500000000000002</cx:pt>
          <cx:pt idx="2728">1.95</cx:pt>
          <cx:pt idx="2729">0.84999999999999998</cx:pt>
          <cx:pt idx="2730">9.9499999999999993</cx:pt>
          <cx:pt idx="2731">0.65000000000000002</cx:pt>
          <cx:pt idx="2732">1.45</cx:pt>
          <cx:pt idx="2733">1.6499999999999999</cx:pt>
          <cx:pt idx="2734">5.9500000000000002</cx:pt>
          <cx:pt idx="2735">1.25</cx:pt>
          <cx:pt idx="2736">0.41999999999999998</cx:pt>
          <cx:pt idx="2737">2.9500000000000002</cx:pt>
          <cx:pt idx="2738">2.1000000000000001</cx:pt>
          <cx:pt idx="2739">3.75</cx:pt>
          <cx:pt idx="2740">2.1000000000000001</cx:pt>
          <cx:pt idx="2741">4.21</cx:pt>
          <cx:pt idx="2742">6.7699999999999996</cx:pt>
          <cx:pt idx="2743">16.98</cx:pt>
          <cx:pt idx="2744">6.7699999999999996</cx:pt>
          <cx:pt idx="2745">16.98</cx:pt>
          <cx:pt idx="2746">3.3599999999999999</cx:pt>
          <cx:pt idx="2747">3.3599999999999999</cx:pt>
          <cx:pt idx="2748">4.21</cx:pt>
          <cx:pt idx="2749">16.98</cx:pt>
          <cx:pt idx="2750">16.98</cx:pt>
          <cx:pt idx="2751">6.7699999999999996</cx:pt>
          <cx:pt idx="2752">4.21</cx:pt>
          <cx:pt idx="2753">5.9100000000000001</cx:pt>
          <cx:pt idx="2754">4.21</cx:pt>
          <cx:pt idx="2755">11.02</cx:pt>
          <cx:pt idx="2756">8.4700000000000006</cx:pt>
          <cx:pt idx="2757">4.21</cx:pt>
          <cx:pt idx="2758">2.5099999999999998</cx:pt>
          <cx:pt idx="2759">3.3599999999999999</cx:pt>
          <cx:pt idx="2760">2.1299999999999999</cx:pt>
          <cx:pt idx="2761">16.98</cx:pt>
          <cx:pt idx="2762">2.5099999999999998</cx:pt>
          <cx:pt idx="2763">8.4700000000000006</cx:pt>
          <cx:pt idx="2764">3.3599999999999999</cx:pt>
          <cx:pt idx="2765">2.1000000000000001</cx:pt>
          <cx:pt idx="2766">3.75</cx:pt>
          <cx:pt idx="2767">0.41999999999999998</cx:pt>
          <cx:pt idx="2768">25.489999999999998</cx:pt>
          <cx:pt idx="2769">5.9100000000000001</cx:pt>
          <cx:pt idx="2770">5.9100000000000001</cx:pt>
          <cx:pt idx="2771">0.84999999999999998</cx:pt>
          <cx:pt idx="2772">6.7699999999999996</cx:pt>
          <cx:pt idx="2773">12.720000000000001</cx:pt>
          <cx:pt idx="2774">7.6200000000000001</cx:pt>
          <cx:pt idx="2775">5.9100000000000001</cx:pt>
          <cx:pt idx="2776">3.3599999999999999</cx:pt>
          <cx:pt idx="2777">2.5099999999999998</cx:pt>
          <cx:pt idx="2778">2.8199999999999998</cx:pt>
          <cx:pt idx="2779">4.21</cx:pt>
          <cx:pt idx="2780">11.02</cx:pt>
          <cx:pt idx="2781">12.720000000000001</cx:pt>
          <cx:pt idx="2782">12.720000000000001</cx:pt>
          <cx:pt idx="2783">16.98</cx:pt>
          <cx:pt idx="2784">5.9100000000000001</cx:pt>
          <cx:pt idx="2785">16.98</cx:pt>
          <cx:pt idx="2786">5.9100000000000001</cx:pt>
          <cx:pt idx="2787">5.9100000000000001</cx:pt>
          <cx:pt idx="2788">1.28</cx:pt>
          <cx:pt idx="2789">5.0599999999999996</cx:pt>
          <cx:pt idx="2790">4.21</cx:pt>
          <cx:pt idx="2791">2.9500000000000002</cx:pt>
          <cx:pt idx="2792">9.9499999999999993</cx:pt>
          <cx:pt idx="2793">2.9500000000000002</cx:pt>
          <cx:pt idx="2794">1.25</cx:pt>
          <cx:pt idx="2795">1.95</cx:pt>
          <cx:pt idx="2796">0.84999999999999998</cx:pt>
          <cx:pt idx="2797">1.25</cx:pt>
          <cx:pt idx="2798">0.55000000000000004</cx:pt>
          <cx:pt idx="2799">0.84999999999999998</cx:pt>
          <cx:pt idx="2800">0.41999999999999998</cx:pt>
          <cx:pt idx="2801">1.45</cx:pt>
          <cx:pt idx="2802">1.45</cx:pt>
          <cx:pt idx="2803">1.6499999999999999</cx:pt>
          <cx:pt idx="2804">2.1000000000000001</cx:pt>
          <cx:pt idx="2805">2.9500000000000002</cx:pt>
          <cx:pt idx="2806">0.41999999999999998</cx:pt>
          <cx:pt idx="2807">8.5</cx:pt>
          <cx:pt idx="2808">1.6499999999999999</cx:pt>
          <cx:pt idx="2809">1.25</cx:pt>
          <cx:pt idx="2810">0.84999999999999998</cx:pt>
          <cx:pt idx="2811">3.75</cx:pt>
          <cx:pt idx="2812">2.9500000000000002</cx:pt>
          <cx:pt idx="2813">1.6499999999999999</cx:pt>
          <cx:pt idx="2814">2.5499999999999998</cx:pt>
          <cx:pt idx="2815">4.6500000000000004</cx:pt>
          <cx:pt idx="2816">1.95</cx:pt>
          <cx:pt idx="2817">2.1000000000000001</cx:pt>
          <cx:pt idx="2818">4.9500000000000002</cx:pt>
          <cx:pt idx="2819">7.9500000000000002</cx:pt>
          <cx:pt idx="2820">1.25</cx:pt>
          <cx:pt idx="2821">7.9500000000000002</cx:pt>
          <cx:pt idx="2822">1.49</cx:pt>
          <cx:pt idx="2823">8.5</cx:pt>
          <cx:pt idx="2824">1.95</cx:pt>
          <cx:pt idx="2825">2.5499999999999998</cx:pt>
          <cx:pt idx="2826">1.25</cx:pt>
          <cx:pt idx="2827">1.25</cx:pt>
          <cx:pt idx="2828">4.6500000000000004</cx:pt>
          <cx:pt idx="2829">7.9500000000000002</cx:pt>
          <cx:pt idx="2830">2.9500000000000002</cx:pt>
          <cx:pt idx="2831">1.6899999999999999</cx:pt>
          <cx:pt idx="2832">1.45</cx:pt>
          <cx:pt idx="2833">1.0600000000000001</cx:pt>
          <cx:pt idx="2834">2.9500000000000002</cx:pt>
          <cx:pt idx="2835">2.9500000000000002</cx:pt>
          <cx:pt idx="2836">0.84999999999999998</cx:pt>
          <cx:pt idx="2837">2.1000000000000001</cx:pt>
          <cx:pt idx="2838">0.84999999999999998</cx:pt>
          <cx:pt idx="2839">1.25</cx:pt>
          <cx:pt idx="2840">1.25</cx:pt>
          <cx:pt idx="2841">1.6499999999999999</cx:pt>
          <cx:pt idx="2842">1.6499999999999999</cx:pt>
          <cx:pt idx="2843">2.5499999999999998</cx:pt>
          <cx:pt idx="2844">1.6499999999999999</cx:pt>
          <cx:pt idx="2845">0.41999999999999998</cx:pt>
          <cx:pt idx="2846">0.41999999999999998</cx:pt>
          <cx:pt idx="2847">4.6500000000000004</cx:pt>
          <cx:pt idx="2848">2.9500000000000002</cx:pt>
          <cx:pt idx="2849">7.9500000000000002</cx:pt>
          <cx:pt idx="2850">6.75</cx:pt>
          <cx:pt idx="2851">1.25</cx:pt>
          <cx:pt idx="2852">7.9500000000000002</cx:pt>
          <cx:pt idx="2853">4.6500000000000004</cx:pt>
          <cx:pt idx="2854">1.25</cx:pt>
          <cx:pt idx="2855">2.9500000000000002</cx:pt>
          <cx:pt idx="2856">0.41999999999999998</cx:pt>
          <cx:pt idx="2857">3.25</cx:pt>
          <cx:pt idx="2858">1.49</cx:pt>
          <cx:pt idx="2859">1.95</cx:pt>
          <cx:pt idx="2860">7.9500000000000002</cx:pt>
          <cx:pt idx="2861">2.1000000000000001</cx:pt>
          <cx:pt idx="2862">0.65000000000000002</cx:pt>
          <cx:pt idx="2863">1.45</cx:pt>
          <cx:pt idx="2864">8.5</cx:pt>
          <cx:pt idx="2865">1.25</cx:pt>
          <cx:pt idx="2866">5.9500000000000002</cx:pt>
          <cx:pt idx="2867">1.6499999999999999</cx:pt>
          <cx:pt idx="2868">0.84999999999999998</cx:pt>
          <cx:pt idx="2869">1.45</cx:pt>
          <cx:pt idx="2870">2.9500000000000002</cx:pt>
          <cx:pt idx="2871">0.41999999999999998</cx:pt>
          <cx:pt idx="2872">7.9500000000000002</cx:pt>
          <cx:pt idx="2873">9.9499999999999993</cx:pt>
          <cx:pt idx="2874">3.75</cx:pt>
          <cx:pt idx="2875">2.9500000000000002</cx:pt>
          <cx:pt idx="2876">1.25</cx:pt>
          <cx:pt idx="2877">1.45</cx:pt>
          <cx:pt idx="2878">1.25</cx:pt>
          <cx:pt idx="2879">2.9500000000000002</cx:pt>
          <cx:pt idx="2880">1.95</cx:pt>
          <cx:pt idx="2881">1.6499999999999999</cx:pt>
          <cx:pt idx="2882">3.8100000000000001</cx:pt>
          <cx:pt idx="2883">0.55000000000000004</cx:pt>
          <cx:pt idx="2884">0.84999999999999998</cx:pt>
          <cx:pt idx="2885">9.9499999999999993</cx:pt>
          <cx:pt idx="2886">0.41999999999999998</cx:pt>
          <cx:pt idx="2887">1.6499999999999999</cx:pt>
          <cx:pt idx="2888">1.6499999999999999</cx:pt>
          <cx:pt idx="2889">2.1000000000000001</cx:pt>
          <cx:pt idx="2890">1.6499999999999999</cx:pt>
          <cx:pt idx="2891">0.65000000000000002</cx:pt>
          <cx:pt idx="2892">1.6499999999999999</cx:pt>
          <cx:pt idx="2893">1.6499999999999999</cx:pt>
          <cx:pt idx="2894">1.6499999999999999</cx:pt>
          <cx:pt idx="2895">3.75</cx:pt>
          <cx:pt idx="2896">1.25</cx:pt>
          <cx:pt idx="2897">7.9500000000000002</cx:pt>
          <cx:pt idx="2898">1.45</cx:pt>
          <cx:pt idx="2899">4.9500000000000002</cx:pt>
          <cx:pt idx="2900">4.6500000000000004</cx:pt>
          <cx:pt idx="2901">1.6499999999999999</cx:pt>
          <cx:pt idx="2902">3.75</cx:pt>
          <cx:pt idx="2903">2.5499999999999998</cx:pt>
          <cx:pt idx="2904">1.95</cx:pt>
          <cx:pt idx="2905">9.9499999999999993</cx:pt>
          <cx:pt idx="2906">4.9500000000000002</cx:pt>
          <cx:pt idx="2907">4.25</cx:pt>
          <cx:pt idx="2908">1.6499999999999999</cx:pt>
          <cx:pt idx="2909">0.65000000000000002</cx:pt>
          <cx:pt idx="2910">1.6499999999999999</cx:pt>
          <cx:pt idx="2911">0.84999999999999998</cx:pt>
          <cx:pt idx="2912">7.9500000000000002</cx:pt>
          <cx:pt idx="2913">9.9499999999999993</cx:pt>
          <cx:pt idx="2914">1.45</cx:pt>
          <cx:pt idx="2915">0.41999999999999998</cx:pt>
          <cx:pt idx="2916">1.45</cx:pt>
          <cx:pt idx="2917">7.6500000000000004</cx:pt>
          <cx:pt idx="2918">7.9500000000000002</cx:pt>
          <cx:pt idx="2919">1.45</cx:pt>
          <cx:pt idx="2920">1.45</cx:pt>
          <cx:pt idx="2921">1.25</cx:pt>
          <cx:pt idx="2922">4.6500000000000004</cx:pt>
          <cx:pt idx="2923">0.41999999999999998</cx:pt>
          <cx:pt idx="2924">1.45</cx:pt>
          <cx:pt idx="2925">1.6499999999999999</cx:pt>
          <cx:pt idx="2926">2.5499999999999998</cx:pt>
          <cx:pt idx="2927">2.1000000000000001</cx:pt>
          <cx:pt idx="2928">4.6500000000000004</cx:pt>
          <cx:pt idx="2929">1.25</cx:pt>
          <cx:pt idx="2930">1.6499999999999999</cx:pt>
          <cx:pt idx="2931">1.49</cx:pt>
          <cx:pt idx="2932">7.9500000000000002</cx:pt>
          <cx:pt idx="2933">2.9500000000000002</cx:pt>
          <cx:pt idx="2934">7.9500000000000002</cx:pt>
          <cx:pt idx="2935">1.53</cx:pt>
          <cx:pt idx="2936">1.53</cx:pt>
          <cx:pt idx="2937">8.5</cx:pt>
          <cx:pt idx="2938">6.75</cx:pt>
          <cx:pt idx="2939">1.6499999999999999</cx:pt>
          <cx:pt idx="2940">0.71999999999999997</cx:pt>
          <cx:pt idx="2941">6.75</cx:pt>
          <cx:pt idx="2942">7.6500000000000004</cx:pt>
          <cx:pt idx="2943">2.1000000000000001</cx:pt>
          <cx:pt idx="2944">6.75</cx:pt>
          <cx:pt idx="2945">1.6499999999999999</cx:pt>
          <cx:pt idx="2946">0.65000000000000002</cx:pt>
          <cx:pt idx="2947">2.1000000000000001</cx:pt>
          <cx:pt idx="2948">0.55000000000000004</cx:pt>
          <cx:pt idx="2949">0.55000000000000004</cx:pt>
          <cx:pt idx="2950">7.9500000000000002</cx:pt>
          <cx:pt idx="2951">3.75</cx:pt>
          <cx:pt idx="2952">1.25</cx:pt>
          <cx:pt idx="2953">1.6499999999999999</cx:pt>
          <cx:pt idx="2954">5.9500000000000002</cx:pt>
          <cx:pt idx="2955">0.28999999999999998</cx:pt>
          <cx:pt idx="2956">4.6500000000000004</cx:pt>
          <cx:pt idx="2957">1.45</cx:pt>
          <cx:pt idx="2958">1.25</cx:pt>
          <cx:pt idx="2959">1.25</cx:pt>
          <cx:pt idx="2960">2.1000000000000001</cx:pt>
          <cx:pt idx="2961">1.45</cx:pt>
          <cx:pt idx="2962">1.25</cx:pt>
          <cx:pt idx="2963">1.25</cx:pt>
          <cx:pt idx="2964">0.55000000000000004</cx:pt>
          <cx:pt idx="2965">1.95</cx:pt>
          <cx:pt idx="2966">8.5</cx:pt>
          <cx:pt idx="2967">0.84999999999999998</cx:pt>
          <cx:pt idx="2968">2.9500000000000002</cx:pt>
          <cx:pt idx="2969">9.9499999999999993</cx:pt>
          <cx:pt idx="2970">1.49</cx:pt>
          <cx:pt idx="2971">4.9500000000000002</cx:pt>
          <cx:pt idx="2972">1.95</cx:pt>
          <cx:pt idx="2973">2.9500000000000002</cx:pt>
          <cx:pt idx="2974">2.5499999999999998</cx:pt>
          <cx:pt idx="2975">1.6499999999999999</cx:pt>
          <cx:pt idx="2976">2.9500000000000002</cx:pt>
          <cx:pt idx="2977">1.45</cx:pt>
          <cx:pt idx="2978">0.41999999999999998</cx:pt>
          <cx:pt idx="2979">2.1000000000000001</cx:pt>
          <cx:pt idx="2980">2.9500000000000002</cx:pt>
          <cx:pt idx="2981">4.6500000000000004</cx:pt>
          <cx:pt idx="2982">0.41999999999999998</cx:pt>
          <cx:pt idx="2983">1.95</cx:pt>
          <cx:pt idx="2984">0.41999999999999998</cx:pt>
          <cx:pt idx="2985">7.6500000000000004</cx:pt>
          <cx:pt idx="2986">7.6500000000000004</cx:pt>
          <cx:pt idx="2987">3.75</cx:pt>
          <cx:pt idx="2988">1.25</cx:pt>
          <cx:pt idx="2989">2.1000000000000001</cx:pt>
          <cx:pt idx="2990">7.9500000000000002</cx:pt>
          <cx:pt idx="2991">1.25</cx:pt>
          <cx:pt idx="2992">0.41999999999999998</cx:pt>
          <cx:pt idx="2993">7.6500000000000004</cx:pt>
          <cx:pt idx="2994">7.9500000000000002</cx:pt>
          <cx:pt idx="2995">2.5499999999999998</cx:pt>
          <cx:pt idx="2996">1.95</cx:pt>
          <cx:pt idx="2997">1.95</cx:pt>
          <cx:pt idx="2998">0.41999999999999998</cx:pt>
          <cx:pt idx="2999">0.41999999999999998</cx:pt>
          <cx:pt idx="3000">8.5</cx:pt>
          <cx:pt idx="3001">2.9500000000000002</cx:pt>
          <cx:pt idx="3002">1.6499999999999999</cx:pt>
          <cx:pt idx="3003">0.65000000000000002</cx:pt>
          <cx:pt idx="3004">0.41999999999999998</cx:pt>
          <cx:pt idx="3005">7.9500000000000002</cx:pt>
          <cx:pt idx="3006">7.9500000000000002</cx:pt>
          <cx:pt idx="3007">7.9500000000000002</cx:pt>
          <cx:pt idx="3008">0.41999999999999998</cx:pt>
          <cx:pt idx="3009">3.75</cx:pt>
          <cx:pt idx="3010">2.9500000000000002</cx:pt>
          <cx:pt idx="3011">1.25</cx:pt>
          <cx:pt idx="3012">7.9500000000000002</cx:pt>
          <cx:pt idx="3013">1.6499999999999999</cx:pt>
          <cx:pt idx="3014">0.41999999999999998</cx:pt>
          <cx:pt idx="3015">1.25</cx:pt>
          <cx:pt idx="3016">1.25</cx:pt>
          <cx:pt idx="3017">1.25</cx:pt>
          <cx:pt idx="3018">1.25</cx:pt>
          <cx:pt idx="3019">1.25</cx:pt>
          <cx:pt idx="3020">0.55000000000000004</cx:pt>
          <cx:pt idx="3021">1.95</cx:pt>
          <cx:pt idx="3022">2.5499999999999998</cx:pt>
          <cx:pt idx="3023">1.45</cx:pt>
          <cx:pt idx="3024">2.9500000000000002</cx:pt>
          <cx:pt idx="3025">2.9500000000000002</cx:pt>
          <cx:pt idx="3026">1.95</cx:pt>
          <cx:pt idx="3027">1.45</cx:pt>
          <cx:pt idx="3028">1.25</cx:pt>
          <cx:pt idx="3029">0.55000000000000004</cx:pt>
          <cx:pt idx="3030">0.84999999999999998</cx:pt>
          <cx:pt idx="3031">6.75</cx:pt>
          <cx:pt idx="3032">4.9500000000000002</cx:pt>
          <cx:pt idx="3033">2.1000000000000001</cx:pt>
          <cx:pt idx="3034">2.9500000000000002</cx:pt>
          <cx:pt idx="3035">5.9500000000000002</cx:pt>
          <cx:pt idx="3036">6.75</cx:pt>
          <cx:pt idx="3037">1.95</cx:pt>
          <cx:pt idx="3038">5.9500000000000002</cx:pt>
          <cx:pt idx="3039">1.6499999999999999</cx:pt>
          <cx:pt idx="3040">2.1000000000000001</cx:pt>
          <cx:pt idx="3041">3.75</cx:pt>
          <cx:pt idx="3042">1.49</cx:pt>
          <cx:pt idx="3043">2.1000000000000001</cx:pt>
          <cx:pt idx="3044">6.75</cx:pt>
          <cx:pt idx="3045">6.3499999999999996</cx:pt>
          <cx:pt idx="3046">8.5</cx:pt>
          <cx:pt idx="3047">1.6499999999999999</cx:pt>
          <cx:pt idx="3048">1.25</cx:pt>
          <cx:pt idx="3049">0.41999999999999998</cx:pt>
          <cx:pt idx="3050">4.9500000000000002</cx:pt>
          <cx:pt idx="3051">0.84999999999999998</cx:pt>
          <cx:pt idx="3052">2.1000000000000001</cx:pt>
          <cx:pt idx="3053">12.75</cx:pt>
          <cx:pt idx="3054">2.1000000000000001</cx:pt>
          <cx:pt idx="3055">4.6500000000000004</cx:pt>
          <cx:pt idx="3056">1.45</cx:pt>
          <cx:pt idx="3057">2.9500000000000002</cx:pt>
          <cx:pt idx="3058">0.55000000000000004</cx:pt>
          <cx:pt idx="3059">0.41999999999999998</cx:pt>
          <cx:pt idx="3060">1.95</cx:pt>
          <cx:pt idx="3061">1.95</cx:pt>
          <cx:pt idx="3062">9.9499999999999993</cx:pt>
          <cx:pt idx="3063">5.9500000000000002</cx:pt>
          <cx:pt idx="3064">1.25</cx:pt>
          <cx:pt idx="3065">1.25</cx:pt>
          <cx:pt idx="3066">1.25</cx:pt>
          <cx:pt idx="3067">1.25</cx:pt>
          <cx:pt idx="3068">1.45</cx:pt>
          <cx:pt idx="3069">2.9500000000000002</cx:pt>
          <cx:pt idx="3070">0.55000000000000004</cx:pt>
          <cx:pt idx="3071">0.55000000000000004</cx:pt>
          <cx:pt idx="3072">1.6499999999999999</cx:pt>
          <cx:pt idx="3073">0.41999999999999998</cx:pt>
          <cx:pt idx="3074">1.25</cx:pt>
          <cx:pt idx="3075">5.9500000000000002</cx:pt>
          <cx:pt idx="3076">1.25</cx:pt>
          <cx:pt idx="3077">8.5</cx:pt>
          <cx:pt idx="3078">7.9500000000000002</cx:pt>
          <cx:pt idx="3079">2.9500000000000002</cx:pt>
          <cx:pt idx="3080">0.84999999999999998</cx:pt>
          <cx:pt idx="3081">4.9500000000000002</cx:pt>
          <cx:pt idx="3082">2.9500000000000002</cx:pt>
          <cx:pt idx="3083">1.6499999999999999</cx:pt>
          <cx:pt idx="3084">12.75</cx:pt>
          <cx:pt idx="3085">0.84999999999999998</cx:pt>
          <cx:pt idx="3086">6.75</cx:pt>
          <cx:pt idx="3087">1.25</cx:pt>
          <cx:pt idx="3088">0.84999999999999998</cx:pt>
          <cx:pt idx="3089">1.45</cx:pt>
          <cx:pt idx="3090">2.1000000000000001</cx:pt>
          <cx:pt idx="3091">1.49</cx:pt>
          <cx:pt idx="3092">5.9500000000000002</cx:pt>
          <cx:pt idx="3093">7.9500000000000002</cx:pt>
          <cx:pt idx="3094">7.9500000000000002</cx:pt>
          <cx:pt idx="3095">3.75</cx:pt>
          <cx:pt idx="3096">6.3499999999999996</cx:pt>
          <cx:pt idx="3097">0.84999999999999998</cx:pt>
          <cx:pt idx="3098">8.5</cx:pt>
          <cx:pt idx="3099">3.75</cx:pt>
          <cx:pt idx="3100">6.75</cx:pt>
          <cx:pt idx="3101">8.5</cx:pt>
          <cx:pt idx="3102">0.41999999999999998</cx:pt>
          <cx:pt idx="3103">0.84999999999999998</cx:pt>
          <cx:pt idx="3104">1.6499999999999999</cx:pt>
          <cx:pt idx="3105">9.9499999999999993</cx:pt>
          <cx:pt idx="3106">2.5499999999999998</cx:pt>
          <cx:pt idx="3107">2.9500000000000002</cx:pt>
          <cx:pt idx="3108">12.75</cx:pt>
          <cx:pt idx="3109">7.9500000000000002</cx:pt>
          <cx:pt idx="3110">3.75</cx:pt>
          <cx:pt idx="3111">1.6499999999999999</cx:pt>
          <cx:pt idx="3112">0.84999999999999998</cx:pt>
          <cx:pt idx="3113">0.65000000000000002</cx:pt>
          <cx:pt idx="3114">1.95</cx:pt>
          <cx:pt idx="3115">1.95</cx:pt>
          <cx:pt idx="3116">5.9100000000000001</cx:pt>
          <cx:pt idx="3117">4.21</cx:pt>
          <cx:pt idx="3118">3.3599999999999999</cx:pt>
          <cx:pt idx="3119">4.21</cx:pt>
          <cx:pt idx="3120">2.98</cx:pt>
          <cx:pt idx="3121">4.21</cx:pt>
          <cx:pt idx="3122">1.6599999999999999</cx:pt>
          <cx:pt idx="3123">2.5099999999999998</cx:pt>
          <cx:pt idx="3124">5.9100000000000001</cx:pt>
          <cx:pt idx="3125">3.3599999999999999</cx:pt>
          <cx:pt idx="3126">5.0599999999999996</cx:pt>
          <cx:pt idx="3127">25.489999999999998</cx:pt>
          <cx:pt idx="3128">3.3599999999999999</cx:pt>
          <cx:pt idx="3129">4.6500000000000004</cx:pt>
          <cx:pt idx="3130">9.3200000000000003</cx:pt>
          <cx:pt idx="3131">12.720000000000001</cx:pt>
          <cx:pt idx="3132">16.98</cx:pt>
          <cx:pt idx="3133">5.9100000000000001</cx:pt>
          <cx:pt idx="3134">5.9100000000000001</cx:pt>
          <cx:pt idx="3135">2.5099999999999998</cx:pt>
          <cx:pt idx="3136">0.42999999999999999</cx:pt>
          <cx:pt idx="3137">7.6200000000000001</cx:pt>
          <cx:pt idx="3138">3.3599999999999999</cx:pt>
          <cx:pt idx="3139">1.6599999999999999</cx:pt>
          <cx:pt idx="3140">12.720000000000001</cx:pt>
          <cx:pt idx="3141">2.5099999999999998</cx:pt>
          <cx:pt idx="3142">3.3599999999999999</cx:pt>
          <cx:pt idx="3143">9.3200000000000003</cx:pt>
          <cx:pt idx="3144">1.28</cx:pt>
          <cx:pt idx="3145">2.5099999999999998</cx:pt>
          <cx:pt idx="3146">14.43</cx:pt>
          <cx:pt idx="3147">2.5099999999999998</cx:pt>
          <cx:pt idx="3148">5.9100000000000001</cx:pt>
          <cx:pt idx="3149">14.43</cx:pt>
          <cx:pt idx="3150">4.21</cx:pt>
          <cx:pt idx="3151">1.6599999999999999</cx:pt>
          <cx:pt idx="3152">1.6599999999999999</cx:pt>
          <cx:pt idx="3153">7.6200000000000001</cx:pt>
          <cx:pt idx="3154">0.84999999999999998</cx:pt>
          <cx:pt idx="3155">2.5099999999999998</cx:pt>
          <cx:pt idx="3156">4.21</cx:pt>
          <cx:pt idx="3157">2.9500000000000002</cx:pt>
          <cx:pt idx="3158">5.9100000000000001</cx:pt>
          <cx:pt idx="3159">7.6200000000000001</cx:pt>
          <cx:pt idx="3160">25.489999999999998</cx:pt>
          <cx:pt idx="3161">4.21</cx:pt>
          <cx:pt idx="3162">14.43</cx:pt>
          <cx:pt idx="3163">3.3599999999999999</cx:pt>
          <cx:pt idx="3164">4.21</cx:pt>
          <cx:pt idx="3165">4.21</cx:pt>
          <cx:pt idx="3166">1.6599999999999999</cx:pt>
          <cx:pt idx="3167">2.5099999999999998</cx:pt>
          <cx:pt idx="3168">5.9100000000000001</cx:pt>
          <cx:pt idx="3169">2.5099999999999998</cx:pt>
          <cx:pt idx="3170">14.43</cx:pt>
          <cx:pt idx="3171">3.3599999999999999</cx:pt>
          <cx:pt idx="3172">5.0599999999999996</cx:pt>
          <cx:pt idx="3173">3.3599999999999999</cx:pt>
          <cx:pt idx="3174">9.3200000000000003</cx:pt>
          <cx:pt idx="3175">12.720000000000001</cx:pt>
          <cx:pt idx="3176">16.98</cx:pt>
          <cx:pt idx="3177">2.5099999999999998</cx:pt>
          <cx:pt idx="3178">0.42999999999999999</cx:pt>
          <cx:pt idx="3179">2.5099999999999998</cx:pt>
          <cx:pt idx="3180">7.6200000000000001</cx:pt>
          <cx:pt idx="3181">3.3599999999999999</cx:pt>
          <cx:pt idx="3182">16.98</cx:pt>
          <cx:pt idx="3183">1.6599999999999999</cx:pt>
          <cx:pt idx="3184">2.5099999999999998</cx:pt>
          <cx:pt idx="3185">5.9100000000000001</cx:pt>
          <cx:pt idx="3186">3.3599999999999999</cx:pt>
          <cx:pt idx="3187">2.5099999999999998</cx:pt>
          <cx:pt idx="3188">1.28</cx:pt>
          <cx:pt idx="3189">14.43</cx:pt>
          <cx:pt idx="3190">2.5099999999999998</cx:pt>
          <cx:pt idx="3191">5.9100000000000001</cx:pt>
          <cx:pt idx="3192">1.28</cx:pt>
          <cx:pt idx="3193">4.21</cx:pt>
          <cx:pt idx="3194">4.21</cx:pt>
          <cx:pt idx="3195">1.6599999999999999</cx:pt>
          <cx:pt idx="3196">1.6599999999999999</cx:pt>
          <cx:pt idx="3197">5.0599999999999996</cx:pt>
          <cx:pt idx="3198">0.84999999999999998</cx:pt>
          <cx:pt idx="3199">2.5099999999999998</cx:pt>
          <cx:pt idx="3200">4.21</cx:pt>
          <cx:pt idx="3201">0.84999999999999998</cx:pt>
          <cx:pt idx="3202">5.9100000000000001</cx:pt>
          <cx:pt idx="3203">10.85</cx:pt>
          <cx:pt idx="3204">3.3599999999999999</cx:pt>
          <cx:pt idx="3205">2.5099999999999998</cx:pt>
          <cx:pt idx="3206">2.98</cx:pt>
          <cx:pt idx="3207">10.17</cx:pt>
          <cx:pt idx="3208">4.21</cx:pt>
          <cx:pt idx="3209">1.6599999999999999</cx:pt>
          <cx:pt idx="3210">2.5099999999999998</cx:pt>
          <cx:pt idx="3211">5.9100000000000001</cx:pt>
          <cx:pt idx="3212">0.84999999999999998</cx:pt>
          <cx:pt idx="3213">1.28</cx:pt>
          <cx:pt idx="3214">2.5099999999999998</cx:pt>
          <cx:pt idx="3215">3.3599999999999999</cx:pt>
          <cx:pt idx="3216">1.28</cx:pt>
          <cx:pt idx="3217">5.0599999999999996</cx:pt>
          <cx:pt idx="3218">3.3599999999999999</cx:pt>
          <cx:pt idx="3219">3.3599999999999999</cx:pt>
          <cx:pt idx="3220">9.3200000000000003</cx:pt>
          <cx:pt idx="3221">16.98</cx:pt>
          <cx:pt idx="3222">5.9100000000000001</cx:pt>
          <cx:pt idx="3223">2.5099999999999998</cx:pt>
          <cx:pt idx="3224">0.42999999999999999</cx:pt>
          <cx:pt idx="3225">2.5099999999999998</cx:pt>
          <cx:pt idx="3226">7.6200000000000001</cx:pt>
          <cx:pt idx="3227">3.3599999999999999</cx:pt>
          <cx:pt idx="3228">16.98</cx:pt>
          <cx:pt idx="3229">1.6599999999999999</cx:pt>
          <cx:pt idx="3230">2.5099999999999998</cx:pt>
          <cx:pt idx="3231">5.9100000000000001</cx:pt>
          <cx:pt idx="3232">0.84999999999999998</cx:pt>
          <cx:pt idx="3233">3.3599999999999999</cx:pt>
          <cx:pt idx="3234">4.21</cx:pt>
          <cx:pt idx="3235">2.5099999999999998</cx:pt>
          <cx:pt idx="3236">14.43</cx:pt>
          <cx:pt idx="3237">2.5099999999999998</cx:pt>
          <cx:pt idx="3238">5.9100000000000001</cx:pt>
          <cx:pt idx="3239">1.6599999999999999</cx:pt>
          <cx:pt idx="3240">14.43</cx:pt>
          <cx:pt idx="3241">4.21</cx:pt>
          <cx:pt idx="3242">3.3599999999999999</cx:pt>
          <cx:pt idx="3243">1.6599999999999999</cx:pt>
          <cx:pt idx="3244">5.0599999999999996</cx:pt>
          <cx:pt idx="3245">7.6200000000000001</cx:pt>
          <cx:pt idx="3246">0.84999999999999998</cx:pt>
          <cx:pt idx="3247">2.5099999999999998</cx:pt>
          <cx:pt idx="3248">4.21</cx:pt>
          <cx:pt idx="3249">2.5499999999999998</cx:pt>
          <cx:pt idx="3250">2.9500000000000002</cx:pt>
          <cx:pt idx="3251">1.25</cx:pt>
          <cx:pt idx="3252">2.5499999999999998</cx:pt>
          <cx:pt idx="3253">9.9499999999999993</cx:pt>
          <cx:pt idx="3254">6.3499999999999996</cx:pt>
          <cx:pt idx="3255">1.6499999999999999</cx:pt>
          <cx:pt idx="3256">4.9500000000000002</cx:pt>
          <cx:pt idx="3257">5.9500000000000002</cx:pt>
          <cx:pt idx="3258">4.9500000000000002</cx:pt>
          <cx:pt idx="3259">1.25</cx:pt>
          <cx:pt idx="3260">1.25</cx:pt>
          <cx:pt idx="3261">0.84999999999999998</cx:pt>
          <cx:pt idx="3262">0.84999999999999998</cx:pt>
          <cx:pt idx="3263">1.25</cx:pt>
          <cx:pt idx="3264">8.5</cx:pt>
          <cx:pt idx="3265">2.9500000000000002</cx:pt>
          <cx:pt idx="3266">5.9100000000000001</cx:pt>
          <cx:pt idx="3267">4.21</cx:pt>
          <cx:pt idx="3268">4.21</cx:pt>
          <cx:pt idx="3269">2.5099999999999998</cx:pt>
          <cx:pt idx="3270">4.21</cx:pt>
          <cx:pt idx="3271">2.5099999999999998</cx:pt>
          <cx:pt idx="3272">8.4700000000000006</cx:pt>
          <cx:pt idx="3273">0.84999999999999998</cx:pt>
          <cx:pt idx="3274">2.5099999999999998</cx:pt>
          <cx:pt idx="3275">4.21</cx:pt>
          <cx:pt idx="3276">5.0599999999999996</cx:pt>
          <cx:pt idx="3277">0.84999999999999998</cx:pt>
          <cx:pt idx="3278">9.3200000000000003</cx:pt>
          <cx:pt idx="3279">12.720000000000001</cx:pt>
          <cx:pt idx="3280">16.98</cx:pt>
          <cx:pt idx="3281">5.9100000000000001</cx:pt>
          <cx:pt idx="3282">5.9100000000000001</cx:pt>
          <cx:pt idx="3283">2.5099999999999998</cx:pt>
          <cx:pt idx="3284">0.42999999999999999</cx:pt>
          <cx:pt idx="3285">7.6200000000000001</cx:pt>
          <cx:pt idx="3286">3.3599999999999999</cx:pt>
          <cx:pt idx="3287">25.489999999999998</cx:pt>
          <cx:pt idx="3288">2.5099999999999998</cx:pt>
          <cx:pt idx="3289">5.9100000000000001</cx:pt>
          <cx:pt idx="3290">0.84999999999999998</cx:pt>
          <cx:pt idx="3291">3.3599999999999999</cx:pt>
          <cx:pt idx="3292">9.3200000000000003</cx:pt>
          <cx:pt idx="3293">4.21</cx:pt>
          <cx:pt idx="3294">1.28</cx:pt>
          <cx:pt idx="3295">2.5099999999999998</cx:pt>
          <cx:pt idx="3296">14.43</cx:pt>
          <cx:pt idx="3297">4.21</cx:pt>
          <cx:pt idx="3298">4.21</cx:pt>
          <cx:pt idx="3299">1.6599999999999999</cx:pt>
          <cx:pt idx="3300">2.5099999999999998</cx:pt>
          <cx:pt idx="3301">4.21</cx:pt>
          <cx:pt idx="3302">5.9100000000000001</cx:pt>
          <cx:pt idx="3303">7.6200000000000001</cx:pt>
          <cx:pt idx="3304">5.9100000000000001</cx:pt>
          <cx:pt idx="3305">4.21</cx:pt>
          <cx:pt idx="3306">3.3599999999999999</cx:pt>
          <cx:pt idx="3307">4.21</cx:pt>
          <cx:pt idx="3308">1.6599999999999999</cx:pt>
          <cx:pt idx="3309">1.6599999999999999</cx:pt>
          <cx:pt idx="3310">2.5099999999999998</cx:pt>
          <cx:pt idx="3311">8.4700000000000006</cx:pt>
          <cx:pt idx="3312">0.84999999999999998</cx:pt>
          <cx:pt idx="3313">2.5099999999999998</cx:pt>
          <cx:pt idx="3314">3.3599999999999999</cx:pt>
          <cx:pt idx="3315">4.21</cx:pt>
          <cx:pt idx="3316">3.3599999999999999</cx:pt>
          <cx:pt idx="3317">5.0599999999999996</cx:pt>
          <cx:pt idx="3318">11.02</cx:pt>
          <cx:pt idx="3319">3.3599999999999999</cx:pt>
          <cx:pt idx="3320">9.3200000000000003</cx:pt>
          <cx:pt idx="3321">12.720000000000001</cx:pt>
          <cx:pt idx="3322">2.5099999999999998</cx:pt>
          <cx:pt idx="3323">0.42999999999999999</cx:pt>
          <cx:pt idx="3324">3.3599999999999999</cx:pt>
          <cx:pt idx="3325">2.5099999999999998</cx:pt>
          <cx:pt idx="3326">0.84999999999999998</cx:pt>
          <cx:pt idx="3327">5.9100000000000001</cx:pt>
          <cx:pt idx="3328">3.3599999999999999</cx:pt>
          <cx:pt idx="3329">4.21</cx:pt>
          <cx:pt idx="3330">1.28</cx:pt>
          <cx:pt idx="3331">2.5099999999999998</cx:pt>
          <cx:pt idx="3332">2.5099999999999998</cx:pt>
          <cx:pt idx="3333">5.9100000000000001</cx:pt>
          <cx:pt idx="3334">2.8199999999999998</cx:pt>
          <cx:pt idx="3335">4.21</cx:pt>
          <cx:pt idx="3336">1.6599999999999999</cx:pt>
          <cx:pt idx="3337">7.6200000000000001</cx:pt>
          <cx:pt idx="3338">0.84999999999999998</cx:pt>
          <cx:pt idx="3339">2.5099999999999998</cx:pt>
          <cx:pt idx="3340">4.6500000000000004</cx:pt>
          <cx:pt idx="3341">1.25</cx:pt>
          <cx:pt idx="3342">1.25</cx:pt>
          <cx:pt idx="3343">4.6500000000000004</cx:pt>
          <cx:pt idx="3344">2.5499999999999998</cx:pt>
          <cx:pt idx="3345">0.84999999999999998</cx:pt>
          <cx:pt idx="3346">3.75</cx:pt>
          <cx:pt idx="3347">1.8500000000000001</cx:pt>
          <cx:pt idx="3348">2.5499999999999998</cx:pt>
          <cx:pt idx="3349">1.45</cx:pt>
          <cx:pt idx="3350">2.9500000000000002</cx:pt>
          <cx:pt idx="3351">1.25</cx:pt>
          <cx:pt idx="3352">5.9500000000000002</cx:pt>
          <cx:pt idx="3353">1.25</cx:pt>
          <cx:pt idx="3354">7.9500000000000002</cx:pt>
          <cx:pt idx="3355">4.6500000000000004</cx:pt>
          <cx:pt idx="3356">5.9500000000000002</cx:pt>
          <cx:pt idx="3357">0.84999999999999998</cx:pt>
          <cx:pt idx="3358">9.9499999999999993</cx:pt>
          <cx:pt idx="3359">1.25</cx:pt>
          <cx:pt idx="3360">1.25</cx:pt>
          <cx:pt idx="3361">2.1000000000000001</cx:pt>
          <cx:pt idx="3362">2.5499999999999998</cx:pt>
          <cx:pt idx="3363">12.75</cx:pt>
          <cx:pt idx="3364">12.75</cx:pt>
          <cx:pt idx="3365">12.75</cx:pt>
          <cx:pt idx="3366">1.25</cx:pt>
          <cx:pt idx="3367">1.25</cx:pt>
          <cx:pt idx="3368">1.25</cx:pt>
          <cx:pt idx="3369">1.45</cx:pt>
          <cx:pt idx="3370">2.9500000000000002</cx:pt>
          <cx:pt idx="3371">1.25</cx:pt>
          <cx:pt idx="3372">1.45</cx:pt>
          <cx:pt idx="3373">1.45</cx:pt>
          <cx:pt idx="3374">1.25</cx:pt>
          <cx:pt idx="3375">1.25</cx:pt>
          <cx:pt idx="3376">0.55000000000000004</cx:pt>
          <cx:pt idx="3377">1.45</cx:pt>
          <cx:pt idx="3378">9.9499999999999993</cx:pt>
          <cx:pt idx="3379">0.41999999999999998</cx:pt>
          <cx:pt idx="3380">2.5499999999999998</cx:pt>
          <cx:pt idx="3381">0.41999999999999998</cx:pt>
          <cx:pt idx="3382">1.6499999999999999</cx:pt>
          <cx:pt idx="3383">2.1000000000000001</cx:pt>
          <cx:pt idx="3384">1.6499999999999999</cx:pt>
          <cx:pt idx="3385">2.9500000000000002</cx:pt>
          <cx:pt idx="3386">0.41999999999999998</cx:pt>
          <cx:pt idx="3387">3.75</cx:pt>
          <cx:pt idx="3388">4.6500000000000004</cx:pt>
          <cx:pt idx="3389">6.3499999999999996</cx:pt>
          <cx:pt idx="3390">7.9500000000000002</cx:pt>
          <cx:pt idx="3391">1.25</cx:pt>
          <cx:pt idx="3392">3.75</cx:pt>
          <cx:pt idx="3393">12.75</cx:pt>
          <cx:pt idx="3394">1.95</cx:pt>
          <cx:pt idx="3395">9.9499999999999993</cx:pt>
          <cx:pt idx="3396">2.1000000000000001</cx:pt>
          <cx:pt idx="3397">1.25</cx:pt>
          <cx:pt idx="3398">1.49</cx:pt>
          <cx:pt idx="3399">2.9500000000000002</cx:pt>
          <cx:pt idx="3400">0.41999999999999998</cx:pt>
          <cx:pt idx="3401">3.75</cx:pt>
          <cx:pt idx="3402">2.5499999999999998</cx:pt>
          <cx:pt idx="3403">2.5499999999999998</cx:pt>
          <cx:pt idx="3404">1.6499999999999999</cx:pt>
          <cx:pt idx="3405">0.65000000000000002</cx:pt>
          <cx:pt idx="3406">5.9100000000000001</cx:pt>
          <cx:pt idx="3407">7.6200000000000001</cx:pt>
          <cx:pt idx="3408">4.21</cx:pt>
          <cx:pt idx="3409">14.43</cx:pt>
          <cx:pt idx="3410">4.21</cx:pt>
          <cx:pt idx="3411">5.9100000000000001</cx:pt>
          <cx:pt idx="3412">0.84999999999999998</cx:pt>
          <cx:pt idx="3413">1.28</cx:pt>
          <cx:pt idx="3414">11.02</cx:pt>
          <cx:pt idx="3415">9.3200000000000003</cx:pt>
          <cx:pt idx="3416">16.98</cx:pt>
          <cx:pt idx="3417">5.9100000000000001</cx:pt>
          <cx:pt idx="3418">2.5099999999999998</cx:pt>
          <cx:pt idx="3419">0.42999999999999999</cx:pt>
          <cx:pt idx="3420">3.3599999999999999</cx:pt>
          <cx:pt idx="3421">2.5099999999999998</cx:pt>
          <cx:pt idx="3422">0.84999999999999998</cx:pt>
          <cx:pt idx="3423">3.3599999999999999</cx:pt>
          <cx:pt idx="3424">5.0599999999999996</cx:pt>
          <cx:pt idx="3425">4.21</cx:pt>
          <cx:pt idx="3426">1.28</cx:pt>
          <cx:pt idx="3427">1.28</cx:pt>
          <cx:pt idx="3428">2.5099999999999998</cx:pt>
          <cx:pt idx="3429">14.43</cx:pt>
          <cx:pt idx="3430">1.6599999999999999</cx:pt>
          <cx:pt idx="3431">0.84999999999999998</cx:pt>
          <cx:pt idx="3432">2.5099999999999998</cx:pt>
          <cx:pt idx="3433">1.45</cx:pt>
          <cx:pt idx="3434">1.45</cx:pt>
          <cx:pt idx="3435">9.9499999999999993</cx:pt>
          <cx:pt idx="3436">1.95</cx:pt>
          <cx:pt idx="3437">1.45</cx:pt>
          <cx:pt idx="3438">1.25</cx:pt>
          <cx:pt idx="3439">1.25</cx:pt>
          <cx:pt idx="3440">1.25</cx:pt>
          <cx:pt idx="3441">1.6499999999999999</cx:pt>
          <cx:pt idx="3442">0.41999999999999998</cx:pt>
          <cx:pt idx="3443">0.41999999999999998</cx:pt>
          <cx:pt idx="3444">2.5499999999999998</cx:pt>
          <cx:pt idx="3445">0.28999999999999998</cx:pt>
          <cx:pt idx="3446">0.41999999999999998</cx:pt>
          <cx:pt idx="3447">0.41999999999999998</cx:pt>
          <cx:pt idx="3448">2.5499999999999998</cx:pt>
          <cx:pt idx="3449">7.9500000000000002</cx:pt>
          <cx:pt idx="3450">2.1000000000000001</cx:pt>
          <cx:pt idx="3451">2.9500000000000002</cx:pt>
          <cx:pt idx="3452">1.6499999999999999</cx:pt>
          <cx:pt idx="3453">0.40000000000000002</cx:pt>
          <cx:pt idx="3454">7.9500000000000002</cx:pt>
          <cx:pt idx="3455">4.9500000000000002</cx:pt>
          <cx:pt idx="3456">7.9500000000000002</cx:pt>
          <cx:pt idx="3457">2.5499999999999998</cx:pt>
          <cx:pt idx="3458">1.25</cx:pt>
          <cx:pt idx="3459">3.75</cx:pt>
          <cx:pt idx="3460">8.5</cx:pt>
          <cx:pt idx="3461">5.9500000000000002</cx:pt>
          <cx:pt idx="3462">1.25</cx:pt>
          <cx:pt idx="3463">2.9500000000000002</cx:pt>
          <cx:pt idx="3464">1.95</cx:pt>
          <cx:pt idx="3465">0.41999999999999998</cx:pt>
          <cx:pt idx="3466">2.5499999999999998</cx:pt>
          <cx:pt idx="3467">0.71999999999999997</cx:pt>
          <cx:pt idx="3468">4.9500000000000002</cx:pt>
          <cx:pt idx="3469">4.6500000000000004</cx:pt>
          <cx:pt idx="3470">4.9500000000000002</cx:pt>
          <cx:pt idx="3471">2.9500000000000002</cx:pt>
          <cx:pt idx="3472">2.9500000000000002</cx:pt>
          <cx:pt idx="3473">2.9500000000000002</cx:pt>
          <cx:pt idx="3474">25.489999999999998</cx:pt>
          <cx:pt idx="3475">0.84999999999999998</cx:pt>
          <cx:pt idx="3476">4.21</cx:pt>
          <cx:pt idx="3477">2.5099999999999998</cx:pt>
          <cx:pt idx="3478">1.28</cx:pt>
          <cx:pt idx="3479">0.84999999999999998</cx:pt>
          <cx:pt idx="3480">9.3200000000000003</cx:pt>
          <cx:pt idx="3481">16.98</cx:pt>
          <cx:pt idx="3482">0.42999999999999999</cx:pt>
          <cx:pt idx="3483">7.6200000000000001</cx:pt>
          <cx:pt idx="3484">3.3599999999999999</cx:pt>
          <cx:pt idx="3485">5.9100000000000001</cx:pt>
          <cx:pt idx="3486">2.5099999999999998</cx:pt>
          <cx:pt idx="3487">4.21</cx:pt>
          <cx:pt idx="3488">4.21</cx:pt>
          <cx:pt idx="3489">3.3599999999999999</cx:pt>
          <cx:pt idx="3490">7.6200000000000001</cx:pt>
          <cx:pt idx="3491">0.84999999999999998</cx:pt>
          <cx:pt idx="3492">2.5099999999999998</cx:pt>
          <cx:pt idx="3493">4.21</cx:pt>
          <cx:pt idx="3494">2.5499999999999998</cx:pt>
          <cx:pt idx="3495">1.25</cx:pt>
          <cx:pt idx="3496">2.1000000000000001</cx:pt>
          <cx:pt idx="3497">1.8500000000000001</cx:pt>
          <cx:pt idx="3498">2.5499999999999998</cx:pt>
          <cx:pt idx="3499">0.84999999999999998</cx:pt>
          <cx:pt idx="3500">2.5499999999999998</cx:pt>
          <cx:pt idx="3501">1.45</cx:pt>
          <cx:pt idx="3502">2.9500000000000002</cx:pt>
          <cx:pt idx="3503">2.1000000000000001</cx:pt>
          <cx:pt idx="3504">1.25</cx:pt>
          <cx:pt idx="3505">1.25</cx:pt>
          <cx:pt idx="3506">4.25</cx:pt>
          <cx:pt idx="3507">4.25</cx:pt>
          <cx:pt idx="3508">5.9100000000000001</cx:pt>
          <cx:pt idx="3509">25.489999999999998</cx:pt>
          <cx:pt idx="3510">4.21</cx:pt>
          <cx:pt idx="3511">2.5099999999999998</cx:pt>
          <cx:pt idx="3512">15.279999999999999</cx:pt>
          <cx:pt idx="3513">1.28</cx:pt>
          <cx:pt idx="3514">5.9100000000000001</cx:pt>
          <cx:pt idx="3515">9.3200000000000003</cx:pt>
          <cx:pt idx="3516">16.98</cx:pt>
          <cx:pt idx="3517">5.9100000000000001</cx:pt>
          <cx:pt idx="3518">2.9500000000000002</cx:pt>
          <cx:pt idx="3519">0.42999999999999999</cx:pt>
          <cx:pt idx="3520">1.6599999999999999</cx:pt>
          <cx:pt idx="3521">14.43</cx:pt>
          <cx:pt idx="3522">4.21</cx:pt>
          <cx:pt idx="3523">2.5099999999999998</cx:pt>
          <cx:pt idx="3524">4.21</cx:pt>
          <cx:pt idx="3525">1.6899999999999999</cx:pt>
          <cx:pt idx="3526">2.1000000000000001</cx:pt>
          <cx:pt idx="3527">2.9500000000000002</cx:pt>
          <cx:pt idx="3528">0.84999999999999998</cx:pt>
          <cx:pt idx="3529">2.5499999999999998</cx:pt>
          <cx:pt idx="3530">6.3499999999999996</cx:pt>
          <cx:pt idx="3531">1.25</cx:pt>
          <cx:pt idx="3532">2.1000000000000001</cx:pt>
          <cx:pt idx="3533">0.55000000000000004</cx:pt>
          <cx:pt idx="3534">2.9500000000000002</cx:pt>
          <cx:pt idx="3535">1.25</cx:pt>
          <cx:pt idx="3536">1.25</cx:pt>
          <cx:pt idx="3537">7.9500000000000002</cx:pt>
          <cx:pt idx="3538">2.5499999999999998</cx:pt>
          <cx:pt idx="3539">4.6500000000000004</cx:pt>
          <cx:pt idx="3540">1.95</cx:pt>
          <cx:pt idx="3541">0.55000000000000004</cx:pt>
          <cx:pt idx="3542">7.9500000000000002</cx:pt>
          <cx:pt idx="3543">1.45</cx:pt>
          <cx:pt idx="3544">1.25</cx:pt>
          <cx:pt idx="3545">2.1000000000000001</cx:pt>
          <cx:pt idx="3546">8.5</cx:pt>
          <cx:pt idx="3547">7.9500000000000002</cx:pt>
          <cx:pt idx="3548">2.9500000000000002</cx:pt>
          <cx:pt idx="3549">1.95</cx:pt>
          <cx:pt idx="3550">0.84999999999999998</cx:pt>
          <cx:pt idx="3551">3.75</cx:pt>
          <cx:pt idx="3552">2.1000000000000001</cx:pt>
          <cx:pt idx="3553">1.25</cx:pt>
          <cx:pt idx="3554">7.9500000000000002</cx:pt>
          <cx:pt idx="3555">2.9500000000000002</cx:pt>
          <cx:pt idx="3556">7.9500000000000002</cx:pt>
          <cx:pt idx="3557">3.75</cx:pt>
          <cx:pt idx="3558">3.75</cx:pt>
          <cx:pt idx="3559">1.6499999999999999</cx:pt>
          <cx:pt idx="3560">1.25</cx:pt>
          <cx:pt idx="3561">4.6500000000000004</cx:pt>
          <cx:pt idx="3562">9.9499999999999993</cx:pt>
          <cx:pt idx="3563">4.6500000000000004</cx:pt>
          <cx:pt idx="3564">1.45</cx:pt>
          <cx:pt idx="3565">7.9500000000000002</cx:pt>
          <cx:pt idx="3566">4.21</cx:pt>
          <cx:pt idx="3567">3.3599999999999999</cx:pt>
          <cx:pt idx="3568">11.02</cx:pt>
          <cx:pt idx="3569">9.3200000000000003</cx:pt>
          <cx:pt idx="3570">5.9100000000000001</cx:pt>
          <cx:pt idx="3571">7.6200000000000001</cx:pt>
          <cx:pt idx="3572">2.1000000000000001</cx:pt>
          <cx:pt idx="3573">5.9500000000000002</cx:pt>
          <cx:pt idx="3574">4.6500000000000004</cx:pt>
          <cx:pt idx="3575">3.75</cx:pt>
          <cx:pt idx="3576">5.9100000000000001</cx:pt>
          <cx:pt idx="3577">2.5099999999999998</cx:pt>
          <cx:pt idx="3578">2.5099999999999998</cx:pt>
          <cx:pt idx="3579">14.43</cx:pt>
          <cx:pt idx="3580">9.3200000000000003</cx:pt>
          <cx:pt idx="3581">16.98</cx:pt>
          <cx:pt idx="3582">2.5099999999999998</cx:pt>
          <cx:pt idx="3583">0.42999999999999999</cx:pt>
          <cx:pt idx="3584">2.5099999999999998</cx:pt>
          <cx:pt idx="3585">2.5099999999999998</cx:pt>
          <cx:pt idx="3586">14.43</cx:pt>
          <cx:pt idx="3587">4.21</cx:pt>
          <cx:pt idx="3588">1.6599999999999999</cx:pt>
          <cx:pt idx="3589">7.6200000000000001</cx:pt>
          <cx:pt idx="3590">2.5099999999999998</cx:pt>
          <cx:pt idx="3591">0.84999999999999998</cx:pt>
          <cx:pt idx="3592">4.6500000000000004</cx:pt>
          <cx:pt idx="3593">2.9500000000000002</cx:pt>
          <cx:pt idx="3594">8.5</cx:pt>
          <cx:pt idx="3595">2.9500000000000002</cx:pt>
          <cx:pt idx="3596">0.55000000000000004</cx:pt>
          <cx:pt idx="3597">2.9500000000000002</cx:pt>
          <cx:pt idx="3598">7.9500000000000002</cx:pt>
          <cx:pt idx="3599">4.6500000000000004</cx:pt>
          <cx:pt idx="3600">1.49</cx:pt>
          <cx:pt idx="3601">2.5499999999999998</cx:pt>
          <cx:pt idx="3602">7.9500000000000002</cx:pt>
          <cx:pt idx="3603">1.95</cx:pt>
          <cx:pt idx="3604">1.6499999999999999</cx:pt>
          <cx:pt idx="3605">1.25</cx:pt>
          <cx:pt idx="3606">2.1000000000000001</cx:pt>
          <cx:pt idx="3607">0.84999999999999998</cx:pt>
          <cx:pt idx="3608">0.84999999999999998</cx:pt>
          <cx:pt idx="3609">0.65000000000000002</cx:pt>
          <cx:pt idx="3610">25.489999999999998</cx:pt>
          <cx:pt idx="3611">16.98</cx:pt>
          <cx:pt idx="3612">5.0599999999999996</cx:pt>
          <cx:pt idx="3613">1.6599999999999999</cx:pt>
          <cx:pt idx="3614">5.9100000000000001</cx:pt>
          <cx:pt idx="3615">2.5099999999999998</cx:pt>
          <cx:pt idx="3616">5.9100000000000001</cx:pt>
          <cx:pt idx="3617">3.3599999999999999</cx:pt>
          <cx:pt idx="3618">3.3599999999999999</cx:pt>
          <cx:pt idx="3619">4.21</cx:pt>
          <cx:pt idx="3620">5.0599999999999996</cx:pt>
          <cx:pt idx="3621">7.6200000000000001</cx:pt>
          <cx:pt idx="3622">4.21</cx:pt>
          <cx:pt idx="3623">5.9100000000000001</cx:pt>
          <cx:pt idx="3624">5.9100000000000001</cx:pt>
          <cx:pt idx="3625">4.21</cx:pt>
          <cx:pt idx="3626">4.21</cx:pt>
          <cx:pt idx="3627">1.28</cx:pt>
          <cx:pt idx="3628">11.02</cx:pt>
          <cx:pt idx="3629">12.720000000000001</cx:pt>
          <cx:pt idx="3630">16.98</cx:pt>
          <cx:pt idx="3631">16.98</cx:pt>
          <cx:pt idx="3632">5.9100000000000001</cx:pt>
          <cx:pt idx="3633">5.9100000000000001</cx:pt>
          <cx:pt idx="3634">5.9100000000000001</cx:pt>
          <cx:pt idx="3635">2.5099999999999998</cx:pt>
          <cx:pt idx="3636">6.7699999999999996</cx:pt>
          <cx:pt idx="3637">16.98</cx:pt>
          <cx:pt idx="3638">5.9100000000000001</cx:pt>
          <cx:pt idx="3639">5.9100000000000001</cx:pt>
          <cx:pt idx="3640">5.9100000000000001</cx:pt>
          <cx:pt idx="3641">25.489999999999998</cx:pt>
          <cx:pt idx="3642">3.3599999999999999</cx:pt>
          <cx:pt idx="3643">3.3599999999999999</cx:pt>
          <cx:pt idx="3644">3.3599999999999999</cx:pt>
          <cx:pt idx="3645">5.0599999999999996</cx:pt>
          <cx:pt idx="3646">3.3599999999999999</cx:pt>
          <cx:pt idx="3647">3.3599999999999999</cx:pt>
          <cx:pt idx="3648">3.3599999999999999</cx:pt>
          <cx:pt idx="3649">3.3599999999999999</cx:pt>
          <cx:pt idx="3650">1.28</cx:pt>
          <cx:pt idx="3651">5.0599999999999996</cx:pt>
          <cx:pt idx="3652">5.0599999999999996</cx:pt>
          <cx:pt idx="3653">8.4700000000000006</cx:pt>
          <cx:pt idx="3654">4.21</cx:pt>
          <cx:pt idx="3655">4.21</cx:pt>
          <cx:pt idx="3656">4.21</cx:pt>
          <cx:pt idx="3657">25.489999999999998</cx:pt>
          <cx:pt idx="3658">25.489999999999998</cx:pt>
          <cx:pt idx="3659">1.6599999999999999</cx:pt>
          <cx:pt idx="3660">11.02</cx:pt>
          <cx:pt idx="3661">5.9100000000000001</cx:pt>
          <cx:pt idx="3662">2.5099999999999998</cx:pt>
          <cx:pt idx="3663">5.9100000000000001</cx:pt>
          <cx:pt idx="3664">5.9100000000000001</cx:pt>
          <cx:pt idx="3665">3.3599999999999999</cx:pt>
          <cx:pt idx="3666">3.3599999999999999</cx:pt>
          <cx:pt idx="3667">1.28</cx:pt>
          <cx:pt idx="3668">1.28</cx:pt>
          <cx:pt idx="3669">4.21</cx:pt>
          <cx:pt idx="3670">12.720000000000001</cx:pt>
          <cx:pt idx="3671">16.98</cx:pt>
          <cx:pt idx="3672">3.3599999999999999</cx:pt>
          <cx:pt idx="3673">5.0599999999999996</cx:pt>
          <cx:pt idx="3674">2.5099999999999998</cx:pt>
          <cx:pt idx="3675">5.0599999999999996</cx:pt>
          <cx:pt idx="3676">5.0599999999999996</cx:pt>
          <cx:pt idx="3677">4.21</cx:pt>
          <cx:pt idx="3678">2.8199999999999998</cx:pt>
          <cx:pt idx="3679">5.0599999999999996</cx:pt>
          <cx:pt idx="3680">4.21</cx:pt>
          <cx:pt idx="3681">6.7699999999999996</cx:pt>
          <cx:pt idx="3682">5.0599999999999996</cx:pt>
          <cx:pt idx="3683">12.720000000000001</cx:pt>
          <cx:pt idx="3684">16.98</cx:pt>
          <cx:pt idx="3685">3.3599999999999999</cx:pt>
          <cx:pt idx="3686">3.3599999999999999</cx:pt>
          <cx:pt idx="3687">4.21</cx:pt>
          <cx:pt idx="3688">16.98</cx:pt>
          <cx:pt idx="3689">16.98</cx:pt>
          <cx:pt idx="3690">6.7699999999999996</cx:pt>
          <cx:pt idx="3691">4.21</cx:pt>
          <cx:pt idx="3692">5.9100000000000001</cx:pt>
          <cx:pt idx="3693">7.6200000000000001</cx:pt>
          <cx:pt idx="3694">11.02</cx:pt>
          <cx:pt idx="3695">5.9100000000000001</cx:pt>
          <cx:pt idx="3696">8.4700000000000006</cx:pt>
          <cx:pt idx="3697">4.21</cx:pt>
          <cx:pt idx="3698">1.6599999999999999</cx:pt>
          <cx:pt idx="3699">1.28</cx:pt>
          <cx:pt idx="3700">2.1299999999999999</cx:pt>
          <cx:pt idx="3701">16.98</cx:pt>
          <cx:pt idx="3702">4.21</cx:pt>
          <cx:pt idx="3703">2.5099999999999998</cx:pt>
          <cx:pt idx="3704">8.4700000000000006</cx:pt>
          <cx:pt idx="3705">2.9500000000000002</cx:pt>
          <cx:pt idx="3706">1.25</cx:pt>
          <cx:pt idx="3707">4.9500000000000002</cx:pt>
          <cx:pt idx="3708">14.949999999999999</cx:pt>
          <cx:pt idx="3709">1.25</cx:pt>
          <cx:pt idx="3710">2.1000000000000001</cx:pt>
          <cx:pt idx="3711">4.6500000000000004</cx:pt>
          <cx:pt idx="3712">5.9500000000000002</cx:pt>
          <cx:pt idx="3713">5.9500000000000002</cx:pt>
          <cx:pt idx="3714">1.95</cx:pt>
          <cx:pt idx="3715">2.9500000000000002</cx:pt>
          <cx:pt idx="3716">2.5499999999999998</cx:pt>
          <cx:pt idx="3717">1.95</cx:pt>
          <cx:pt idx="3718">4.6500000000000004</cx:pt>
          <cx:pt idx="3719">5.9500000000000002</cx:pt>
          <cx:pt idx="3720">1.6499999999999999</cx:pt>
          <cx:pt idx="3721">1.6499999999999999</cx:pt>
          <cx:pt idx="3722">0.84999999999999998</cx:pt>
          <cx:pt idx="3723">0.41999999999999998</cx:pt>
          <cx:pt idx="3724">1.49</cx:pt>
          <cx:pt idx="3725">5.9500000000000002</cx:pt>
          <cx:pt idx="3726">7.9500000000000002</cx:pt>
          <cx:pt idx="3727">7.9500000000000002</cx:pt>
          <cx:pt idx="3728">7.9500000000000002</cx:pt>
          <cx:pt idx="3729">7.9500000000000002</cx:pt>
          <cx:pt idx="3730">3.75</cx:pt>
          <cx:pt idx="3731">0.65000000000000002</cx:pt>
          <cx:pt idx="3732">2.5499999999999998</cx:pt>
          <cx:pt idx="3733">2.9500000000000002</cx:pt>
          <cx:pt idx="3734">0.84999999999999998</cx:pt>
          <cx:pt idx="3735">1.49</cx:pt>
          <cx:pt idx="3736">0.55000000000000004</cx:pt>
          <cx:pt idx="3737">1.6499999999999999</cx:pt>
          <cx:pt idx="3738">1.45</cx:pt>
          <cx:pt idx="3739">2.9500000000000002</cx:pt>
          <cx:pt idx="3740">2.9500000000000002</cx:pt>
          <cx:pt idx="3741">1.95</cx:pt>
          <cx:pt idx="3742">12.720000000000001</cx:pt>
          <cx:pt idx="3743">12.720000000000001</cx:pt>
          <cx:pt idx="3744">4.21</cx:pt>
          <cx:pt idx="3745">16.98</cx:pt>
          <cx:pt idx="3746">4.21</cx:pt>
          <cx:pt idx="3747">7.6200000000000001</cx:pt>
          <cx:pt idx="3748">4.21</cx:pt>
          <cx:pt idx="3749">2.5099999999999998</cx:pt>
          <cx:pt idx="3750">8.4700000000000006</cx:pt>
          <cx:pt idx="3751">1.45</cx:pt>
          <cx:pt idx="3752">1.49</cx:pt>
          <cx:pt idx="3753">2.1000000000000001</cx:pt>
          <cx:pt idx="3754">14.949999999999999</cx:pt>
          <cx:pt idx="3755">0.55000000000000004</cx:pt>
          <cx:pt idx="3756">0.41999999999999998</cx:pt>
          <cx:pt idx="3757">14.43</cx:pt>
          <cx:pt idx="3758">7.6200000000000001</cx:pt>
          <cx:pt idx="3759">0.84999999999999998</cx:pt>
          <cx:pt idx="3760">4.21</cx:pt>
          <cx:pt idx="3761">1.6599999999999999</cx:pt>
          <cx:pt idx="3762">2.5099999999999998</cx:pt>
          <cx:pt idx="3763">0.84999999999999998</cx:pt>
          <cx:pt idx="3764">0.42999999999999999</cx:pt>
          <cx:pt idx="3765">4.21</cx:pt>
          <cx:pt idx="3766">5.9100000000000001</cx:pt>
          <cx:pt idx="3767">0.42999999999999999</cx:pt>
          <cx:pt idx="3768">0.84999999999999998</cx:pt>
          <cx:pt idx="3769">1.6599999999999999</cx:pt>
          <cx:pt idx="3770">1.28</cx:pt>
          <cx:pt idx="3771">0.84999999999999998</cx:pt>
          <cx:pt idx="3772">4.21</cx:pt>
          <cx:pt idx="3773">2.5099999999999998</cx:pt>
          <cx:pt idx="3774">1.95</cx:pt>
          <cx:pt idx="3775">1.95</cx:pt>
          <cx:pt idx="3776">14.949999999999999</cx:pt>
          <cx:pt idx="3777">1.25</cx:pt>
          <cx:pt idx="3778">1.6499999999999999</cx:pt>
          <cx:pt idx="3779">4.9500000000000002</cx:pt>
          <cx:pt idx="3780">3.75</cx:pt>
          <cx:pt idx="3781">1.25</cx:pt>
          <cx:pt idx="3782">4.9500000000000002</cx:pt>
          <cx:pt idx="3783">2.5499999999999998</cx:pt>
          <cx:pt idx="3784">1.45</cx:pt>
          <cx:pt idx="3785">1.45</cx:pt>
          <cx:pt idx="3786">2.5499999999999998</cx:pt>
          <cx:pt idx="3787">1.45</cx:pt>
          <cx:pt idx="3788">1.25</cx:pt>
          <cx:pt idx="3789">8.5</cx:pt>
          <cx:pt idx="3790">0.84999999999999998</cx:pt>
          <cx:pt idx="3791">8.5</cx:pt>
          <cx:pt idx="3792">2.9500000000000002</cx:pt>
          <cx:pt idx="3793">1.49</cx:pt>
          <cx:pt idx="3794">4.9500000000000002</cx:pt>
          <cx:pt idx="3795">2.9500000000000002</cx:pt>
          <cx:pt idx="3796">0.65000000000000002</cx:pt>
          <cx:pt idx="3797">0.55000000000000004</cx:pt>
          <cx:pt idx="3798">1.45</cx:pt>
          <cx:pt idx="3799">2.9500000000000002</cx:pt>
          <cx:pt idx="3800">1.25</cx:pt>
          <cx:pt idx="3801">0.84999999999999998</cx:pt>
          <cx:pt idx="3802">4.9500000000000002</cx:pt>
          <cx:pt idx="3803">2.9500000000000002</cx:pt>
          <cx:pt idx="3804">2.9500000000000002</cx:pt>
          <cx:pt idx="3805">1.6499999999999999</cx:pt>
          <cx:pt idx="3806">2.9500000000000002</cx:pt>
          <cx:pt idx="3807">7.9500000000000002</cx:pt>
          <cx:pt idx="3808">1.95</cx:pt>
          <cx:pt idx="3809">4.9500000000000002</cx:pt>
          <cx:pt idx="3810">2.5499999999999998</cx:pt>
          <cx:pt idx="3811">0.65000000000000002</cx:pt>
          <cx:pt idx="3812">1.25</cx:pt>
          <cx:pt idx="3813">2.9500000000000002</cx:pt>
          <cx:pt idx="3814">2.1000000000000001</cx:pt>
          <cx:pt idx="3815">1.95</cx:pt>
          <cx:pt idx="3816">3.75</cx:pt>
          <cx:pt idx="3817">1.95</cx:pt>
          <cx:pt idx="3818">8.5</cx:pt>
          <cx:pt idx="3819">0.84999999999999998</cx:pt>
          <cx:pt idx="3820">4.21</cx:pt>
          <cx:pt idx="3821">4.21</cx:pt>
          <cx:pt idx="3822">4.21</cx:pt>
          <cx:pt idx="3823">2.5099999999999998</cx:pt>
          <cx:pt idx="3824">8.4700000000000006</cx:pt>
          <cx:pt idx="3825">0.84999999999999998</cx:pt>
          <cx:pt idx="3826">0.42999999999999999</cx:pt>
          <cx:pt idx="3827">2.5099999999999998</cx:pt>
          <cx:pt idx="3828">0.84999999999999998</cx:pt>
          <cx:pt idx="3829">25.489999999999998</cx:pt>
          <cx:pt idx="3830">2.5099999999999998</cx:pt>
          <cx:pt idx="3831">0.42999999999999999</cx:pt>
          <cx:pt idx="3832">0.84999999999999998</cx:pt>
          <cx:pt idx="3833">7.6200000000000001</cx:pt>
          <cx:pt idx="3834">2.5099999999999998</cx:pt>
          <cx:pt idx="3835">1.28</cx:pt>
          <cx:pt idx="3836">0.84999999999999998</cx:pt>
          <cx:pt idx="3837">1.6599999999999999</cx:pt>
          <cx:pt idx="3838">0.84999999999999998</cx:pt>
          <cx:pt idx="3839">7.6500000000000004</cx:pt>
          <cx:pt idx="3840">9.9499999999999993</cx:pt>
          <cx:pt idx="3841">1.45</cx:pt>
          <cx:pt idx="3842">3.75</cx:pt>
          <cx:pt idx="3843">7.9500000000000002</cx:pt>
          <cx:pt idx="3844">1.45</cx:pt>
          <cx:pt idx="3845">0.41999999999999998</cx:pt>
          <cx:pt idx="3846">7.9500000000000002</cx:pt>
          <cx:pt idx="3847">2.1000000000000001</cx:pt>
          <cx:pt idx="3848">2.9500000000000002</cx:pt>
          <cx:pt idx="3849">0.84999999999999998</cx:pt>
          <cx:pt idx="3850">7.9500000000000002</cx:pt>
          <cx:pt idx="3851">0.84999999999999998</cx:pt>
          <cx:pt idx="3852">4.9500000000000002</cx:pt>
          <cx:pt idx="3853">4.6500000000000004</cx:pt>
          <cx:pt idx="3854">12.75</cx:pt>
          <cx:pt idx="3855">8.5</cx:pt>
          <cx:pt idx="3856">2.9500000000000002</cx:pt>
          <cx:pt idx="3857">1.25</cx:pt>
          <cx:pt idx="3858">0.41999999999999998</cx:pt>
          <cx:pt idx="3859">0.41999999999999998</cx:pt>
          <cx:pt idx="3860">4.6500000000000004</cx:pt>
          <cx:pt idx="3861">9.9499999999999993</cx:pt>
          <cx:pt idx="3862">2.1000000000000001</cx:pt>
          <cx:pt idx="3863">0.65000000000000002</cx:pt>
          <cx:pt idx="3864">8.5</cx:pt>
          <cx:pt idx="3865">0.55000000000000004</cx:pt>
          <cx:pt idx="3866">8.5</cx:pt>
          <cx:pt idx="3867">1.25</cx:pt>
          <cx:pt idx="3868">2.1000000000000001</cx:pt>
          <cx:pt idx="3869">1.49</cx:pt>
          <cx:pt idx="3870">2.1000000000000001</cx:pt>
          <cx:pt idx="3871">6.3499999999999996</cx:pt>
          <cx:pt idx="3872">2.9500000000000002</cx:pt>
          <cx:pt idx="3873">3.75</cx:pt>
          <cx:pt idx="3874">5.9500000000000002</cx:pt>
          <cx:pt idx="3875">1.6499999999999999</cx:pt>
          <cx:pt idx="3876">0.84999999999999998</cx:pt>
          <cx:pt idx="3877">1.95</cx:pt>
          <cx:pt idx="3878">1.25</cx:pt>
          <cx:pt idx="3879">8.5</cx:pt>
          <cx:pt idx="3880">1.95</cx:pt>
          <cx:pt idx="3881">4.6500000000000004</cx:pt>
          <cx:pt idx="3882">6.75</cx:pt>
          <cx:pt idx="3883">2.5499999999999998</cx:pt>
          <cx:pt idx="3884">0.41999999999999998</cx:pt>
          <cx:pt idx="3885">2.9500000000000002</cx:pt>
          <cx:pt idx="3886">1.25</cx:pt>
          <cx:pt idx="3887">1.25</cx:pt>
          <cx:pt idx="3888">0.55000000000000004</cx:pt>
          <cx:pt idx="3889">4.21</cx:pt>
          <cx:pt idx="3890">1.6599999999999999</cx:pt>
          <cx:pt idx="3891">2.5099999999999998</cx:pt>
          <cx:pt idx="3892">0.42999999999999999</cx:pt>
          <cx:pt idx="3893">0.84999999999999998</cx:pt>
          <cx:pt idx="3894">5.9100000000000001</cx:pt>
          <cx:pt idx="3895">1.6599999999999999</cx:pt>
          <cx:pt idx="3896">0.84999999999999998</cx:pt>
          <cx:pt idx="3897">1.25</cx:pt>
          <cx:pt idx="3898">8.5</cx:pt>
          <cx:pt idx="3899">5.9500000000000002</cx:pt>
          <cx:pt idx="3900">0.84999999999999998</cx:pt>
          <cx:pt idx="3901">2.5499999999999998</cx:pt>
          <cx:pt idx="3902">0.84999999999999998</cx:pt>
          <cx:pt idx="3903">3.75</cx:pt>
          <cx:pt idx="3904">1.45</cx:pt>
          <cx:pt idx="3905">0.41999999999999998</cx:pt>
          <cx:pt idx="3906">12.75</cx:pt>
          <cx:pt idx="3907">0.41999999999999998</cx:pt>
          <cx:pt idx="3908">0.55000000000000004</cx:pt>
          <cx:pt idx="3909">0.41999999999999998</cx:pt>
          <cx:pt idx="3910">2.9500000000000002</cx:pt>
          <cx:pt idx="3911">1.45</cx:pt>
          <cx:pt idx="3912">1.95</cx:pt>
          <cx:pt idx="3913">7.9500000000000002</cx:pt>
          <cx:pt idx="3914">1.45</cx:pt>
          <cx:pt idx="3915">5.9500000000000002</cx:pt>
          <cx:pt idx="3916">0.55000000000000004</cx:pt>
          <cx:pt idx="3917">12.75</cx:pt>
          <cx:pt idx="3918">8.5</cx:pt>
          <cx:pt idx="3919">2.1000000000000001</cx:pt>
          <cx:pt idx="3920">4.9500000000000002</cx:pt>
          <cx:pt idx="3921">6.75</cx:pt>
          <cx:pt idx="3922">6.75</cx:pt>
          <cx:pt idx="3923">2.1000000000000001</cx:pt>
          <cx:pt idx="3924">0.71999999999999997</cx:pt>
          <cx:pt idx="3925">1.45</cx:pt>
          <cx:pt idx="3926">7.6500000000000004</cx:pt>
          <cx:pt idx="3927">2.5499999999999998</cx:pt>
          <cx:pt idx="3928">1.25</cx:pt>
          <cx:pt idx="3929">2.9500000000000002</cx:pt>
          <cx:pt idx="3930">2.5499999999999998</cx:pt>
          <cx:pt idx="3931">8.5</cx:pt>
          <cx:pt idx="3932">7.9500000000000002</cx:pt>
          <cx:pt idx="3933">12.75</cx:pt>
          <cx:pt idx="3934">2.1000000000000001</cx:pt>
          <cx:pt idx="3935">1.45</cx:pt>
          <cx:pt idx="3936">4.9500000000000002</cx:pt>
          <cx:pt idx="3937">6.3499999999999996</cx:pt>
          <cx:pt idx="3938">1.25</cx:pt>
          <cx:pt idx="3939">3.75</cx:pt>
          <cx:pt idx="3940">1.25</cx:pt>
          <cx:pt idx="3941">1.25</cx:pt>
          <cx:pt idx="3942">1.95</cx:pt>
          <cx:pt idx="3943">2.9500000000000002</cx:pt>
          <cx:pt idx="3944">1.49</cx:pt>
          <cx:pt idx="3945">6.75</cx:pt>
          <cx:pt idx="3946">6.75</cx:pt>
          <cx:pt idx="3947">9.9499999999999993</cx:pt>
          <cx:pt idx="3948">0.41999999999999998</cx:pt>
          <cx:pt idx="3949">0.84999999999999998</cx:pt>
          <cx:pt idx="3950">0.65000000000000002</cx:pt>
          <cx:pt idx="3951">0.41999999999999998</cx:pt>
          <cx:pt idx="3952">1.45</cx:pt>
          <cx:pt idx="3953">0.41999999999999998</cx:pt>
          <cx:pt idx="3954">4.21</cx:pt>
          <cx:pt idx="3955">2.5099999999999998</cx:pt>
          <cx:pt idx="3956">0.42999999999999999</cx:pt>
          <cx:pt idx="3957">0.42999999999999999</cx:pt>
          <cx:pt idx="3958">0.84999999999999998</cx:pt>
          <cx:pt idx="3959">0.84999999999999998</cx:pt>
          <cx:pt idx="3960">1.6599999999999999</cx:pt>
          <cx:pt idx="3961">0.84999999999999998</cx:pt>
          <cx:pt idx="3962">1.49</cx:pt>
          <cx:pt idx="3963">2.5499999999999998</cx:pt>
          <cx:pt idx="3964">2.9500000000000002</cx:pt>
          <cx:pt idx="3965">2.5499999999999998</cx:pt>
          <cx:pt idx="3966">1.95</cx:pt>
          <cx:pt idx="3967">1.25</cx:pt>
          <cx:pt idx="3968">1.49</cx:pt>
          <cx:pt idx="3969">2.5499999999999998</cx:pt>
          <cx:pt idx="3970">1.25</cx:pt>
          <cx:pt idx="3971">2.5499999999999998</cx:pt>
          <cx:pt idx="3972">12.75</cx:pt>
          <cx:pt idx="3973">2.9500000000000002</cx:pt>
          <cx:pt idx="3974">4.9500000000000002</cx:pt>
          <cx:pt idx="3975">1.49</cx:pt>
          <cx:pt idx="3976">7.9500000000000002</cx:pt>
          <cx:pt idx="3977">2.5499999999999998</cx:pt>
          <cx:pt idx="3978">2.5499999999999998</cx:pt>
          <cx:pt idx="3979">4.9500000000000002</cx:pt>
          <cx:pt idx="3980">2.9500000000000002</cx:pt>
          <cx:pt idx="3981">7.9500000000000002</cx:pt>
          <cx:pt idx="3982">2.1000000000000001</cx:pt>
          <cx:pt idx="3983">2.1000000000000001</cx:pt>
          <cx:pt idx="3984">2.5499999999999998</cx:pt>
          <cx:pt idx="3985">1.49</cx:pt>
          <cx:pt idx="3986">8.5</cx:pt>
          <cx:pt idx="3987">2.5499999999999998</cx:pt>
          <cx:pt idx="3988">1.6499999999999999</cx:pt>
          <cx:pt idx="3989">6.75</cx:pt>
          <cx:pt idx="3990">6.75</cx:pt>
          <cx:pt idx="3991">4.21</cx:pt>
          <cx:pt idx="3992">4.21</cx:pt>
          <cx:pt idx="3993">4.21</cx:pt>
          <cx:pt idx="3994">1.6599999999999999</cx:pt>
          <cx:pt idx="3995">2.5099999999999998</cx:pt>
          <cx:pt idx="3996">8.4700000000000006</cx:pt>
          <cx:pt idx="3997">0.84999999999999998</cx:pt>
          <cx:pt idx="3998">0.42999999999999999</cx:pt>
          <cx:pt idx="3999">2.5099999999999998</cx:pt>
          <cx:pt idx="4000">0.84999999999999998</cx:pt>
          <cx:pt idx="4001">0.42999999999999999</cx:pt>
          <cx:pt idx="4002">0.84999999999999998</cx:pt>
          <cx:pt idx="4003">1.28</cx:pt>
          <cx:pt idx="4004">0.84999999999999998</cx:pt>
          <cx:pt idx="4005">1.6599999999999999</cx:pt>
          <cx:pt idx="4006">4.9500000000000002</cx:pt>
          <cx:pt idx="4007">2.5499999999999998</cx:pt>
          <cx:pt idx="4008">9.9499999999999993</cx:pt>
          <cx:pt idx="4009">2.9500000000000002</cx:pt>
          <cx:pt idx="4010">0.41999999999999998</cx:pt>
          <cx:pt idx="4011">2.1000000000000001</cx:pt>
          <cx:pt idx="4012">1.25</cx:pt>
          <cx:pt idx="4013">2.1000000000000001</cx:pt>
          <cx:pt idx="4014">3.75</cx:pt>
          <cx:pt idx="4015">1.6499999999999999</cx:pt>
          <cx:pt idx="4016">3.3900000000000001</cx:pt>
          <cx:pt idx="4017">6.75</cx:pt>
          <cx:pt idx="4018">6.75</cx:pt>
          <cx:pt idx="4019">0.71999999999999997</cx:pt>
          <cx:pt idx="4020">1.0600000000000001</cx:pt>
          <cx:pt idx="4021">1.95</cx:pt>
          <cx:pt idx="4022">2.9500000000000002</cx:pt>
          <cx:pt idx="4023">2.1000000000000001</cx:pt>
          <cx:pt idx="4024">0.41999999999999998</cx:pt>
          <cx:pt idx="4025">4.6500000000000004</cx:pt>
          <cx:pt idx="4026">1.6499999999999999</cx:pt>
          <cx:pt idx="4027">3.75</cx:pt>
          <cx:pt idx="4028">1.45</cx:pt>
          <cx:pt idx="4029">0.65000000000000002</cx:pt>
          <cx:pt idx="4030">0.55000000000000004</cx:pt>
          <cx:pt idx="4031">1.45</cx:pt>
          <cx:pt idx="4032">2.5499999999999998</cx:pt>
          <cx:pt idx="4033">0.55000000000000004</cx:pt>
          <cx:pt idx="4034">1.45</cx:pt>
          <cx:pt idx="4035">2.5499999999999998</cx:pt>
          <cx:pt idx="4036">6.75</cx:pt>
          <cx:pt idx="4037">1.0600000000000001</cx:pt>
          <cx:pt idx="4038">1.0600000000000001</cx:pt>
          <cx:pt idx="4039">6.75</cx:pt>
          <cx:pt idx="4040">1.6499999999999999</cx:pt>
          <cx:pt idx="4041">7.9500000000000002</cx:pt>
          <cx:pt idx="4042">7.9500000000000002</cx:pt>
          <cx:pt idx="4043">2.1000000000000001</cx:pt>
          <cx:pt idx="4044">0.65000000000000002</cx:pt>
          <cx:pt idx="4045">2.9500000000000002</cx:pt>
          <cx:pt idx="4046">5.9500000000000002</cx:pt>
          <cx:pt idx="4047">1.25</cx:pt>
          <cx:pt idx="4048">1.25</cx:pt>
          <cx:pt idx="4049">1.25</cx:pt>
          <cx:pt idx="4050">1.25</cx:pt>
          <cx:pt idx="4051">0.55000000000000004</cx:pt>
          <cx:pt idx="4052">7.9500000000000002</cx:pt>
          <cx:pt idx="4053">0.55000000000000004</cx:pt>
          <cx:pt idx="4054">2.1000000000000001</cx:pt>
          <cx:pt idx="4055">1.6499999999999999</cx:pt>
          <cx:pt idx="4056">1.95</cx:pt>
          <cx:pt idx="4057">7.9500000000000002</cx:pt>
          <cx:pt idx="4058">2.1000000000000001</cx:pt>
          <cx:pt idx="4059">2.5499999999999998</cx:pt>
          <cx:pt idx="4060">4.6500000000000004</cx:pt>
          <cx:pt idx="4061">8.5</cx:pt>
          <cx:pt idx="4062">14.949999999999999</cx:pt>
          <cx:pt idx="4063">12.75</cx:pt>
          <cx:pt idx="4064">7.9500000000000002</cx:pt>
          <cx:pt idx="4065">2.9500000000000002</cx:pt>
          <cx:pt idx="4066">2.1000000000000001</cx:pt>
          <cx:pt idx="4067">0.84999999999999998</cx:pt>
          <cx:pt idx="4068">2.1000000000000001</cx:pt>
          <cx:pt idx="4069">1.95</cx:pt>
          <cx:pt idx="4070">0.28999999999999998</cx:pt>
          <cx:pt idx="4071">0.84999999999999998</cx:pt>
          <cx:pt idx="4072">1.45</cx:pt>
          <cx:pt idx="4073">1.25</cx:pt>
          <cx:pt idx="4074">1.25</cx:pt>
          <cx:pt idx="4075">2.9500000000000002</cx:pt>
          <cx:pt idx="4076">0.55000000000000004</cx:pt>
          <cx:pt idx="4077">0.84999999999999998</cx:pt>
          <cx:pt idx="4078">1.45</cx:pt>
          <cx:pt idx="4079">2.5499999999999998</cx:pt>
          <cx:pt idx="4080">14.949999999999999</cx:pt>
          <cx:pt idx="4081">1.6499999999999999</cx:pt>
          <cx:pt idx="4082">0.84999999999999998</cx:pt>
          <cx:pt idx="4083">4.21</cx:pt>
          <cx:pt idx="4084">1.6599999999999999</cx:pt>
          <cx:pt idx="4085">2.5099999999999998</cx:pt>
          <cx:pt idx="4086">10.17</cx:pt>
          <cx:pt idx="4087">0.42999999999999999</cx:pt>
          <cx:pt idx="4088">0.84999999999999998</cx:pt>
          <cx:pt idx="4089">9.3200000000000003</cx:pt>
          <cx:pt idx="4090">0.42999999999999999</cx:pt>
          <cx:pt idx="4091">0.84999999999999998</cx:pt>
          <cx:pt idx="4092">7.6200000000000001</cx:pt>
          <cx:pt idx="4093">2.5099999999999998</cx:pt>
          <cx:pt idx="4094">0.84999999999999998</cx:pt>
          <cx:pt idx="4095">4.21</cx:pt>
          <cx:pt idx="4096">12.75</cx:pt>
          <cx:pt idx="4097">1.95</cx:pt>
          <cx:pt idx="4098">0.84999999999999998</cx:pt>
          <cx:pt idx="4099">4.6500000000000004</cx:pt>
          <cx:pt idx="4100">0.41999999999999998</cx:pt>
          <cx:pt idx="4101">1.25</cx:pt>
          <cx:pt idx="4102">4.21</cx:pt>
          <cx:pt idx="4103">6.7699999999999996</cx:pt>
          <cx:pt idx="4104">5.0599999999999996</cx:pt>
          <cx:pt idx="4105">12.720000000000001</cx:pt>
          <cx:pt idx="4106">2.5099999999999998</cx:pt>
          <cx:pt idx="4107">4.21</cx:pt>
          <cx:pt idx="4108">16.98</cx:pt>
          <cx:pt idx="4109">16.98</cx:pt>
          <cx:pt idx="4110">6.7699999999999996</cx:pt>
          <cx:pt idx="4111">4.21</cx:pt>
          <cx:pt idx="4112">5.9100000000000001</cx:pt>
          <cx:pt idx="4113">7.6200000000000001</cx:pt>
          <cx:pt idx="4114">5.9100000000000001</cx:pt>
          <cx:pt idx="4115">2.5099999999999998</cx:pt>
          <cx:pt idx="4116">1.6599999999999999</cx:pt>
          <cx:pt idx="4117">1.28</cx:pt>
          <cx:pt idx="4118">16.98</cx:pt>
          <cx:pt idx="4119">2.5099999999999998</cx:pt>
          <cx:pt idx="4120">2.5099999999999998</cx:pt>
          <cx:pt idx="4121">8.4700000000000006</cx:pt>
          <cx:pt idx="4122">4.21</cx:pt>
          <cx:pt idx="4123">6.7699999999999996</cx:pt>
          <cx:pt idx="4124">4.21</cx:pt>
          <cx:pt idx="4125">16.98</cx:pt>
          <cx:pt idx="4126">6.7699999999999996</cx:pt>
          <cx:pt idx="4127">4.21</cx:pt>
          <cx:pt idx="4128">5.9100000000000001</cx:pt>
          <cx:pt idx="4129">2.5099999999999998</cx:pt>
          <cx:pt idx="4130">2.5099999999999998</cx:pt>
          <cx:pt idx="4131">2.5099999999999998</cx:pt>
          <cx:pt idx="4132">0.71999999999999997</cx:pt>
          <cx:pt idx="4133">6.75</cx:pt>
          <cx:pt idx="4134">0.41999999999999998</cx:pt>
          <cx:pt idx="4135">2.1000000000000001</cx:pt>
          <cx:pt idx="4136">1.6499999999999999</cx:pt>
          <cx:pt idx="4137">2.5499999999999998</cx:pt>
          <cx:pt idx="4138">1.45</cx:pt>
          <cx:pt idx="4139">0.65000000000000002</cx:pt>
          <cx:pt idx="4140">1.25</cx:pt>
          <cx:pt idx="4141">2.1000000000000001</cx:pt>
          <cx:pt idx="4142">0.84999999999999998</cx:pt>
          <cx:pt idx="4143">1.95</cx:pt>
          <cx:pt idx="4144">8.5</cx:pt>
          <cx:pt idx="4145">2.1000000000000001</cx:pt>
          <cx:pt idx="4146">7.9500000000000002</cx:pt>
          <cx:pt idx="4147">1.25</cx:pt>
          <cx:pt idx="4148">0.84999999999999998</cx:pt>
          <cx:pt idx="4149">2.9500000000000002</cx:pt>
          <cx:pt idx="4150">2.9500000000000002</cx:pt>
          <cx:pt idx="4151">0.84999999999999998</cx:pt>
          <cx:pt idx="4152">1.49</cx:pt>
          <cx:pt idx="4153">2.5499999999999998</cx:pt>
          <cx:pt idx="4154">8.5</cx:pt>
          <cx:pt idx="4155">2.9500000000000002</cx:pt>
          <cx:pt idx="4156">2.9500000000000002</cx:pt>
          <cx:pt idx="4157">0.28999999999999998</cx:pt>
          <cx:pt idx="4158">0.55000000000000004</cx:pt>
          <cx:pt idx="4159">2.9500000000000002</cx:pt>
          <cx:pt idx="4160">2.1000000000000001</cx:pt>
          <cx:pt idx="4161">1.6499999999999999</cx:pt>
          <cx:pt idx="4162">4.9500000000000002</cx:pt>
          <cx:pt idx="4163">2.1000000000000001</cx:pt>
          <cx:pt idx="4164">1.6499999999999999</cx:pt>
          <cx:pt idx="4165">2.5499999999999998</cx:pt>
          <cx:pt idx="4166">2.5499999999999998</cx:pt>
          <cx:pt idx="4167">1.25</cx:pt>
          <cx:pt idx="4168">0.71999999999999997</cx:pt>
          <cx:pt idx="4169">6.3499999999999996</cx:pt>
          <cx:pt idx="4170">1.25</cx:pt>
          <cx:pt idx="4171">2.9500000000000002</cx:pt>
          <cx:pt idx="4172">3.25</cx:pt>
          <cx:pt idx="4173">2.9500000000000002</cx:pt>
          <cx:pt idx="4174">0.84999999999999998</cx:pt>
          <cx:pt idx="4175">6.3499999999999996</cx:pt>
          <cx:pt idx="4176">8.5</cx:pt>
          <cx:pt idx="4177">5.9500000000000002</cx:pt>
          <cx:pt idx="4178">4.6500000000000004</cx:pt>
          <cx:pt idx="4179">4.6500000000000004</cx:pt>
          <cx:pt idx="4180">1.95</cx:pt>
          <cx:pt idx="4181">4.25</cx:pt>
          <cx:pt idx="4182">5.9500000000000002</cx:pt>
          <cx:pt idx="4183">0.55000000000000004</cx:pt>
          <cx:pt idx="4184">0.41999999999999998</cx:pt>
          <cx:pt idx="4185">1.6499999999999999</cx:pt>
          <cx:pt idx="4186">0.71999999999999997</cx:pt>
          <cx:pt idx="4187">2.5499999999999998</cx:pt>
          <cx:pt idx="4188">2.1000000000000001</cx:pt>
          <cx:pt idx="4189">2.9500000000000002</cx:pt>
          <cx:pt idx="4190">0.41999999999999998</cx:pt>
          <cx:pt idx="4191">4.9500000000000002</cx:pt>
          <cx:pt idx="4192">2.1000000000000001</cx:pt>
          <cx:pt idx="4193">0.84999999999999998</cx:pt>
          <cx:pt idx="4194">1.49</cx:pt>
          <cx:pt idx="4195">1.45</cx:pt>
          <cx:pt idx="4196">4.9500000000000002</cx:pt>
          <cx:pt idx="4197">8.5</cx:pt>
          <cx:pt idx="4198">2.9500000000000002</cx:pt>
          <cx:pt idx="4199">3.75</cx:pt>
          <cx:pt idx="4200">0.84999999999999998</cx:pt>
          <cx:pt idx="4201">0.55000000000000004</cx:pt>
          <cx:pt idx="4202">1.45</cx:pt>
          <cx:pt idx="4203">2.5499999999999998</cx:pt>
          <cx:pt idx="4204">4.21</cx:pt>
          <cx:pt idx="4205">4.21</cx:pt>
          <cx:pt idx="4206">2.5099999999999998</cx:pt>
          <cx:pt idx="4207">0.84999999999999998</cx:pt>
          <cx:pt idx="4208">0.42999999999999999</cx:pt>
          <cx:pt idx="4209">2.5099999999999998</cx:pt>
          <cx:pt idx="4210">20.379999999999999</cx:pt>
          <cx:pt idx="4211">4.21</cx:pt>
          <cx:pt idx="4212">9.3200000000000003</cx:pt>
          <cx:pt idx="4213">5.9100000000000001</cx:pt>
          <cx:pt idx="4214">0.42999999999999999</cx:pt>
          <cx:pt idx="4215">0.84999999999999998</cx:pt>
          <cx:pt idx="4216">2.5099999999999998</cx:pt>
          <cx:pt idx="4217">5.9100000000000001</cx:pt>
          <cx:pt idx="4218">1.6599999999999999</cx:pt>
          <cx:pt idx="4219">14.43</cx:pt>
          <cx:pt idx="4220">0.84999999999999998</cx:pt>
          <cx:pt idx="4221">4.21</cx:pt>
          <cx:pt idx="4222">1.6599999999999999</cx:pt>
          <cx:pt idx="4223">0.84999999999999998</cx:pt>
          <cx:pt idx="4224">0.41999999999999998</cx:pt>
          <cx:pt idx="4225">0.41999999999999998</cx:pt>
          <cx:pt idx="4226">0.41999999999999998</cx:pt>
          <cx:pt idx="4227">2.1000000000000001</cx:pt>
          <cx:pt idx="4228">3.75</cx:pt>
          <cx:pt idx="4229">7.9500000000000002</cx:pt>
          <cx:pt idx="4230">7.9500000000000002</cx:pt>
          <cx:pt idx="4231">2.9500000000000002</cx:pt>
          <cx:pt idx="4232">9.9499999999999993</cx:pt>
          <cx:pt idx="4233">4.9500000000000002</cx:pt>
          <cx:pt idx="4234">1.49</cx:pt>
          <cx:pt idx="4235">2.9500000000000002</cx:pt>
          <cx:pt idx="4236">4.9500000000000002</cx:pt>
          <cx:pt idx="4237">2.9500000000000002</cx:pt>
          <cx:pt idx="4238">0.84999999999999998</cx:pt>
          <cx:pt idx="4239">0.41999999999999998</cx:pt>
          <cx:pt idx="4240">2.9500000000000002</cx:pt>
          <cx:pt idx="4241">2.9500000000000002</cx:pt>
          <cx:pt idx="4242">2.1000000000000001</cx:pt>
          <cx:pt idx="4243">1.6499999999999999</cx:pt>
          <cx:pt idx="4244">0.84999999999999998</cx:pt>
          <cx:pt idx="4245">2.5499999999999998</cx:pt>
          <cx:pt idx="4246">2.1000000000000001</cx:pt>
          <cx:pt idx="4247">0.84999999999999998</cx:pt>
          <cx:pt idx="4248">2.9500000000000002</cx:pt>
          <cx:pt idx="4249">1.25</cx:pt>
          <cx:pt idx="4250">2.5499999999999998</cx:pt>
          <cx:pt idx="4251">2.1000000000000001</cx:pt>
          <cx:pt idx="4252">1.6899999999999999</cx:pt>
          <cx:pt idx="4253">9.9499999999999993</cx:pt>
          <cx:pt idx="4254">2.5499999999999998</cx:pt>
          <cx:pt idx="4255">3.8100000000000001</cx:pt>
          <cx:pt idx="4256">1.45</cx:pt>
          <cx:pt idx="4257">2.9500000000000002</cx:pt>
          <cx:pt idx="4258">0.65000000000000002</cx:pt>
          <cx:pt idx="4259">3.3599999999999999</cx:pt>
          <cx:pt idx="4260">0.84999999999999998</cx:pt>
          <cx:pt idx="4261">2.5099999999999998</cx:pt>
          <cx:pt idx="4262">4.21</cx:pt>
          <cx:pt idx="4263">4.21</cx:pt>
          <cx:pt idx="4264">2.5099999999999998</cx:pt>
          <cx:pt idx="4265">0.84999999999999998</cx:pt>
          <cx:pt idx="4266">0.42999999999999999</cx:pt>
          <cx:pt idx="4267">0.84999999999999998</cx:pt>
          <cx:pt idx="4268">2.5099999999999998</cx:pt>
          <cx:pt idx="4269">0.42999999999999999</cx:pt>
          <cx:pt idx="4270">0.84999999999999998</cx:pt>
          <cx:pt idx="4271">0.84999999999999998</cx:pt>
          <cx:pt idx="4272">1.6599999999999999</cx:pt>
          <cx:pt idx="4273">5.0599999999999996</cx:pt>
          <cx:pt idx="4274">0.84999999999999998</cx:pt>
          <cx:pt idx="4275">2.9500000000000002</cx:pt>
          <cx:pt idx="4276">7.9500000000000002</cx:pt>
          <cx:pt idx="4277">1.45</cx:pt>
          <cx:pt idx="4278">0.41999999999999998</cx:pt>
          <cx:pt idx="4279">4.9500000000000002</cx:pt>
          <cx:pt idx="4280">4.6500000000000004</cx:pt>
          <cx:pt idx="4281">0.41999999999999998</cx:pt>
          <cx:pt idx="4282">1.25</cx:pt>
          <cx:pt idx="4283">1.6499999999999999</cx:pt>
          <cx:pt idx="4284">7.9500000000000002</cx:pt>
          <cx:pt idx="4285">2.1000000000000001</cx:pt>
          <cx:pt idx="4286">7.9500000000000002</cx:pt>
          <cx:pt idx="4287">1.25</cx:pt>
          <cx:pt idx="4288">7.9500000000000002</cx:pt>
          <cx:pt idx="4289">0.41999999999999998</cx:pt>
          <cx:pt idx="4290">1.45</cx:pt>
          <cx:pt idx="4291">2.1000000000000001</cx:pt>
          <cx:pt idx="4292">1.49</cx:pt>
          <cx:pt idx="4293">1.45</cx:pt>
          <cx:pt idx="4294">8.5</cx:pt>
          <cx:pt idx="4295">2.5499999999999998</cx:pt>
          <cx:pt idx="4296">1.25</cx:pt>
          <cx:pt idx="4297">2.9500000000000002</cx:pt>
          <cx:pt idx="4298">2.9500000000000002</cx:pt>
          <cx:pt idx="4299">0.55000000000000004</cx:pt>
          <cx:pt idx="4300">2.1000000000000001</cx:pt>
          <cx:pt idx="4301">1.6499999999999999</cx:pt>
          <cx:pt idx="4302">0.55000000000000004</cx:pt>
          <cx:pt idx="4303">0.84999999999999998</cx:pt>
          <cx:pt idx="4304">2.5499999999999998</cx:pt>
          <cx:pt idx="4305">9.9499999999999993</cx:pt>
          <cx:pt idx="4306">1.45</cx:pt>
          <cx:pt idx="4307">2.5499999999999998</cx:pt>
          <cx:pt idx="4308">7.9500000000000002</cx:pt>
          <cx:pt idx="4309">2.1000000000000001</cx:pt>
          <cx:pt idx="4310">12.75</cx:pt>
          <cx:pt idx="4311">8.5</cx:pt>
          <cx:pt idx="4312">7.9500000000000002</cx:pt>
          <cx:pt idx="4313">5.9500000000000002</cx:pt>
          <cx:pt idx="4314">1.95</cx:pt>
          <cx:pt idx="4315">8.5</cx:pt>
          <cx:pt idx="4316">3.75</cx:pt>
          <cx:pt idx="4317">8.5</cx:pt>
          <cx:pt idx="4318">8.5</cx:pt>
          <cx:pt idx="4319">2.9500000000000002</cx:pt>
          <cx:pt idx="4320">6.75</cx:pt>
          <cx:pt idx="4321">0.84999999999999998</cx:pt>
          <cx:pt idx="4322">1.45</cx:pt>
          <cx:pt idx="4323">4.9500000000000002</cx:pt>
          <cx:pt idx="4324">8.5</cx:pt>
          <cx:pt idx="4325">3.75</cx:pt>
          <cx:pt idx="4326">2.1000000000000001</cx:pt>
          <cx:pt idx="4327">1.95</cx:pt>
          <cx:pt idx="4328">2.1000000000000001</cx:pt>
          <cx:pt idx="4329">3.3900000000000001</cx:pt>
          <cx:pt idx="4330">12.75</cx:pt>
          <cx:pt idx="4331">0.41999999999999998</cx:pt>
          <cx:pt idx="4332">0.65000000000000002</cx:pt>
          <cx:pt idx="4333">1.25</cx:pt>
          <cx:pt idx="4334">2.1000000000000001</cx:pt>
          <cx:pt idx="4335">0.41999999999999998</cx:pt>
          <cx:pt idx="4336">0.41999999999999998</cx:pt>
          <cx:pt idx="4337">2.1000000000000001</cx:pt>
          <cx:pt idx="4338">5.9500000000000002</cx:pt>
          <cx:pt idx="4339">4.6500000000000004</cx:pt>
          <cx:pt idx="4340">0.55000000000000004</cx:pt>
          <cx:pt idx="4341">0.41999999999999998</cx:pt>
          <cx:pt idx="4342">8.5</cx:pt>
          <cx:pt idx="4343">1.25</cx:pt>
          <cx:pt idx="4344">8.5</cx:pt>
          <cx:pt idx="4345">8.5</cx:pt>
          <cx:pt idx="4346">3.75</cx:pt>
          <cx:pt idx="4347">2.5499999999999998</cx:pt>
          <cx:pt idx="4348">5.9500000000000002</cx:pt>
          <cx:pt idx="4349">4.9500000000000002</cx:pt>
          <cx:pt idx="4350">2.1000000000000001</cx:pt>
          <cx:pt idx="4351">2.5499999999999998</cx:pt>
          <cx:pt idx="4352">1.45</cx:pt>
          <cx:pt idx="4353">1.25</cx:pt>
          <cx:pt idx="4354">1.49</cx:pt>
          <cx:pt idx="4355">1.6499999999999999</cx:pt>
          <cx:pt idx="4356">1.6499999999999999</cx:pt>
          <cx:pt idx="4357">0.84999999999999998</cx:pt>
          <cx:pt idx="4358">1.95</cx:pt>
          <cx:pt idx="4359">1.49</cx:pt>
          <cx:pt idx="4360">0.41999999999999998</cx:pt>
          <cx:pt idx="4361">2.9500000000000002</cx:pt>
          <cx:pt idx="4362">1.25</cx:pt>
          <cx:pt idx="4363">1.25</cx:pt>
          <cx:pt idx="4364">0.41999999999999998</cx:pt>
          <cx:pt idx="4365">7.6500000000000004</cx:pt>
          <cx:pt idx="4366">0.28999999999999998</cx:pt>
          <cx:pt idx="4367">0.65000000000000002</cx:pt>
          <cx:pt idx="4368">8.5</cx:pt>
          <cx:pt idx="4369">4.6500000000000004</cx:pt>
          <cx:pt idx="4370">1.95</cx:pt>
          <cx:pt idx="4371">1.45</cx:pt>
          <cx:pt idx="4372">2.5499999999999998</cx:pt>
          <cx:pt idx="4373">8.5</cx:pt>
          <cx:pt idx="4374">12.75</cx:pt>
          <cx:pt idx="4375">2.5499999999999998</cx:pt>
          <cx:pt idx="4376">1.95</cx:pt>
          <cx:pt idx="4377">0.65000000000000002</cx:pt>
          <cx:pt idx="4378">1.45</cx:pt>
          <cx:pt idx="4379">1.95</cx:pt>
          <cx:pt idx="4380">1.95</cx:pt>
          <cx:pt idx="4381">1.49</cx:pt>
          <cx:pt idx="4382">2.1000000000000001</cx:pt>
          <cx:pt idx="4383">0.84999999999999998</cx:pt>
          <cx:pt idx="4384">1.6499999999999999</cx:pt>
          <cx:pt idx="4385">0.55000000000000004</cx:pt>
          <cx:pt idx="4386">1.45</cx:pt>
          <cx:pt idx="4387">6.3499999999999996</cx:pt>
          <cx:pt idx="4388">8.5</cx:pt>
          <cx:pt idx="4389">1.95</cx:pt>
          <cx:pt idx="4390">2.9500000000000002</cx:pt>
          <cx:pt idx="4391">5.9500000000000002</cx:pt>
          <cx:pt idx="4392">1.25</cx:pt>
          <cx:pt idx="4393">1.25</cx:pt>
          <cx:pt idx="4394">1.25</cx:pt>
          <cx:pt idx="4395">0.84999999999999998</cx:pt>
          <cx:pt idx="4396">6.3499999999999996</cx:pt>
          <cx:pt idx="4397">2.1000000000000001</cx:pt>
          <cx:pt idx="4398">5.9500000000000002</cx:pt>
          <cx:pt idx="4399">0.55000000000000004</cx:pt>
          <cx:pt idx="4400">1.49</cx:pt>
          <cx:pt idx="4401">2.9500000000000002</cx:pt>
          <cx:pt idx="4402">0.55000000000000004</cx:pt>
          <cx:pt idx="4403">8.5</cx:pt>
          <cx:pt idx="4404">2.1000000000000001</cx:pt>
          <cx:pt idx="4405">2.1000000000000001</cx:pt>
          <cx:pt idx="4406">2.1000000000000001</cx:pt>
          <cx:pt idx="4407">4.9500000000000002</cx:pt>
          <cx:pt idx="4408">5.9500000000000002</cx:pt>
          <cx:pt idx="4409">0.55000000000000004</cx:pt>
          <cx:pt idx="4410">1.6499999999999999</cx:pt>
          <cx:pt idx="4411">1.25</cx:pt>
          <cx:pt idx="4412">1.49</cx:pt>
          <cx:pt idx="4413">1.6499999999999999</cx:pt>
          <cx:pt idx="4414">1.95</cx:pt>
          <cx:pt idx="4415">1.25</cx:pt>
          <cx:pt idx="4416">1.6499999999999999</cx:pt>
          <cx:pt idx="4417">0.65000000000000002</cx:pt>
          <cx:pt idx="4418">1.25</cx:pt>
          <cx:pt idx="4419">1.25</cx:pt>
          <cx:pt idx="4420">0.84999999999999998</cx:pt>
          <cx:pt idx="4421">6.3499999999999996</cx:pt>
          <cx:pt idx="4422">2.9500000000000002</cx:pt>
          <cx:pt idx="4423">2.9500000000000002</cx:pt>
          <cx:pt idx="4424">4.21</cx:pt>
          <cx:pt idx="4425">4.21</cx:pt>
          <cx:pt idx="4426">4.21</cx:pt>
          <cx:pt idx="4427">1.6599999999999999</cx:pt>
          <cx:pt idx="4428">1.6599999999999999</cx:pt>
          <cx:pt idx="4429">2.5099999999999998</cx:pt>
          <cx:pt idx="4430">8.4700000000000006</cx:pt>
          <cx:pt idx="4431">0.42999999999999999</cx:pt>
          <cx:pt idx="4432">0.42999999999999999</cx:pt>
          <cx:pt idx="4433">0.84999999999999998</cx:pt>
          <cx:pt idx="4434">3.3599999999999999</cx:pt>
          <cx:pt idx="4435">5.9100000000000001</cx:pt>
          <cx:pt idx="4436">5.9100000000000001</cx:pt>
          <cx:pt idx="4437">1.6599999999999999</cx:pt>
          <cx:pt idx="4438">1.28</cx:pt>
          <cx:pt idx="4439">1.28</cx:pt>
          <cx:pt idx="4440">0.84999999999999998</cx:pt>
          <cx:pt idx="4441">1.6599999999999999</cx:pt>
          <cx:pt idx="4442">1.6599999999999999</cx:pt>
          <cx:pt idx="4443">5.0599999999999996</cx:pt>
          <cx:pt idx="4444">2.5099999999999998</cx:pt>
          <cx:pt idx="4445">0.84999999999999998</cx:pt>
          <cx:pt idx="4446">2.1000000000000001</cx:pt>
          <cx:pt idx="4447">2.1000000000000001</cx:pt>
          <cx:pt idx="4448">7.9500000000000002</cx:pt>
          <cx:pt idx="4449">7.6500000000000004</cx:pt>
          <cx:pt idx="4450">1.25</cx:pt>
          <cx:pt idx="4451">0.84999999999999998</cx:pt>
          <cx:pt idx="4452">1.49</cx:pt>
          <cx:pt idx="4453">1.6499999999999999</cx:pt>
          <cx:pt idx="4454">1.49</cx:pt>
          <cx:pt idx="4455">2.5499999999999998</cx:pt>
          <cx:pt idx="4456">1.45</cx:pt>
          <cx:pt idx="4457">2.9500000000000002</cx:pt>
          <cx:pt idx="4458">0.41999999999999998</cx:pt>
          <cx:pt idx="4459">2.9500000000000002</cx:pt>
          <cx:pt idx="4460">1.95</cx:pt>
          <cx:pt idx="4461">1.45</cx:pt>
          <cx:pt idx="4462">1.95</cx:pt>
          <cx:pt idx="4463">8.5</cx:pt>
          <cx:pt idx="4464">4.6500000000000004</cx:pt>
          <cx:pt idx="4465">1.95</cx:pt>
          <cx:pt idx="4466">1.25</cx:pt>
          <cx:pt idx="4467">0.41999999999999998</cx:pt>
          <cx:pt idx="4468">0.41999999999999998</cx:pt>
          <cx:pt idx="4469">0.84999999999999998</cx:pt>
          <cx:pt idx="4470">7.9500000000000002</cx:pt>
          <cx:pt idx="4471">4.9500000000000002</cx:pt>
          <cx:pt idx="4472">0.65000000000000002</cx:pt>
          <cx:pt idx="4473">1.25</cx:pt>
          <cx:pt idx="4474">6.75</cx:pt>
          <cx:pt idx="4475">12.75</cx:pt>
          <cx:pt idx="4476">6.3499999999999996</cx:pt>
          <cx:pt idx="4477">8.5</cx:pt>
          <cx:pt idx="4478">5.9500000000000002</cx:pt>
          <cx:pt idx="4479">7.6500000000000004</cx:pt>
          <cx:pt idx="4480">2.9500000000000002</cx:pt>
          <cx:pt idx="4481">2.5499999999999998</cx:pt>
          <cx:pt idx="4482">3.75</cx:pt>
          <cx:pt idx="4483">1.25</cx:pt>
          <cx:pt idx="4484">2.9500000000000002</cx:pt>
          <cx:pt idx="4485">1.45</cx:pt>
          <cx:pt idx="4486">1.25</cx:pt>
          <cx:pt idx="4487">1.6499999999999999</cx:pt>
          <cx:pt idx="4488">1.95</cx:pt>
          <cx:pt idx="4489">4.21</cx:pt>
          <cx:pt idx="4490">2.5099999999999998</cx:pt>
          <cx:pt idx="4491">8.4700000000000006</cx:pt>
          <cx:pt idx="4492">0.84999999999999998</cx:pt>
          <cx:pt idx="4493">0.42999999999999999</cx:pt>
          <cx:pt idx="4494">5.9100000000000001</cx:pt>
          <cx:pt idx="4495">0.42999999999999999</cx:pt>
          <cx:pt idx="4496">0.84999999999999998</cx:pt>
          <cx:pt idx="4497">3.3599999999999999</cx:pt>
          <cx:pt idx="4498">2.5099999999999998</cx:pt>
          <cx:pt idx="4499">5.9100000000000001</cx:pt>
          <cx:pt idx="4500">2.5099999999999998</cx:pt>
          <cx:pt idx="4501">0.84999999999999998</cx:pt>
          <cx:pt idx="4502">0.84999999999999998</cx:pt>
          <cx:pt idx="4503">2.1000000000000001</cx:pt>
          <cx:pt idx="4504">0.84999999999999998</cx:pt>
          <cx:pt idx="4505">5.9500000000000002</cx:pt>
          <cx:pt idx="4506">2.9500000000000002</cx:pt>
          <cx:pt idx="4507">4.6500000000000004</cx:pt>
          <cx:pt idx="4508">0.55000000000000004</cx:pt>
          <cx:pt idx="4509">0.55000000000000004</cx:pt>
          <cx:pt idx="4510">1.45</cx:pt>
          <cx:pt idx="4511">0.84999999999999998</cx:pt>
          <cx:pt idx="4512">6.75</cx:pt>
          <cx:pt idx="4513">1.25</cx:pt>
          <cx:pt idx="4514">2.1000000000000001</cx:pt>
          <cx:pt idx="4515">0.35999999999999999</cx:pt>
          <cx:pt idx="4516">1.25</cx:pt>
          <cx:pt idx="4517">0.35999999999999999</cx:pt>
          <cx:pt idx="4518">2.1000000000000001</cx:pt>
          <cx:pt idx="4519">2.9500000000000002</cx:pt>
          <cx:pt idx="4520">2.9500000000000002</cx:pt>
          <cx:pt idx="4521">1.95</cx:pt>
          <cx:pt idx="4522">4.9500000000000002</cx:pt>
          <cx:pt idx="4523">4.6500000000000004</cx:pt>
          <cx:pt idx="4524">7.9500000000000002</cx:pt>
          <cx:pt idx="4525">8.5</cx:pt>
          <cx:pt idx="4526">2.9500000000000002</cx:pt>
          <cx:pt idx="4527">2.9500000000000002</cx:pt>
          <cx:pt idx="4528">0.55000000000000004</cx:pt>
          <cx:pt idx="4529">2.1000000000000001</cx:pt>
          <cx:pt idx="4530">2.1000000000000001</cx:pt>
          <cx:pt idx="4531">1.25</cx:pt>
          <cx:pt idx="4532">2.1000000000000001</cx:pt>
          <cx:pt idx="4533">0.84999999999999998</cx:pt>
          <cx:pt idx="4534">1.25</cx:pt>
          <cx:pt idx="4535">2.5099999999999998</cx:pt>
          <cx:pt idx="4536">4.21</cx:pt>
          <cx:pt idx="4537">2.5099999999999998</cx:pt>
          <cx:pt idx="4538">8.4700000000000006</cx:pt>
          <cx:pt idx="4539">0.42999999999999999</cx:pt>
          <cx:pt idx="4540">2.5099999999999998</cx:pt>
          <cx:pt idx="4541">5.0599999999999996</cx:pt>
          <cx:pt idx="4542">0.42999999999999999</cx:pt>
          <cx:pt idx="4543">0.84999999999999998</cx:pt>
          <cx:pt idx="4544">16.98</cx:pt>
          <cx:pt idx="4545">1.6599999999999999</cx:pt>
          <cx:pt idx="4546">1.28</cx:pt>
          <cx:pt idx="4547">1.28</cx:pt>
          <cx:pt idx="4548">0.84999999999999998</cx:pt>
          <cx:pt idx="4549">1.6599999999999999</cx:pt>
          <cx:pt idx="4550">0.84999999999999998</cx:pt>
          <cx:pt idx="4551">0.41999999999999998</cx:pt>
          <cx:pt idx="4552">1.25</cx:pt>
          <cx:pt idx="4553">7.9500000000000002</cx:pt>
          <cx:pt idx="4554">1.95</cx:pt>
          <cx:pt idx="4555">1.95</cx:pt>
          <cx:pt idx="4556">2.2200000000000002</cx:pt>
          <cx:pt idx="4557">1.49</cx:pt>
          <cx:pt idx="4558">2.6499999999999999</cx:pt>
          <cx:pt idx="4559">4.6799999999999997</cx:pt>
          <cx:pt idx="4560">0.72999999999999998</cx:pt>
          <cx:pt idx="4561">2.1600000000000001</cx:pt>
          <cx:pt idx="4562">1.45</cx:pt>
          <cx:pt idx="4563">1.49</cx:pt>
          <cx:pt idx="4564">2.9500000000000002</cx:pt>
          <cx:pt idx="4565">2.6499999999999999</cx:pt>
          <cx:pt idx="4566">6.9100000000000001</cx:pt>
          <cx:pt idx="4567">2.1600000000000001</cx:pt>
          <cx:pt idx="4568">3.75</cx:pt>
          <cx:pt idx="4569">1.45</cx:pt>
          <cx:pt idx="4570">7.9500000000000002</cx:pt>
          <cx:pt idx="4571">5.9500000000000002</cx:pt>
          <cx:pt idx="4572">8.5</cx:pt>
          <cx:pt idx="4573">0.55000000000000004</cx:pt>
          <cx:pt idx="4574">1.25</cx:pt>
          <cx:pt idx="4575">7.9500000000000002</cx:pt>
          <cx:pt idx="4576">2.9500000000000002</cx:pt>
          <cx:pt idx="4577">2.1000000000000001</cx:pt>
          <cx:pt idx="4578">0.84999999999999998</cx:pt>
          <cx:pt idx="4579">8.5</cx:pt>
          <cx:pt idx="4580">3.75</cx:pt>
          <cx:pt idx="4581">1.25</cx:pt>
          <cx:pt idx="4582">8.5</cx:pt>
          <cx:pt idx="4583">2.9500000000000002</cx:pt>
          <cx:pt idx="4584">1.45</cx:pt>
          <cx:pt idx="4585">0.41999999999999998</cx:pt>
          <cx:pt idx="4586">0.41999999999999998</cx:pt>
          <cx:pt idx="4587">0.41999999999999998</cx:pt>
          <cx:pt idx="4588">1.45</cx:pt>
          <cx:pt idx="4589">2.9500000000000002</cx:pt>
          <cx:pt idx="4590">2.1000000000000001</cx:pt>
          <cx:pt idx="4591">2.1000000000000001</cx:pt>
          <cx:pt idx="4592">3.75</cx:pt>
          <cx:pt idx="4593">1.45</cx:pt>
          <cx:pt idx="4594">9.9499999999999993</cx:pt>
          <cx:pt idx="4595">2.1000000000000001</cx:pt>
          <cx:pt idx="4596">1.45</cx:pt>
          <cx:pt idx="4597">0.84999999999999998</cx:pt>
          <cx:pt idx="4598">2.9500000000000002</cx:pt>
          <cx:pt idx="4599">1.25</cx:pt>
          <cx:pt idx="4600">0.65000000000000002</cx:pt>
          <cx:pt idx="4601">2.9500000000000002</cx:pt>
          <cx:pt idx="4602">2.1000000000000001</cx:pt>
          <cx:pt idx="4603">2.5499999999999998</cx:pt>
          <cx:pt idx="4604">1.45</cx:pt>
          <cx:pt idx="4605">5.9500000000000002</cx:pt>
          <cx:pt idx="4606">1.25</cx:pt>
          <cx:pt idx="4607">1.6499999999999999</cx:pt>
          <cx:pt idx="4608">2.9500000000000002</cx:pt>
          <cx:pt idx="4609">2.9500000000000002</cx:pt>
          <cx:pt idx="4610">2.9500000000000002</cx:pt>
          <cx:pt idx="4611">1.6499999999999999</cx:pt>
          <cx:pt idx="4612">12.75</cx:pt>
          <cx:pt idx="4613">6.75</cx:pt>
          <cx:pt idx="4614">14.43</cx:pt>
          <cx:pt idx="4615">25.489999999999998</cx:pt>
          <cx:pt idx="4616">4.21</cx:pt>
          <cx:pt idx="4617">4.21</cx:pt>
          <cx:pt idx="4618">0.84999999999999998</cx:pt>
          <cx:pt idx="4619">4.21</cx:pt>
          <cx:pt idx="4620">1.6599999999999999</cx:pt>
          <cx:pt idx="4621">2.5099999999999998</cx:pt>
          <cx:pt idx="4622">0.42999999999999999</cx:pt>
          <cx:pt idx="4623">14.43</cx:pt>
          <cx:pt idx="4624">0.84999999999999998</cx:pt>
          <cx:pt idx="4625">0.42999999999999999</cx:pt>
          <cx:pt idx="4626">0.84999999999999998</cx:pt>
          <cx:pt idx="4627">1.6599999999999999</cx:pt>
          <cx:pt idx="4628">1.6599999999999999</cx:pt>
          <cx:pt idx="4629">1.28</cx:pt>
          <cx:pt idx="4630">14.43</cx:pt>
          <cx:pt idx="4631">14.43</cx:pt>
          <cx:pt idx="4632">0.84999999999999998</cx:pt>
          <cx:pt idx="4633">4.21</cx:pt>
          <cx:pt idx="4634">4.21</cx:pt>
          <cx:pt idx="4635">3.3599999999999999</cx:pt>
          <cx:pt idx="4636">1.6599999999999999</cx:pt>
          <cx:pt idx="4637">0.84999999999999998</cx:pt>
          <cx:pt idx="4638">2.1000000000000001</cx:pt>
          <cx:pt idx="4639">7.9500000000000002</cx:pt>
          <cx:pt idx="4640">1.49</cx:pt>
          <cx:pt idx="4641">1.95</cx:pt>
          <cx:pt idx="4642">9.9499999999999993</cx:pt>
          <cx:pt idx="4643">4.1299999999999999</cx:pt>
          <cx:pt idx="4644">6.6299999999999999</cx:pt>
          <cx:pt idx="4645">12.460000000000001</cx:pt>
          <cx:pt idx="4646">2.46</cx:pt>
          <cx:pt idx="4647">4.1299999999999999</cx:pt>
          <cx:pt idx="4648">16.629999999999999</cx:pt>
          <cx:pt idx="4649">16.629999999999999</cx:pt>
          <cx:pt idx="4650">6.6299999999999999</cx:pt>
          <cx:pt idx="4651">4.1299999999999999</cx:pt>
          <cx:pt idx="4652">5.79</cx:pt>
          <cx:pt idx="4653">7.46</cx:pt>
          <cx:pt idx="4654">5.79</cx:pt>
          <cx:pt idx="4655">2.46</cx:pt>
          <cx:pt idx="4656">1.6299999999999999</cx:pt>
          <cx:pt idx="4657">1.25</cx:pt>
          <cx:pt idx="4658">4.1299999999999999</cx:pt>
          <cx:pt idx="4659">16.629999999999999</cx:pt>
          <cx:pt idx="4660">2.46</cx:pt>
          <cx:pt idx="4661">2.46</cx:pt>
          <cx:pt idx="4662">8.2899999999999991</cx:pt>
          <cx:pt idx="4663">2.5499999999999998</cx:pt>
          <cx:pt idx="4664">4.9500000000000002</cx:pt>
          <cx:pt idx="4665">8.5</cx:pt>
          <cx:pt idx="4666">1.45</cx:pt>
          <cx:pt idx="4667">1.6499999999999999</cx:pt>
          <cx:pt idx="4668">1.6499999999999999</cx:pt>
          <cx:pt idx="4669">1.6499999999999999</cx:pt>
          <cx:pt idx="4670">2.75</cx:pt>
          <cx:pt idx="4671">4.9500000000000002</cx:pt>
          <cx:pt idx="4672">1.25</cx:pt>
          <cx:pt idx="4673">7.9500000000000002</cx:pt>
          <cx:pt idx="4674">2.9500000000000002</cx:pt>
          <cx:pt idx="4675">2.9500000000000002</cx:pt>
          <cx:pt idx="4676">4.6500000000000004</cx:pt>
          <cx:pt idx="4677">25.489999999999998</cx:pt>
          <cx:pt idx="4678">4.21</cx:pt>
          <cx:pt idx="4679">4.21</cx:pt>
          <cx:pt idx="4680">2.5099999999999998</cx:pt>
          <cx:pt idx="4681">4.21</cx:pt>
          <cx:pt idx="4682">2.5099999999999998</cx:pt>
          <cx:pt idx="4683">0.42999999999999999</cx:pt>
          <cx:pt idx="4684">3.3599999999999999</cx:pt>
          <cx:pt idx="4685">0.84999999999999998</cx:pt>
          <cx:pt idx="4686">9.3200000000000003</cx:pt>
          <cx:pt idx="4687">2.5099999999999998</cx:pt>
          <cx:pt idx="4688">0.42999999999999999</cx:pt>
          <cx:pt idx="4689">0.84999999999999998</cx:pt>
          <cx:pt idx="4690">16.98</cx:pt>
          <cx:pt idx="4691">2.5099999999999998</cx:pt>
          <cx:pt idx="4692">25.489999999999998</cx:pt>
          <cx:pt idx="4693">5.0599999999999996</cx:pt>
          <cx:pt idx="4694">1.28</cx:pt>
          <cx:pt idx="4695">1.28</cx:pt>
          <cx:pt idx="4696">14.43</cx:pt>
          <cx:pt idx="4697">0.84999999999999998</cx:pt>
          <cx:pt idx="4698">1.6599999999999999</cx:pt>
          <cx:pt idx="4699">3.3599999999999999</cx:pt>
          <cx:pt idx="4700">1.6599999999999999</cx:pt>
          <cx:pt idx="4701">0.84999999999999998</cx:pt>
          <cx:pt idx="4702">8.5</cx:pt>
          <cx:pt idx="4703">0.55000000000000004</cx:pt>
          <cx:pt idx="4704">2.9500000000000002</cx:pt>
          <cx:pt idx="4705">1.25</cx:pt>
          <cx:pt idx="4706">1.45</cx:pt>
          <cx:pt idx="4707">4.9500000000000002</cx:pt>
          <cx:pt idx="4708">1.25</cx:pt>
          <cx:pt idx="4709">1.25</cx:pt>
          <cx:pt idx="4710">0.55000000000000004</cx:pt>
          <cx:pt idx="4711">4.6500000000000004</cx:pt>
          <cx:pt idx="4712">8.5</cx:pt>
          <cx:pt idx="4713">3.75</cx:pt>
          <cx:pt idx="4714">0.55000000000000004</cx:pt>
          <cx:pt idx="4715">2.1000000000000001</cx:pt>
          <cx:pt idx="4716">12.75</cx:pt>
          <cx:pt idx="4717">8.5</cx:pt>
          <cx:pt idx="4718">0.84999999999999998</cx:pt>
          <cx:pt idx="4719">2.9500000000000002</cx:pt>
          <cx:pt idx="4720">2.1000000000000001</cx:pt>
          <cx:pt idx="4721">1.6499999999999999</cx:pt>
          <cx:pt idx="4722">0.71999999999999997</cx:pt>
          <cx:pt idx="4723">0.41999999999999998</cx:pt>
          <cx:pt idx="4724">2.5499999999999998</cx:pt>
          <cx:pt idx="4725">1.25</cx:pt>
          <cx:pt idx="4726">1.25</cx:pt>
          <cx:pt idx="4727">0.84999999999999998</cx:pt>
          <cx:pt idx="4728">1.45</cx:pt>
          <cx:pt idx="4729">8.5</cx:pt>
          <cx:pt idx="4730">2.9500000000000002</cx:pt>
          <cx:pt idx="4731">2.1000000000000001</cx:pt>
          <cx:pt idx="4732">1.49</cx:pt>
          <cx:pt idx="4733">2.9500000000000002</cx:pt>
          <cx:pt idx="4734">3.75</cx:pt>
          <cx:pt idx="4735">4.6500000000000004</cx:pt>
          <cx:pt idx="4736">2.1000000000000001</cx:pt>
          <cx:pt idx="4737">12.75</cx:pt>
          <cx:pt idx="4738">1.45</cx:pt>
          <cx:pt idx="4739">2.9500000000000002</cx:pt>
          <cx:pt idx="4740">0.84999999999999998</cx:pt>
          <cx:pt idx="4741">2.9500000000000002</cx:pt>
          <cx:pt idx="4742">1.49</cx:pt>
          <cx:pt idx="4743">1.25</cx:pt>
          <cx:pt idx="4744">0.65000000000000002</cx:pt>
          <cx:pt idx="4745">0.55000000000000004</cx:pt>
          <cx:pt idx="4746">0.55000000000000004</cx:pt>
          <cx:pt idx="4747">2.1000000000000001</cx:pt>
          <cx:pt idx="4748">2.1000000000000001</cx:pt>
          <cx:pt idx="4749">12.75</cx:pt>
          <cx:pt idx="4750">9.9499999999999993</cx:pt>
          <cx:pt idx="4751">0.84999999999999998</cx:pt>
          <cx:pt idx="4752">6.3499999999999996</cx:pt>
          <cx:pt idx="4753">0.84999999999999998</cx:pt>
          <cx:pt idx="4754">1.6499999999999999</cx:pt>
          <cx:pt idx="4755">0.84999999999999998</cx:pt>
          <cx:pt idx="4756">2.1000000000000001</cx:pt>
          <cx:pt idx="4757">2.1000000000000001</cx:pt>
          <cx:pt idx="4758">2.5499999999999998</cx:pt>
          <cx:pt idx="4759">1.45</cx:pt>
          <cx:pt idx="4760">2.9500000000000002</cx:pt>
          <cx:pt idx="4761">8.5</cx:pt>
          <cx:pt idx="4762">0.84999999999999998</cx:pt>
          <cx:pt idx="4763">2.1000000000000001</cx:pt>
          <cx:pt idx="4764">7.9500000000000002</cx:pt>
          <cx:pt idx="4765">7.9500000000000002</cx:pt>
          <cx:pt idx="4766">7.9500000000000002</cx:pt>
          <cx:pt idx="4767">1.25</cx:pt>
          <cx:pt idx="4768">2.9500000000000002</cx:pt>
          <cx:pt idx="4769">7.9500000000000002</cx:pt>
          <cx:pt idx="4770">2.9500000000000002</cx:pt>
          <cx:pt idx="4771">14.949999999999999</cx:pt>
          <cx:pt idx="4772">1.6499999999999999</cx:pt>
          <cx:pt idx="4773">0.84999999999999998</cx:pt>
          <cx:pt idx="4774">4.21</cx:pt>
          <cx:pt idx="4775">2.98</cx:pt>
          <cx:pt idx="4776">4.21</cx:pt>
          <cx:pt idx="4777">2.5099999999999998</cx:pt>
          <cx:pt idx="4778">10.17</cx:pt>
          <cx:pt idx="4779">0.42999999999999999</cx:pt>
          <cx:pt idx="4780">5.0599999999999996</cx:pt>
          <cx:pt idx="4781">5.0599999999999996</cx:pt>
          <cx:pt idx="4782">5.9100000000000001</cx:pt>
          <cx:pt idx="4783">2.5099999999999998</cx:pt>
          <cx:pt idx="4784">0.42999999999999999</cx:pt>
          <cx:pt idx="4785">0.84999999999999998</cx:pt>
          <cx:pt idx="4786">3.3599999999999999</cx:pt>
          <cx:pt idx="4787">16.98</cx:pt>
          <cx:pt idx="4788">2.5099999999999998</cx:pt>
          <cx:pt idx="4789">5.9100000000000001</cx:pt>
          <cx:pt idx="4790">1.6599999999999999</cx:pt>
          <cx:pt idx="4791">3.3599999999999999</cx:pt>
          <cx:pt idx="4792">1.28</cx:pt>
          <cx:pt idx="4793">5.9100000000000001</cx:pt>
          <cx:pt idx="4794">14.43</cx:pt>
          <cx:pt idx="4795">1.28</cx:pt>
          <cx:pt idx="4796">0.84999999999999998</cx:pt>
          <cx:pt idx="4797">4.21</cx:pt>
          <cx:pt idx="4798">9.9499999999999993</cx:pt>
          <cx:pt idx="4799">2.9500000000000002</cx:pt>
          <cx:pt idx="4800">4.6500000000000004</cx:pt>
          <cx:pt idx="4801">2.1000000000000001</cx:pt>
          <cx:pt idx="4802">4.9500000000000002</cx:pt>
          <cx:pt idx="4803">1.25</cx:pt>
          <cx:pt idx="4804">1.6499999999999999</cx:pt>
          <cx:pt idx="4805">0.41999999999999998</cx:pt>
          <cx:pt idx="4806">2.1000000000000001</cx:pt>
          <cx:pt idx="4807">2.5499999999999998</cx:pt>
          <cx:pt idx="4808">1.25</cx:pt>
          <cx:pt idx="4809">12.75</cx:pt>
          <cx:pt idx="4810">7.9500000000000002</cx:pt>
          <cx:pt idx="4811">9.9499999999999993</cx:pt>
          <cx:pt idx="4812">6.75</cx:pt>
          <cx:pt idx="4813">2.9500000000000002</cx:pt>
          <cx:pt idx="4814">2.9500000000000002</cx:pt>
          <cx:pt idx="4815">2.1000000000000001</cx:pt>
          <cx:pt idx="4816">0.41999999999999998</cx:pt>
          <cx:pt idx="4817">1.6499999999999999</cx:pt>
          <cx:pt idx="4818">7.9500000000000002</cx:pt>
          <cx:pt idx="4819">7.9500000000000002</cx:pt>
          <cx:pt idx="4820">0.65000000000000002</cx:pt>
          <cx:pt idx="4821">0.55000000000000004</cx:pt>
          <cx:pt idx="4822">7.9500000000000002</cx:pt>
          <cx:pt idx="4823">5.79</cx:pt>
          <cx:pt idx="4824">4.1299999999999999</cx:pt>
          <cx:pt idx="4825">0.82999999999999996</cx:pt>
          <cx:pt idx="4826">2.9199999999999999</cx:pt>
          <cx:pt idx="4827">4.1299999999999999</cx:pt>
          <cx:pt idx="4828">4.1299999999999999</cx:pt>
          <cx:pt idx="4829">2.46</cx:pt>
          <cx:pt idx="4830">0.41999999999999998</cx:pt>
          <cx:pt idx="4831">1.25</cx:pt>
          <cx:pt idx="4832">2.46</cx:pt>
          <cx:pt idx="4833">4.96</cx:pt>
          <cx:pt idx="4834">9.1300000000000008</cx:pt>
          <cx:pt idx="4835">0.41999999999999998</cx:pt>
          <cx:pt idx="4836">0.82999999999999996</cx:pt>
          <cx:pt idx="4837">7.46</cx:pt>
          <cx:pt idx="4838">2.46</cx:pt>
          <cx:pt idx="4839">4.1299999999999999</cx:pt>
          <cx:pt idx="4840">1.25</cx:pt>
          <cx:pt idx="4841">0.82999999999999996</cx:pt>
          <cx:pt idx="4842">4.1299999999999999</cx:pt>
          <cx:pt idx="4843">1.6299999999999999</cx:pt>
          <cx:pt idx="4844">1.45</cx:pt>
          <cx:pt idx="4845">2.5499999999999998</cx:pt>
          <cx:pt idx="4846">0.41999999999999998</cx:pt>
          <cx:pt idx="4847">1.45</cx:pt>
          <cx:pt idx="4848">0.84999999999999998</cx:pt>
          <cx:pt idx="4849">1.49</cx:pt>
          <cx:pt idx="4850">2.9500000000000002</cx:pt>
          <cx:pt idx="4851">0.41999999999999998</cx:pt>
          <cx:pt idx="4852">1.95</cx:pt>
          <cx:pt idx="4853">1.25</cx:pt>
          <cx:pt idx="4854">2.9500000000000002</cx:pt>
          <cx:pt idx="4855">7.9500000000000002</cx:pt>
          <cx:pt idx="4856">2.9500000000000002</cx:pt>
          <cx:pt idx="4857">1.95</cx:pt>
          <cx:pt idx="4858">2.9500000000000002</cx:pt>
          <cx:pt idx="4859">0.41999999999999998</cx:pt>
          <cx:pt idx="4860">0.65000000000000002</cx:pt>
          <cx:pt idx="4861">2.9500000000000002</cx:pt>
          <cx:pt idx="4862">3.8100000000000001</cx:pt>
          <cx:pt idx="4863">1.45</cx:pt>
          <cx:pt idx="4864">2.9500000000000002</cx:pt>
          <cx:pt idx="4865">7.9500000000000002</cx:pt>
          <cx:pt idx="4866">7.9500000000000002</cx:pt>
          <cx:pt idx="4867">1.45</cx:pt>
          <cx:pt idx="4868">7.9500000000000002</cx:pt>
          <cx:pt idx="4869">2.1000000000000001</cx:pt>
          <cx:pt idx="4870">7.9500000000000002</cx:pt>
          <cx:pt idx="4871">4.9500000000000002</cx:pt>
          <cx:pt idx="4872">6.75</cx:pt>
          <cx:pt idx="4873">2.9500000000000002</cx:pt>
          <cx:pt idx="4874">0.41999999999999998</cx:pt>
          <cx:pt idx="4875">1.25</cx:pt>
          <cx:pt idx="4876">2.9500000000000002</cx:pt>
          <cx:pt idx="4877">0.55000000000000004</cx:pt>
          <cx:pt idx="4878">0.84999999999999998</cx:pt>
          <cx:pt idx="4879">1.95</cx:pt>
          <cx:pt idx="4880">1.95</cx:pt>
          <cx:pt idx="4881">12.75</cx:pt>
          <cx:pt idx="4882">0.84999999999999998</cx:pt>
          <cx:pt idx="4883">1.49</cx:pt>
          <cx:pt idx="4884">6.3499999999999996</cx:pt>
          <cx:pt idx="4885">1.6499999999999999</cx:pt>
          <cx:pt idx="4886">5.79</cx:pt>
          <cx:pt idx="4887">4.1299999999999999</cx:pt>
          <cx:pt idx="4888">0.82999999999999996</cx:pt>
          <cx:pt idx="4889">2.46</cx:pt>
          <cx:pt idx="4890">4.1299999999999999</cx:pt>
          <cx:pt idx="4891">2.46</cx:pt>
          <cx:pt idx="4892">8.2899999999999991</cx:pt>
          <cx:pt idx="4893">0.41999999999999998</cx:pt>
          <cx:pt idx="4894">14.130000000000001</cx:pt>
          <cx:pt idx="4895">14.130000000000001</cx:pt>
          <cx:pt idx="4896">4.96</cx:pt>
          <cx:pt idx="4897">9.1300000000000008</cx:pt>
          <cx:pt idx="4898">0.41999999999999998</cx:pt>
          <cx:pt idx="4899">0.82999999999999996</cx:pt>
          <cx:pt idx="4900">1.6299999999999999</cx:pt>
          <cx:pt idx="4901">1.6299999999999999</cx:pt>
          <cx:pt idx="4902">4.96</cx:pt>
          <cx:pt idx="4903">0.82999999999999996</cx:pt>
          <cx:pt idx="4904">4.1299999999999999</cx:pt>
          <cx:pt idx="4905">1.6299999999999999</cx:pt>
          <cx:pt idx="4906">0.82999999999999996</cx:pt>
          <cx:pt idx="4907">1.25</cx:pt>
          <cx:pt idx="4908">12.75</cx:pt>
          <cx:pt idx="4909">2.9500000000000002</cx:pt>
          <cx:pt idx="4910">4.9500000000000002</cx:pt>
          <cx:pt idx="4911">4.6500000000000004</cx:pt>
          <cx:pt idx="4912">1.49</cx:pt>
          <cx:pt idx="4913">2.9500000000000002</cx:pt>
          <cx:pt idx="4914">2.5499999999999998</cx:pt>
          <cx:pt idx="4915">1.6499999999999999</cx:pt>
          <cx:pt idx="4916">2.5499999999999998</cx:pt>
          <cx:pt idx="4917">3.75</cx:pt>
          <cx:pt idx="4918">2.5499999999999998</cx:pt>
          <cx:pt idx="4919">1.6499999999999999</cx:pt>
          <cx:pt idx="4920">0.84999999999999998</cx:pt>
          <cx:pt idx="4921">2.5499999999999998</cx:pt>
          <cx:pt idx="4922">1.25</cx:pt>
          <cx:pt idx="4923">0.84999999999999998</cx:pt>
          <cx:pt idx="4924">0.41999999999999998</cx:pt>
          <cx:pt idx="4925">4.96</cx:pt>
          <cx:pt idx="4926">4.96</cx:pt>
          <cx:pt idx="4927">7.46</cx:pt>
          <cx:pt idx="4928">5.79</cx:pt>
          <cx:pt idx="4929">10.789999999999999</cx:pt>
          <cx:pt idx="4930">5.79</cx:pt>
          <cx:pt idx="4931">0.82999999999999996</cx:pt>
          <cx:pt idx="4932">5.79</cx:pt>
          <cx:pt idx="4933">3.29</cx:pt>
          <cx:pt idx="4934">4.1299999999999999</cx:pt>
          <cx:pt idx="4935">4.1299999999999999</cx:pt>
          <cx:pt idx="4936">16.629999999999999</cx:pt>
          <cx:pt idx="4937">1.25</cx:pt>
          <cx:pt idx="4938">4.1299999999999999</cx:pt>
          <cx:pt idx="4939">10.789999999999999</cx:pt>
          <cx:pt idx="4940">16.629999999999999</cx:pt>
          <cx:pt idx="4941">5.79</cx:pt>
          <cx:pt idx="4942">5.79</cx:pt>
          <cx:pt idx="4943">5.79</cx:pt>
          <cx:pt idx="4944">24.960000000000001</cx:pt>
          <cx:pt idx="4945">4.1299999999999999</cx:pt>
          <cx:pt idx="4946">1.95</cx:pt>
          <cx:pt idx="4947">2.9500000000000002</cx:pt>
          <cx:pt idx="4948">2.1000000000000001</cx:pt>
          <cx:pt idx="4949">1.6499999999999999</cx:pt>
          <cx:pt idx="4950">1.45</cx:pt>
          <cx:pt idx="4951">1.95</cx:pt>
          <cx:pt idx="4952">1.6499999999999999</cx:pt>
          <cx:pt idx="4953">0.55000000000000004</cx:pt>
          <cx:pt idx="4954">1.6499999999999999</cx:pt>
          <cx:pt idx="4955">1.95</cx:pt>
          <cx:pt idx="4956">1.95</cx:pt>
          <cx:pt idx="4957">1.95</cx:pt>
          <cx:pt idx="4958">7.9500000000000002</cx:pt>
          <cx:pt idx="4959">0.55000000000000004</cx:pt>
          <cx:pt idx="4960">7.9500000000000002</cx:pt>
          <cx:pt idx="4961">7.9500000000000002</cx:pt>
          <cx:pt idx="4962">4.6500000000000004</cx:pt>
          <cx:pt idx="4963">4.6500000000000004</cx:pt>
          <cx:pt idx="4964">0.84999999999999998</cx:pt>
          <cx:pt idx="4965">0.35999999999999999</cx:pt>
          <cx:pt idx="4966">1.25</cx:pt>
          <cx:pt idx="4967">0.71999999999999997</cx:pt>
          <cx:pt idx="4968">1.25</cx:pt>
          <cx:pt idx="4969">2.1000000000000001</cx:pt>
          <cx:pt idx="4970">4.25</cx:pt>
          <cx:pt idx="4971">0.71999999999999997</cx:pt>
          <cx:pt idx="4972">1.45</cx:pt>
          <cx:pt idx="4973">0.71999999999999997</cx:pt>
          <cx:pt idx="4974">0.41999999999999998</cx:pt>
          <cx:pt idx="4975">2.1000000000000001</cx:pt>
          <cx:pt idx="4976">1.49</cx:pt>
          <cx:pt idx="4977">2.9500000000000002</cx:pt>
          <cx:pt idx="4978">5.9500000000000002</cx:pt>
          <cx:pt idx="4979">4.6500000000000004</cx:pt>
          <cx:pt idx="4980">0.55000000000000004</cx:pt>
          <cx:pt idx="4981">0.55000000000000004</cx:pt>
          <cx:pt idx="4982">7.9500000000000002</cx:pt>
          <cx:pt idx="4983">8.5</cx:pt>
          <cx:pt idx="4984">3.75</cx:pt>
          <cx:pt idx="4985">1.25</cx:pt>
          <cx:pt idx="4986">7.9500000000000002</cx:pt>
          <cx:pt idx="4987">1.45</cx:pt>
          <cx:pt idx="4988">4.6500000000000004</cx:pt>
          <cx:pt idx="4989">1.95</cx:pt>
          <cx:pt idx="4990">8.5</cx:pt>
          <cx:pt idx="4991">5.9500000000000002</cx:pt>
          <cx:pt idx="4992">1.6499999999999999</cx:pt>
          <cx:pt idx="4993">7.9500000000000002</cx:pt>
          <cx:pt idx="4994">1.6499999999999999</cx:pt>
          <cx:pt idx="4995">2.9500000000000002</cx:pt>
          <cx:pt idx="4996">0.84999999999999998</cx:pt>
          <cx:pt idx="4997">3.75</cx:pt>
          <cx:pt idx="4998">9.9499999999999993</cx:pt>
          <cx:pt idx="4999">4.1299999999999999</cx:pt>
          <cx:pt idx="5000">4.1299999999999999</cx:pt>
          <cx:pt idx="5001">2.46</cx:pt>
          <cx:pt idx="5002">8.2899999999999991</cx:pt>
          <cx:pt idx="5003">0.41999999999999998</cx:pt>
          <cx:pt idx="5004">14.130000000000001</cx:pt>
          <cx:pt idx="5005">4.96</cx:pt>
          <cx:pt idx="5006">3.29</cx:pt>
          <cx:pt idx="5007">3.29</cx:pt>
          <cx:pt idx="5008">16.629999999999999</cx:pt>
          <cx:pt idx="5009">5.79</cx:pt>
          <cx:pt idx="5010">0.41999999999999998</cx:pt>
          <cx:pt idx="5011">0.82999999999999996</cx:pt>
          <cx:pt idx="5012">7.46</cx:pt>
          <cx:pt idx="5013">4.96</cx:pt>
          <cx:pt idx="5014">5.79</cx:pt>
          <cx:pt idx="5015">1.6299999999999999</cx:pt>
          <cx:pt idx="5016">2.46</cx:pt>
          <cx:pt idx="5017">1.25</cx:pt>
          <cx:pt idx="5018">4.1299999999999999</cx:pt>
          <cx:pt idx="5019">5.79</cx:pt>
          <cx:pt idx="5020">0.82999999999999996</cx:pt>
          <cx:pt idx="5021">4.1299999999999999</cx:pt>
          <cx:pt idx="5022">1.6299999999999999</cx:pt>
          <cx:pt idx="5023">4.96</cx:pt>
          <cx:pt idx="5024">2.5499999999999998</cx:pt>
          <cx:pt idx="5025">4.1299999999999999</cx:pt>
          <cx:pt idx="5026">6.6299999999999999</cx:pt>
          <cx:pt idx="5027">4.96</cx:pt>
          <cx:pt idx="5028">4.1299999999999999</cx:pt>
          <cx:pt idx="5029">6.6299999999999999</cx:pt>
          <cx:pt idx="5030">4.1299999999999999</cx:pt>
          <cx:pt idx="5031">5.79</cx:pt>
          <cx:pt idx="5032">7.46</cx:pt>
          <cx:pt idx="5033">5.79</cx:pt>
          <cx:pt idx="5034">2.46</cx:pt>
          <cx:pt idx="5035">1.25</cx:pt>
          <cx:pt idx="5036">4.1299999999999999</cx:pt>
          <cx:pt idx="5037">16.629999999999999</cx:pt>
          <cx:pt idx="5038">2.46</cx:pt>
          <cx:pt idx="5039">2.46</cx:pt>
          <cx:pt idx="5040">8.2899999999999991</cx:pt>
          <cx:pt idx="5041">2.9500000000000002</cx:pt>
          <cx:pt idx="5042">2.5499999999999998</cx:pt>
          <cx:pt idx="5043">2.1000000000000001</cx:pt>
          <cx:pt idx="5044">2.1000000000000001</cx:pt>
          <cx:pt idx="5045">2.9500000000000002</cx:pt>
          <cx:pt idx="5046">4.9500000000000002</cx:pt>
          <cx:pt idx="5047">4.9500000000000002</cx:pt>
          <cx:pt idx="5048">0.65000000000000002</cx:pt>
          <cx:pt idx="5049">7.9500000000000002</cx:pt>
          <cx:pt idx="5050">7.9500000000000002</cx:pt>
          <cx:pt idx="5051">1.6499999999999999</cx:pt>
          <cx:pt idx="5052">8.5</cx:pt>
          <cx:pt idx="5053">7.9500000000000002</cx:pt>
          <cx:pt idx="5054">9.9499999999999993</cx:pt>
          <cx:pt idx="5055">2.1000000000000001</cx:pt>
          <cx:pt idx="5056">4.9500000000000002</cx:pt>
          <cx:pt idx="5057">1.25</cx:pt>
          <cx:pt idx="5058">1.6499999999999999</cx:pt>
          <cx:pt idx="5059">1.6499999999999999</cx:pt>
          <cx:pt idx="5060">0.41999999999999998</cx:pt>
          <cx:pt idx="5061">0.41999999999999998</cx:pt>
          <cx:pt idx="5062">9.9499999999999993</cx:pt>
          <cx:pt idx="5063">1.6499999999999999</cx:pt>
          <cx:pt idx="5064">5.9500000000000002</cx:pt>
          <cx:pt idx="5065">2.1000000000000001</cx:pt>
          <cx:pt idx="5066">0.84999999999999998</cx:pt>
          <cx:pt idx="5067">0.84999999999999998</cx:pt>
          <cx:pt idx="5068">2.5499999999999998</cx:pt>
          <cx:pt idx="5069">2.5499999999999998</cx:pt>
          <cx:pt idx="5070">1.6499999999999999</cx:pt>
          <cx:pt idx="5071">0.84999999999999998</cx:pt>
          <cx:pt idx="5072">5.9500000000000002</cx:pt>
          <cx:pt idx="5073">5.9500000000000002</cx:pt>
          <cx:pt idx="5074">7.9500000000000002</cx:pt>
          <cx:pt idx="5075">1.6499999999999999</cx:pt>
          <cx:pt idx="5076">1.6499999999999999</cx:pt>
          <cx:pt idx="5077">0.84999999999999998</cx:pt>
          <cx:pt idx="5078">2.9500000000000002</cx:pt>
          <cx:pt idx="5079">0.65000000000000002</cx:pt>
          <cx:pt idx="5080">2.1000000000000001</cx:pt>
          <cx:pt idx="5081">1.45</cx:pt>
          <cx:pt idx="5082">1.25</cx:pt>
          <cx:pt idx="5083">1.25</cx:pt>
          <cx:pt idx="5084">0.55000000000000004</cx:pt>
          <cx:pt idx="5085">1.6499999999999999</cx:pt>
          <cx:pt idx="5086">2.9500000000000002</cx:pt>
          <cx:pt idx="5087">2.9500000000000002</cx:pt>
          <cx:pt idx="5088">0.41999999999999998</cx:pt>
          <cx:pt idx="5089">2.1000000000000001</cx:pt>
          <cx:pt idx="5090">8.5</cx:pt>
          <cx:pt idx="5091">1.6499999999999999</cx:pt>
          <cx:pt idx="5092">2.5499999999999998</cx:pt>
          <cx:pt idx="5093">1.95</cx:pt>
          <cx:pt idx="5094">1.49</cx:pt>
          <cx:pt idx="5095">1.49</cx:pt>
          <cx:pt idx="5096">6.3499999999999996</cx:pt>
          <cx:pt idx="5097">8.5</cx:pt>
          <cx:pt idx="5098">1.25</cx:pt>
          <cx:pt idx="5099">2.1000000000000001</cx:pt>
          <cx:pt idx="5100">9.9499999999999993</cx:pt>
          <cx:pt idx="5101">1.25</cx:pt>
          <cx:pt idx="5102">2.5499999999999998</cx:pt>
          <cx:pt idx="5103">8.5</cx:pt>
          <cx:pt idx="5104">12.75</cx:pt>
          <cx:pt idx="5105">0.84999999999999998</cx:pt>
          <cx:pt idx="5106">2.9500000000000002</cx:pt>
          <cx:pt idx="5107">1.45</cx:pt>
          <cx:pt idx="5108">2.9500000000000002</cx:pt>
          <cx:pt idx="5109">1.25</cx:pt>
          <cx:pt idx="5110">2.9500000000000002</cx:pt>
          <cx:pt idx="5111">4.9500000000000002</cx:pt>
          <cx:pt idx="5112">8.5</cx:pt>
          <cx:pt idx="5113">1.25</cx:pt>
          <cx:pt idx="5114">3.75</cx:pt>
          <cx:pt idx="5115">7.9500000000000002</cx:pt>
          <cx:pt idx="5116">7.9500000000000002</cx:pt>
          <cx:pt idx="5117">0.65000000000000002</cx:pt>
          <cx:pt idx="5118">1.25</cx:pt>
          <cx:pt idx="5119">1.25</cx:pt>
          <cx:pt idx="5120">4.6500000000000004</cx:pt>
          <cx:pt idx="5121">7.9500000000000002</cx:pt>
          <cx:pt idx="5122">1.0600000000000001</cx:pt>
          <cx:pt idx="5123">3.75</cx:pt>
          <cx:pt idx="5124">0.84999999999999998</cx:pt>
          <cx:pt idx="5125">2.1000000000000001</cx:pt>
          <cx:pt idx="5126">2.9500000000000002</cx:pt>
          <cx:pt idx="5127">1.0600000000000001</cx:pt>
          <cx:pt idx="5128">1.0600000000000001</cx:pt>
          <cx:pt idx="5129">8.5</cx:pt>
          <cx:pt idx="5130">12.75</cx:pt>
          <cx:pt idx="5131">12.75</cx:pt>
          <cx:pt idx="5132">6.3499999999999996</cx:pt>
          <cx:pt idx="5133">8.5</cx:pt>
          <cx:pt idx="5134">2.1000000000000001</cx:pt>
          <cx:pt idx="5135">1.25</cx:pt>
          <cx:pt idx="5136">2.9500000000000002</cx:pt>
          <cx:pt idx="5137">2.9500000000000002</cx:pt>
          <cx:pt idx="5138">1.6499999999999999</cx:pt>
          <cx:pt idx="5139">1.6499999999999999</cx:pt>
          <cx:pt idx="5140">7.9500000000000002</cx:pt>
          <cx:pt idx="5141">0.84999999999999998</cx:pt>
          <cx:pt idx="5142">2.1000000000000001</cx:pt>
          <cx:pt idx="5143">2.1000000000000001</cx:pt>
          <cx:pt idx="5144">0.41999999999999998</cx:pt>
          <cx:pt idx="5145">4.9500000000000002</cx:pt>
          <cx:pt idx="5146">1.25</cx:pt>
          <cx:pt idx="5147">1.95</cx:pt>
          <cx:pt idx="5148">1.45</cx:pt>
          <cx:pt idx="5149">6.3499999999999996</cx:pt>
          <cx:pt idx="5150">1.25</cx:pt>
          <cx:pt idx="5151">0.84999999999999998</cx:pt>
          <cx:pt idx="5152">1.6499999999999999</cx:pt>
          <cx:pt idx="5153">2.5499999999999998</cx:pt>
          <cx:pt idx="5154">2.1000000000000001</cx:pt>
          <cx:pt idx="5155">4.6500000000000004</cx:pt>
          <cx:pt idx="5156">2.5499999999999998</cx:pt>
          <cx:pt idx="5157">8.5</cx:pt>
          <cx:pt idx="5158">1.25</cx:pt>
          <cx:pt idx="5159">9.9499999999999993</cx:pt>
          <cx:pt idx="5160">2.5499999999999998</cx:pt>
          <cx:pt idx="5161">2.1000000000000001</cx:pt>
          <cx:pt idx="5162">1.45</cx:pt>
          <cx:pt idx="5163">2.9500000000000002</cx:pt>
          <cx:pt idx="5164">1.25</cx:pt>
          <cx:pt idx="5165">0.84999999999999998</cx:pt>
          <cx:pt idx="5166">2.9500000000000002</cx:pt>
          <cx:pt idx="5167">1.49</cx:pt>
          <cx:pt idx="5168">5.9500000000000002</cx:pt>
          <cx:pt idx="5169">2.9500000000000002</cx:pt>
          <cx:pt idx="5170">9.9499999999999993</cx:pt>
          <cx:pt idx="5171">2.1000000000000001</cx:pt>
          <cx:pt idx="5172">2.9500000000000002</cx:pt>
          <cx:pt idx="5173">0.41999999999999998</cx:pt>
          <cx:pt idx="5174">1.6499999999999999</cx:pt>
          <cx:pt idx="5175">2.9500000000000002</cx:pt>
          <cx:pt idx="5176">12.75</cx:pt>
          <cx:pt idx="5177">4.9500000000000002</cx:pt>
          <cx:pt idx="5178">6.3499999999999996</cx:pt>
          <cx:pt idx="5179">14.130000000000001</cx:pt>
          <cx:pt idx="5180">4.1299999999999999</cx:pt>
          <cx:pt idx="5181">3.29</cx:pt>
          <cx:pt idx="5182">4.1299999999999999</cx:pt>
          <cx:pt idx="5183">4.1299999999999999</cx:pt>
          <cx:pt idx="5184">2.46</cx:pt>
          <cx:pt idx="5185">5.79</cx:pt>
          <cx:pt idx="5186">0.41999999999999998</cx:pt>
          <cx:pt idx="5187">2.46</cx:pt>
          <cx:pt idx="5188">4.96</cx:pt>
          <cx:pt idx="5189">9.1300000000000008</cx:pt>
          <cx:pt idx="5190">16.629999999999999</cx:pt>
          <cx:pt idx="5191">5.79</cx:pt>
          <cx:pt idx="5192">2.46</cx:pt>
          <cx:pt idx="5193">0.41999999999999998</cx:pt>
          <cx:pt idx="5194">0.82999999999999996</cx:pt>
          <cx:pt idx="5195">7.46</cx:pt>
          <cx:pt idx="5196">5.79</cx:pt>
          <cx:pt idx="5197">1.6299999999999999</cx:pt>
          <cx:pt idx="5198">1.25</cx:pt>
          <cx:pt idx="5199">2.46</cx:pt>
          <cx:pt idx="5200">14.130000000000001</cx:pt>
          <cx:pt idx="5201">0.82999999999999996</cx:pt>
          <cx:pt idx="5202">4.1299999999999999</cx:pt>
          <cx:pt idx="5203">3.75</cx:pt>
          <cx:pt idx="5204">24.960000000000001</cx:pt>
          <cx:pt idx="5205">3.29</cx:pt>
          <cx:pt idx="5206">0.82999999999999996</cx:pt>
          <cx:pt idx="5207">4.1299999999999999</cx:pt>
          <cx:pt idx="5208">2.46</cx:pt>
          <cx:pt idx="5209">0.41999999999999998</cx:pt>
          <cx:pt idx="5210">14.130000000000001</cx:pt>
          <cx:pt idx="5211">14.130000000000001</cx:pt>
          <cx:pt idx="5212">3.29</cx:pt>
          <cx:pt idx="5213">2.46</cx:pt>
          <cx:pt idx="5214">0.41999999999999998</cx:pt>
          <cx:pt idx="5215">0.82999999999999996</cx:pt>
          <cx:pt idx="5216">2.46</cx:pt>
          <cx:pt idx="5217">5.79</cx:pt>
          <cx:pt idx="5218">1.6299999999999999</cx:pt>
          <cx:pt idx="5219">4.96</cx:pt>
          <cx:pt idx="5220">4.1299999999999999</cx:pt>
          <cx:pt idx="5221">1.25</cx:pt>
          <cx:pt idx="5222">0.82999999999999996</cx:pt>
          <cx:pt idx="5223">1.6299999999999999</cx:pt>
          <cx:pt idx="5224">4.96</cx:pt>
          <cx:pt idx="5225">0.82999999999999996</cx:pt>
          <cx:pt idx="5226">4.1299999999999999</cx:pt>
          <cx:pt idx="5227">2.46</cx:pt>
          <cx:pt idx="5228">4.1299999999999999</cx:pt>
          <cx:pt idx="5229">4.1299999999999999</cx:pt>
          <cx:pt idx="5230">4.1299999999999999</cx:pt>
          <cx:pt idx="5231">2.46</cx:pt>
          <cx:pt idx="5232">0.41999999999999998</cx:pt>
          <cx:pt idx="5233">2.46</cx:pt>
          <cx:pt idx="5234">4.96</cx:pt>
          <cx:pt idx="5235">0.82999999999999996</cx:pt>
          <cx:pt idx="5236">24.960000000000001</cx:pt>
          <cx:pt idx="5237">10.789999999999999</cx:pt>
          <cx:pt idx="5238">3.29</cx:pt>
          <cx:pt idx="5239">16.629999999999999</cx:pt>
          <cx:pt idx="5240">5.79</cx:pt>
          <cx:pt idx="5241">0.41999999999999998</cx:pt>
          <cx:pt idx="5242">0.82999999999999996</cx:pt>
          <cx:pt idx="5243">7.46</cx:pt>
          <cx:pt idx="5244">3.29</cx:pt>
          <cx:pt idx="5245">5.79</cx:pt>
          <cx:pt idx="5246">1.6299999999999999</cx:pt>
          <cx:pt idx="5247">3.29</cx:pt>
          <cx:pt idx="5248">2.46</cx:pt>
          <cx:pt idx="5249">0.82999999999999996</cx:pt>
          <cx:pt idx="5250">3.75</cx:pt>
          <cx:pt idx="5251">2.46</cx:pt>
          <cx:pt idx="5252">5.79</cx:pt>
          <cx:pt idx="5253">4.1299999999999999</cx:pt>
          <cx:pt idx="5254">2.46</cx:pt>
          <cx:pt idx="5255">4.1299999999999999</cx:pt>
          <cx:pt idx="5256">4.1299999999999999</cx:pt>
          <cx:pt idx="5257">1.6299999999999999</cx:pt>
          <cx:pt idx="5258">5.79</cx:pt>
          <cx:pt idx="5259">0.41999999999999998</cx:pt>
          <cx:pt idx="5260">2.46</cx:pt>
          <cx:pt idx="5261">3.29</cx:pt>
          <cx:pt idx="5262">12.460000000000001</cx:pt>
          <cx:pt idx="5263">5.79</cx:pt>
          <cx:pt idx="5264">0.41999999999999998</cx:pt>
          <cx:pt idx="5265">0.82999999999999996</cx:pt>
          <cx:pt idx="5266">16.629999999999999</cx:pt>
          <cx:pt idx="5267">1.6299999999999999</cx:pt>
          <cx:pt idx="5268">24.960000000000001</cx:pt>
          <cx:pt idx="5269">1.6299999999999999</cx:pt>
          <cx:pt idx="5270">14.130000000000001</cx:pt>
          <cx:pt idx="5271">2.46</cx:pt>
          <cx:pt idx="5272">0.82999999999999996</cx:pt>
          <cx:pt idx="5273">4.1299999999999999</cx:pt>
          <cx:pt idx="5274">4.1299999999999999</cx:pt>
          <cx:pt idx="5275">2.46</cx:pt>
          <cx:pt idx="5276">6.75</cx:pt>
          <cx:pt idx="5277">6.75</cx:pt>
          <cx:pt idx="5278">6.75</cx:pt>
          <cx:pt idx="5279">6.75</cx:pt>
          <cx:pt idx="5280">7.9500000000000002</cx:pt>
          <cx:pt idx="5281">2.9500000000000002</cx:pt>
          <cx:pt idx="5282">1.45</cx:pt>
          <cx:pt idx="5283">1.0600000000000001</cx:pt>
          <cx:pt idx="5284">0.41999999999999998</cx:pt>
          <cx:pt idx="5285">2.1000000000000001</cx:pt>
          <cx:pt idx="5286">1.25</cx:pt>
          <cx:pt idx="5287">0.65000000000000002</cx:pt>
          <cx:pt idx="5288">0.84999999999999998</cx:pt>
          <cx:pt idx="5289">8.5</cx:pt>
          <cx:pt idx="5290">2.5499999999999998</cx:pt>
          <cx:pt idx="5291">1.25</cx:pt>
          <cx:pt idx="5292">7.9500000000000002</cx:pt>
          <cx:pt idx="5293">2.5499999999999998</cx:pt>
          <cx:pt idx="5294">1.49</cx:pt>
          <cx:pt idx="5295">2.1000000000000001</cx:pt>
          <cx:pt idx="5296">2.9500000000000002</cx:pt>
          <cx:pt idx="5297">1.25</cx:pt>
          <cx:pt idx="5298">0.65000000000000002</cx:pt>
          <cx:pt idx="5299">1.45</cx:pt>
          <cx:pt idx="5300">2.1000000000000001</cx:pt>
          <cx:pt idx="5301">6.75</cx:pt>
          <cx:pt idx="5302">2.1000000000000001</cx:pt>
          <cx:pt idx="5303">7.9500000000000002</cx:pt>
          <cx:pt idx="5304">2.1000000000000001</cx:pt>
          <cx:pt idx="5305">2.1000000000000001</cx:pt>
          <cx:pt idx="5306">7.9500000000000002</cx:pt>
          <cx:pt idx="5307">7.9500000000000002</cx:pt>
          <cx:pt idx="5308">0.41999999999999998</cx:pt>
          <cx:pt idx="5309">1.45</cx:pt>
          <cx:pt idx="5310">4.9500000000000002</cx:pt>
          <cx:pt idx="5311">2.9500000000000002</cx:pt>
          <cx:pt idx="5312">2.5499999999999998</cx:pt>
          <cx:pt idx="5313">0.41999999999999998</cx:pt>
          <cx:pt idx="5314">1.25</cx:pt>
          <cx:pt idx="5315">2.9500000000000002</cx:pt>
          <cx:pt idx="5316">6.6299999999999999</cx:pt>
          <cx:pt idx="5317">12.460000000000001</cx:pt>
          <cx:pt idx="5318">12.460000000000001</cx:pt>
          <cx:pt idx="5319">4.1299999999999999</cx:pt>
          <cx:pt idx="5320">4.96</cx:pt>
          <cx:pt idx="5321">16.629999999999999</cx:pt>
          <cx:pt idx="5322">6.6299999999999999</cx:pt>
          <cx:pt idx="5323">4.1299999999999999</cx:pt>
          <cx:pt idx="5324">5.79</cx:pt>
          <cx:pt idx="5325">7.46</cx:pt>
          <cx:pt idx="5326">1.6299999999999999</cx:pt>
          <cx:pt idx="5327">4.1299999999999999</cx:pt>
          <cx:pt idx="5328">16.629999999999999</cx:pt>
          <cx:pt idx="5329">2.46</cx:pt>
          <cx:pt idx="5330">4.96</cx:pt>
          <cx:pt idx="5331">16.629999999999999</cx:pt>
          <cx:pt idx="5332">5.79</cx:pt>
          <cx:pt idx="5333">16.629999999999999</cx:pt>
          <cx:pt idx="5334">3.29</cx:pt>
          <cx:pt idx="5335">16.629999999999999</cx:pt>
          <cx:pt idx="5336">1.6299999999999999</cx:pt>
          <cx:pt idx="5337">14.130000000000001</cx:pt>
          <cx:pt idx="5338">4.1299999999999999</cx:pt>
          <cx:pt idx="5339">4.1299999999999999</cx:pt>
          <cx:pt idx="5340">4.1299999999999999</cx:pt>
          <cx:pt idx="5341">2.46</cx:pt>
          <cx:pt idx="5342">0.82999999999999996</cx:pt>
          <cx:pt idx="5343">0.41999999999999998</cx:pt>
          <cx:pt idx="5344">2.46</cx:pt>
          <cx:pt idx="5345">4.1299999999999999</cx:pt>
          <cx:pt idx="5346">5.79</cx:pt>
          <cx:pt idx="5347">5.79</cx:pt>
          <cx:pt idx="5348">0.82999999999999996</cx:pt>
          <cx:pt idx="5349">7.46</cx:pt>
          <cx:pt idx="5350">0.82999999999999996</cx:pt>
          <cx:pt idx="5351">3.29</cx:pt>
          <cx:pt idx="5352">1.6299999999999999</cx:pt>
          <cx:pt idx="5353">1.95</cx:pt>
          <cx:pt idx="5354">7.9500000000000002</cx:pt>
          <cx:pt idx="5355">2.9500000000000002</cx:pt>
          <cx:pt idx="5356">2.5499999999999998</cx:pt>
          <cx:pt idx="5357">2.5499999999999998</cx:pt>
          <cx:pt idx="5358">4.6500000000000004</cx:pt>
          <cx:pt idx="5359">1.6499999999999999</cx:pt>
          <cx:pt idx="5360">12.460000000000001</cx:pt>
          <cx:pt idx="5361">16.629999999999999</cx:pt>
          <cx:pt idx="5362">5.79</cx:pt>
          <cx:pt idx="5363">16.629999999999999</cx:pt>
          <cx:pt idx="5364">16.629999999999999</cx:pt>
          <cx:pt idx="5365">4.96</cx:pt>
          <cx:pt idx="5366">0.82999999999999996</cx:pt>
          <cx:pt idx="5367">16.629999999999999</cx:pt>
          <cx:pt idx="5368">16.629999999999999</cx:pt>
          <cx:pt idx="5369">2.1000000000000001</cx:pt>
          <cx:pt idx="5370">1.49</cx:pt>
          <cx:pt idx="5371">2.1000000000000001</cx:pt>
          <cx:pt idx="5372">2.9500000000000002</cx:pt>
          <cx:pt idx="5373">1.45</cx:pt>
          <cx:pt idx="5374">1.95</cx:pt>
          <cx:pt idx="5375">4.9500000000000002</cx:pt>
          <cx:pt idx="5376">2.9500000000000002</cx:pt>
          <cx:pt idx="5377">5.79</cx:pt>
          <cx:pt idx="5378">2.46</cx:pt>
          <cx:pt idx="5379">4.1299999999999999</cx:pt>
          <cx:pt idx="5380">4.1299999999999999</cx:pt>
          <cx:pt idx="5381">2.46</cx:pt>
          <cx:pt idx="5382">0.41999999999999998</cx:pt>
          <cx:pt idx="5383">14.130000000000001</cx:pt>
          <cx:pt idx="5384">14.130000000000001</cx:pt>
          <cx:pt idx="5385">0.41999999999999998</cx:pt>
          <cx:pt idx="5386">0.82999999999999996</cx:pt>
          <cx:pt idx="5387">2.46</cx:pt>
          <cx:pt idx="5388">3.29</cx:pt>
          <cx:pt idx="5389">2.46</cx:pt>
          <cx:pt idx="5390">0.82999999999999996</cx:pt>
          <cx:pt idx="5391">1.25</cx:pt>
          <cx:pt idx="5392">1.25</cx:pt>
          <cx:pt idx="5393">2.1000000000000001</cx:pt>
          <cx:pt idx="5394">1.95</cx:pt>
          <cx:pt idx="5395">7.9500000000000002</cx:pt>
          <cx:pt idx="5396">6.3499999999999996</cx:pt>
          <cx:pt idx="5397">0.41999999999999998</cx:pt>
          <cx:pt idx="5398">0.84999999999999998</cx:pt>
          <cx:pt idx="5399">0.41999999999999998</cx:pt>
          <cx:pt idx="5400">8.5</cx:pt>
          <cx:pt idx="5401">2.9500000000000002</cx:pt>
          <cx:pt idx="5402">8.5</cx:pt>
          <cx:pt idx="5403">8.5</cx:pt>
          <cx:pt idx="5404">2.5499999999999998</cx:pt>
          <cx:pt idx="5405">3.75</cx:pt>
          <cx:pt idx="5406">12.75</cx:pt>
          <cx:pt idx="5407">7.9500000000000002</cx:pt>
          <cx:pt idx="5408">7.9500000000000002</cx:pt>
          <cx:pt idx="5409">2.1000000000000001</cx:pt>
          <cx:pt idx="5410">7.6500000000000004</cx:pt>
          <cx:pt idx="5411">2.9500000000000002</cx:pt>
          <cx:pt idx="5412">0.28999999999999998</cx:pt>
          <cx:pt idx="5413">1.95</cx:pt>
          <cx:pt idx="5414">1.45</cx:pt>
          <cx:pt idx="5415">2.9500000000000002</cx:pt>
          <cx:pt idx="5416">4.6500000000000004</cx:pt>
          <cx:pt idx="5417">7.6500000000000004</cx:pt>
          <cx:pt idx="5418">1.6499999999999999</cx:pt>
          <cx:pt idx="5419">7.9500000000000002</cx:pt>
          <cx:pt idx="5420">0.55000000000000004</cx:pt>
          <cx:pt idx="5421">9.9499999999999993</cx:pt>
          <cx:pt idx="5422">6.3499999999999996</cx:pt>
          <cx:pt idx="5423">8.5</cx:pt>
          <cx:pt idx="5424">0.41999999999999998</cx:pt>
          <cx:pt idx="5425">0.41999999999999998</cx:pt>
          <cx:pt idx="5426">0.41999999999999998</cx:pt>
          <cx:pt idx="5427">2.5499999999999998</cx:pt>
          <cx:pt idx="5428">2.9500000000000002</cx:pt>
          <cx:pt idx="5429">0.84999999999999998</cx:pt>
          <cx:pt idx="5430">3.75</cx:pt>
          <cx:pt idx="5431">1.0600000000000001</cx:pt>
          <cx:pt idx="5432">0.41999999999999998</cx:pt>
          <cx:pt idx="5433">2.9500000000000002</cx:pt>
          <cx:pt idx="5434">2.5499999999999998</cx:pt>
          <cx:pt idx="5435">0.41999999999999998</cx:pt>
          <cx:pt idx="5436">1.25</cx:pt>
          <cx:pt idx="5437">1.45</cx:pt>
          <cx:pt idx="5438">9.9499999999999993</cx:pt>
          <cx:pt idx="5439">2.9500000000000002</cx:pt>
          <cx:pt idx="5440">16.629999999999999</cx:pt>
          <cx:pt idx="5441">5.79</cx:pt>
          <cx:pt idx="5442">16.629999999999999</cx:pt>
          <cx:pt idx="5443">5.79</cx:pt>
          <cx:pt idx="5444">1.25</cx:pt>
          <cx:pt idx="5445">4.96</cx:pt>
          <cx:pt idx="5446">1.45</cx:pt>
          <cx:pt idx="5447">1.49</cx:pt>
          <cx:pt idx="5448">1.6499999999999999</cx:pt>
          <cx:pt idx="5449">4.9500000000000002</cx:pt>
          <cx:pt idx="5450">1.49</cx:pt>
          <cx:pt idx="5451">2.9500000000000002</cx:pt>
          <cx:pt idx="5452">1.6499999999999999</cx:pt>
          <cx:pt idx="5453">1.6499999999999999</cx:pt>
          <cx:pt idx="5454">4.1299999999999999</cx:pt>
          <cx:pt idx="5455">0.82999999999999996</cx:pt>
          <cx:pt idx="5456">4.1299999999999999</cx:pt>
          <cx:pt idx="5457">4.1299999999999999</cx:pt>
          <cx:pt idx="5458">2.46</cx:pt>
          <cx:pt idx="5459">0.41999999999999998</cx:pt>
          <cx:pt idx="5460">1.25</cx:pt>
          <cx:pt idx="5461">2.46</cx:pt>
          <cx:pt idx="5462">1.25</cx:pt>
          <cx:pt idx="5463">4.96</cx:pt>
          <cx:pt idx="5464">5.79</cx:pt>
          <cx:pt idx="5465">0.41999999999999998</cx:pt>
          <cx:pt idx="5466">0.82999999999999996</cx:pt>
          <cx:pt idx="5467">4.96</cx:pt>
          <cx:pt idx="5468">1.6299999999999999</cx:pt>
          <cx:pt idx="5469">2.46</cx:pt>
          <cx:pt idx="5470">5.79</cx:pt>
          <cx:pt idx="5471">1.6299999999999999</cx:pt>
          <cx:pt idx="5472">4.96</cx:pt>
          <cx:pt idx="5473">1.25</cx:pt>
          <cx:pt idx="5474">1.25</cx:pt>
          <cx:pt idx="5475">1.25</cx:pt>
          <cx:pt idx="5476">0.82999999999999996</cx:pt>
          <cx:pt idx="5477">1.6299999999999999</cx:pt>
          <cx:pt idx="5478">0.82999999999999996</cx:pt>
          <cx:pt idx="5479">1.25</cx:pt>
          <cx:pt idx="5480">2.1000000000000001</cx:pt>
          <cx:pt idx="5481">2.5499999999999998</cx:pt>
          <cx:pt idx="5482">12.75</cx:pt>
          <cx:pt idx="5483">4.6500000000000004</cx:pt>
          <cx:pt idx="5484">2.9500000000000002</cx:pt>
          <cx:pt idx="5485">1.45</cx:pt>
          <cx:pt idx="5486">2.9500000000000002</cx:pt>
          <cx:pt idx="5487">2.1000000000000001</cx:pt>
          <cx:pt idx="5488">1.49</cx:pt>
          <cx:pt idx="5489">0.65000000000000002</cx:pt>
          <cx:pt idx="5490">1.25</cx:pt>
          <cx:pt idx="5491">5.9500000000000002</cx:pt>
          <cx:pt idx="5492">1.25</cx:pt>
          <cx:pt idx="5493">0.55000000000000004</cx:pt>
          <cx:pt idx="5494">1.45</cx:pt>
          <cx:pt idx="5495">7.6500000000000004</cx:pt>
          <cx:pt idx="5496">2.5499999999999998</cx:pt>
          <cx:pt idx="5497">1.95</cx:pt>
          <cx:pt idx="5498">0.84999999999999998</cx:pt>
          <cx:pt idx="5499">1.25</cx:pt>
          <cx:pt idx="5500">1.25</cx:pt>
          <cx:pt idx="5501">2.9500000000000002</cx:pt>
          <cx:pt idx="5502">7.9500000000000002</cx:pt>
          <cx:pt idx="5503">3.75</cx:pt>
          <cx:pt idx="5504">1.45</cx:pt>
          <cx:pt idx="5505">2.9500000000000002</cx:pt>
          <cx:pt idx="5506">2.9500000000000002</cx:pt>
          <cx:pt idx="5507">2.5499999999999998</cx:pt>
          <cx:pt idx="5508">1.25</cx:pt>
          <cx:pt idx="5509">3.75</cx:pt>
          <cx:pt idx="5510">2.9500000000000002</cx:pt>
          <cx:pt idx="5511">3.75</cx:pt>
          <cx:pt idx="5512">1.25</cx:pt>
          <cx:pt idx="5513">12.75</cx:pt>
          <cx:pt idx="5514">5.9500000000000002</cx:pt>
          <cx:pt idx="5515">1.95</cx:pt>
          <cx:pt idx="5516">0.84999999999999998</cx:pt>
          <cx:pt idx="5517">8.5</cx:pt>
          <cx:pt idx="5518">1.6499999999999999</cx:pt>
          <cx:pt idx="5519">1.25</cx:pt>
          <cx:pt idx="5520">2.1000000000000001</cx:pt>
          <cx:pt idx="5521">0.55000000000000004</cx:pt>
          <cx:pt idx="5522">1.25</cx:pt>
          <cx:pt idx="5523">1.49</cx:pt>
          <cx:pt idx="5524">10.949999999999999</cx:pt>
          <cx:pt idx="5525">2.9500000000000002</cx:pt>
          <cx:pt idx="5526">3.75</cx:pt>
          <cx:pt idx="5527">1.95</cx:pt>
          <cx:pt idx="5528">0.41999999999999998</cx:pt>
          <cx:pt idx="5529">1.6499999999999999</cx:pt>
          <cx:pt idx="5530">0.41999999999999998</cx:pt>
          <cx:pt idx="5531">2.9500000000000002</cx:pt>
          <cx:pt idx="5532">1.6899999999999999</cx:pt>
          <cx:pt idx="5533">0.41999999999999998</cx:pt>
          <cx:pt idx="5534">0.28999999999999998</cx:pt>
          <cx:pt idx="5535">1.45</cx:pt>
          <cx:pt idx="5536">0.41999999999999998</cx:pt>
          <cx:pt idx="5537">0.65000000000000002</cx:pt>
          <cx:pt idx="5538">1.45</cx:pt>
          <cx:pt idx="5539">2.1000000000000001</cx:pt>
          <cx:pt idx="5540">8.5</cx:pt>
          <cx:pt idx="5541">2.1000000000000001</cx:pt>
          <cx:pt idx="5542">1.25</cx:pt>
          <cx:pt idx="5543">0.84999999999999998</cx:pt>
          <cx:pt idx="5544">2.9500000000000002</cx:pt>
          <cx:pt idx="5545">0.65000000000000002</cx:pt>
          <cx:pt idx="5546">2.1000000000000001</cx:pt>
          <cx:pt idx="5547">1.6499999999999999</cx:pt>
          <cx:pt idx="5548">1.45</cx:pt>
          <cx:pt idx="5549">7.9500000000000002</cx:pt>
          <cx:pt idx="5550">7.9500000000000002</cx:pt>
          <cx:pt idx="5551">8.5</cx:pt>
          <cx:pt idx="5552">0.65000000000000002</cx:pt>
          <cx:pt idx="5553">2.9500000000000002</cx:pt>
          <cx:pt idx="5554">4.1299999999999999</cx:pt>
          <cx:pt idx="5555">0.82999999999999996</cx:pt>
          <cx:pt idx="5556">2.9199999999999999</cx:pt>
          <cx:pt idx="5557">4.1299999999999999</cx:pt>
          <cx:pt idx="5558">4.1299999999999999</cx:pt>
          <cx:pt idx="5559">2.46</cx:pt>
          <cx:pt idx="5560">0.41999999999999998</cx:pt>
          <cx:pt idx="5561">4.1299999999999999</cx:pt>
          <cx:pt idx="5562">2.46</cx:pt>
          <cx:pt idx="5563">0.41999999999999998</cx:pt>
          <cx:pt idx="5564">0.82999999999999996</cx:pt>
          <cx:pt idx="5565">24.960000000000001</cx:pt>
          <cx:pt idx="5566">4.96</cx:pt>
          <cx:pt idx="5567">0.82999999999999996</cx:pt>
          <cx:pt idx="5568">2.7599999999999998</cx:pt>
          <cx:pt idx="5569">1.6299999999999999</cx:pt>
          <cx:pt idx="5570">0.82999999999999996</cx:pt>
          <cx:pt idx="5571">5.79</cx:pt>
          <cx:pt idx="5572">4.1299999999999999</cx:pt>
          <cx:pt idx="5573">4.1299999999999999</cx:pt>
          <cx:pt idx="5574">2.46</cx:pt>
          <cx:pt idx="5575">14.960000000000001</cx:pt>
          <cx:pt idx="5576">0.41999999999999998</cx:pt>
          <cx:pt idx="5577">4.1299999999999999</cx:pt>
          <cx:pt idx="5578">0.41999999999999998</cx:pt>
          <cx:pt idx="5579">0.82999999999999996</cx:pt>
          <cx:pt idx="5580">5.79</cx:pt>
          <cx:pt idx="5581">4.96</cx:pt>
          <cx:pt idx="5582">3.29</cx:pt>
          <cx:pt idx="5583">1.25</cx:pt>
          <cx:pt idx="5584">0.82999999999999996</cx:pt>
          <cx:pt idx="5585">4.1299999999999999</cx:pt>
          <cx:pt idx="5586">1.6299999999999999</cx:pt>
          <cx:pt idx="5587">1.95</cx:pt>
          <cx:pt idx="5588">5.9500000000000002</cx:pt>
          <cx:pt idx="5589">1.6499999999999999</cx:pt>
          <cx:pt idx="5590">0.41999999999999998</cx:pt>
          <cx:pt idx="5591">1.6499999999999999</cx:pt>
          <cx:pt idx="5592">1.45</cx:pt>
          <cx:pt idx="5593">7.9500000000000002</cx:pt>
          <cx:pt idx="5594">1.0600000000000001</cx:pt>
          <cx:pt idx="5595">2.9500000000000002</cx:pt>
          <cx:pt idx="5596">1.25</cx:pt>
          <cx:pt idx="5597">0.84999999999999998</cx:pt>
          <cx:pt idx="5598">1.45</cx:pt>
          <cx:pt idx="5599">1.49</cx:pt>
          <cx:pt idx="5600">2.9500000000000002</cx:pt>
          <cx:pt idx="5601">2.5499999999999998</cx:pt>
          <cx:pt idx="5602">2.1000000000000001</cx:pt>
          <cx:pt idx="5603">0.35999999999999999</cx:pt>
          <cx:pt idx="5604">0.84999999999999998</cx:pt>
          <cx:pt idx="5605">2.1000000000000001</cx:pt>
          <cx:pt idx="5606">7.6500000000000004</cx:pt>
          <cx:pt idx="5607">2.1000000000000001</cx:pt>
          <cx:pt idx="5608">2.9500000000000002</cx:pt>
          <cx:pt idx="5609">9.9499999999999993</cx:pt>
          <cx:pt idx="5610">1.25</cx:pt>
          <cx:pt idx="5611">1.95</cx:pt>
          <cx:pt idx="5612">0.84999999999999998</cx:pt>
          <cx:pt idx="5613">1.49</cx:pt>
          <cx:pt idx="5614">2.9500000000000002</cx:pt>
          <cx:pt idx="5615">12.75</cx:pt>
          <cx:pt idx="5616">2.9500000000000002</cx:pt>
          <cx:pt idx="5617">2.9500000000000002</cx:pt>
          <cx:pt idx="5618">7.6500000000000004</cx:pt>
          <cx:pt idx="5619">9.9499999999999993</cx:pt>
          <cx:pt idx="5620">6.75</cx:pt>
          <cx:pt idx="5621">6.75</cx:pt>
          <cx:pt idx="5622">6.75</cx:pt>
          <cx:pt idx="5623">2.1000000000000001</cx:pt>
          <cx:pt idx="5624">2.1000000000000001</cx:pt>
          <cx:pt idx="5625">4.25</cx:pt>
          <cx:pt idx="5626">3.3900000000000001</cx:pt>
          <cx:pt idx="5627">0.55000000000000004</cx:pt>
          <cx:pt idx="5628">1.8500000000000001</cx:pt>
          <cx:pt idx="5629">1.95</cx:pt>
          <cx:pt idx="5630">1.95</cx:pt>
          <cx:pt idx="5631">2.9500000000000002</cx:pt>
          <cx:pt idx="5632">2.1000000000000001</cx:pt>
          <cx:pt idx="5633">2.5499999999999998</cx:pt>
          <cx:pt idx="5634">1.45</cx:pt>
          <cx:pt idx="5635">1.95</cx:pt>
          <cx:pt idx="5636">8.5</cx:pt>
          <cx:pt idx="5637">1.95</cx:pt>
          <cx:pt idx="5638">4.9500000000000002</cx:pt>
          <cx:pt idx="5639">0.28999999999999998</cx:pt>
          <cx:pt idx="5640">12.460000000000001</cx:pt>
          <cx:pt idx="5641">4.96</cx:pt>
          <cx:pt idx="5642">6.6299999999999999</cx:pt>
          <cx:pt idx="5643">5.79</cx:pt>
          <cx:pt idx="5644">7.46</cx:pt>
          <cx:pt idx="5645">5.79</cx:pt>
          <cx:pt idx="5646">1.25</cx:pt>
          <cx:pt idx="5647">4.1299999999999999</cx:pt>
          <cx:pt idx="5648">3.29</cx:pt>
          <cx:pt idx="5649">12.460000000000001</cx:pt>
          <cx:pt idx="5650">16.629999999999999</cx:pt>
          <cx:pt idx="5651">16.629999999999999</cx:pt>
          <cx:pt idx="5652">2.46</cx:pt>
          <cx:pt idx="5653">10.789999999999999</cx:pt>
          <cx:pt idx="5654">16.629999999999999</cx:pt>
          <cx:pt idx="5655">5.79</cx:pt>
          <cx:pt idx="5656">6.6299999999999999</cx:pt>
          <cx:pt idx="5657">16.629999999999999</cx:pt>
          <cx:pt idx="5658">5.79</cx:pt>
          <cx:pt idx="5659">3.29</cx:pt>
          <cx:pt idx="5660">4.1299999999999999</cx:pt>
          <cx:pt idx="5661">4.1299999999999999</cx:pt>
          <cx:pt idx="5662">5.79</cx:pt>
          <cx:pt idx="5663">10.789999999999999</cx:pt>
          <cx:pt idx="5664">5.79</cx:pt>
          <cx:pt idx="5665">5.79</cx:pt>
          <cx:pt idx="5666">0.41999999999999998</cx:pt>
          <cx:pt idx="5667">2.1000000000000001</cx:pt>
          <cx:pt idx="5668">1.45</cx:pt>
          <cx:pt idx="5669">1.45</cx:pt>
          <cx:pt idx="5670">0.41999999999999998</cx:pt>
          <cx:pt idx="5671">1.25</cx:pt>
          <cx:pt idx="5672">2.1000000000000001</cx:pt>
          <cx:pt idx="5673">2.9500000000000002</cx:pt>
          <cx:pt idx="5674">1.6499999999999999</cx:pt>
          <cx:pt idx="5675">2.1000000000000001</cx:pt>
          <cx:pt idx="5676">9.9499999999999993</cx:pt>
          <cx:pt idx="5677">2.9500000000000002</cx:pt>
          <cx:pt idx="5678">2.9500000000000002</cx:pt>
          <cx:pt idx="5679">14.130000000000001</cx:pt>
          <cx:pt idx="5680">4.1299999999999999</cx:pt>
          <cx:pt idx="5681">4.1299999999999999</cx:pt>
          <cx:pt idx="5682">0.82999999999999996</cx:pt>
          <cx:pt idx="5683">4.1299999999999999</cx:pt>
          <cx:pt idx="5684">2.46</cx:pt>
          <cx:pt idx="5685">8.2899999999999991</cx:pt>
          <cx:pt idx="5686">0.41999999999999998</cx:pt>
          <cx:pt idx="5687">2.46</cx:pt>
          <cx:pt idx="5688">0.82999999999999996</cx:pt>
          <cx:pt idx="5689">4.1299999999999999</cx:pt>
          <cx:pt idx="5690">2.46</cx:pt>
          <cx:pt idx="5691">0.41999999999999998</cx:pt>
          <cx:pt idx="5692">0.82999999999999996</cx:pt>
          <cx:pt idx="5693">5.79</cx:pt>
          <cx:pt idx="5694">1.6299999999999999</cx:pt>
          <cx:pt idx="5695">3.29</cx:pt>
          <cx:pt idx="5696">1.25</cx:pt>
          <cx:pt idx="5697">1.25</cx:pt>
          <cx:pt idx="5698">14.130000000000001</cx:pt>
          <cx:pt idx="5699">0.82999999999999996</cx:pt>
          <cx:pt idx="5700">1.6299999999999999</cx:pt>
          <cx:pt idx="5701">1.6299999999999999</cx:pt>
          <cx:pt idx="5702">1.6299999999999999</cx:pt>
          <cx:pt idx="5703">0.82999999999999996</cx:pt>
          <cx:pt idx="5704">1.25</cx:pt>
          <cx:pt idx="5705">1.25</cx:pt>
          <cx:pt idx="5706">0.82999999999999996</cx:pt>
          <cx:pt idx="5707">1.6299999999999999</cx:pt>
          <cx:pt idx="5708">0.82999999999999996</cx:pt>
          <cx:pt idx="5709">0.82999999999999996</cx:pt>
          <cx:pt idx="5710">7.9500000000000002</cx:pt>
          <cx:pt idx="5711">1.6499999999999999</cx:pt>
          <cx:pt idx="5712">5.9500000000000002</cx:pt>
          <cx:pt idx="5713">5.9500000000000002</cx:pt>
          <cx:pt idx="5714">3.75</cx:pt>
          <cx:pt idx="5715">1.25</cx:pt>
          <cx:pt idx="5716">1.25</cx:pt>
          <cx:pt idx="5717">1.25</cx:pt>
          <cx:pt idx="5718">2.1000000000000001</cx:pt>
          <cx:pt idx="5719">2.9500000000000002</cx:pt>
          <cx:pt idx="5720">1.45</cx:pt>
          <cx:pt idx="5721">2.1000000000000001</cx:pt>
          <cx:pt idx="5722">6.3499999999999996</cx:pt>
          <cx:pt idx="5723">1.25</cx:pt>
          <cx:pt idx="5724">1.95</cx:pt>
          <cx:pt idx="5725">0.84999999999999998</cx:pt>
          <cx:pt idx="5726">4.9500000000000002</cx:pt>
          <cx:pt idx="5727">1.25</cx:pt>
          <cx:pt idx="5728">0.55000000000000004</cx:pt>
          <cx:pt idx="5729">0.84999999999999998</cx:pt>
          <cx:pt idx="5730">1.25</cx:pt>
          <cx:pt idx="5731">2.9500000000000002</cx:pt>
          <cx:pt idx="5732">2.1000000000000001</cx:pt>
          <cx:pt idx="5733">1.45</cx:pt>
          <cx:pt idx="5734">6.3499999999999996</cx:pt>
          <cx:pt idx="5735">2.9500000000000002</cx:pt>
          <cx:pt idx="5736">5.9500000000000002</cx:pt>
          <cx:pt idx="5737">1.6499999999999999</cx:pt>
          <cx:pt idx="5738">7.9500000000000002</cx:pt>
          <cx:pt idx="5739">1.45</cx:pt>
          <cx:pt idx="5740">1.25</cx:pt>
          <cx:pt idx="5741">2.1000000000000001</cx:pt>
          <cx:pt idx="5742">2.1000000000000001</cx:pt>
          <cx:pt idx="5743">1.45</cx:pt>
          <cx:pt idx="5744">2.5499999999999998</cx:pt>
          <cx:pt idx="5745">2.5499999999999998</cx:pt>
          <cx:pt idx="5746">1.6499999999999999</cx:pt>
          <cx:pt idx="5747">1.6499999999999999</cx:pt>
          <cx:pt idx="5748">9.9499999999999993</cx:pt>
          <cx:pt idx="5749">2.5499999999999998</cx:pt>
          <cx:pt idx="5750">0.84999999999999998</cx:pt>
          <cx:pt idx="5751">5.9500000000000002</cx:pt>
          <cx:pt idx="5752">5.9500000000000002</cx:pt>
          <cx:pt idx="5753">4.6500000000000004</cx:pt>
          <cx:pt idx="5754">0.84999999999999998</cx:pt>
          <cx:pt idx="5755">2.1000000000000001</cx:pt>
          <cx:pt idx="5756">1.45</cx:pt>
          <cx:pt idx="5757">1.25</cx:pt>
          <cx:pt idx="5758">0.65000000000000002</cx:pt>
          <cx:pt idx="5759">0.41999999999999998</cx:pt>
          <cx:pt idx="5760">0.65000000000000002</cx:pt>
          <cx:pt idx="5761">1.6499999999999999</cx:pt>
          <cx:pt idx="5762">2.5499999999999998</cx:pt>
          <cx:pt idx="5763">0.41999999999999998</cx:pt>
          <cx:pt idx="5764">0.65000000000000002</cx:pt>
          <cx:pt idx="5765">0.65000000000000002</cx:pt>
          <cx:pt idx="5766">2.1000000000000001</cx:pt>
          <cx:pt idx="5767">0.41999999999999998</cx:pt>
          <cx:pt idx="5768">7.9500000000000002</cx:pt>
          <cx:pt idx="5769">0.41999999999999998</cx:pt>
          <cx:pt idx="5770">4.6500000000000004</cx:pt>
          <cx:pt idx="5771">8.5</cx:pt>
          <cx:pt idx="5772">1.25</cx:pt>
          <cx:pt idx="5773">1.0600000000000001</cx:pt>
          <cx:pt idx="5774">1.0600000000000001</cx:pt>
          <cx:pt idx="5775">1.45</cx:pt>
          <cx:pt idx="5776">6.75</cx:pt>
          <cx:pt idx="5777">2.5499999999999998</cx:pt>
          <cx:pt idx="5778">1.0600000000000001</cx:pt>
          <cx:pt idx="5779">6.75</cx:pt>
          <cx:pt idx="5780">2.1000000000000001</cx:pt>
          <cx:pt idx="5781">2.9500000000000002</cx:pt>
          <cx:pt idx="5782">1.25</cx:pt>
          <cx:pt idx="5783">1.25</cx:pt>
          <cx:pt idx="5784">4.1299999999999999</cx:pt>
          <cx:pt idx="5785">2.46</cx:pt>
          <cx:pt idx="5786">7.46</cx:pt>
          <cx:pt idx="5787">4.1299999999999999</cx:pt>
          <cx:pt idx="5788">0.82999999999999996</cx:pt>
          <cx:pt idx="5789">5.79</cx:pt>
          <cx:pt idx="5790">4.1299999999999999</cx:pt>
          <cx:pt idx="5791">0.82999999999999996</cx:pt>
          <cx:pt idx="5792">24.960000000000001</cx:pt>
          <cx:pt idx="5793">4.1299999999999999</cx:pt>
          <cx:pt idx="5794">4.1299999999999999</cx:pt>
          <cx:pt idx="5795">0.82999999999999996</cx:pt>
          <cx:pt idx="5796">7.46</cx:pt>
          <cx:pt idx="5797">2.46</cx:pt>
          <cx:pt idx="5798">4.96</cx:pt>
          <cx:pt idx="5799">12.460000000000001</cx:pt>
          <cx:pt idx="5800">5.79</cx:pt>
          <cx:pt idx="5801">4.1299999999999999</cx:pt>
          <cx:pt idx="5802">2.46</cx:pt>
          <cx:pt idx="5803">2.9199999999999999</cx:pt>
          <cx:pt idx="5804">1.6299999999999999</cx:pt>
          <cx:pt idx="5805">0.82999999999999996</cx:pt>
          <cx:pt idx="5806">7.46</cx:pt>
          <cx:pt idx="5807">1.25</cx:pt>
          <cx:pt idx="5808">12.460000000000001</cx:pt>
          <cx:pt idx="5809">2.46</cx:pt>
          <cx:pt idx="5810">0.41999999999999998</cx:pt>
          <cx:pt idx="5811">7.46</cx:pt>
          <cx:pt idx="5812">2.46</cx:pt>
          <cx:pt idx="5813">3.29</cx:pt>
          <cx:pt idx="5814">9.1300000000000008</cx:pt>
          <cx:pt idx="5815">0.82999999999999996</cx:pt>
          <cx:pt idx="5816">2.1000000000000001</cx:pt>
          <cx:pt idx="5817">1.25</cx:pt>
          <cx:pt idx="5818">14.949999999999999</cx:pt>
          <cx:pt idx="5819">1.25</cx:pt>
          <cx:pt idx="5820">0.55000000000000004</cx:pt>
          <cx:pt idx="5821">2.1000000000000001</cx:pt>
          <cx:pt idx="5822">1.95</cx:pt>
          <cx:pt idx="5823">4.9500000000000002</cx:pt>
          <cx:pt idx="5824">1.25</cx:pt>
          <cx:pt idx="5825">1.25</cx:pt>
          <cx:pt idx="5826">2.5499999999999998</cx:pt>
          <cx:pt idx="5827">5.79</cx:pt>
          <cx:pt idx="5828">4.96</cx:pt>
          <cx:pt idx="5829">16.629999999999999</cx:pt>
          <cx:pt idx="5830">3.29</cx:pt>
          <cx:pt idx="5831">24.960000000000001</cx:pt>
          <cx:pt idx="5832">16.629999999999999</cx:pt>
          <cx:pt idx="5833">4.96</cx:pt>
          <cx:pt idx="5834">5.79</cx:pt>
          <cx:pt idx="5835">1.6499999999999999</cx:pt>
          <cx:pt idx="5836">0.84999999999999998</cx:pt>
          <cx:pt idx="5837">2.1000000000000001</cx:pt>
          <cx:pt idx="5838">2.1000000000000001</cx:pt>
          <cx:pt idx="5839">1.25</cx:pt>
          <cx:pt idx="5840">7.9500000000000002</cx:pt>
          <cx:pt idx="5841">0.84999999999999998</cx:pt>
          <cx:pt idx="5842">7.9500000000000002</cx:pt>
          <cx:pt idx="5843">7.6500000000000004</cx:pt>
          <cx:pt idx="5844">4.9500000000000002</cx:pt>
          <cx:pt idx="5845">0.41999999999999998</cx:pt>
          <cx:pt idx="5846">7.9500000000000002</cx:pt>
          <cx:pt idx="5847">7.9500000000000002</cx:pt>
          <cx:pt idx="5848">6.75</cx:pt>
          <cx:pt idx="5849">10.949999999999999</cx:pt>
          <cx:pt idx="5850">6.75</cx:pt>
          <cx:pt idx="5851">6.3499999999999996</cx:pt>
          <cx:pt idx="5852">2.5499999999999998</cx:pt>
          <cx:pt idx="5853">8.5</cx:pt>
          <cx:pt idx="5854">2.1000000000000001</cx:pt>
          <cx:pt idx="5855">0.65000000000000002</cx:pt>
          <cx:pt idx="5856">1.49</cx:pt>
          <cx:pt idx="5857">2.9500000000000002</cx:pt>
          <cx:pt idx="5858">2.1000000000000001</cx:pt>
          <cx:pt idx="5859">2.1000000000000001</cx:pt>
          <cx:pt idx="5860">6.75</cx:pt>
          <cx:pt idx="5861">2.5499999999999998</cx:pt>
          <cx:pt idx="5862">1.45</cx:pt>
          <cx:pt idx="5863">0.41999999999999998</cx:pt>
          <cx:pt idx="5864">0.84999999999999998</cx:pt>
          <cx:pt idx="5865">0.41999999999999998</cx:pt>
          <cx:pt idx="5866">0.41999999999999998</cx:pt>
          <cx:pt idx="5867">2.9500000000000002</cx:pt>
          <cx:pt idx="5868">1.95</cx:pt>
          <cx:pt idx="5869">0.84999999999999998</cx:pt>
          <cx:pt idx="5870">2.9500000000000002</cx:pt>
          <cx:pt idx="5871">2.46</cx:pt>
          <cx:pt idx="5872">8.2899999999999991</cx:pt>
          <cx:pt idx="5873">7.46</cx:pt>
          <cx:pt idx="5874">7.46</cx:pt>
          <cx:pt idx="5875">3.29</cx:pt>
          <cx:pt idx="5876">14.130000000000001</cx:pt>
          <cx:pt idx="5877">0.82999999999999996</cx:pt>
          <cx:pt idx="5878">6.75</cx:pt>
          <cx:pt idx="5879">24.960000000000001</cx:pt>
          <cx:pt idx="5880">4.1299999999999999</cx:pt>
          <cx:pt idx="5881">4.1299999999999999</cx:pt>
          <cx:pt idx="5882">9.9499999999999993</cx:pt>
          <cx:pt idx="5883">0.82999999999999996</cx:pt>
          <cx:pt idx="5884">2.46</cx:pt>
          <cx:pt idx="5885">6.75</cx:pt>
          <cx:pt idx="5886">4.96</cx:pt>
          <cx:pt idx="5887">6.3499999999999996</cx:pt>
          <cx:pt idx="5888">2.46</cx:pt>
          <cx:pt idx="5889">12.460000000000001</cx:pt>
          <cx:pt idx="5890">2.46</cx:pt>
          <cx:pt idx="5891">14.130000000000001</cx:pt>
          <cx:pt idx="5892">5.79</cx:pt>
          <cx:pt idx="5893">2.1000000000000001</cx:pt>
          <cx:pt idx="5894">3.29</cx:pt>
          <cx:pt idx="5895">1.45</cx:pt>
          <cx:pt idx="5896">1.49</cx:pt>
          <cx:pt idx="5897">0.41999999999999998</cx:pt>
          <cx:pt idx="5898">0.55000000000000004</cx:pt>
          <cx:pt idx="5899">7.9500000000000002</cx:pt>
          <cx:pt idx="5900">1.45</cx:pt>
          <cx:pt idx="5901">2.9500000000000002</cx:pt>
          <cx:pt idx="5902">1.49</cx:pt>
          <cx:pt idx="5903">9.9499999999999993</cx:pt>
          <cx:pt idx="5904">1.25</cx:pt>
          <cx:pt idx="5905">1.6499999999999999</cx:pt>
          <cx:pt idx="5906">1.25</cx:pt>
          <cx:pt idx="5907">7.9500000000000002</cx:pt>
          <cx:pt idx="5908">1.95</cx:pt>
          <cx:pt idx="5909">12.75</cx:pt>
          <cx:pt idx="5910">2.1000000000000001</cx:pt>
          <cx:pt idx="5911">2.9500000000000002</cx:pt>
          <cx:pt idx="5912">2.5499999999999998</cx:pt>
          <cx:pt idx="5913">8.5</cx:pt>
          <cx:pt idx="5914">2.5499999999999998</cx:pt>
          <cx:pt idx="5915">1.45</cx:pt>
          <cx:pt idx="5916">1.49</cx:pt>
          <cx:pt idx="5917">7.9500000000000002</cx:pt>
          <cx:pt idx="5918">4.9500000000000002</cx:pt>
          <cx:pt idx="5919">8.5</cx:pt>
          <cx:pt idx="5920">2.9500000000000002</cx:pt>
          <cx:pt idx="5921">2.9500000000000002</cx:pt>
          <cx:pt idx="5922">2.1000000000000001</cx:pt>
          <cx:pt idx="5923">0.84999999999999998</cx:pt>
          <cx:pt idx="5924">2.5499999999999998</cx:pt>
          <cx:pt idx="5925">9.9499999999999993</cx:pt>
          <cx:pt idx="5926">0.84999999999999998</cx:pt>
          <cx:pt idx="5927">1.0600000000000001</cx:pt>
          <cx:pt idx="5928">4.1299999999999999</cx:pt>
          <cx:pt idx="5929">3.75</cx:pt>
          <cx:pt idx="5930">5.79</cx:pt>
          <cx:pt idx="5931">4.96</cx:pt>
          <cx:pt idx="5932">1.45</cx:pt>
          <cx:pt idx="5933">2.5499999999999998</cx:pt>
          <cx:pt idx="5934">2.5499999999999998</cx:pt>
          <cx:pt idx="5935">3.75</cx:pt>
          <cx:pt idx="5936">0.84999999999999998</cx:pt>
          <cx:pt idx="5937">8.5</cx:pt>
          <cx:pt idx="5938">1.25</cx:pt>
          <cx:pt idx="5939">2.5499999999999998</cx:pt>
          <cx:pt idx="5940">0.65000000000000002</cx:pt>
          <cx:pt idx="5941">4.1299999999999999</cx:pt>
          <cx:pt idx="5942">3.29</cx:pt>
          <cx:pt idx="5943">0.82999999999999996</cx:pt>
          <cx:pt idx="5944">4.1299999999999999</cx:pt>
          <cx:pt idx="5945">1.6299999999999999</cx:pt>
          <cx:pt idx="5946">0.82999999999999996</cx:pt>
          <cx:pt idx="5947">2.46</cx:pt>
          <cx:pt idx="5948">7.46</cx:pt>
          <cx:pt idx="5949">0.82999999999999996</cx:pt>
          <cx:pt idx="5950">10.789999999999999</cx:pt>
          <cx:pt idx="5951">4.1299999999999999</cx:pt>
          <cx:pt idx="5952">5.79</cx:pt>
          <cx:pt idx="5953">1.6299999999999999</cx:pt>
          <cx:pt idx="5954">1.25</cx:pt>
          <cx:pt idx="5955">1.25</cx:pt>
          <cx:pt idx="5956">4.1299999999999999</cx:pt>
          <cx:pt idx="5957">2.46</cx:pt>
          <cx:pt idx="5958">2.9500000000000002</cx:pt>
          <cx:pt idx="5959">1.25</cx:pt>
          <cx:pt idx="5960">2.1000000000000001</cx:pt>
          <cx:pt idx="5961">1.6499999999999999</cx:pt>
          <cx:pt idx="5962">0.84999999999999998</cx:pt>
          <cx:pt idx="5963">1.6499999999999999</cx:pt>
          <cx:pt idx="5964">1.6499999999999999</cx:pt>
          <cx:pt idx="5965">1.25</cx:pt>
          <cx:pt idx="5966">1.6499999999999999</cx:pt>
          <cx:pt idx="5967">8.5</cx:pt>
          <cx:pt idx="5968">12.75</cx:pt>
          <cx:pt idx="5969">1.95</cx:pt>
          <cx:pt idx="5970">1.49</cx:pt>
          <cx:pt idx="5971">0.65000000000000002</cx:pt>
          <cx:pt idx="5972">1.45</cx:pt>
          <cx:pt idx="5973">1.6499999999999999</cx:pt>
          <cx:pt idx="5974">8.5</cx:pt>
          <cx:pt idx="5975">0.84999999999999998</cx:pt>
          <cx:pt idx="5976">8.5</cx:pt>
          <cx:pt idx="5977">1.6499999999999999</cx:pt>
          <cx:pt idx="5978">1.95</cx:pt>
          <cx:pt idx="5979">1.45</cx:pt>
          <cx:pt idx="5980">12.75</cx:pt>
          <cx:pt idx="5981">1.95</cx:pt>
          <cx:pt idx="5982">0.84999999999999998</cx:pt>
          <cx:pt idx="5983">1.45</cx:pt>
          <cx:pt idx="5984">1.6499999999999999</cx:pt>
          <cx:pt idx="5985">2.9500000000000002</cx:pt>
          <cx:pt idx="5986">0.41999999999999998</cx:pt>
          <cx:pt idx="5987">2.9500000000000002</cx:pt>
          <cx:pt idx="5988">0.55000000000000004</cx:pt>
          <cx:pt idx="5989">2.5499999999999998</cx:pt>
          <cx:pt idx="5990">2.9500000000000002</cx:pt>
          <cx:pt idx="5991">2.5499999999999998</cx:pt>
          <cx:pt idx="5992">1.6499999999999999</cx:pt>
          <cx:pt idx="5993">12.75</cx:pt>
          <cx:pt idx="5994">1.95</cx:pt>
          <cx:pt idx="5995">1.6499999999999999</cx:pt>
          <cx:pt idx="5996">8.5</cx:pt>
          <cx:pt idx="5997">6.75</cx:pt>
          <cx:pt idx="5998">6.75</cx:pt>
          <cx:pt idx="5999">8.5</cx:pt>
          <cx:pt idx="6000">0.41999999999999998</cx:pt>
          <cx:pt idx="6001">1.45</cx:pt>
          <cx:pt idx="6002">4.9500000000000002</cx:pt>
          <cx:pt idx="6003">2.5499999999999998</cx:pt>
          <cx:pt idx="6004">4.9500000000000002</cx:pt>
          <cx:pt idx="6005">6.75</cx:pt>
          <cx:pt idx="6006">0.65000000000000002</cx:pt>
          <cx:pt idx="6007">2.9500000000000002</cx:pt>
          <cx:pt idx="6008">2.1000000000000001</cx:pt>
          <cx:pt idx="6009">1.45</cx:pt>
          <cx:pt idx="6010">4.6500000000000004</cx:pt>
          <cx:pt idx="6011">1.45</cx:pt>
          <cx:pt idx="6012">2.9500000000000002</cx:pt>
          <cx:pt idx="6013">7.9500000000000002</cx:pt>
          <cx:pt idx="6014">1.25</cx:pt>
          <cx:pt idx="6015">1.25</cx:pt>
          <cx:pt idx="6016">1.95</cx:pt>
          <cx:pt idx="6017">1.45</cx:pt>
          <cx:pt idx="6018">2.1000000000000001</cx:pt>
          <cx:pt idx="6019">1.49</cx:pt>
          <cx:pt idx="6020">9.9499999999999993</cx:pt>
          <cx:pt idx="6021">2.1000000000000001</cx:pt>
          <cx:pt idx="6022">4.9500000000000002</cx:pt>
          <cx:pt idx="6023">3.75</cx:pt>
          <cx:pt idx="6024">0.65000000000000002</cx:pt>
          <cx:pt idx="6025">0.55000000000000004</cx:pt>
          <cx:pt idx="6026">1.6499999999999999</cx:pt>
          <cx:pt idx="6027">1.95</cx:pt>
          <cx:pt idx="6028">7.9500000000000002</cx:pt>
          <cx:pt idx="6029">4.1299999999999999</cx:pt>
          <cx:pt idx="6030">6.6299999999999999</cx:pt>
          <cx:pt idx="6031">12.460000000000001</cx:pt>
          <cx:pt idx="6032">3.29</cx:pt>
          <cx:pt idx="6033">4.96</cx:pt>
          <cx:pt idx="6034">16.629999999999999</cx:pt>
          <cx:pt idx="6035">6.6299999999999999</cx:pt>
          <cx:pt idx="6036">5.79</cx:pt>
          <cx:pt idx="6037">7.46</cx:pt>
          <cx:pt idx="6038">8.2899999999999991</cx:pt>
          <cx:pt idx="6039">1.6299999999999999</cx:pt>
          <cx:pt idx="6040">1.25</cx:pt>
          <cx:pt idx="6041">16.629999999999999</cx:pt>
          <cx:pt idx="6042">2.46</cx:pt>
          <cx:pt idx="6043">8.2899999999999991</cx:pt>
          <cx:pt idx="6044">3.75</cx:pt>
          <cx:pt idx="6045">2.9500000000000002</cx:pt>
          <cx:pt idx="6046">1.95</cx:pt>
          <cx:pt idx="6047">1.45</cx:pt>
          <cx:pt idx="6048">7.9500000000000002</cx:pt>
          <cx:pt idx="6049">2.1000000000000001</cx:pt>
          <cx:pt idx="6050">2.1000000000000001</cx:pt>
          <cx:pt idx="6051">2.5499999999999998</cx:pt>
          <cx:pt idx="6052">5.9500000000000002</cx:pt>
          <cx:pt idx="6053">0.55000000000000004</cx:pt>
          <cx:pt idx="6054">1.45</cx:pt>
          <cx:pt idx="6055">1.6499999999999999</cx:pt>
          <cx:pt idx="6056">1.95</cx:pt>
          <cx:pt idx="6057">1.49</cx:pt>
          <cx:pt idx="6058">6.3499999999999996</cx:pt>
          <cx:pt idx="6059">2.5499999999999998</cx:pt>
          <cx:pt idx="6060">14.949999999999999</cx:pt>
          <cx:pt idx="6061">4.1299999999999999</cx:pt>
          <cx:pt idx="6062">5.79</cx:pt>
          <cx:pt idx="6063">3.29</cx:pt>
          <cx:pt idx="6064">5.79</cx:pt>
          <cx:pt idx="6065">4.96</cx:pt>
          <cx:pt idx="6066">1.95</cx:pt>
          <cx:pt idx="6067">1.95</cx:pt>
          <cx:pt idx="6068">7.9500000000000002</cx:pt>
          <cx:pt idx="6069">7.9500000000000002</cx:pt>
          <cx:pt idx="6070">1.95</cx:pt>
          <cx:pt idx="6071">0.55000000000000004</cx:pt>
          <cx:pt idx="6072">2.1000000000000001</cx:pt>
          <cx:pt idx="6073">0.28999999999999998</cx:pt>
          <cx:pt idx="6074">1.45</cx:pt>
          <cx:pt idx="6075">5.9500000000000002</cx:pt>
          <cx:pt idx="6076">0.41999999999999998</cx:pt>
          <cx:pt idx="6077">4.6500000000000004</cx:pt>
          <cx:pt idx="6078">0.55000000000000004</cx:pt>
          <cx:pt idx="6079">0.65000000000000002</cx:pt>
          <cx:pt idx="6080">6.75</cx:pt>
          <cx:pt idx="6081">1.25</cx:pt>
          <cx:pt idx="6082">6.75</cx:pt>
          <cx:pt idx="6083">12.75</cx:pt>
          <cx:pt idx="6084">0.55000000000000004</cx:pt>
          <cx:pt idx="6085">0.84999999999999998</cx:pt>
          <cx:pt idx="6086">0.41999999999999998</cx:pt>
          <cx:pt idx="6087">2.1000000000000001</cx:pt>
          <cx:pt idx="6088">2.1000000000000001</cx:pt>
          <cx:pt idx="6089">3.75</cx:pt>
          <cx:pt idx="6090">1.25</cx:pt>
          <cx:pt idx="6091">7.9500000000000002</cx:pt>
          <cx:pt idx="6092">0.84999999999999998</cx:pt>
          <cx:pt idx="6093">7.9500000000000002</cx:pt>
          <cx:pt idx="6094">4.6500000000000004</cx:pt>
          <cx:pt idx="6095">2.9500000000000002</cx:pt>
          <cx:pt idx="6096">0.41999999999999998</cx:pt>
          <cx:pt idx="6097">0.41999999999999998</cx:pt>
          <cx:pt idx="6098">0.41999999999999998</cx:pt>
          <cx:pt idx="6099">0.65000000000000002</cx:pt>
          <cx:pt idx="6100">2.5499999999999998</cx:pt>
          <cx:pt idx="6101">0.41999999999999998</cx:pt>
          <cx:pt idx="6102">2.9500000000000002</cx:pt>
          <cx:pt idx="6103">1.6499999999999999</cx:pt>
          <cx:pt idx="6104">1.25</cx:pt>
          <cx:pt idx="6105">1.25</cx:pt>
          <cx:pt idx="6106">2.1000000000000001</cx:pt>
          <cx:pt idx="6107">2.5499999999999998</cx:pt>
          <cx:pt idx="6108">0.41999999999999998</cx:pt>
          <cx:pt idx="6109">2.5499999999999998</cx:pt>
          <cx:pt idx="6110">1.45</cx:pt>
          <cx:pt idx="6111">0.65000000000000002</cx:pt>
          <cx:pt idx="6112">1.6499999999999999</cx:pt>
          <cx:pt idx="6113">2.5499999999999998</cx:pt>
          <cx:pt idx="6114">1.25</cx:pt>
          <cx:pt idx="6115">0.41999999999999998</cx:pt>
          <cx:pt idx="6116">2.5499999999999998</cx:pt>
          <cx:pt idx="6117">0.84999999999999998</cx:pt>
          <cx:pt idx="6118">1.25</cx:pt>
          <cx:pt idx="6119">2.1000000000000001</cx:pt>
          <cx:pt idx="6120">1.6499999999999999</cx:pt>
          <cx:pt idx="6121">0.65000000000000002</cx:pt>
          <cx:pt idx="6122">0.41999999999999998</cx:pt>
          <cx:pt idx="6123">7.9500000000000002</cx:pt>
          <cx:pt idx="6124">2.9500000000000002</cx:pt>
          <cx:pt idx="6125">1.6499999999999999</cx:pt>
          <cx:pt idx="6126">7.9500000000000002</cx:pt>
          <cx:pt idx="6127">1.49</cx:pt>
          <cx:pt idx="6128">7.9500000000000002</cx:pt>
          <cx:pt idx="6129">5.9500000000000002</cx:pt>
          <cx:pt idx="6130">7.9500000000000002</cx:pt>
          <cx:pt idx="6131">2.9500000000000002</cx:pt>
          <cx:pt idx="6132">0.84999999999999998</cx:pt>
          <cx:pt idx="6133">1.49</cx:pt>
          <cx:pt idx="6134">2.1000000000000001</cx:pt>
          <cx:pt idx="6135">1.25</cx:pt>
          <cx:pt idx="6136">1.25</cx:pt>
          <cx:pt idx="6137">6.75</cx:pt>
          <cx:pt idx="6138">2.1000000000000001</cx:pt>
          <cx:pt idx="6139">8.5</cx:pt>
          <cx:pt idx="6140">2.5499999999999998</cx:pt>
          <cx:pt idx="6141">2.9500000000000002</cx:pt>
          <cx:pt idx="6142">1.45</cx:pt>
          <cx:pt idx="6143">1.45</cx:pt>
          <cx:pt idx="6144">1.45</cx:pt>
          <cx:pt idx="6145">2.5499999999999998</cx:pt>
          <cx:pt idx="6146">1.25</cx:pt>
          <cx:pt idx="6147">1.45</cx:pt>
          <cx:pt idx="6148">2.1000000000000001</cx:pt>
          <cx:pt idx="6149">6.75</cx:pt>
          <cx:pt idx="6150">1.6499999999999999</cx:pt>
          <cx:pt idx="6151">0.55000000000000004</cx:pt>
          <cx:pt idx="6152">2.1000000000000001</cx:pt>
          <cx:pt idx="6153">1.25</cx:pt>
          <cx:pt idx="6154">3.75</cx:pt>
          <cx:pt idx="6155">2.9500000000000002</cx:pt>
          <cx:pt idx="6156">1.6499999999999999</cx:pt>
          <cx:pt idx="6157">0.65000000000000002</cx:pt>
          <cx:pt idx="6158">0.55000000000000004</cx:pt>
          <cx:pt idx="6159">4.9500000000000002</cx:pt>
          <cx:pt idx="6160">7.9500000000000002</cx:pt>
          <cx:pt idx="6161">2.1000000000000001</cx:pt>
          <cx:pt idx="6162">8.5</cx:pt>
          <cx:pt idx="6163">1.6499999999999999</cx:pt>
          <cx:pt idx="6164">1.6499999999999999</cx:pt>
          <cx:pt idx="6165">1.95</cx:pt>
          <cx:pt idx="6166">2.1000000000000001</cx:pt>
          <cx:pt idx="6167">4.9500000000000002</cx:pt>
          <cx:pt idx="6168">1.25</cx:pt>
          <cx:pt idx="6169">8.5</cx:pt>
          <cx:pt idx="6170">1.45</cx:pt>
          <cx:pt idx="6171">9.9499999999999993</cx:pt>
          <cx:pt idx="6172">1.6499999999999999</cx:pt>
          <cx:pt idx="6173">16.629999999999999</cx:pt>
          <cx:pt idx="6174">3.29</cx:pt>
          <cx:pt idx="6175">4.96</cx:pt>
          <cx:pt idx="6176">8.5</cx:pt>
          <cx:pt idx="6177">24.960000000000001</cx:pt>
          <cx:pt idx="6178">4.1299999999999999</cx:pt>
          <cx:pt idx="6179">1.6299999999999999</cx:pt>
          <cx:pt idx="6180">14.960000000000001</cx:pt>
          <cx:pt idx="6181">2.46</cx:pt>
          <cx:pt idx="6182">7.46</cx:pt>
          <cx:pt idx="6183">1.25</cx:pt>
          <cx:pt idx="6184">4.96</cx:pt>
          <cx:pt idx="6185">16.629999999999999</cx:pt>
          <cx:pt idx="6186">5.79</cx:pt>
          <cx:pt idx="6187">5.79</cx:pt>
          <cx:pt idx="6188">0.41999999999999998</cx:pt>
          <cx:pt idx="6189">5.79</cx:pt>
          <cx:pt idx="6190">3.29</cx:pt>
          <cx:pt idx="6191">1.25</cx:pt>
          <cx:pt idx="6192">4.1299999999999999</cx:pt>
          <cx:pt idx="6193">1.6299999999999999</cx:pt>
          <cx:pt idx="6194">8.5</cx:pt>
          <cx:pt idx="6195">2.9500000000000002</cx:pt>
          <cx:pt idx="6196">7.9500000000000002</cx:pt>
          <cx:pt idx="6197">7.9500000000000002</cx:pt>
          <cx:pt idx="6198">0.84999999999999998</cx:pt>
          <cx:pt idx="6199">0.65000000000000002</cx:pt>
          <cx:pt idx="6200">4.9500000000000002</cx:pt>
          <cx:pt idx="6201">0.41999999999999998</cx:pt>
          <cx:pt idx="6202">0.65000000000000002</cx:pt>
          <cx:pt idx="6203">4.9500000000000002</cx:pt>
          <cx:pt idx="6204">0.41999999999999998</cx:pt>
          <cx:pt idx="6205">2.9500000000000002</cx:pt>
          <cx:pt idx="6206">12.75</cx:pt>
          <cx:pt idx="6207">1.25</cx:pt>
          <cx:pt idx="6208">2.5499999999999998</cx:pt>
          <cx:pt idx="6209">12.75</cx:pt>
          <cx:pt idx="6210">2.9500000000000002</cx:pt>
          <cx:pt idx="6211">8.5</cx:pt>
          <cx:pt idx="6212">1.6499999999999999</cx:pt>
          <cx:pt idx="6213">1.25</cx:pt>
          <cx:pt idx="6214">1.6499999999999999</cx:pt>
          <cx:pt idx="6215">0.65000000000000002</cx:pt>
          <cx:pt idx="6216">0.84999999999999998</cx:pt>
          <cx:pt idx="6217">6.3499999999999996</cx:pt>
          <cx:pt idx="6218">7.9500000000000002</cx:pt>
          <cx:pt idx="6219">2.9500000000000002</cx:pt>
          <cx:pt idx="6220">4.6500000000000004</cx:pt>
          <cx:pt idx="6221">9.9499999999999993</cx:pt>
          <cx:pt idx="6222">0.41999999999999998</cx:pt>
          <cx:pt idx="6223">1.6499999999999999</cx:pt>
          <cx:pt idx="6224">0.84999999999999998</cx:pt>
          <cx:pt idx="6225">6.3499999999999996</cx:pt>
          <cx:pt idx="6226">2.9500000000000002</cx:pt>
          <cx:pt idx="6227">2.9500000000000002</cx:pt>
          <cx:pt idx="6228">16.629999999999999</cx:pt>
          <cx:pt idx="6229">14.130000000000001</cx:pt>
          <cx:pt idx="6230">2.46</cx:pt>
          <cx:pt idx="6231">4.1299999999999999</cx:pt>
          <cx:pt idx="6232">0.82999999999999996</cx:pt>
          <cx:pt idx="6233">4.1299999999999999</cx:pt>
          <cx:pt idx="6234">2.46</cx:pt>
          <cx:pt idx="6235">9.9600000000000009</cx:pt>
          <cx:pt idx="6236">0.82999999999999996</cx:pt>
          <cx:pt idx="6237">2.46</cx:pt>
          <cx:pt idx="6238">7.46</cx:pt>
          <cx:pt idx="6239">10.789999999999999</cx:pt>
          <cx:pt idx="6240">9.1300000000000008</cx:pt>
          <cx:pt idx="6241">5.79</cx:pt>
          <cx:pt idx="6242">5.79</cx:pt>
          <cx:pt idx="6243">7.46</cx:pt>
          <cx:pt idx="6244">3.29</cx:pt>
          <cx:pt idx="6245">16.629999999999999</cx:pt>
          <cx:pt idx="6246">1.6299999999999999</cx:pt>
          <cx:pt idx="6247">5.79</cx:pt>
          <cx:pt idx="6248">3.29</cx:pt>
          <cx:pt idx="6249">9.1300000000000008</cx:pt>
          <cx:pt idx="6250">4.1299999999999999</cx:pt>
          <cx:pt idx="6251">1.25</cx:pt>
          <cx:pt idx="6252">1.25</cx:pt>
          <cx:pt idx="6253">4.1299999999999999</cx:pt>
          <cx:pt idx="6254">0.82999999999999996</cx:pt>
          <cx:pt idx="6255">2.1000000000000001</cx:pt>
          <cx:pt idx="6256">0.84999999999999998</cx:pt>
          <cx:pt idx="6257">1.25</cx:pt>
          <cx:pt idx="6258">1.25</cx:pt>
          <cx:pt idx="6259">2.1000000000000001</cx:pt>
          <cx:pt idx="6260">2.9500000000000002</cx:pt>
          <cx:pt idx="6261">2.9500000000000002</cx:pt>
          <cx:pt idx="6262">0.41999999999999998</cx:pt>
          <cx:pt idx="6263">2.9500000000000002</cx:pt>
          <cx:pt idx="6264">0.41999999999999998</cx:pt>
          <cx:pt idx="6265">0.41999999999999998</cx:pt>
          <cx:pt idx="6266">7.9500000000000002</cx:pt>
          <cx:pt idx="6267">2.5499999999999998</cx:pt>
          <cx:pt idx="6268">1.95</cx:pt>
          <cx:pt idx="6269">2.9500000000000002</cx:pt>
          <cx:pt idx="6270">0.65000000000000002</cx:pt>
          <cx:pt idx="6271">1.45</cx:pt>
          <cx:pt idx="6272">0.41999999999999998</cx:pt>
          <cx:pt idx="6273">6.75</cx:pt>
          <cx:pt idx="6274">6.75</cx:pt>
          <cx:pt idx="6275">6.75</cx:pt>
          <cx:pt idx="6276">2.1000000000000001</cx:pt>
          <cx:pt idx="6277">2.9500000000000002</cx:pt>
          <cx:pt idx="6278">2.5499999999999998</cx:pt>
          <cx:pt idx="6279">1.0600000000000001</cx:pt>
          <cx:pt idx="6280">0.41999999999999998</cx:pt>
          <cx:pt idx="6281">0.41999999999999998</cx:pt>
          <cx:pt idx="6282">0.41999999999999998</cx:pt>
          <cx:pt idx="6283">6.75</cx:pt>
          <cx:pt idx="6284">0.41999999999999998</cx:pt>
          <cx:pt idx="6285">0.41999999999999998</cx:pt>
          <cx:pt idx="6286">2.5499999999999998</cx:pt>
          <cx:pt idx="6287">2.5499999999999998</cx:pt>
          <cx:pt idx="6288">2.1000000000000001</cx:pt>
          <cx:pt idx="6289">7.9500000000000002</cx:pt>
          <cx:pt idx="6290">2.5499999999999998</cx:pt>
          <cx:pt idx="6291">7.9500000000000002</cx:pt>
          <cx:pt idx="6292">3.75</cx:pt>
          <cx:pt idx="6293">5.9500000000000002</cx:pt>
          <cx:pt idx="6294">7.9500000000000002</cx:pt>
          <cx:pt idx="6295">8.5</cx:pt>
          <cx:pt idx="6296">2.1000000000000001</cx:pt>
          <cx:pt idx="6297">4.6500000000000004</cx:pt>
          <cx:pt idx="6298">7.9500000000000002</cx:pt>
          <cx:pt idx="6299">7.9500000000000002</cx:pt>
          <cx:pt idx="6300">1.25</cx:pt>
          <cx:pt idx="6301">8.5</cx:pt>
          <cx:pt idx="6302">12.75</cx:pt>
          <cx:pt idx="6303">1.25</cx:pt>
          <cx:pt idx="6304">4.6500000000000004</cx:pt>
          <cx:pt idx="6305">0.55000000000000004</cx:pt>
          <cx:pt idx="6306">0.55000000000000004</cx:pt>
          <cx:pt idx="6307">1.25</cx:pt>
          <cx:pt idx="6308">1.25</cx:pt>
          <cx:pt idx="6309">1.8500000000000001</cx:pt>
          <cx:pt idx="6310">1.6499999999999999</cx:pt>
          <cx:pt idx="6311">2.1000000000000001</cx:pt>
          <cx:pt idx="6312">1.25</cx:pt>
          <cx:pt idx="6313">7.9500000000000002</cx:pt>
          <cx:pt idx="6314">0.84999999999999998</cx:pt>
          <cx:pt idx="6315">1.6499999999999999</cx:pt>
          <cx:pt idx="6316">1.6499999999999999</cx:pt>
          <cx:pt idx="6317">7.9500000000000002</cx:pt>
          <cx:pt idx="6318">7.9500000000000002</cx:pt>
          <cx:pt idx="6319">7.9500000000000002</cx:pt>
          <cx:pt idx="6320">4.6500000000000004</cx:pt>
          <cx:pt idx="6321">1.25</cx:pt>
          <cx:pt idx="6322">2.1000000000000001</cx:pt>
          <cx:pt idx="6323">2.9500000000000002</cx:pt>
          <cx:pt idx="6324">3.75</cx:pt>
          <cx:pt idx="6325">0.41999999999999998</cx:pt>
          <cx:pt idx="6326">1.25</cx:pt>
          <cx:pt idx="6327">1.25</cx:pt>
          <cx:pt idx="6328">1.25</cx:pt>
          <cx:pt idx="6329">2.9500000000000002</cx:pt>
          <cx:pt idx="6330">0.41999999999999998</cx:pt>
          <cx:pt idx="6331">7.9500000000000002</cx:pt>
          <cx:pt idx="6332">0.41999999999999998</cx:pt>
          <cx:pt idx="6333">7.6500000000000004</cx:pt>
          <cx:pt idx="6334">0.65000000000000002</cx:pt>
          <cx:pt idx="6335">0.41999999999999998</cx:pt>
          <cx:pt idx="6336">1.6499999999999999</cx:pt>
          <cx:pt idx="6337">2.5499999999999998</cx:pt>
          <cx:pt idx="6338">6.75</cx:pt>
          <cx:pt idx="6339">4.9500000000000002</cx:pt>
          <cx:pt idx="6340">2.5499999999999998</cx:pt>
          <cx:pt idx="6341">8.5</cx:pt>
          <cx:pt idx="6342">2.9500000000000002</cx:pt>
          <cx:pt idx="6343">1.45</cx:pt>
          <cx:pt idx="6344">2.9500000000000002</cx:pt>
          <cx:pt idx="6345">1.25</cx:pt>
          <cx:pt idx="6346">1.25</cx:pt>
          <cx:pt idx="6347">4.9500000000000002</cx:pt>
          <cx:pt idx="6348">1.45</cx:pt>
          <cx:pt idx="6349">1.25</cx:pt>
          <cx:pt idx="6350">1.25</cx:pt>
          <cx:pt idx="6351">0.55000000000000004</cx:pt>
          <cx:pt idx="6352">2.1000000000000001</cx:pt>
          <cx:pt idx="6353">2.1000000000000001</cx:pt>
          <cx:pt idx="6354">0.84999999999999998</cx:pt>
          <cx:pt idx="6355">7.9500000000000002</cx:pt>
          <cx:pt idx="6356">8.5</cx:pt>
          <cx:pt idx="6357">6.75</cx:pt>
          <cx:pt idx="6358">9.9499999999999993</cx:pt>
          <cx:pt idx="6359">6.3499999999999996</cx:pt>
          <cx:pt idx="6360">1.6499999999999999</cx:pt>
          <cx:pt idx="6361">1.25</cx:pt>
          <cx:pt idx="6362">2.5499999999999998</cx:pt>
          <cx:pt idx="6363">7.9500000000000002</cx:pt>
          <cx:pt idx="6364">8.5</cx:pt>
          <cx:pt idx="6365">6.75</cx:pt>
          <cx:pt idx="6366">7.9500000000000002</cx:pt>
          <cx:pt idx="6367">2.1000000000000001</cx:pt>
          <cx:pt idx="6368">1.45</cx:pt>
          <cx:pt idx="6369">0.41999999999999998</cx:pt>
          <cx:pt idx="6370">0.55000000000000004</cx:pt>
          <cx:pt idx="6371">1.6499999999999999</cx:pt>
          <cx:pt idx="6372">0.84999999999999998</cx:pt>
          <cx:pt idx="6373">0.84999999999999998</cx:pt>
          <cx:pt idx="6374">7.9500000000000002</cx:pt>
          <cx:pt idx="6375">1.95</cx:pt>
          <cx:pt idx="6376">7.9500000000000002</cx:pt>
          <cx:pt idx="6377">7.9500000000000002</cx:pt>
          <cx:pt idx="6378">9.9499999999999993</cx:pt>
          <cx:pt idx="6379">2.5499999999999998</cx:pt>
          <cx:pt idx="6380">6.75</cx:pt>
          <cx:pt idx="6381">3.75</cx:pt>
          <cx:pt idx="6382">2.9500000000000002</cx:pt>
          <cx:pt idx="6383">2.9500000000000002</cx:pt>
          <cx:pt idx="6384">2.9500000000000002</cx:pt>
          <cx:pt idx="6385">2.5499999999999998</cx:pt>
          <cx:pt idx="6386">7.9500000000000002</cx:pt>
          <cx:pt idx="6387">4.9500000000000002</cx:pt>
          <cx:pt idx="6388">1.6499999999999999</cx:pt>
          <cx:pt idx="6389">1.49</cx:pt>
          <cx:pt idx="6390">2.5499999999999998</cx:pt>
          <cx:pt idx="6391">6.75</cx:pt>
          <cx:pt idx="6392">4.6500000000000004</cx:pt>
          <cx:pt idx="6393">14.949999999999999</cx:pt>
          <cx:pt idx="6394">1.25</cx:pt>
          <cx:pt idx="6395">1.45</cx:pt>
          <cx:pt idx="6396">4.1299999999999999</cx:pt>
          <cx:pt idx="6397">6.6299999999999999</cx:pt>
          <cx:pt idx="6398">12.460000000000001</cx:pt>
          <cx:pt idx="6399">4.96</cx:pt>
          <cx:pt idx="6400">9.9499999999999993</cx:pt>
          <cx:pt idx="6401">5.79</cx:pt>
          <cx:pt idx="6402">8.2899999999999991</cx:pt>
          <cx:pt idx="6403">1.6299999999999999</cx:pt>
          <cx:pt idx="6404">14.949999999999999</cx:pt>
          <cx:pt idx="6405">1.25</cx:pt>
          <cx:pt idx="6406">1.25</cx:pt>
          <cx:pt idx="6407">4.1299999999999999</cx:pt>
          <cx:pt idx="6408">16.629999999999999</cx:pt>
          <cx:pt idx="6409">2.46</cx:pt>
          <cx:pt idx="6410">1.49</cx:pt>
          <cx:pt idx="6411">4.6500000000000004</cx:pt>
          <cx:pt idx="6412">2.5499999999999998</cx:pt>
          <cx:pt idx="6413">2.9500000000000002</cx:pt>
          <cx:pt idx="6414">1.6499999999999999</cx:pt>
          <cx:pt idx="6415">0.65000000000000002</cx:pt>
          <cx:pt idx="6416">1.6499999999999999</cx:pt>
          <cx:pt idx="6417">2.5499999999999998</cx:pt>
          <cx:pt idx="6418">5.79</cx:pt>
          <cx:pt idx="6419">2.46</cx:pt>
          <cx:pt idx="6420">7.46</cx:pt>
          <cx:pt idx="6421">1.25</cx:pt>
          <cx:pt idx="6422">1.6299999999999999</cx:pt>
          <cx:pt idx="6423">24.960000000000001</cx:pt>
          <cx:pt idx="6424">1.25</cx:pt>
          <cx:pt idx="6425">1.25</cx:pt>
          <cx:pt idx="6426">4.1299999999999999</cx:pt>
          <cx:pt idx="6427">3.29</cx:pt>
          <cx:pt idx="6428">1.6299999999999999</cx:pt>
          <cx:pt idx="6429">8.5</cx:pt>
          <cx:pt idx="6430">2.5499999999999998</cx:pt>
          <cx:pt idx="6431">3.75</cx:pt>
          <cx:pt idx="6432">2.9500000000000002</cx:pt>
          <cx:pt idx="6433">2.5499999999999998</cx:pt>
          <cx:pt idx="6434">4.9500000000000002</cx:pt>
          <cx:pt idx="6435">1.25</cx:pt>
          <cx:pt idx="6436">1.25</cx:pt>
          <cx:pt idx="6437">7.9500000000000002</cx:pt>
          <cx:pt idx="6438">2.9500000000000002</cx:pt>
          <cx:pt idx="6439">6.75</cx:pt>
          <cx:pt idx="6440">2.1000000000000001</cx:pt>
          <cx:pt idx="6441">2.9500000000000002</cx:pt>
          <cx:pt idx="6442">2.9500000000000002</cx:pt>
          <cx:pt idx="6443">7.9500000000000002</cx:pt>
          <cx:pt idx="6444">4.9500000000000002</cx:pt>
          <cx:pt idx="6445">2.9500000000000002</cx:pt>
          <cx:pt idx="6446">7.9500000000000002</cx:pt>
          <cx:pt idx="6447">7.9500000000000002</cx:pt>
          <cx:pt idx="6448">7.9500000000000002</cx:pt>
          <cx:pt idx="6449">7.9500000000000002</cx:pt>
          <cx:pt idx="6450">7.9500000000000002</cx:pt>
          <cx:pt idx="6451">7.9500000000000002</cx:pt>
          <cx:pt idx="6452">7.9500000000000002</cx:pt>
          <cx:pt idx="6453">1.45</cx:pt>
          <cx:pt idx="6454">1.45</cx:pt>
          <cx:pt idx="6455">1.25</cx:pt>
          <cx:pt idx="6456">1.25</cx:pt>
          <cx:pt idx="6457">2.9500000000000002</cx:pt>
          <cx:pt idx="6458">1.6499999999999999</cx:pt>
          <cx:pt idx="6459">8.5</cx:pt>
          <cx:pt idx="6460">7.9500000000000002</cx:pt>
          <cx:pt idx="6461">7.9500000000000002</cx:pt>
          <cx:pt idx="6462">1.25</cx:pt>
          <cx:pt idx="6463">8.5</cx:pt>
          <cx:pt idx="6464">4.9500000000000002</cx:pt>
          <cx:pt idx="6465">1.45</cx:pt>
          <cx:pt idx="6466">8.5</cx:pt>
          <cx:pt idx="6467">8.5</cx:pt>
          <cx:pt idx="6468">8.5</cx:pt>
          <cx:pt idx="6469">0.41999999999999998</cx:pt>
          <cx:pt idx="6470">0.84999999999999998</cx:pt>
          <cx:pt idx="6471">2.1000000000000001</cx:pt>
          <cx:pt idx="6472">0.65000000000000002</cx:pt>
          <cx:pt idx="6473">4.9500000000000002</cx:pt>
          <cx:pt idx="6474">3.25</cx:pt>
          <cx:pt idx="6475">2.9500000000000002</cx:pt>
          <cx:pt idx="6476">0.41999999999999998</cx:pt>
          <cx:pt idx="6477">8.5</cx:pt>
          <cx:pt idx="6478">1.49</cx:pt>
          <cx:pt idx="6479">1.45</cx:pt>
          <cx:pt idx="6480">2.5499999999999998</cx:pt>
          <cx:pt idx="6481">8.5</cx:pt>
          <cx:pt idx="6482">1.25</cx:pt>
          <cx:pt idx="6483">1.25</cx:pt>
          <cx:pt idx="6484">0.55000000000000004</cx:pt>
          <cx:pt idx="6485">0.55000000000000004</cx:pt>
          <cx:pt idx="6486">2.1000000000000001</cx:pt>
          <cx:pt idx="6487">1.45</cx:pt>
          <cx:pt idx="6488">1.45</cx:pt>
          <cx:pt idx="6489">2.9500000000000002</cx:pt>
          <cx:pt idx="6490">1.25</cx:pt>
          <cx:pt idx="6491">1.49</cx:pt>
          <cx:pt idx="6492">1.45</cx:pt>
          <cx:pt idx="6493">8.5</cx:pt>
          <cx:pt idx="6494">0.41999999999999998</cx:pt>
          <cx:pt idx="6495">1.45</cx:pt>
          <cx:pt idx="6496">4.9500000000000002</cx:pt>
          <cx:pt idx="6497">1.49</cx:pt>
          <cx:pt idx="6498">1.49</cx:pt>
          <cx:pt idx="6499">2.1000000000000001</cx:pt>
          <cx:pt idx="6500">2.9500000000000002</cx:pt>
          <cx:pt idx="6501">2.5499999999999998</cx:pt>
          <cx:pt idx="6502">8.5</cx:pt>
          <cx:pt idx="6503">0.65000000000000002</cx:pt>
          <cx:pt idx="6504">2.5499999999999998</cx:pt>
          <cx:pt idx="6505">0.65000000000000002</cx:pt>
          <cx:pt idx="6506">8.5</cx:pt>
          <cx:pt idx="6507">2.1000000000000001</cx:pt>
          <cx:pt idx="6508">0.84999999999999998</cx:pt>
          <cx:pt idx="6509">1.25</cx:pt>
          <cx:pt idx="6510">0.55000000000000004</cx:pt>
          <cx:pt idx="6511">7.46</cx:pt>
          <cx:pt idx="6512">4.1299999999999999</cx:pt>
          <cx:pt idx="6513">14.130000000000001</cx:pt>
          <cx:pt idx="6514">4.1299999999999999</cx:pt>
          <cx:pt idx="6515">2.46</cx:pt>
          <cx:pt idx="6516">14.960000000000001</cx:pt>
          <cx:pt idx="6517">2.46</cx:pt>
          <cx:pt idx="6518">5.79</cx:pt>
          <cx:pt idx="6519">2.46</cx:pt>
          <cx:pt idx="6520">24.960000000000001</cx:pt>
          <cx:pt idx="6521">3.29</cx:pt>
          <cx:pt idx="6522">4.1299999999999999</cx:pt>
          <cx:pt idx="6523">4.1299999999999999</cx:pt>
          <cx:pt idx="6524">2.46</cx:pt>
          <cx:pt idx="6525">1.6499999999999999</cx:pt>
          <cx:pt idx="6526">5.79</cx:pt>
          <cx:pt idx="6527">5.79</cx:pt>
          <cx:pt idx="6528">4.1299999999999999</cx:pt>
          <cx:pt idx="6529">3.29</cx:pt>
          <cx:pt idx="6530">5.79</cx:pt>
          <cx:pt idx="6531">4.96</cx:pt>
          <cx:pt idx="6532">10.789999999999999</cx:pt>
          <cx:pt idx="6533">16.629999999999999</cx:pt>
          <cx:pt idx="6534">3.29</cx:pt>
          <cx:pt idx="6535">16.629999999999999</cx:pt>
          <cx:pt idx="6536">4.96</cx:pt>
          <cx:pt idx="6537">0.41999999999999998</cx:pt>
          <cx:pt idx="6538">1.45</cx:pt>
          <cx:pt idx="6539">0.84999999999999998</cx:pt>
          <cx:pt idx="6540">1.25</cx:pt>
          <cx:pt idx="6541">0.55000000000000004</cx:pt>
          <cx:pt idx="6542">1.6499999999999999</cx:pt>
          <cx:pt idx="6543">1.6499999999999999</cx:pt>
          <cx:pt idx="6544">0.41999999999999998</cx:pt>
          <cx:pt idx="6545">12.75</cx:pt>
          <cx:pt idx="6546">6.75</cx:pt>
          <cx:pt idx="6547">1.25</cx:pt>
          <cx:pt idx="6548">2.9500000000000002</cx:pt>
          <cx:pt idx="6549">1.6499999999999999</cx:pt>
          <cx:pt idx="6550">1.25</cx:pt>
          <cx:pt idx="6551">2.1000000000000001</cx:pt>
          <cx:pt idx="6552">1.6499999999999999</cx:pt>
          <cx:pt idx="6553">2.5499999999999998</cx:pt>
          <cx:pt idx="6554">2.5499999999999998</cx:pt>
          <cx:pt idx="6555">0.41999999999999998</cx:pt>
          <cx:pt idx="6556">4.1299999999999999</cx:pt>
          <cx:pt idx="6557">16.629999999999999</cx:pt>
          <cx:pt idx="6558">1.25</cx:pt>
          <cx:pt idx="6559">2.46</cx:pt>
          <cx:pt idx="6560">2.46</cx:pt>
          <cx:pt idx="6561">7.46</cx:pt>
          <cx:pt idx="6562">2.5499999999999998</cx:pt>
          <cx:pt idx="6563">14.949999999999999</cx:pt>
          <cx:pt idx="6564">2.5499999999999998</cx:pt>
          <cx:pt idx="6565">2.5499999999999998</cx:pt>
          <cx:pt idx="6566">2.9500000000000002</cx:pt>
          <cx:pt idx="6567">1.25</cx:pt>
          <cx:pt idx="6568">14.949999999999999</cx:pt>
          <cx:pt idx="6569">0.65000000000000002</cx:pt>
          <cx:pt idx="6570">0.84999999999999998</cx:pt>
          <cx:pt idx="6571">3.75</cx:pt>
          <cx:pt idx="6572">2.5499999999999998</cx:pt>
          <cx:pt idx="6573">0.55000000000000004</cx:pt>
          <cx:pt idx="6574">1.6499999999999999</cx:pt>
          <cx:pt idx="6575">4.1299999999999999</cx:pt>
          <cx:pt idx="6576">14.130000000000001</cx:pt>
          <cx:pt idx="6577">5.79</cx:pt>
          <cx:pt idx="6578">2.46</cx:pt>
          <cx:pt idx="6579">0.55000000000000004</cx:pt>
          <cx:pt idx="6580">1.6499999999999999</cx:pt>
          <cx:pt idx="6581">12.75</cx:pt>
          <cx:pt idx="6582">0.65000000000000002</cx:pt>
          <cx:pt idx="6583">2.5499999999999998</cx:pt>
          <cx:pt idx="6584">7.9500000000000002</cx:pt>
          <cx:pt idx="6585">7.9500000000000002</cx:pt>
          <cx:pt idx="6586">7.9500000000000002</cx:pt>
          <cx:pt idx="6587">1.45</cx:pt>
          <cx:pt idx="6588">1.25</cx:pt>
          <cx:pt idx="6589">2.1000000000000001</cx:pt>
          <cx:pt idx="6590">1.25</cx:pt>
          <cx:pt idx="6591">2.9500000000000002</cx:pt>
          <cx:pt idx="6592">2.1000000000000001</cx:pt>
          <cx:pt idx="6593">1.45</cx:pt>
          <cx:pt idx="6594">9.9499999999999993</cx:pt>
          <cx:pt idx="6595">1.49</cx:pt>
          <cx:pt idx="6596">1.25</cx:pt>
          <cx:pt idx="6597">1.25</cx:pt>
          <cx:pt idx="6598">0.55000000000000004</cx:pt>
          <cx:pt idx="6599">1.45</cx:pt>
          <cx:pt idx="6600">1.25</cx:pt>
          <cx:pt idx="6601">2.1000000000000001</cx:pt>
          <cx:pt idx="6602">2.9500000000000002</cx:pt>
          <cx:pt idx="6603">2.9500000000000002</cx:pt>
          <cx:pt idx="6604">2.1000000000000001</cx:pt>
          <cx:pt idx="6605">0.65000000000000002</cx:pt>
          <cx:pt idx="6606">2.9500000000000002</cx:pt>
          <cx:pt idx="6607">1.45</cx:pt>
          <cx:pt idx="6608">1.25</cx:pt>
          <cx:pt idx="6609">1.25</cx:pt>
          <cx:pt idx="6610">1.6499999999999999</cx:pt>
          <cx:pt idx="6611">2.9500000000000002</cx:pt>
          <cx:pt idx="6612">2.9500000000000002</cx:pt>
          <cx:pt idx="6613">2.5499999999999998</cx:pt>
          <cx:pt idx="6614">4.6500000000000004</cx:pt>
          <cx:pt idx="6615">1.0600000000000001</cx:pt>
          <cx:pt idx="6616">1.0600000000000001</cx:pt>
          <cx:pt idx="6617">1.6499999999999999</cx:pt>
          <cx:pt idx="6618">2.9500000000000002</cx:pt>
          <cx:pt idx="6619">2.1000000000000001</cx:pt>
          <cx:pt idx="6620">2.9500000000000002</cx:pt>
          <cx:pt idx="6621">2.1000000000000001</cx:pt>
          <cx:pt idx="6622">2.5499999999999998</cx:pt>
          <cx:pt idx="6623">1.25</cx:pt>
          <cx:pt idx="6624">7.9500000000000002</cx:pt>
          <cx:pt idx="6625">1.95</cx:pt>
          <cx:pt idx="6626">2.1000000000000001</cx:pt>
          <cx:pt idx="6627">7.9500000000000002</cx:pt>
          <cx:pt idx="6628">0.65000000000000002</cx:pt>
          <cx:pt idx="6629">0.65000000000000002</cx:pt>
          <cx:pt idx="6630">0.41999999999999998</cx:pt>
          <cx:pt idx="6631">2.9500000000000002</cx:pt>
          <cx:pt idx="6632">1.25</cx:pt>
          <cx:pt idx="6633">4.6500000000000004</cx:pt>
          <cx:pt idx="6634">8.5</cx:pt>
          <cx:pt idx="6635">1.25</cx:pt>
          <cx:pt idx="6636">1.6499999999999999</cx:pt>
          <cx:pt idx="6637">4.6500000000000004</cx:pt>
          <cx:pt idx="6638">2.9500000000000002</cx:pt>
          <cx:pt idx="6639">2.1000000000000001</cx:pt>
          <cx:pt idx="6640">8.5</cx:pt>
          <cx:pt idx="6641">8.5</cx:pt>
          <cx:pt idx="6642">2.1000000000000001</cx:pt>
          <cx:pt idx="6643">1.45</cx:pt>
          <cx:pt idx="6644">7.9500000000000002</cx:pt>
          <cx:pt idx="6645">0.35999999999999999</cx:pt>
          <cx:pt idx="6646">0.35999999999999999</cx:pt>
          <cx:pt idx="6647">2.5499999999999998</cx:pt>
          <cx:pt idx="6648">2.9500000000000002</cx:pt>
          <cx:pt idx="6649">0.35999999999999999</cx:pt>
          <cx:pt idx="6650">1.95</cx:pt>
          <cx:pt idx="6651">7.9500000000000002</cx:pt>
          <cx:pt idx="6652">1.25</cx:pt>
          <cx:pt idx="6653">1.25</cx:pt>
          <cx:pt idx="6654">1.25</cx:pt>
          <cx:pt idx="6655">2.46</cx:pt>
          <cx:pt idx="6656">14.130000000000001</cx:pt>
          <cx:pt idx="6657">4.96</cx:pt>
          <cx:pt idx="6658">3.29</cx:pt>
          <cx:pt idx="6659">16.629999999999999</cx:pt>
          <cx:pt idx="6660">2.46</cx:pt>
          <cx:pt idx="6661">7.46</cx:pt>
          <cx:pt idx="6662">24.960000000000001</cx:pt>
          <cx:pt idx="6663">2.46</cx:pt>
          <cx:pt idx="6664">9.1300000000000008</cx:pt>
          <cx:pt idx="6665">4.1299999999999999</cx:pt>
          <cx:pt idx="6666">0.82999999999999996</cx:pt>
          <cx:pt idx="6667">1.25</cx:pt>
          <cx:pt idx="6668">1.49</cx:pt>
          <cx:pt idx="6669">7.9500000000000002</cx:pt>
          <cx:pt idx="6670">1.45</cx:pt>
          <cx:pt idx="6671">0.84999999999999998</cx:pt>
          <cx:pt idx="6672">1.6499999999999999</cx:pt>
          <cx:pt idx="6673">0.55000000000000004</cx:pt>
          <cx:pt idx="6674">1.6499999999999999</cx:pt>
          <cx:pt idx="6675">0.84999999999999998</cx:pt>
          <cx:pt idx="6676">1.25</cx:pt>
          <cx:pt idx="6677">1.25</cx:pt>
          <cx:pt idx="6678">1.45</cx:pt>
          <cx:pt idx="6679">4.9500000000000002</cx:pt>
          <cx:pt idx="6680">2.9500000000000002</cx:pt>
          <cx:pt idx="6681">2.9500000000000002</cx:pt>
          <cx:pt idx="6682">6.75</cx:pt>
          <cx:pt idx="6683">6.75</cx:pt>
          <cx:pt idx="6684">1.95</cx:pt>
          <cx:pt idx="6685">1.45</cx:pt>
          <cx:pt idx="6686">0.84999999999999998</cx:pt>
          <cx:pt idx="6687">14.949999999999999</cx:pt>
          <cx:pt idx="6688">7.9500000000000002</cx:pt>
          <cx:pt idx="6689">2.1000000000000001</cx:pt>
          <cx:pt idx="6690">7.9500000000000002</cx:pt>
          <cx:pt idx="6691">1.45</cx:pt>
          <cx:pt idx="6692">1.25</cx:pt>
          <cx:pt idx="6693">1.25</cx:pt>
          <cx:pt idx="6694">1.6499999999999999</cx:pt>
          <cx:pt idx="6695">12.75</cx:pt>
          <cx:pt idx="6696">12.75</cx:pt>
          <cx:pt idx="6697">0.84999999999999998</cx:pt>
          <cx:pt idx="6698">0.41999999999999998</cx:pt>
          <cx:pt idx="6699">1.6499999999999999</cx:pt>
          <cx:pt idx="6700">1.6499999999999999</cx:pt>
          <cx:pt idx="6701">0.41999999999999998</cx:pt>
          <cx:pt idx="6702">2.9500000000000002</cx:pt>
          <cx:pt idx="6703">0.84999999999999998</cx:pt>
          <cx:pt idx="6704">0.84999999999999998</cx:pt>
          <cx:pt idx="6705">12.75</cx:pt>
          <cx:pt idx="6706">8.5</cx:pt>
          <cx:pt idx="6707">2.5499999999999998</cx:pt>
          <cx:pt idx="6708">1.25</cx:pt>
          <cx:pt idx="6709">8.5</cx:pt>
          <cx:pt idx="6710">2.9500000000000002</cx:pt>
          <cx:pt idx="6711">0.55000000000000004</cx:pt>
          <cx:pt idx="6712">0.84999999999999998</cx:pt>
          <cx:pt idx="6713">6.75</cx:pt>
          <cx:pt idx="6714">2.1000000000000001</cx:pt>
          <cx:pt idx="6715">6.75</cx:pt>
          <cx:pt idx="6716">2.1000000000000001</cx:pt>
          <cx:pt idx="6717">2.5499999999999998</cx:pt>
          <cx:pt idx="6718">5.9500000000000002</cx:pt>
          <cx:pt idx="6719">3.8100000000000001</cx:pt>
          <cx:pt idx="6720">1.45</cx:pt>
          <cx:pt idx="6721">7.9500000000000002</cx:pt>
          <cx:pt idx="6722">0.84999999999999998</cx:pt>
          <cx:pt idx="6723">1.49</cx:pt>
          <cx:pt idx="6724">2.5499999999999998</cx:pt>
          <cx:pt idx="6725">1.95</cx:pt>
          <cx:pt idx="6726">1.95</cx:pt>
          <cx:pt idx="6727">2.9500000000000002</cx:pt>
          <cx:pt idx="6728">1.45</cx:pt>
          <cx:pt idx="6729">4.9500000000000002</cx:pt>
          <cx:pt idx="6730">1.25</cx:pt>
          <cx:pt idx="6731">1.25</cx:pt>
          <cx:pt idx="6732">0.55000000000000004</cx:pt>
          <cx:pt idx="6733">0.55000000000000004</cx:pt>
          <cx:pt idx="6734">0.65000000000000002</cx:pt>
          <cx:pt idx="6735">2.1000000000000001</cx:pt>
          <cx:pt idx="6736">8.5</cx:pt>
          <cx:pt idx="6737">4.6500000000000004</cx:pt>
          <cx:pt idx="6738">1.25</cx:pt>
          <cx:pt idx="6739">2.5499999999999998</cx:pt>
          <cx:pt idx="6740">1.25</cx:pt>
          <cx:pt idx="6741">1.6299999999999999</cx:pt>
          <cx:pt idx="6742">2.46</cx:pt>
          <cx:pt idx="6743">8.2899999999999991</cx:pt>
          <cx:pt idx="6744">2.46</cx:pt>
          <cx:pt idx="6745">9.1300000000000008</cx:pt>
          <cx:pt idx="6746">16.629999999999999</cx:pt>
          <cx:pt idx="6747">5.79</cx:pt>
          <cx:pt idx="6748">0.41999999999999998</cx:pt>
          <cx:pt idx="6749">7.46</cx:pt>
          <cx:pt idx="6750">3.29</cx:pt>
          <cx:pt idx="6751">2.46</cx:pt>
          <cx:pt idx="6752">1.25</cx:pt>
          <cx:pt idx="6753">4.1299999999999999</cx:pt>
          <cx:pt idx="6754">1.25</cx:pt>
          <cx:pt idx="6755">3.29</cx:pt>
          <cx:pt idx="6756">9.9499999999999993</cx:pt>
          <cx:pt idx="6757">7.9500000000000002</cx:pt>
          <cx:pt idx="6758">7.9500000000000002</cx:pt>
          <cx:pt idx="6759">5.9500000000000002</cx:pt>
          <cx:pt idx="6760">7.6500000000000004</cx:pt>
          <cx:pt idx="6761">0.41999999999999998</cx:pt>
          <cx:pt idx="6762">2.9500000000000002</cx:pt>
          <cx:pt idx="6763">1.95</cx:pt>
          <cx:pt idx="6764">1.95</cx:pt>
          <cx:pt idx="6765">1.6499999999999999</cx:pt>
          <cx:pt idx="6766">1.6499999999999999</cx:pt>
          <cx:pt idx="6767">2.5499999999999998</cx:pt>
          <cx:pt idx="6768">0.84999999999999998</cx:pt>
          <cx:pt idx="6769">8.5</cx:pt>
          <cx:pt idx="6770">3.75</cx:pt>
          <cx:pt idx="6771">2.1000000000000001</cx:pt>
          <cx:pt idx="6772">0.41999999999999998</cx:pt>
          <cx:pt idx="6773">1.45</cx:pt>
          <cx:pt idx="6774">1.6499999999999999</cx:pt>
          <cx:pt idx="6775">4.9500000000000002</cx:pt>
          <cx:pt idx="6776">7.9500000000000002</cx:pt>
          <cx:pt idx="6777">2.9500000000000002</cx:pt>
          <cx:pt idx="6778">0.55000000000000004</cx:pt>
          <cx:pt idx="6779">2.9500000000000002</cx:pt>
          <cx:pt idx="6780">7.9500000000000002</cx:pt>
          <cx:pt idx="6781">0.84999999999999998</cx:pt>
          <cx:pt idx="6782">1.49</cx:pt>
          <cx:pt idx="6783">7.9500000000000002</cx:pt>
          <cx:pt idx="6784">7.9500000000000002</cx:pt>
          <cx:pt idx="6785">12.75</cx:pt>
          <cx:pt idx="6786">4.9500000000000002</cx:pt>
          <cx:pt idx="6787">2.9500000000000002</cx:pt>
          <cx:pt idx="6788">0.41999999999999998</cx:pt>
          <cx:pt idx="6789">2.1000000000000001</cx:pt>
          <cx:pt idx="6790">6.75</cx:pt>
          <cx:pt idx="6791">6.75</cx:pt>
          <cx:pt idx="6792">7.9500000000000002</cx:pt>
          <cx:pt idx="6793">1.25</cx:pt>
          <cx:pt idx="6794">7.9500000000000002</cx:pt>
          <cx:pt idx="6795">2.9500000000000002</cx:pt>
          <cx:pt idx="6796">7.9500000000000002</cx:pt>
          <cx:pt idx="6797">2.9500000000000002</cx:pt>
          <cx:pt idx="6798">7.9500000000000002</cx:pt>
          <cx:pt idx="6799">7.9500000000000002</cx:pt>
          <cx:pt idx="6800">5.9500000000000002</cx:pt>
          <cx:pt idx="6801">1.49</cx:pt>
          <cx:pt idx="6802">7.9500000000000002</cx:pt>
          <cx:pt idx="6803">4.1299999999999999</cx:pt>
          <cx:pt idx="6804">16.629999999999999</cx:pt>
          <cx:pt idx="6805">16.629999999999999</cx:pt>
          <cx:pt idx="6806">3.29</cx:pt>
          <cx:pt idx="6807">3.29</cx:pt>
          <cx:pt idx="6808">4.96</cx:pt>
          <cx:pt idx="6809">4.96</cx:pt>
          <cx:pt idx="6810">4.1299999999999999</cx:pt>
          <cx:pt idx="6811">24.960000000000001</cx:pt>
          <cx:pt idx="6812">4.1299999999999999</cx:pt>
          <cx:pt idx="6813">10.789999999999999</cx:pt>
          <cx:pt idx="6814">12.460000000000001</cx:pt>
          <cx:pt idx="6815">5.79</cx:pt>
          <cx:pt idx="6816">16.629999999999999</cx:pt>
          <cx:pt idx="6817">4.96</cx:pt>
          <cx:pt idx="6818">4.96</cx:pt>
          <cx:pt idx="6819">0.41999999999999998</cx:pt>
          <cx:pt idx="6820">4.9500000000000002</cx:pt>
          <cx:pt idx="6821">1.45</cx:pt>
          <cx:pt idx="6822">6.3499999999999996</cx:pt>
          <cx:pt idx="6823">0.55000000000000004</cx:pt>
          <cx:pt idx="6824">2.1000000000000001</cx:pt>
          <cx:pt idx="6825">7.46</cx:pt>
          <cx:pt idx="6826">5.79</cx:pt>
          <cx:pt idx="6827">14.130000000000001</cx:pt>
          <cx:pt idx="6828">2.46</cx:pt>
          <cx:pt idx="6829">2.46</cx:pt>
          <cx:pt idx="6830">4.1299999999999999</cx:pt>
          <cx:pt idx="6831">5.79</cx:pt>
          <cx:pt idx="6832">14.130000000000001</cx:pt>
          <cx:pt idx="6833">1.25</cx:pt>
          <cx:pt idx="6834">2.46</cx:pt>
          <cx:pt idx="6835">1.25</cx:pt>
          <cx:pt idx="6836">5.79</cx:pt>
          <cx:pt idx="6837">2.46</cx:pt>
          <cx:pt idx="6838">1.6299999999999999</cx:pt>
          <cx:pt idx="6839">1.6299999999999999</cx:pt>
          <cx:pt idx="6840">1.95</cx:pt>
          <cx:pt idx="6841">1.6499999999999999</cx:pt>
          <cx:pt idx="6842">2.1000000000000001</cx:pt>
          <cx:pt idx="6843">2.5499999999999998</cx:pt>
          <cx:pt idx="6844">5.9500000000000002</cx:pt>
          <cx:pt idx="6845">7.9500000000000002</cx:pt>
          <cx:pt idx="6846">1.95</cx:pt>
          <cx:pt idx="6847">2.5499999999999998</cx:pt>
          <cx:pt idx="6848">7.9500000000000002</cx:pt>
          <cx:pt idx="6849">2.1000000000000001</cx:pt>
          <cx:pt idx="6850">2.9500000000000002</cx:pt>
          <cx:pt idx="6851">1.25</cx:pt>
          <cx:pt idx="6852">0.71999999999999997</cx:pt>
          <cx:pt idx="6853">0.65000000000000002</cx:pt>
          <cx:pt idx="6854">1.25</cx:pt>
          <cx:pt idx="6855">2.9500000000000002</cx:pt>
          <cx:pt idx="6856">1.95</cx:pt>
          <cx:pt idx="6857">1.6499999999999999</cx:pt>
          <cx:pt idx="6858">1.25</cx:pt>
          <cx:pt idx="6859">2.9500000000000002</cx:pt>
          <cx:pt idx="6860">12.75</cx:pt>
          <cx:pt idx="6861">1.45</cx:pt>
          <cx:pt idx="6862">7.6500000000000004</cx:pt>
          <cx:pt idx="6863">4.9500000000000002</cx:pt>
          <cx:pt idx="6864">1.49</cx:pt>
          <cx:pt idx="6865">1.49</cx:pt>
          <cx:pt idx="6866">1.49</cx:pt>
          <cx:pt idx="6867">0.65000000000000002</cx:pt>
          <cx:pt idx="6868">0.65000000000000002</cx:pt>
          <cx:pt idx="6869">4.6500000000000004</cx:pt>
          <cx:pt idx="6870">8.5</cx:pt>
          <cx:pt idx="6871">8.5</cx:pt>
          <cx:pt idx="6872">2.9500000000000002</cx:pt>
          <cx:pt idx="6873">1.25</cx:pt>
          <cx:pt idx="6874">0.28999999999999998</cx:pt>
          <cx:pt idx="6875">1.25</cx:pt>
          <cx:pt idx="6876">1.25</cx:pt>
          <cx:pt idx="6877">2.1000000000000001</cx:pt>
          <cx:pt idx="6878">0.55000000000000004</cx:pt>
          <cx:pt idx="6879">1.6499999999999999</cx:pt>
          <cx:pt idx="6880">1.6499999999999999</cx:pt>
          <cx:pt idx="6881">2.5499999999999998</cx:pt>
          <cx:pt idx="6882">0.41999999999999998</cx:pt>
          <cx:pt idx="6883">2.5499999999999998</cx:pt>
          <cx:pt idx="6884">1.25</cx:pt>
          <cx:pt idx="6885">1.45</cx:pt>
          <cx:pt idx="6886">1.25</cx:pt>
          <cx:pt idx="6887">2.9500000000000002</cx:pt>
          <cx:pt idx="6888">4.9500000000000002</cx:pt>
          <cx:pt idx="6889">0.84999999999999998</cx:pt>
          <cx:pt idx="6890">2.5499999999999998</cx:pt>
          <cx:pt idx="6891">2.5499999999999998</cx:pt>
          <cx:pt idx="6892">2.9500000000000002</cx:pt>
          <cx:pt idx="6893">2.1000000000000001</cx:pt>
          <cx:pt idx="6894">4.9500000000000002</cx:pt>
          <cx:pt idx="6895">7.6500000000000004</cx:pt>
          <cx:pt idx="6896">8.5</cx:pt>
          <cx:pt idx="6897">2.9500000000000002</cx:pt>
          <cx:pt idx="6898">7.9500000000000002</cx:pt>
          <cx:pt idx="6899">1.25</cx:pt>
          <cx:pt idx="6900">3.75</cx:pt>
          <cx:pt idx="6901">1.25</cx:pt>
          <cx:pt idx="6902">8.5</cx:pt>
          <cx:pt idx="6903">2.1000000000000001</cx:pt>
          <cx:pt idx="6904">1.25</cx:pt>
          <cx:pt idx="6905">1.6499999999999999</cx:pt>
          <cx:pt idx="6906">1.6499999999999999</cx:pt>
          <cx:pt idx="6907">2.46</cx:pt>
          <cx:pt idx="6908">4.1299999999999999</cx:pt>
          <cx:pt idx="6909">9.9600000000000009</cx:pt>
          <cx:pt idx="6910">4.1299999999999999</cx:pt>
          <cx:pt idx="6911">14.130000000000001</cx:pt>
          <cx:pt idx="6912">3.29</cx:pt>
          <cx:pt idx="6913">10.789999999999999</cx:pt>
          <cx:pt idx="6914">5.79</cx:pt>
          <cx:pt idx="6915">12.460000000000001</cx:pt>
          <cx:pt idx="6916">2.46</cx:pt>
          <cx:pt idx="6917">5.79</cx:pt>
          <cx:pt idx="6918">3.29</cx:pt>
          <cx:pt idx="6919">0.28999999999999998</cx:pt>
          <cx:pt idx="6920">1.8500000000000001</cx:pt>
          <cx:pt idx="6921">0.35999999999999999</cx:pt>
          <cx:pt idx="6922">2.5499999999999998</cx:pt>
          <cx:pt idx="6923">3.3900000000000001</cx:pt>
          <cx:pt idx="6924">0.35999999999999999</cx:pt>
          <cx:pt idx="6925">2.9500000000000002</cx:pt>
          <cx:pt idx="6926">2.9500000000000002</cx:pt>
          <cx:pt idx="6927">0.41999999999999998</cx:pt>
          <cx:pt idx="6928">2.1000000000000001</cx:pt>
          <cx:pt idx="6929">7.9500000000000002</cx:pt>
          <cx:pt idx="6930">7.9500000000000002</cx:pt>
          <cx:pt idx="6931">1.95</cx:pt>
          <cx:pt idx="6932">2.1000000000000001</cx:pt>
          <cx:pt idx="6933">1.95</cx:pt>
          <cx:pt idx="6934">6.9500000000000002</cx:pt>
          <cx:pt idx="6935">1.25</cx:pt>
          <cx:pt idx="6936">1.6499999999999999</cx:pt>
          <cx:pt idx="6937">0.55000000000000004</cx:pt>
          <cx:pt idx="6938">1.6499999999999999</cx:pt>
          <cx:pt idx="6939">1.45</cx:pt>
          <cx:pt idx="6940">7.9500000000000002</cx:pt>
          <cx:pt idx="6941">7.9500000000000002</cx:pt>
          <cx:pt idx="6942">2.9500000000000002</cx:pt>
          <cx:pt idx="6943">4.9500000000000002</cx:pt>
          <cx:pt idx="6944">1.49</cx:pt>
          <cx:pt idx="6945">7.9500000000000002</cx:pt>
          <cx:pt idx="6946">1.45</cx:pt>
          <cx:pt idx="6947">8.5</cx:pt>
          <cx:pt idx="6948">1.25</cx:pt>
          <cx:pt idx="6949">7.9500000000000002</cx:pt>
          <cx:pt idx="6950">1.45</cx:pt>
          <cx:pt idx="6951">2.9500000000000002</cx:pt>
          <cx:pt idx="6952">12.75</cx:pt>
          <cx:pt idx="6953">0.55000000000000004</cx:pt>
          <cx:pt idx="6954">0.84999999999999998</cx:pt>
          <cx:pt idx="6955">2.5499999999999998</cx:pt>
          <cx:pt idx="6956">8.5</cx:pt>
          <cx:pt idx="6957">5.9500000000000002</cx:pt>
          <cx:pt idx="6958">1.6499999999999999</cx:pt>
          <cx:pt idx="6959">0.41999999999999998</cx:pt>
          <cx:pt idx="6960">7.9500000000000002</cx:pt>
          <cx:pt idx="6961">2.0800000000000001</cx:pt>
          <cx:pt idx="6962">1.95</cx:pt>
          <cx:pt idx="6963">2.9500000000000002</cx:pt>
          <cx:pt idx="6964">0.84999999999999998</cx:pt>
          <cx:pt idx="6965">1.95</cx:pt>
          <cx:pt idx="6966">1.95</cx:pt>
          <cx:pt idx="6967">1.6499999999999999</cx:pt>
          <cx:pt idx="6968">1.6499999999999999</cx:pt>
          <cx:pt idx="6969">6.75</cx:pt>
          <cx:pt idx="6970">2.1000000000000001</cx:pt>
          <cx:pt idx="6971">8.5</cx:pt>
          <cx:pt idx="6972">4.9500000000000002</cx:pt>
          <cx:pt idx="6973">1.6499999999999999</cx:pt>
          <cx:pt idx="6974">7.9500000000000002</cx:pt>
          <cx:pt idx="6975">4.6500000000000004</cx:pt>
          <cx:pt idx="6976">2.9500000000000002</cx:pt>
          <cx:pt idx="6977">0.41999999999999998</cx:pt>
          <cx:pt idx="6978">12.75</cx:pt>
          <cx:pt idx="6979">7.9500000000000002</cx:pt>
          <cx:pt idx="6980">0.55000000000000004</cx:pt>
          <cx:pt idx="6981">2.1000000000000001</cx:pt>
          <cx:pt idx="6982">2.1000000000000001</cx:pt>
          <cx:pt idx="6983">0.55000000000000004</cx:pt>
          <cx:pt idx="6984">0.55000000000000004</cx:pt>
          <cx:pt idx="6985">2.1000000000000001</cx:pt>
          <cx:pt idx="6986">2.1000000000000001</cx:pt>
          <cx:pt idx="6987">1.45</cx:pt>
          <cx:pt idx="6988">1.25</cx:pt>
          <cx:pt idx="6989">8.5</cx:pt>
          <cx:pt idx="6990">8.5</cx:pt>
          <cx:pt idx="6991">2.9500000000000002</cx:pt>
          <cx:pt idx="6992">1.6499999999999999</cx:pt>
          <cx:pt idx="6993">24.960000000000001</cx:pt>
          <cx:pt idx="6994">4.1299999999999999</cx:pt>
          <cx:pt idx="6995">4.1299999999999999</cx:pt>
          <cx:pt idx="6996">4.1299999999999999</cx:pt>
          <cx:pt idx="6997">3.29</cx:pt>
          <cx:pt idx="6998">16.629999999999999</cx:pt>
          <cx:pt idx="6999">4.96</cx:pt>
          <cx:pt idx="7000">4.96</cx:pt>
          <cx:pt idx="7001">2.9500000000000002</cx:pt>
          <cx:pt idx="7002">2.1000000000000001</cx:pt>
          <cx:pt idx="7003">4.9500000000000002</cx:pt>
          <cx:pt idx="7004">1.6499999999999999</cx:pt>
          <cx:pt idx="7005">0.84999999999999998</cx:pt>
          <cx:pt idx="7006">1.25</cx:pt>
          <cx:pt idx="7007">8.5</cx:pt>
          <cx:pt idx="7008">2.9500000000000002</cx:pt>
          <cx:pt idx="7009">1.25</cx:pt>
          <cx:pt idx="7010">1.49</cx:pt>
          <cx:pt idx="7011">1.25</cx:pt>
          <cx:pt idx="7012">0.41999999999999998</cx:pt>
          <cx:pt idx="7013">8.5</cx:pt>
          <cx:pt idx="7014">8.5</cx:pt>
          <cx:pt idx="7015">5.79</cx:pt>
          <cx:pt idx="7016">4.1299999999999999</cx:pt>
          <cx:pt idx="7017">4.1299999999999999</cx:pt>
          <cx:pt idx="7018">9.9600000000000009</cx:pt>
          <cx:pt idx="7019">4.1299999999999999</cx:pt>
          <cx:pt idx="7020">16.629999999999999</cx:pt>
          <cx:pt idx="7021">4.1299999999999999</cx:pt>
          <cx:pt idx="7022">1.6299999999999999</cx:pt>
          <cx:pt idx="7023">4.9500000000000002</cx:pt>
          <cx:pt idx="7024">3.75</cx:pt>
          <cx:pt idx="7025">2.9500000000000002</cx:pt>
          <cx:pt idx="7026">0.84999999999999998</cx:pt>
          <cx:pt idx="7027">1.49</cx:pt>
          <cx:pt idx="7028">2.9500000000000002</cx:pt>
          <cx:pt idx="7029">3.75</cx:pt>
          <cx:pt idx="7030">2.5499999999999998</cx:pt>
          <cx:pt idx="7031">1.6499999999999999</cx:pt>
          <cx:pt idx="7032">1.25</cx:pt>
          <cx:pt idx="7033">1.6499999999999999</cx:pt>
          <cx:pt idx="7034">2.9500000000000002</cx:pt>
          <cx:pt idx="7035">2.5499999999999998</cx:pt>
          <cx:pt idx="7036">1.45</cx:pt>
          <cx:pt idx="7037">1.45</cx:pt>
          <cx:pt idx="7038">1.45</cx:pt>
          <cx:pt idx="7039">1.45</cx:pt>
          <cx:pt idx="7040">2.9500000000000002</cx:pt>
          <cx:pt idx="7041">3.3900000000000001</cx:pt>
          <cx:pt idx="7042">12.75</cx:pt>
          <cx:pt idx="7043">8.5</cx:pt>
          <cx:pt idx="7044">3.75</cx:pt>
          <cx:pt idx="7045">1.45</cx:pt>
          <cx:pt idx="7046">0.84999999999999998</cx:pt>
          <cx:pt idx="7047">0.41999999999999998</cx:pt>
          <cx:pt idx="7048">1.6499999999999999</cx:pt>
          <cx:pt idx="7049">0.65000000000000002</cx:pt>
          <cx:pt idx="7050">4.1299999999999999</cx:pt>
          <cx:pt idx="7051">4.1299999999999999</cx:pt>
          <cx:pt idx="7052">3.75</cx:pt>
          <cx:pt idx="7053">10.789999999999999</cx:pt>
          <cx:pt idx="7054">16.629999999999999</cx:pt>
          <cx:pt idx="7055">3.29</cx:pt>
          <cx:pt idx="7056">4.1299999999999999</cx:pt>
          <cx:pt idx="7057">4.96</cx:pt>
          <cx:pt idx="7058">4.96</cx:pt>
          <cx:pt idx="7059">4.96</cx:pt>
          <cx:pt idx="7060">6.3499999999999996</cx:pt>
          <cx:pt idx="7061">1.25</cx:pt>
          <cx:pt idx="7062">12.75</cx:pt>
          <cx:pt idx="7063">1.45</cx:pt>
          <cx:pt idx="7064">1.45</cx:pt>
          <cx:pt idx="7065">6.6299999999999999</cx:pt>
          <cx:pt idx="7066">12.460000000000001</cx:pt>
          <cx:pt idx="7067">4.96</cx:pt>
          <cx:pt idx="7068">12.460000000000001</cx:pt>
          <cx:pt idx="7069">2.46</cx:pt>
          <cx:pt idx="7070">3.29</cx:pt>
          <cx:pt idx="7071">16.629999999999999</cx:pt>
          <cx:pt idx="7072">4.1299999999999999</cx:pt>
          <cx:pt idx="7073">5.79</cx:pt>
          <cx:pt idx="7074">7.46</cx:pt>
          <cx:pt idx="7075">16.629999999999999</cx:pt>
          <cx:pt idx="7076">8.2899999999999991</cx:pt>
          <cx:pt idx="7077">3.29</cx:pt>
          <cx:pt idx="7078">6.6299999999999999</cx:pt>
          <cx:pt idx="7079">1.25</cx:pt>
          <cx:pt idx="7080">16.629999999999999</cx:pt>
          <cx:pt idx="7081">2.46</cx:pt>
          <cx:pt idx="7082">2.46</cx:pt>
          <cx:pt idx="7083">7.46</cx:pt>
          <cx:pt idx="7084">1.95</cx:pt>
          <cx:pt idx="7085">7.6500000000000004</cx:pt>
          <cx:pt idx="7086">2.5499999999999998</cx:pt>
          <cx:pt idx="7087">2.9500000000000002</cx:pt>
          <cx:pt idx="7088">1.6499999999999999</cx:pt>
          <cx:pt idx="7089">2.5499999999999998</cx:pt>
          <cx:pt idx="7090">2.5499999999999998</cx:pt>
          <cx:pt idx="7091">8.5</cx:pt>
          <cx:pt idx="7092">3.75</cx:pt>
          <cx:pt idx="7093">2.9500000000000002</cx:pt>
          <cx:pt idx="7094">1.53</cx:pt>
          <cx:pt idx="7095">0.55000000000000004</cx:pt>
          <cx:pt idx="7096">1.95</cx:pt>
          <cx:pt idx="7097">4.9500000000000002</cx:pt>
          <cx:pt idx="7098">2.9500000000000002</cx:pt>
          <cx:pt idx="7099">9.9499999999999993</cx:pt>
          <cx:pt idx="7100">1.25</cx:pt>
          <cx:pt idx="7101">3.75</cx:pt>
          <cx:pt idx="7102">0.41999999999999998</cx:pt>
          <cx:pt idx="7103">1.25</cx:pt>
          <cx:pt idx="7104">8.5</cx:pt>
          <cx:pt idx="7105">0.84999999999999998</cx:pt>
          <cx:pt idx="7106">0.65000000000000002</cx:pt>
          <cx:pt idx="7107">1.95</cx:pt>
          <cx:pt idx="7108">1.95</cx:pt>
          <cx:pt idx="7109">1.6499999999999999</cx:pt>
          <cx:pt idx="7110">2.1000000000000001</cx:pt>
          <cx:pt idx="7111">1.95</cx:pt>
          <cx:pt idx="7112">2.0800000000000001</cx:pt>
          <cx:pt idx="7113">4.9500000000000002</cx:pt>
          <cx:pt idx="7114">0.41999999999999998</cx:pt>
          <cx:pt idx="7115">1.95</cx:pt>
          <cx:pt idx="7116">9.9499999999999993</cx:pt>
          <cx:pt idx="7117">4.25</cx:pt>
          <cx:pt idx="7118">5.9500000000000002</cx:pt>
          <cx:pt idx="7119">7.9500000000000002</cx:pt>
          <cx:pt idx="7120">1.49</cx:pt>
          <cx:pt idx="7121">7.9500000000000002</cx:pt>
          <cx:pt idx="7122">7.9500000000000002</cx:pt>
          <cx:pt idx="7123">8.5</cx:pt>
          <cx:pt idx="7124">2.9500000000000002</cx:pt>
          <cx:pt idx="7125">3.75</cx:pt>
          <cx:pt idx="7126">1.25</cx:pt>
          <cx:pt idx="7127">1.25</cx:pt>
          <cx:pt idx="7128">7.9500000000000002</cx:pt>
          <cx:pt idx="7129">0.55000000000000004</cx:pt>
          <cx:pt idx="7130">0.71999999999999997</cx:pt>
          <cx:pt idx="7131">7.9500000000000002</cx:pt>
          <cx:pt idx="7132">7.9500000000000002</cx:pt>
          <cx:pt idx="7133">1.25</cx:pt>
          <cx:pt idx="7134">0.55000000000000004</cx:pt>
          <cx:pt idx="7135">0.84999999999999998</cx:pt>
          <cx:pt idx="7136">1.6499999999999999</cx:pt>
          <cx:pt idx="7137">0.84999999999999998</cx:pt>
          <cx:pt idx="7138">2.1000000000000001</cx:pt>
          <cx:pt idx="7139">7.9500000000000002</cx:pt>
          <cx:pt idx="7140">7.9500000000000002</cx:pt>
          <cx:pt idx="7141">7.9500000000000002</cx:pt>
          <cx:pt idx="7142">2.9500000000000002</cx:pt>
          <cx:pt idx="7143">0.71999999999999997</cx:pt>
          <cx:pt idx="7144">2.1000000000000001</cx:pt>
          <cx:pt idx="7145">12.75</cx:pt>
          <cx:pt idx="7146">2.5499999999999998</cx:pt>
          <cx:pt idx="7147">3.75</cx:pt>
          <cx:pt idx="7148">0.65000000000000002</cx:pt>
          <cx:pt idx="7149">0.84999999999999998</cx:pt>
          <cx:pt idx="7150">7.9500000000000002</cx:pt>
          <cx:pt idx="7151">7.9500000000000002</cx:pt>
          <cx:pt idx="7152">1.45</cx:pt>
          <cx:pt idx="7153">4.6500000000000004</cx:pt>
          <cx:pt idx="7154">1.25</cx:pt>
          <cx:pt idx="7155">2.9500000000000002</cx:pt>
          <cx:pt idx="7156">2.9500000000000002</cx:pt>
          <cx:pt idx="7157">1.25</cx:pt>
          <cx:pt idx="7158">2.5499999999999998</cx:pt>
          <cx:pt idx="7159">0.55000000000000004</cx:pt>
          <cx:pt idx="7160">2.1000000000000001</cx:pt>
          <cx:pt idx="7161">2.0800000000000001</cx:pt>
          <cx:pt idx="7162">2.9500000000000002</cx:pt>
          <cx:pt idx="7163">1.45</cx:pt>
          <cx:pt idx="7164">0.84999999999999998</cx:pt>
          <cx:pt idx="7165">0.65000000000000002</cx:pt>
          <cx:pt idx="7166">0.65000000000000002</cx:pt>
          <cx:pt idx="7167">2.5499999999999998</cx:pt>
          <cx:pt idx="7168">0.84999999999999998</cx:pt>
          <cx:pt idx="7169">1.25</cx:pt>
          <cx:pt idx="7170">2.9500000000000002</cx:pt>
          <cx:pt idx="7171">1.6499999999999999</cx:pt>
          <cx:pt idx="7172">2.1000000000000001</cx:pt>
          <cx:pt idx="7173">1.6499999999999999</cx:pt>
          <cx:pt idx="7174">2.5499999999999998</cx:pt>
          <cx:pt idx="7175">0.41999999999999998</cx:pt>
          <cx:pt idx="7176">1.49</cx:pt>
          <cx:pt idx="7177">1.49</cx:pt>
          <cx:pt idx="7178">9.9499999999999993</cx:pt>
          <cx:pt idx="7179">1.25</cx:pt>
          <cx:pt idx="7180">1.25</cx:pt>
          <cx:pt idx="7181">0.65000000000000002</cx:pt>
          <cx:pt idx="7182">2.5499999999999998</cx:pt>
          <cx:pt idx="7183">2.9500000000000002</cx:pt>
          <cx:pt idx="7184">1.25</cx:pt>
          <cx:pt idx="7185">2.9500000000000002</cx:pt>
          <cx:pt idx="7186">1.95</cx:pt>
          <cx:pt idx="7187">7.9500000000000002</cx:pt>
          <cx:pt idx="7188">0.65000000000000002</cx:pt>
          <cx:pt idx="7189">12.75</cx:pt>
          <cx:pt idx="7190">7.9500000000000002</cx:pt>
          <cx:pt idx="7191">0.55000000000000004</cx:pt>
          <cx:pt idx="7192">24.960000000000001</cx:pt>
          <cx:pt idx="7193">4.1299999999999999</cx:pt>
          <cx:pt idx="7194">2.46</cx:pt>
          <cx:pt idx="7195">0.82999999999999996</cx:pt>
          <cx:pt idx="7196">4.96</cx:pt>
          <cx:pt idx="7197">4.96</cx:pt>
          <cx:pt idx="7198">24.960000000000001</cx:pt>
          <cx:pt idx="7199">2.46</cx:pt>
          <cx:pt idx="7200">0.41999999999999998</cx:pt>
          <cx:pt idx="7201">7.46</cx:pt>
          <cx:pt idx="7202">1.6299999999999999</cx:pt>
          <cx:pt idx="7203">2.46</cx:pt>
          <cx:pt idx="7204">2.46</cx:pt>
          <cx:pt idx="7205">14.130000000000001</cx:pt>
          <cx:pt idx="7206">2.5499999999999998</cx:pt>
          <cx:pt idx="7207">1.25</cx:pt>
          <cx:pt idx="7208">1.25</cx:pt>
          <cx:pt idx="7209">2.5499999999999998</cx:pt>
          <cx:pt idx="7210">12.75</cx:pt>
          <cx:pt idx="7211">7.9500000000000002</cx:pt>
          <cx:pt idx="7212">2.5499999999999998</cx:pt>
          <cx:pt idx="7213">1.25</cx:pt>
          <cx:pt idx="7214">1.45</cx:pt>
          <cx:pt idx="7215">1.45</cx:pt>
          <cx:pt idx="7216">1.25</cx:pt>
          <cx:pt idx="7217">2.9500000000000002</cx:pt>
          <cx:pt idx="7218">2.0800000000000001</cx:pt>
          <cx:pt idx="7219">1.25</cx:pt>
          <cx:pt idx="7220">4.1299999999999999</cx:pt>
          <cx:pt idx="7221">2.9199999999999999</cx:pt>
          <cx:pt idx="7222">2.46</cx:pt>
          <cx:pt idx="7223">4.1299999999999999</cx:pt>
          <cx:pt idx="7224">2.46</cx:pt>
          <cx:pt idx="7225">14.130000000000001</cx:pt>
          <cx:pt idx="7226">2.46</cx:pt>
          <cx:pt idx="7227">1.6299999999999999</cx:pt>
          <cx:pt idx="7228">1.25</cx:pt>
          <cx:pt idx="7229">14.130000000000001</cx:pt>
          <cx:pt idx="7230">1.6299999999999999</cx:pt>
          <cx:pt idx="7231">1.6299999999999999</cx:pt>
          <cx:pt idx="7232">7.6500000000000004</cx:pt>
          <cx:pt idx="7233">8.5</cx:pt>
          <cx:pt idx="7234">1.45</cx:pt>
          <cx:pt idx="7235">1.95</cx:pt>
          <cx:pt idx="7236">1.95</cx:pt>
          <cx:pt idx="7237">1.25</cx:pt>
          <cx:pt idx="7238">1.6499999999999999</cx:pt>
          <cx:pt idx="7239">1.49</cx:pt>
          <cx:pt idx="7240">2.9500000000000002</cx:pt>
          <cx:pt idx="7241">2.1000000000000001</cx:pt>
          <cx:pt idx="7242">8.5</cx:pt>
          <cx:pt idx="7243">1.95</cx:pt>
          <cx:pt idx="7244">0.84999999999999998</cx:pt>
          <cx:pt idx="7245">7.9500000000000002</cx:pt>
          <cx:pt idx="7246">6.3499999999999996</cx:pt>
          <cx:pt idx="7247">8.5</cx:pt>
          <cx:pt idx="7248">2.9500000000000002</cx:pt>
          <cx:pt idx="7249">0.65000000000000002</cx:pt>
          <cx:pt idx="7250">7.9500000000000002</cx:pt>
          <cx:pt idx="7251">0.41999999999999998</cx:pt>
          <cx:pt idx="7252">2.1000000000000001</cx:pt>
          <cx:pt idx="7253">1.25</cx:pt>
          <cx:pt idx="7254">1.25</cx:pt>
          <cx:pt idx="7255">2.9500000000000002</cx:pt>
          <cx:pt idx="7256">1.6499999999999999</cx:pt>
          <cx:pt idx="7257">1.6499999999999999</cx:pt>
          <cx:pt idx="7258">2.0800000000000001</cx:pt>
          <cx:pt idx="7259">1.95</cx:pt>
          <cx:pt idx="7260">1.25</cx:pt>
          <cx:pt idx="7261">1.6499999999999999</cx:pt>
          <cx:pt idx="7262">2.9500000000000002</cx:pt>
          <cx:pt idx="7263">0.55000000000000004</cx:pt>
          <cx:pt idx="7264">6.3799999999999999</cx:pt>
          <cx:pt idx="7265">6.3799999999999999</cx:pt>
          <cx:pt idx="7266">3.8599999999999999</cx:pt>
          <cx:pt idx="7267">0.41999999999999998</cx:pt>
          <cx:pt idx="7268">1.25</cx:pt>
          <cx:pt idx="7269">1.6499999999999999</cx:pt>
          <cx:pt idx="7270">1.6499999999999999</cx:pt>
          <cx:pt idx="7271">2.1000000000000001</cx:pt>
          <cx:pt idx="7272">1.95</cx:pt>
          <cx:pt idx="7273">7.9500000000000002</cx:pt>
          <cx:pt idx="7274">7.9500000000000002</cx:pt>
          <cx:pt idx="7275">1.8500000000000001</cx:pt>
          <cx:pt idx="7276">1.95</cx:pt>
          <cx:pt idx="7277">0.84999999999999998</cx:pt>
          <cx:pt idx="7278">4.1299999999999999</cx:pt>
          <cx:pt idx="7279">4.1299999999999999</cx:pt>
          <cx:pt idx="7280">24.960000000000001</cx:pt>
          <cx:pt idx="7281">16.629999999999999</cx:pt>
          <cx:pt idx="7282">5.79</cx:pt>
          <cx:pt idx="7283">5.79</cx:pt>
          <cx:pt idx="7284">2.46</cx:pt>
          <cx:pt idx="7285">7.46</cx:pt>
          <cx:pt idx="7286">3.29</cx:pt>
          <cx:pt idx="7287">3.29</cx:pt>
          <cx:pt idx="7288">1.6299999999999999</cx:pt>
          <cx:pt idx="7289">0.82999999999999996</cx:pt>
          <cx:pt idx="7290">0.65000000000000002</cx:pt>
          <cx:pt idx="7291">0.84999999999999998</cx:pt>
          <cx:pt idx="7292">0.65000000000000002</cx:pt>
          <cx:pt idx="7293">0.84999999999999998</cx:pt>
          <cx:pt idx="7294">2.5499999999999998</cx:pt>
          <cx:pt idx="7295">2.1000000000000001</cx:pt>
          <cx:pt idx="7296">2.1000000000000001</cx:pt>
          <cx:pt idx="7297">1.95</cx:pt>
          <cx:pt idx="7298">2.9500000000000002</cx:pt>
          <cx:pt idx="7299">4.1299999999999999</cx:pt>
          <cx:pt idx="7300">4.96</cx:pt>
          <cx:pt idx="7301">12.460000000000001</cx:pt>
          <cx:pt idx="7302">2.46</cx:pt>
          <cx:pt idx="7303">3.29</cx:pt>
          <cx:pt idx="7304">4.1299999999999999</cx:pt>
          <cx:pt idx="7305">3.75</cx:pt>
          <cx:pt idx="7306">5.79</cx:pt>
          <cx:pt idx="7307">6.6299999999999999</cx:pt>
          <cx:pt idx="7308">4.1299999999999999</cx:pt>
          <cx:pt idx="7309">5.79</cx:pt>
          <cx:pt idx="7310">7.46</cx:pt>
          <cx:pt idx="7311">12.460000000000001</cx:pt>
          <cx:pt idx="7312">16.629999999999999</cx:pt>
          <cx:pt idx="7313">1.6299999999999999</cx:pt>
          <cx:pt idx="7314">3.29</cx:pt>
          <cx:pt idx="7315">6.6299999999999999</cx:pt>
          <cx:pt idx="7316">1.25</cx:pt>
          <cx:pt idx="7317">4.1299999999999999</cx:pt>
          <cx:pt idx="7318">16.629999999999999</cx:pt>
          <cx:pt idx="7319">14.130000000000001</cx:pt>
          <cx:pt idx="7320">4.96</cx:pt>
          <cx:pt idx="7321">2.46</cx:pt>
          <cx:pt idx="7322">7.46</cx:pt>
          <cx:pt idx="7323">4.1299999999999999</cx:pt>
          <cx:pt idx="7324">4.1299999999999999</cx:pt>
          <cx:pt idx="7325">10.789999999999999</cx:pt>
          <cx:pt idx="7326">5.79</cx:pt>
          <cx:pt idx="7327">1.25</cx:pt>
          <cx:pt idx="7328">14.130000000000001</cx:pt>
          <cx:pt idx="7329">4.96</cx:pt>
          <cx:pt idx="7330">4.9500000000000002</cx:pt>
          <cx:pt idx="7331">8.5</cx:pt>
          <cx:pt idx="7332">1.25</cx:pt>
          <cx:pt idx="7333">1.6499999999999999</cx:pt>
          <cx:pt idx="7334">2.5499999999999998</cx:pt>
          <cx:pt idx="7335">4.1299999999999999</cx:pt>
          <cx:pt idx="7336">4.1299999999999999</cx:pt>
          <cx:pt idx="7337">4.1299999999999999</cx:pt>
          <cx:pt idx="7338">1.25</cx:pt>
          <cx:pt idx="7339">1.25</cx:pt>
          <cx:pt idx="7340">2.1000000000000001</cx:pt>
          <cx:pt idx="7341">1.25</cx:pt>
          <cx:pt idx="7342">1.25</cx:pt>
          <cx:pt idx="7343">12.75</cx:pt>
          <cx:pt idx="7344">2.46</cx:pt>
          <cx:pt idx="7345">4.1299999999999999</cx:pt>
          <cx:pt idx="7346">1.6299999999999999</cx:pt>
          <cx:pt idx="7347">2.46</cx:pt>
          <cx:pt idx="7348">0.82999999999999996</cx:pt>
          <cx:pt idx="7349">16.629999999999999</cx:pt>
          <cx:pt idx="7350">5.79</cx:pt>
          <cx:pt idx="7351">2.46</cx:pt>
          <cx:pt idx="7352">16.629999999999999</cx:pt>
          <cx:pt idx="7353">5.79</cx:pt>
          <cx:pt idx="7354">3.29</cx:pt>
          <cx:pt idx="7355">9.1300000000000008</cx:pt>
          <cx:pt idx="7356">1.25</cx:pt>
          <cx:pt idx="7357">14.130000000000001</cx:pt>
          <cx:pt idx="7358">5.79</cx:pt>
          <cx:pt idx="7359">1.6299999999999999</cx:pt>
          <cx:pt idx="7360">2.9500000000000002</cx:pt>
          <cx:pt idx="7361">1.6499999999999999</cx:pt>
          <cx:pt idx="7362">2.5499999999999998</cx:pt>
          <cx:pt idx="7363">2.9500000000000002</cx:pt>
          <cx:pt idx="7364">1.45</cx:pt>
          <cx:pt idx="7365">2.1000000000000001</cx:pt>
          <cx:pt idx="7366">0.41999999999999998</cx:pt>
          <cx:pt idx="7367">1.25</cx:pt>
          <cx:pt idx="7368">1.95</cx:pt>
          <cx:pt idx="7369">2.1000000000000001</cx:pt>
          <cx:pt idx="7370">2.1000000000000001</cx:pt>
          <cx:pt idx="7371">4.9500000000000002</cx:pt>
          <cx:pt idx="7372">7.9500000000000002</cx:pt>
          <cx:pt idx="7373">8.5</cx:pt>
          <cx:pt idx="7374">2.9500000000000002</cx:pt>
          <cx:pt idx="7375">2.5499999999999998</cx:pt>
          <cx:pt idx="7376">4.6500000000000004</cx:pt>
          <cx:pt idx="7377">1.6499999999999999</cx:pt>
          <cx:pt idx="7378">1.6499999999999999</cx:pt>
          <cx:pt idx="7379">2.5499999999999998</cx:pt>
          <cx:pt idx="7380">4.6500000000000004</cx:pt>
          <cx:pt idx="7381">6.75</cx:pt>
          <cx:pt idx="7382">4.9500000000000002</cx:pt>
          <cx:pt idx="7383">2.9500000000000002</cx:pt>
          <cx:pt idx="7384">1.25</cx:pt>
          <cx:pt idx="7385">4.6500000000000004</cx:pt>
          <cx:pt idx="7386">4.9500000000000002</cx:pt>
          <cx:pt idx="7387">2.9500000000000002</cx:pt>
          <cx:pt idx="7388">4.6500000000000004</cx:pt>
          <cx:pt idx="7389">1.6499999999999999</cx:pt>
          <cx:pt idx="7390">7.9500000000000002</cx:pt>
          <cx:pt idx="7391">2.9500000000000002</cx:pt>
          <cx:pt idx="7392">1.95</cx:pt>
          <cx:pt idx="7393">7.9500000000000002</cx:pt>
          <cx:pt idx="7394">1.6499999999999999</cx:pt>
          <cx:pt idx="7395">1.25</cx:pt>
          <cx:pt idx="7396">0.35999999999999999</cx:pt>
          <cx:pt idx="7397">1.25</cx:pt>
          <cx:pt idx="7398">2.5499999999999998</cx:pt>
          <cx:pt idx="7399">1.45</cx:pt>
          <cx:pt idx="7400">1.45</cx:pt>
          <cx:pt idx="7401">0.71999999999999997</cx:pt>
          <cx:pt idx="7402">0.84999999999999998</cx:pt>
          <cx:pt idx="7403">1.6499999999999999</cx:pt>
          <cx:pt idx="7404">1.6499999999999999</cx:pt>
          <cx:pt idx="7405">4.1299999999999999</cx:pt>
          <cx:pt idx="7406">4.1299999999999999</cx:pt>
          <cx:pt idx="7407">5.79</cx:pt>
          <cx:pt idx="7408">16.629999999999999</cx:pt>
          <cx:pt idx="7409">5.79</cx:pt>
          <cx:pt idx="7410">2.46</cx:pt>
          <cx:pt idx="7411">2.46</cx:pt>
          <cx:pt idx="7412">4.1299999999999999</cx:pt>
          <cx:pt idx="7413">4.1299999999999999</cx:pt>
          <cx:pt idx="7414">1.6299999999999999</cx:pt>
          <cx:pt idx="7415">1.6299999999999999</cx:pt>
          <cx:pt idx="7416">4.1299999999999999</cx:pt>
          <cx:pt idx="7417">3.75</cx:pt>
          <cx:pt idx="7418">4.96</cx:pt>
          <cx:pt idx="7419">12.460000000000001</cx:pt>
          <cx:pt idx="7420">5.79</cx:pt>
          <cx:pt idx="7421">14.130000000000001</cx:pt>
          <cx:pt idx="7422">4.96</cx:pt>
          <cx:pt idx="7423">4.1299999999999999</cx:pt>
          <cx:pt idx="7424">4.1299999999999999</cx:pt>
          <cx:pt idx="7425">5.79</cx:pt>
          <cx:pt idx="7426">5.79</cx:pt>
          <cx:pt idx="7427">14.130000000000001</cx:pt>
          <cx:pt idx="7428">4.96</cx:pt>
          <cx:pt idx="7429">1.45</cx:pt>
          <cx:pt idx="7430">1.95</cx:pt>
          <cx:pt idx="7431">2.0800000000000001</cx:pt>
          <cx:pt idx="7432">0.84999999999999998</cx:pt>
          <cx:pt idx="7433">4.9500000000000002</cx:pt>
          <cx:pt idx="7434">1.25</cx:pt>
          <cx:pt idx="7435">1.25</cx:pt>
          <cx:pt idx="7436">1.6499999999999999</cx:pt>
          <cx:pt idx="7437">1.6499999999999999</cx:pt>
          <cx:pt idx="7438">2.9500000000000002</cx:pt>
          <cx:pt idx="7439">1.25</cx:pt>
          <cx:pt idx="7440">2.1000000000000001</cx:pt>
          <cx:pt idx="7441">0.65000000000000002</cx:pt>
          <cx:pt idx="7442">5.79</cx:pt>
          <cx:pt idx="7443">2.9199999999999999</cx:pt>
          <cx:pt idx="7444">1.6299999999999999</cx:pt>
          <cx:pt idx="7445">2.46</cx:pt>
          <cx:pt idx="7446">0.82999999999999996</cx:pt>
          <cx:pt idx="7447">1.25</cx:pt>
          <cx:pt idx="7448">4.96</cx:pt>
          <cx:pt idx="7449">16.629999999999999</cx:pt>
          <cx:pt idx="7450">9.1300000000000008</cx:pt>
          <cx:pt idx="7451">4.1299999999999999</cx:pt>
          <cx:pt idx="7452">5.79</cx:pt>
          <cx:pt idx="7453">4.1299999999999999</cx:pt>
          <cx:pt idx="7454">2.5499999999999998</cx:pt>
          <cx:pt idx="7455">0.65000000000000002</cx:pt>
          <cx:pt idx="7456">2.1000000000000001</cx:pt>
          <cx:pt idx="7457">0.84999999999999998</cx:pt>
          <cx:pt idx="7458">7.6500000000000004</cx:pt>
          <cx:pt idx="7459">12.75</cx:pt>
          <cx:pt idx="7460">0.41999999999999998</cx:pt>
          <cx:pt idx="7461">6.75</cx:pt>
          <cx:pt idx="7462">8.5</cx:pt>
          <cx:pt idx="7463">7.9500000000000002</cx:pt>
          <cx:pt idx="7464">1.95</cx:pt>
          <cx:pt idx="7465">2.1000000000000001</cx:pt>
          <cx:pt idx="7466">0.84999999999999998</cx:pt>
          <cx:pt idx="7467">7.9500000000000002</cx:pt>
          <cx:pt idx="7468">8.5</cx:pt>
          <cx:pt idx="7469">1.95</cx:pt>
          <cx:pt idx="7470">3.75</cx:pt>
          <cx:pt idx="7471">2.1000000000000001</cx:pt>
          <cx:pt idx="7472">1.6499999999999999</cx:pt>
          <cx:pt idx="7473">2.9500000000000002</cx:pt>
          <cx:pt idx="7474">3.75</cx:pt>
          <cx:pt idx="7475">7.6500000000000004</cx:pt>
          <cx:pt idx="7476">2.5499999999999998</cx:pt>
          <cx:pt idx="7477">8.5</cx:pt>
          <cx:pt idx="7478">2.1000000000000001</cx:pt>
          <cx:pt idx="7479">7.9500000000000002</cx:pt>
          <cx:pt idx="7480">0.41999999999999998</cx:pt>
          <cx:pt idx="7481">0.41999999999999998</cx:pt>
          <cx:pt idx="7482">1.25</cx:pt>
          <cx:pt idx="7483">1.25</cx:pt>
          <cx:pt idx="7484">2.1000000000000001</cx:pt>
          <cx:pt idx="7485">9.9499999999999993</cx:pt>
          <cx:pt idx="7486">8.5</cx:pt>
          <cx:pt idx="7487">2.9500000000000002</cx:pt>
          <cx:pt idx="7488">8.5</cx:pt>
          <cx:pt idx="7489">4.6500000000000004</cx:pt>
          <cx:pt idx="7490">2.0800000000000001</cx:pt>
          <cx:pt idx="7491">4.9500000000000002</cx:pt>
          <cx:pt idx="7492">4.9500000000000002</cx:pt>
          <cx:pt idx="7493">1.45</cx:pt>
          <cx:pt idx="7494">8.5</cx:pt>
          <cx:pt idx="7495">12.75</cx:pt>
          <cx:pt idx="7496">6.9500000000000002</cx:pt>
          <cx:pt idx="7497">1.45</cx:pt>
          <cx:pt idx="7498">6.9500000000000002</cx:pt>
          <cx:pt idx="7499">2.5499999999999998</cx:pt>
          <cx:pt idx="7500">7.9500000000000002</cx:pt>
          <cx:pt idx="7501">0.84999999999999998</cx:pt>
          <cx:pt idx="7502">2.75</cx:pt>
          <cx:pt idx="7503">4.9500000000000002</cx:pt>
          <cx:pt idx="7504">4.9500000000000002</cx:pt>
          <cx:pt idx="7505">4.9500000000000002</cx:pt>
          <cx:pt idx="7506">4.9500000000000002</cx:pt>
          <cx:pt idx="7507">4.9500000000000002</cx:pt>
          <cx:pt idx="7508">10.949999999999999</cx:pt>
          <cx:pt idx="7509">2.1000000000000001</cx:pt>
          <cx:pt idx="7510">9.9499999999999993</cx:pt>
          <cx:pt idx="7511">3.75</cx:pt>
          <cx:pt idx="7512">1.6499999999999999</cx:pt>
          <cx:pt idx="7513">1.6499999999999999</cx:pt>
          <cx:pt idx="7514">0.28999999999999998</cx:pt>
          <cx:pt idx="7515">0.84999999999999998</cx:pt>
          <cx:pt idx="7516">2.1000000000000001</cx:pt>
          <cx:pt idx="7517">2.9500000000000002</cx:pt>
          <cx:pt idx="7518">1.25</cx:pt>
          <cx:pt idx="7519">4.1299999999999999</cx:pt>
          <cx:pt idx="7520">5.79</cx:pt>
          <cx:pt idx="7521">16.629999999999999</cx:pt>
          <cx:pt idx="7522">1.25</cx:pt>
          <cx:pt idx="7523">3.29</cx:pt>
          <cx:pt idx="7524">14.130000000000001</cx:pt>
          <cx:pt idx="7525">4.96</cx:pt>
          <cx:pt idx="7526">7.9500000000000002</cx:pt>
          <cx:pt idx="7527">4.9500000000000002</cx:pt>
          <cx:pt idx="7528">0.41999999999999998</cx:pt>
          <cx:pt idx="7529">8.5</cx:pt>
          <cx:pt idx="7530">2.9500000000000002</cx:pt>
          <cx:pt idx="7531">0.41999999999999998</cx:pt>
          <cx:pt idx="7532">1.45</cx:pt>
          <cx:pt idx="7533">2.1000000000000001</cx:pt>
          <cx:pt idx="7534">1.25</cx:pt>
          <cx:pt idx="7535">2.1000000000000001</cx:pt>
          <cx:pt idx="7536">1.6499999999999999</cx:pt>
          <cx:pt idx="7537">1.6499999999999999</cx:pt>
          <cx:pt idx="7538">6.75</cx:pt>
          <cx:pt idx="7539">1.45</cx:pt>
          <cx:pt idx="7540">2.5499999999999998</cx:pt>
          <cx:pt idx="7541">1.45</cx:pt>
          <cx:pt idx="7542">2.5499999999999998</cx:pt>
          <cx:pt idx="7543">0.84999999999999998</cx:pt>
          <cx:pt idx="7544">1.45</cx:pt>
          <cx:pt idx="7545">12.75</cx:pt>
          <cx:pt idx="7546">1.25</cx:pt>
          <cx:pt idx="7547">1.25</cx:pt>
          <cx:pt idx="7548">1.25</cx:pt>
          <cx:pt idx="7549">1.95</cx:pt>
          <cx:pt idx="7550">1.25</cx:pt>
          <cx:pt idx="7551">1.6499999999999999</cx:pt>
          <cx:pt idx="7552">14.130000000000001</cx:pt>
          <cx:pt idx="7553">3.29</cx:pt>
          <cx:pt idx="7554">4.1299999999999999</cx:pt>
          <cx:pt idx="7555">0.82999999999999996</cx:pt>
          <cx:pt idx="7556">16.629999999999999</cx:pt>
          <cx:pt idx="7557">5.79</cx:pt>
          <cx:pt idx="7558">5.79</cx:pt>
          <cx:pt idx="7559">2.46</cx:pt>
          <cx:pt idx="7560">4.1299999999999999</cx:pt>
          <cx:pt idx="7561">0.82999999999999996</cx:pt>
          <cx:pt idx="7562">1.25</cx:pt>
          <cx:pt idx="7563">1.25</cx:pt>
          <cx:pt idx="7564">8.5</cx:pt>
          <cx:pt idx="7565">3.75</cx:pt>
          <cx:pt idx="7566">2.9500000000000002</cx:pt>
          <cx:pt idx="7567">2.75</cx:pt>
          <cx:pt idx="7568">4.25</cx:pt>
          <cx:pt idx="7569">4.1299999999999999</cx:pt>
          <cx:pt idx="7570">6.6299999999999999</cx:pt>
          <cx:pt idx="7571">2.46</cx:pt>
          <cx:pt idx="7572">3.29</cx:pt>
          <cx:pt idx="7573">6.6299999999999999</cx:pt>
          <cx:pt idx="7574">4.1299999999999999</cx:pt>
          <cx:pt idx="7575">5.79</cx:pt>
          <cx:pt idx="7576">7.46</cx:pt>
          <cx:pt idx="7577">8.2899999999999991</cx:pt>
          <cx:pt idx="7578">1.6299999999999999</cx:pt>
          <cx:pt idx="7579">3.29</cx:pt>
          <cx:pt idx="7580">1.25</cx:pt>
          <cx:pt idx="7581">4.1299999999999999</cx:pt>
          <cx:pt idx="7582">16.629999999999999</cx:pt>
          <cx:pt idx="7583">2.46</cx:pt>
          <cx:pt idx="7584">7.46</cx:pt>
          <cx:pt idx="7585">2.9500000000000002</cx:pt>
          <cx:pt idx="7586">14.960000000000001</cx:pt>
          <cx:pt idx="7587">5.79</cx:pt>
          <cx:pt idx="7588">10.789999999999999</cx:pt>
          <cx:pt idx="7589">14.130000000000001</cx:pt>
          <cx:pt idx="7590">1.45</cx:pt>
          <cx:pt idx="7591">2.5499999999999998</cx:pt>
          <cx:pt idx="7592">0.65000000000000002</cx:pt>
          <cx:pt idx="7593">3.75</cx:pt>
          <cx:pt idx="7594">2.1000000000000001</cx:pt>
          <cx:pt idx="7595">7.9500000000000002</cx:pt>
          <cx:pt idx="7596">7.9500000000000002</cx:pt>
          <cx:pt idx="7597">0.41999999999999998</cx:pt>
          <cx:pt idx="7598">6.75</cx:pt>
          <cx:pt idx="7599">2.1000000000000001</cx:pt>
          <cx:pt idx="7600">7.9500000000000002</cx:pt>
          <cx:pt idx="7601">1.6499999999999999</cx:pt>
          <cx:pt idx="7602">1.25</cx:pt>
          <cx:pt idx="7603">8.5</cx:pt>
          <cx:pt idx="7604">6.3499999999999996</cx:pt>
          <cx:pt idx="7605">7.9500000000000002</cx:pt>
          <cx:pt idx="7606">2.9500000000000002</cx:pt>
          <cx:pt idx="7607">0.84999999999999998</cx:pt>
          <cx:pt idx="7608">1.25</cx:pt>
          <cx:pt idx="7609">0.84999999999999998</cx:pt>
          <cx:pt idx="7610">1.25</cx:pt>
          <cx:pt idx="7611">5.9500000000000002</cx:pt>
          <cx:pt idx="7612">0.84999999999999998</cx:pt>
          <cx:pt idx="7613">8.5</cx:pt>
          <cx:pt idx="7614">1.49</cx:pt>
          <cx:pt idx="7615">2.9500000000000002</cx:pt>
          <cx:pt idx="7616">2.9500000000000002</cx:pt>
          <cx:pt idx="7617">2.1000000000000001</cx:pt>
          <cx:pt idx="7618">2.5499999999999998</cx:pt>
          <cx:pt idx="7619">1.25</cx:pt>
          <cx:pt idx="7620">4.9500000000000002</cx:pt>
          <cx:pt idx="7621">9.9499999999999993</cx:pt>
          <cx:pt idx="7622">4.9500000000000002</cx:pt>
          <cx:pt idx="7623">7.9500000000000002</cx:pt>
          <cx:pt idx="7624">1.45</cx:pt>
          <cx:pt idx="7625">1.49</cx:pt>
          <cx:pt idx="7626">7.9500000000000002</cx:pt>
          <cx:pt idx="7627">0.84999999999999998</cx:pt>
          <cx:pt idx="7628">1.25</cx:pt>
          <cx:pt idx="7629">1.25</cx:pt>
          <cx:pt idx="7630">1.6499999999999999</cx:pt>
          <cx:pt idx="7631">2.9500000000000002</cx:pt>
          <cx:pt idx="7632">2.9500000000000002</cx:pt>
          <cx:pt idx="7633">3.75</cx:pt>
          <cx:pt idx="7634">8.5</cx:pt>
          <cx:pt idx="7635">0.65000000000000002</cx:pt>
          <cx:pt idx="7636">1.6499999999999999</cx:pt>
          <cx:pt idx="7637">1.6499999999999999</cx:pt>
          <cx:pt idx="7638">2.5499999999999998</cx:pt>
          <cx:pt idx="7639">4.6500000000000004</cx:pt>
          <cx:pt idx="7640">0.55000000000000004</cx:pt>
          <cx:pt idx="7641">1.25</cx:pt>
          <cx:pt idx="7642">8.5</cx:pt>
          <cx:pt idx="7643">2.1000000000000001</cx:pt>
          <cx:pt idx="7644">3.25</cx:pt>
          <cx:pt idx="7645">2.0800000000000001</cx:pt>
          <cx:pt idx="7646">2.9500000000000002</cx:pt>
          <cx:pt idx="7647">1.45</cx:pt>
          <cx:pt idx="7648">2.9500000000000002</cx:pt>
          <cx:pt idx="7649">1.6499999999999999</cx:pt>
          <cx:pt idx="7650">0.84999999999999998</cx:pt>
          <cx:pt idx="7651">12.75</cx:pt>
          <cx:pt idx="7652">4.9500000000000002</cx:pt>
          <cx:pt idx="7653">4.6500000000000004</cx:pt>
          <cx:pt idx="7654">2.9500000000000002</cx:pt>
          <cx:pt idx="7655">1.49</cx:pt>
          <cx:pt idx="7656">1.25</cx:pt>
          <cx:pt idx="7657">1.25</cx:pt>
          <cx:pt idx="7658">0.55000000000000004</cx:pt>
          <cx:pt idx="7659">2.9500000000000002</cx:pt>
          <cx:pt idx="7660">0.55000000000000004</cx:pt>
          <cx:pt idx="7661">0.65000000000000002</cx:pt>
          <cx:pt idx="7662">2.9500000000000002</cx:pt>
          <cx:pt idx="7663">1.49</cx:pt>
          <cx:pt idx="7664">1.25</cx:pt>
          <cx:pt idx="7665">1.45</cx:pt>
          <cx:pt idx="7666">1.25</cx:pt>
          <cx:pt idx="7667">2.1000000000000001</cx:pt>
          <cx:pt idx="7668">12.75</cx:pt>
          <cx:pt idx="7669">1.45</cx:pt>
          <cx:pt idx="7670">1.25</cx:pt>
          <cx:pt idx="7671">1.6499999999999999</cx:pt>
          <cx:pt idx="7672">4.6500000000000004</cx:pt>
          <cx:pt idx="7673">0.55000000000000004</cx:pt>
          <cx:pt idx="7674">2.1000000000000001</cx:pt>
          <cx:pt idx="7675">2.5499999999999998</cx:pt>
          <cx:pt idx="7676">1.95</cx:pt>
          <cx:pt idx="7677">2.9500000000000002</cx:pt>
          <cx:pt idx="7678">5.79</cx:pt>
          <cx:pt idx="7679">2.9199999999999999</cx:pt>
          <cx:pt idx="7680">4.1299999999999999</cx:pt>
          <cx:pt idx="7681">1.6299999999999999</cx:pt>
          <cx:pt idx="7682">2.46</cx:pt>
          <cx:pt idx="7683">14.130000000000001</cx:pt>
          <cx:pt idx="7684">5.79</cx:pt>
          <cx:pt idx="7685">3.29</cx:pt>
          <cx:pt idx="7686">5.79</cx:pt>
          <cx:pt idx="7687">7.46</cx:pt>
          <cx:pt idx="7688">16.629999999999999</cx:pt>
          <cx:pt idx="7689">1.6299999999999999</cx:pt>
          <cx:pt idx="7690">2.46</cx:pt>
          <cx:pt idx="7691">14.130000000000001</cx:pt>
          <cx:pt idx="7692">2.46</cx:pt>
          <cx:pt idx="7693">2.7599999999999998</cx:pt>
          <cx:pt idx="7694">4.1299999999999999</cx:pt>
          <cx:pt idx="7695">1.45</cx:pt>
          <cx:pt idx="7696">1.45</cx:pt>
          <cx:pt idx="7697">4.6500000000000004</cx:pt>
          <cx:pt idx="7698">1.6499999999999999</cx:pt>
          <cx:pt idx="7699">1.6499999999999999</cx:pt>
          <cx:pt idx="7700">0.84999999999999998</cx:pt>
          <cx:pt idx="7701">0.71999999999999997</cx:pt>
          <cx:pt idx="7702">1.49</cx:pt>
          <cx:pt idx="7703">8.5</cx:pt>
          <cx:pt idx="7704">2.9500000000000002</cx:pt>
          <cx:pt idx="7705">3.75</cx:pt>
          <cx:pt idx="7706">0.65000000000000002</cx:pt>
          <cx:pt idx="7707">0.55000000000000004</cx:pt>
          <cx:pt idx="7708">2.9500000000000002</cx:pt>
          <cx:pt idx="7709">5.9500000000000002</cx:pt>
          <cx:pt idx="7710">2.9500000000000002</cx:pt>
          <cx:pt idx="7711">1.95</cx:pt>
          <cx:pt idx="7712">12.75</cx:pt>
          <cx:pt idx="7713">1.6499999999999999</cx:pt>
          <cx:pt idx="7714">1.6499999999999999</cx:pt>
          <cx:pt idx="7715">1.6499999999999999</cx:pt>
          <cx:pt idx="7716">0.41999999999999998</cx:pt>
          <cx:pt idx="7717">12.75</cx:pt>
          <cx:pt idx="7718">4.1299999999999999</cx:pt>
          <cx:pt idx="7719">2.46</cx:pt>
          <cx:pt idx="7720">14.130000000000001</cx:pt>
          <cx:pt idx="7721">4.96</cx:pt>
          <cx:pt idx="7722">5.79</cx:pt>
          <cx:pt idx="7723">9.1300000000000008</cx:pt>
          <cx:pt idx="7724">2.46</cx:pt>
          <cx:pt idx="7725">4.1299999999999999</cx:pt>
          <cx:pt idx="7726">4.1299999999999999</cx:pt>
          <cx:pt idx="7727">3.29</cx:pt>
          <cx:pt idx="7728">7.9500000000000002</cx:pt>
          <cx:pt idx="7729">7.9500000000000002</cx:pt>
          <cx:pt idx="7730">1.25</cx:pt>
          <cx:pt idx="7731">7.9500000000000002</cx:pt>
          <cx:pt idx="7732">2.1000000000000001</cx:pt>
          <cx:pt idx="7733">1.25</cx:pt>
          <cx:pt idx="7734">1.25</cx:pt>
          <cx:pt idx="7735">1.6499999999999999</cx:pt>
          <cx:pt idx="7736">2.1000000000000001</cx:pt>
          <cx:pt idx="7737">8.5</cx:pt>
          <cx:pt idx="7738">1.6499999999999999</cx:pt>
          <cx:pt idx="7739">2.0800000000000001</cx:pt>
          <cx:pt idx="7740">2.0800000000000001</cx:pt>
          <cx:pt idx="7741">1.25</cx:pt>
          <cx:pt idx="7742">1.25</cx:pt>
          <cx:pt idx="7743">1.95</cx:pt>
          <cx:pt idx="7744">1.45</cx:pt>
          <cx:pt idx="7745">1.6499999999999999</cx:pt>
          <cx:pt idx="7746">8.5</cx:pt>
          <cx:pt idx="7747">0.65000000000000002</cx:pt>
          <cx:pt idx="7748">2.9500000000000002</cx:pt>
          <cx:pt idx="7749">2.0800000000000001</cx:pt>
          <cx:pt idx="7750">12.75</cx:pt>
          <cx:pt idx="7751">12.75</cx:pt>
          <cx:pt idx="7752">2.9500000000000002</cx:pt>
          <cx:pt idx="7753">6.9500000000000002</cx:pt>
          <cx:pt idx="7754">2.1000000000000001</cx:pt>
          <cx:pt idx="7755">2.5499999999999998</cx:pt>
          <cx:pt idx="7756">1.95</cx:pt>
          <cx:pt idx="7757">1.45</cx:pt>
          <cx:pt idx="7758">9.9499999999999993</cx:pt>
          <cx:pt idx="7759">1.6499999999999999</cx:pt>
          <cx:pt idx="7760">1.95</cx:pt>
          <cx:pt idx="7761">1.45</cx:pt>
          <cx:pt idx="7762">2.9500000000000002</cx:pt>
          <cx:pt idx="7763">1.25</cx:pt>
          <cx:pt idx="7764">1.6499999999999999</cx:pt>
          <cx:pt idx="7765">0.55000000000000004</cx:pt>
          <cx:pt idx="7766">1.6499999999999999</cx:pt>
          <cx:pt idx="7767">0.84999999999999998</cx:pt>
          <cx:pt idx="7768">0.41999999999999998</cx:pt>
          <cx:pt idx="7769">7.9500000000000002</cx:pt>
          <cx:pt idx="7770">1.25</cx:pt>
          <cx:pt idx="7771">7.9500000000000002</cx:pt>
          <cx:pt idx="7772">3.75</cx:pt>
          <cx:pt idx="7773">7.6500000000000004</cx:pt>
          <cx:pt idx="7774">0.41999999999999998</cx:pt>
          <cx:pt idx="7775">0.41999999999999998</cx:pt>
          <cx:pt idx="7776">2.5499999999999998</cx:pt>
          <cx:pt idx="7777">2.1000000000000001</cx:pt>
          <cx:pt idx="7778">12.75</cx:pt>
          <cx:pt idx="7779">9.9499999999999993</cx:pt>
          <cx:pt idx="7780">1.25</cx:pt>
          <cx:pt idx="7781">4.1299999999999999</cx:pt>
          <cx:pt idx="7782">2.9199999999999999</cx:pt>
          <cx:pt idx="7783">4.1299999999999999</cx:pt>
          <cx:pt idx="7784">1.25</cx:pt>
          <cx:pt idx="7785">2.46</cx:pt>
          <cx:pt idx="7786">3.29</cx:pt>
          <cx:pt idx="7787">12.460000000000001</cx:pt>
          <cx:pt idx="7788">5.79</cx:pt>
          <cx:pt idx="7789">5.79</cx:pt>
          <cx:pt idx="7790">0.41999999999999998</cx:pt>
          <cx:pt idx="7791">4.1299999999999999</cx:pt>
          <cx:pt idx="7792">1.6299999999999999</cx:pt>
          <cx:pt idx="7793">0.82999999999999996</cx:pt>
          <cx:pt idx="7794">1.25</cx:pt>
          <cx:pt idx="7795">0.71999999999999997</cx:pt>
          <cx:pt idx="7796">8.5</cx:pt>
          <cx:pt idx="7797">4.6500000000000004</cx:pt>
          <cx:pt idx="7798">2.5499999999999998</cx:pt>
          <cx:pt idx="7799">1.45</cx:pt>
          <cx:pt idx="7800">2.1000000000000001</cx:pt>
          <cx:pt idx="7801">0.84999999999999998</cx:pt>
          <cx:pt idx="7802">3.75</cx:pt>
          <cx:pt idx="7803">2.9500000000000002</cx:pt>
          <cx:pt idx="7804">0.41999999999999998</cx:pt>
          <cx:pt idx="7805">1.25</cx:pt>
          <cx:pt idx="7806">1.95</cx:pt>
          <cx:pt idx="7807">1.6499999999999999</cx:pt>
          <cx:pt idx="7808">1.8500000000000001</cx:pt>
          <cx:pt idx="7809">7.6500000000000004</cx:pt>
          <cx:pt idx="7810">7.9500000000000002</cx:pt>
          <cx:pt idx="7811">1.49</cx:pt>
          <cx:pt idx="7812">1.25</cx:pt>
          <cx:pt idx="7813">0.41999999999999998</cx:pt>
          <cx:pt idx="7814">1.45</cx:pt>
          <cx:pt idx="7815">0.28999999999999998</cx:pt>
          <cx:pt idx="7816">12.75</cx:pt>
          <cx:pt idx="7817">7.9500000000000002</cx:pt>
          <cx:pt idx="7818">9.9499999999999993</cx:pt>
          <cx:pt idx="7819">4.9500000000000002</cx:pt>
          <cx:pt idx="7820">7.9500000000000002</cx:pt>
          <cx:pt idx="7821">1.45</cx:pt>
          <cx:pt idx="7822">1.25</cx:pt>
          <cx:pt idx="7823">2.9500000000000002</cx:pt>
          <cx:pt idx="7824">1.49</cx:pt>
          <cx:pt idx="7825">2.9500000000000002</cx:pt>
          <cx:pt idx="7826">1.25</cx:pt>
          <cx:pt idx="7827">1.25</cx:pt>
          <cx:pt idx="7828">1.25</cx:pt>
          <cx:pt idx="7829">0.55000000000000004</cx:pt>
          <cx:pt idx="7830">1.95</cx:pt>
          <cx:pt idx="7831">6.75</cx:pt>
          <cx:pt idx="7832">2.9500000000000002</cx:pt>
          <cx:pt idx="7833">2.1000000000000001</cx:pt>
          <cx:pt idx="7834">1.45</cx:pt>
          <cx:pt idx="7835">2.0800000000000001</cx:pt>
          <cx:pt idx="7836">2.9500000000000002</cx:pt>
          <cx:pt idx="7837">0.55000000000000004</cx:pt>
          <cx:pt idx="7838">12.75</cx:pt>
          <cx:pt idx="7839">2.1000000000000001</cx:pt>
          <cx:pt idx="7840">2.5499999999999998</cx:pt>
          <cx:pt idx="7841">2.5499999999999998</cx:pt>
          <cx:pt idx="7842">1.6499999999999999</cx:pt>
          <cx:pt idx="7843">1.6499999999999999</cx:pt>
          <cx:pt idx="7844">1.25</cx:pt>
          <cx:pt idx="7845">2.5499999999999998</cx:pt>
          <cx:pt idx="7846">2.5499999999999998</cx:pt>
          <cx:pt idx="7847">1.25</cx:pt>
          <cx:pt idx="7848">6.9500000000000002</cx:pt>
          <cx:pt idx="7849">2.1000000000000001</cx:pt>
          <cx:pt idx="7850">8.5</cx:pt>
          <cx:pt idx="7851">4.6500000000000004</cx:pt>
          <cx:pt idx="7852">7.9500000000000002</cx:pt>
          <cx:pt idx="7853">12.75</cx:pt>
          <cx:pt idx="7854">1.25</cx:pt>
          <cx:pt idx="7855">7.9500000000000002</cx:pt>
          <cx:pt idx="7856">1.6499999999999999</cx:pt>
          <cx:pt idx="7857">0.84999999999999998</cx:pt>
          <cx:pt idx="7858">0.84999999999999998</cx:pt>
          <cx:pt idx="7859">1.45</cx:pt>
          <cx:pt idx="7860">6.75</cx:pt>
          <cx:pt idx="7861">1.25</cx:pt>
          <cx:pt idx="7862">4.9500000000000002</cx:pt>
          <cx:pt idx="7863">0.41999999999999998</cx:pt>
          <cx:pt idx="7864">2.0800000000000001</cx:pt>
          <cx:pt idx="7865">1.8500000000000001</cx:pt>
          <cx:pt idx="7866">2.1000000000000001</cx:pt>
          <cx:pt idx="7867">1.95</cx:pt>
          <cx:pt idx="7868">4.6500000000000004</cx:pt>
          <cx:pt idx="7869">1.95</cx:pt>
          <cx:pt idx="7870">1.25</cx:pt>
          <cx:pt idx="7871">2.9500000000000002</cx:pt>
          <cx:pt idx="7872">0.55000000000000004</cx:pt>
          <cx:pt idx="7873">1.6499999999999999</cx:pt>
          <cx:pt idx="7874">2.1000000000000001</cx:pt>
          <cx:pt idx="7875">2.5499999999999998</cx:pt>
          <cx:pt idx="7876">3.3900000000000001</cx:pt>
          <cx:pt idx="7877">1.25</cx:pt>
          <cx:pt idx="7878">2.5499999999999998</cx:pt>
          <cx:pt idx="7879">12.75</cx:pt>
          <cx:pt idx="7880">3.75</cx:pt>
          <cx:pt idx="7881">0.84999999999999998</cx:pt>
          <cx:pt idx="7882">2.1000000000000001</cx:pt>
          <cx:pt idx="7883">1.45</cx:pt>
          <cx:pt idx="7884">4.6500000000000004</cx:pt>
          <cx:pt idx="7885">2.9500000000000002</cx:pt>
          <cx:pt idx="7886">0.55000000000000004</cx:pt>
          <cx:pt idx="7887">14.130000000000001</cx:pt>
          <cx:pt idx="7888">4.1299999999999999</cx:pt>
          <cx:pt idx="7889">0.82999999999999996</cx:pt>
          <cx:pt idx="7890">4.1299999999999999</cx:pt>
          <cx:pt idx="7891">2.46</cx:pt>
          <cx:pt idx="7892">7.9500000000000002</cx:pt>
          <cx:pt idx="7893">4.96</cx:pt>
          <cx:pt idx="7894">5.79</cx:pt>
          <cx:pt idx="7895">3.29</cx:pt>
          <cx:pt idx="7896">1.25</cx:pt>
          <cx:pt idx="7897">7.9500000000000002</cx:pt>
          <cx:pt idx="7898">2.9500000000000002</cx:pt>
          <cx:pt idx="7899">1.6499999999999999</cx:pt>
          <cx:pt idx="7900">1.6499999999999999</cx:pt>
          <cx:pt idx="7901">0.84999999999999998</cx:pt>
          <cx:pt idx="7902">8.5</cx:pt>
          <cx:pt idx="7903">2.9500000000000002</cx:pt>
          <cx:pt idx="7904">2.1000000000000001</cx:pt>
          <cx:pt idx="7905">7.6500000000000004</cx:pt>
          <cx:pt idx="7906">1.25</cx:pt>
          <cx:pt idx="7907">1.45</cx:pt>
          <cx:pt idx="7908">1.6499999999999999</cx:pt>
          <cx:pt idx="7909">3.75</cx:pt>
          <cx:pt idx="7910">1.45</cx:pt>
          <cx:pt idx="7911">9.9499999999999993</cx:pt>
          <cx:pt idx="7912">0.65000000000000002</cx:pt>
          <cx:pt idx="7913">1.25</cx:pt>
          <cx:pt idx="7914">1.45</cx:pt>
          <cx:pt idx="7915">0.84999999999999998</cx:pt>
          <cx:pt idx="7916">1.25</cx:pt>
          <cx:pt idx="7917">1.25</cx:pt>
          <cx:pt idx="7918">4.9500000000000002</cx:pt>
          <cx:pt idx="7919">8.5</cx:pt>
          <cx:pt idx="7920">6.9500000000000002</cx:pt>
          <cx:pt idx="7921">7.6500000000000004</cx:pt>
          <cx:pt idx="7922">0.84999999999999998</cx:pt>
          <cx:pt idx="7923">8.5</cx:pt>
          <cx:pt idx="7924">12.75</cx:pt>
          <cx:pt idx="7925">1.45</cx:pt>
          <cx:pt idx="7926">1.45</cx:pt>
          <cx:pt idx="7927">7.9500000000000002</cx:pt>
          <cx:pt idx="7928">1.45</cx:pt>
          <cx:pt idx="7929">1.25</cx:pt>
          <cx:pt idx="7930">7.6500000000000004</cx:pt>
          <cx:pt idx="7931">0.84999999999999998</cx:pt>
          <cx:pt idx="7932">1.25</cx:pt>
          <cx:pt idx="7933">0.65000000000000002</cx:pt>
          <cx:pt idx="7934">1.25</cx:pt>
          <cx:pt idx="7935">2.1000000000000001</cx:pt>
          <cx:pt idx="7936">6.75</cx:pt>
          <cx:pt idx="7937">12.75</cx:pt>
          <cx:pt idx="7938">2.1000000000000001</cx:pt>
          <cx:pt idx="7939">1.6499999999999999</cx:pt>
          <cx:pt idx="7940">1.6499999999999999</cx:pt>
          <cx:pt idx="7941">1.25</cx:pt>
          <cx:pt idx="7942">2.9500000000000002</cx:pt>
          <cx:pt idx="7943">4.6500000000000004</cx:pt>
          <cx:pt idx="7944">2.1000000000000001</cx:pt>
          <cx:pt idx="7945">12.75</cx:pt>
          <cx:pt idx="7946">1.45</cx:pt>
          <cx:pt idx="7947">2.9500000000000002</cx:pt>
          <cx:pt idx="7948">1.6499999999999999</cx:pt>
          <cx:pt idx="7949">0.84999999999999998</cx:pt>
          <cx:pt idx="7950">0.65000000000000002</cx:pt>
          <cx:pt idx="7951">4.9500000000000002</cx:pt>
          <cx:pt idx="7952">8.5</cx:pt>
          <cx:pt idx="7953">6.75</cx:pt>
          <cx:pt idx="7954">2.5499999999999998</cx:pt>
          <cx:pt idx="7955">4.9500000000000002</cx:pt>
          <cx:pt idx="7956">8.5</cx:pt>
          <cx:pt idx="7957">3.75</cx:pt>
          <cx:pt idx="7958">8.5</cx:pt>
          <cx:pt idx="7959">6.75</cx:pt>
          <cx:pt idx="7960">1.25</cx:pt>
          <cx:pt idx="7961">2.9500000000000002</cx:pt>
          <cx:pt idx="7962">1.6499999999999999</cx:pt>
          <cx:pt idx="7963">6.75</cx:pt>
          <cx:pt idx="7964">2.9500000000000002</cx:pt>
          <cx:pt idx="7965">1.25</cx:pt>
          <cx:pt idx="7966">2.9500000000000002</cx:pt>
          <cx:pt idx="7967">1.6499999999999999</cx:pt>
          <cx:pt idx="7968">2.9500000000000002</cx:pt>
          <cx:pt idx="7969">2.46</cx:pt>
          <cx:pt idx="7970">1.6299999999999999</cx:pt>
          <cx:pt idx="7971">0.82999999999999996</cx:pt>
          <cx:pt idx="7972">1.6299999999999999</cx:pt>
          <cx:pt idx="7973">2.46</cx:pt>
          <cx:pt idx="7974">9.9600000000000009</cx:pt>
          <cx:pt idx="7975">4.1299999999999999</cx:pt>
          <cx:pt idx="7976">16.629999999999999</cx:pt>
          <cx:pt idx="7977">4.1299999999999999</cx:pt>
          <cx:pt idx="7978">0.82999999999999996</cx:pt>
          <cx:pt idx="7979">1.49</cx:pt>
          <cx:pt idx="7980">2.9500000000000002</cx:pt>
          <cx:pt idx="7981">1.6499999999999999</cx:pt>
          <cx:pt idx="7982">7.9500000000000002</cx:pt>
          <cx:pt idx="7983">7.9500000000000002</cx:pt>
          <cx:pt idx="7984">7.9500000000000002</cx:pt>
          <cx:pt idx="7985">0.41999999999999998</cx:pt>
          <cx:pt idx="7986">6.9500000000000002</cx:pt>
          <cx:pt idx="7987">1.6499999999999999</cx:pt>
          <cx:pt idx="7988">0.84999999999999998</cx:pt>
          <cx:pt idx="7989">0.84999999999999998</cx:pt>
          <cx:pt idx="7990">2.5499999999999998</cx:pt>
          <cx:pt idx="7991">1.25</cx:pt>
          <cx:pt idx="7992">7.9500000000000002</cx:pt>
          <cx:pt idx="7993">1.6499999999999999</cx:pt>
          <cx:pt idx="7994">1.6499999999999999</cx:pt>
          <cx:pt idx="7995">0.84999999999999998</cx:pt>
          <cx:pt idx="7996">4.1299999999999999</cx:pt>
          <cx:pt idx="7997">5.79</cx:pt>
          <cx:pt idx="7998">16.629999999999999</cx:pt>
          <cx:pt idx="7999">1.25</cx:pt>
          <cx:pt idx="8000">14.130000000000001</cx:pt>
          <cx:pt idx="8001">7.46</cx:pt>
          <cx:pt idx="8002">16.629999999999999</cx:pt>
          <cx:pt idx="8003">3.29</cx:pt>
          <cx:pt idx="8004">1.25</cx:pt>
          <cx:pt idx="8005">4.96</cx:pt>
          <cx:pt idx="8006">4.1299999999999999</cx:pt>
          <cx:pt idx="8007">12.460000000000001</cx:pt>
          <cx:pt idx="8008">3.29</cx:pt>
          <cx:pt idx="8009">1.6499999999999999</cx:pt>
          <cx:pt idx="8010">16.629999999999999</cx:pt>
          <cx:pt idx="8011">14.130000000000001</cx:pt>
          <cx:pt idx="8012">4.96</cx:pt>
          <cx:pt idx="8013">4.96</cx:pt>
          <cx:pt idx="8014">4.1299999999999999</cx:pt>
          <cx:pt idx="8015">4.1299999999999999</cx:pt>
          <cx:pt idx="8016">5.79</cx:pt>
          <cx:pt idx="8017">5.79</cx:pt>
          <cx:pt idx="8018">4.96</cx:pt>
          <cx:pt idx="8019">4.1299999999999999</cx:pt>
          <cx:pt idx="8020">4.1299999999999999</cx:pt>
          <cx:pt idx="8021">3.75</cx:pt>
          <cx:pt idx="8022">16.629999999999999</cx:pt>
          <cx:pt idx="8023">1.25</cx:pt>
          <cx:pt idx="8024">4.96</cx:pt>
          <cx:pt idx="8025">10.789999999999999</cx:pt>
          <cx:pt idx="8026">5.79</cx:pt>
          <cx:pt idx="8027">5.79</cx:pt>
          <cx:pt idx="8028">4.96</cx:pt>
          <cx:pt idx="8029">4.96</cx:pt>
          <cx:pt idx="8030">4.96</cx:pt>
          <cx:pt idx="8031">7.9500000000000002</cx:pt>
          <cx:pt idx="8032">7.9500000000000002</cx:pt>
          <cx:pt idx="8033">12.75</cx:pt>
          <cx:pt idx="8034">1.45</cx:pt>
          <cx:pt idx="8035">2.1000000000000001</cx:pt>
          <cx:pt idx="8036">6.6299999999999999</cx:pt>
          <cx:pt idx="8037">12.460000000000001</cx:pt>
          <cx:pt idx="8038">4.96</cx:pt>
          <cx:pt idx="8039">12.460000000000001</cx:pt>
          <cx:pt idx="8040">2.46</cx:pt>
          <cx:pt idx="8041">6.6299999999999999</cx:pt>
          <cx:pt idx="8042">4.1299999999999999</cx:pt>
          <cx:pt idx="8043">5.79</cx:pt>
          <cx:pt idx="8044">7.46</cx:pt>
          <cx:pt idx="8045">16.629999999999999</cx:pt>
          <cx:pt idx="8046">8.2899999999999991</cx:pt>
          <cx:pt idx="8047">4.1299999999999999</cx:pt>
          <cx:pt idx="8048">1.6299999999999999</cx:pt>
          <cx:pt idx="8049">3.29</cx:pt>
          <cx:pt idx="8050">6.6299999999999999</cx:pt>
          <cx:pt idx="8051">1.25</cx:pt>
          <cx:pt idx="8052">4.1299999999999999</cx:pt>
          <cx:pt idx="8053">2.46</cx:pt>
          <cx:pt idx="8054">2.46</cx:pt>
          <cx:pt idx="8055">7.46</cx:pt>
          <cx:pt idx="8056">7.9500000000000002</cx:pt>
          <cx:pt idx="8057">0.84999999999999998</cx:pt>
          <cx:pt idx="8058">2.9500000000000002</cx:pt>
          <cx:pt idx="8059">1.49</cx:pt>
          <cx:pt idx="8060">2.5499999999999998</cx:pt>
          <cx:pt idx="8061">2.9500000000000002</cx:pt>
          <cx:pt idx="8062">0.28999999999999998</cx:pt>
          <cx:pt idx="8063">0.55000000000000004</cx:pt>
          <cx:pt idx="8064">12.75</cx:pt>
          <cx:pt idx="8065">2.1000000000000001</cx:pt>
          <cx:pt idx="8066">0.65000000000000002</cx:pt>
          <cx:pt idx="8067">1.0600000000000001</cx:pt>
          <cx:pt idx="8068">2.5499999999999998</cx:pt>
          <cx:pt idx="8069">7.9500000000000002</cx:pt>
          <cx:pt idx="8070">9.9499999999999993</cx:pt>
          <cx:pt idx="8071">2.1000000000000001</cx:pt>
          <cx:pt idx="8072">8.5</cx:pt>
          <cx:pt idx="8073">1.25</cx:pt>
          <cx:pt idx="8074">4.6500000000000004</cx:pt>
          <cx:pt idx="8075">4.6500000000000004</cx:pt>
          <cx:pt idx="8076">1.45</cx:pt>
          <cx:pt idx="8077">2.0800000000000001</cx:pt>
          <cx:pt idx="8078">2.9500000000000002</cx:pt>
          <cx:pt idx="8079">1.49</cx:pt>
          <cx:pt idx="8080">7.9500000000000002</cx:pt>
          <cx:pt idx="8081">7.9500000000000002</cx:pt>
          <cx:pt idx="8082">1.95</cx:pt>
          <cx:pt idx="8083">1.25</cx:pt>
          <cx:pt idx="8084">7.9500000000000002</cx:pt>
          <cx:pt idx="8085">7.9500000000000002</cx:pt>
          <cx:pt idx="8086">1.6499999999999999</cx:pt>
          <cx:pt idx="8087">0.84999999999999998</cx:pt>
          <cx:pt idx="8088">0.41999999999999998</cx:pt>
          <cx:pt idx="8089">1.6899999999999999</cx:pt>
          <cx:pt idx="8090">1.0600000000000001</cx:pt>
          <cx:pt idx="8091">1.6899999999999999</cx:pt>
          <cx:pt idx="8092">2.1000000000000001</cx:pt>
          <cx:pt idx="8093">0.41999999999999998</cx:pt>
          <cx:pt idx="8094">1.45</cx:pt>
          <cx:pt idx="8095">1.8500000000000001</cx:pt>
          <cx:pt idx="8096">0.35999999999999999</cx:pt>
          <cx:pt idx="8097">0.41999999999999998</cx:pt>
          <cx:pt idx="8098">2.9500000000000002</cx:pt>
          <cx:pt idx="8099">1.6499999999999999</cx:pt>
          <cx:pt idx="8100">2.5499999999999998</cx:pt>
          <cx:pt idx="8101">8.5</cx:pt>
          <cx:pt idx="8102">2.9500000000000002</cx:pt>
          <cx:pt idx="8103">1.45</cx:pt>
          <cx:pt idx="8104">1.25</cx:pt>
          <cx:pt idx="8105">0.55000000000000004</cx:pt>
          <cx:pt idx="8106">7.9500000000000002</cx:pt>
          <cx:pt idx="8107">2.9500000000000002</cx:pt>
          <cx:pt idx="8108">2.1000000000000001</cx:pt>
          <cx:pt idx="8109">2.9500000000000002</cx:pt>
          <cx:pt idx="8110">6.9500000000000002</cx:pt>
          <cx:pt idx="8111">1.45</cx:pt>
          <cx:pt idx="8112">2.9500000000000002</cx:pt>
          <cx:pt idx="8113">0.41999999999999998</cx:pt>
          <cx:pt idx="8114">0.41999999999999998</cx:pt>
          <cx:pt idx="8115">6.75</cx:pt>
          <cx:pt idx="8116">1.8500000000000001</cx:pt>
          <cx:pt idx="8117">1.45</cx:pt>
          <cx:pt idx="8118">1.25</cx:pt>
          <cx:pt idx="8119">1.6499999999999999</cx:pt>
          <cx:pt idx="8120">0.41999999999999998</cx:pt>
          <cx:pt idx="8121">0.84999999999999998</cx:pt>
          <cx:pt idx="8122">0.41999999999999998</cx:pt>
          <cx:pt idx="8123">2.1000000000000001</cx:pt>
          <cx:pt idx="8124">7.9500000000000002</cx:pt>
          <cx:pt idx="8125">2.9500000000000002</cx:pt>
          <cx:pt idx="8126">7.9500000000000002</cx:pt>
          <cx:pt idx="8127">7.9500000000000002</cx:pt>
          <cx:pt idx="8128">0.41999999999999998</cx:pt>
          <cx:pt idx="8129">0.41999999999999998</cx:pt>
          <cx:pt idx="8130">1.49</cx:pt>
          <cx:pt idx="8131">7.9500000000000002</cx:pt>
          <cx:pt idx="8132">7.9500000000000002</cx:pt>
          <cx:pt idx="8133">1.25</cx:pt>
          <cx:pt idx="8134">1.95</cx:pt>
          <cx:pt idx="8135">0.41999999999999998</cx:pt>
          <cx:pt idx="8136">5.79</cx:pt>
          <cx:pt idx="8137">2.46</cx:pt>
          <cx:pt idx="8138">2.9199999999999999</cx:pt>
          <cx:pt idx="8139">4.1299999999999999</cx:pt>
          <cx:pt idx="8140">1.6299999999999999</cx:pt>
          <cx:pt idx="8141">19.960000000000001</cx:pt>
          <cx:pt idx="8142">2.46</cx:pt>
          <cx:pt idx="8143">14.130000000000001</cx:pt>
          <cx:pt idx="8144">4.96</cx:pt>
          <cx:pt idx="8145">9.1300000000000008</cx:pt>
          <cx:pt idx="8146">2.46</cx:pt>
          <cx:pt idx="8147">16.629999999999999</cx:pt>
          <cx:pt idx="8148">1.6299999999999999</cx:pt>
          <cx:pt idx="8149">2.46</cx:pt>
          <cx:pt idx="8150">3.29</cx:pt>
          <cx:pt idx="8151">14.130000000000001</cx:pt>
          <cx:pt idx="8152">4.1299999999999999</cx:pt>
          <cx:pt idx="8153">1.6299999999999999</cx:pt>
          <cx:pt idx="8154">12.75</cx:pt>
          <cx:pt idx="8155">1.45</cx:pt>
          <cx:pt idx="8156">8.5</cx:pt>
          <cx:pt idx="8157">2.9500000000000002</cx:pt>
          <cx:pt idx="8158">0.65000000000000002</cx:pt>
          <cx:pt idx="8159">0.55000000000000004</cx:pt>
          <cx:pt idx="8160">1.45</cx:pt>
          <cx:pt idx="8161">8.5</cx:pt>
          <cx:pt idx="8162">4.1200000000000001</cx:pt>
          <cx:pt idx="8163">1.25</cx:pt>
          <cx:pt idx="8164">1.25</cx:pt>
          <cx:pt idx="8165">1.25</cx:pt>
          <cx:pt idx="8166">4.9500000000000002</cx:pt>
          <cx:pt idx="8167">1.45</cx:pt>
          <cx:pt idx="8168">1.45</cx:pt>
          <cx:pt idx="8169">2.9500000000000002</cx:pt>
          <cx:pt idx="8170">2.9500000000000002</cx:pt>
          <cx:pt idx="8171">2.5499999999999998</cx:pt>
          <cx:pt idx="8172">1.45</cx:pt>
          <cx:pt idx="8173">2.9500000000000002</cx:pt>
          <cx:pt idx="8174">0.41999999999999998</cx:pt>
          <cx:pt idx="8175">0.55000000000000004</cx:pt>
          <cx:pt idx="8176">2.1000000000000001</cx:pt>
          <cx:pt idx="8177">1.25</cx:pt>
          <cx:pt idx="8178">2.0800000000000001</cx:pt>
          <cx:pt idx="8179">12.75</cx:pt>
          <cx:pt idx="8180">2.9500000000000002</cx:pt>
          <cx:pt idx="8181">8.5</cx:pt>
          <cx:pt idx="8182">7.6500000000000004</cx:pt>
          <cx:pt idx="8183">1.6499999999999999</cx:pt>
          <cx:pt idx="8184">5.5499999999999998</cx:pt>
          <cx:pt idx="8185">1.49</cx:pt>
          <cx:pt idx="8186">7.9500000000000002</cx:pt>
          <cx:pt idx="8187">2.5499999999999998</cx:pt>
          <cx:pt idx="8188">0.28999999999999998</cx:pt>
          <cx:pt idx="8189">2.9500000000000002</cx:pt>
          <cx:pt idx="8190">1.45</cx:pt>
          <cx:pt idx="8191">2.9500000000000002</cx:pt>
          <cx:pt idx="8192">1.6499999999999999</cx:pt>
          <cx:pt idx="8193">2.1000000000000001</cx:pt>
          <cx:pt idx="8194">8.5</cx:pt>
          <cx:pt idx="8195">4.9500000000000002</cx:pt>
          <cx:pt idx="8196">0.84999999999999998</cx:pt>
          <cx:pt idx="8197">2.5499999999999998</cx:pt>
          <cx:pt idx="8198">1.95</cx:pt>
          <cx:pt idx="8199">1.6499999999999999</cx:pt>
          <cx:pt idx="8200">1.6499999999999999</cx:pt>
          <cx:pt idx="8201">8.5</cx:pt>
          <cx:pt idx="8202">2.9500000000000002</cx:pt>
          <cx:pt idx="8203">3.75</cx:pt>
          <cx:pt idx="8204">14.949999999999999</cx:pt>
          <cx:pt idx="8205">1.95</cx:pt>
          <cx:pt idx="8206">2.5499999999999998</cx:pt>
          <cx:pt idx="8207">1.45</cx:pt>
          <cx:pt idx="8208">0.84999999999999998</cx:pt>
          <cx:pt idx="8209">2.1000000000000001</cx:pt>
          <cx:pt idx="8210">6.75</cx:pt>
          <cx:pt idx="8211">0.65000000000000002</cx:pt>
          <cx:pt idx="8212">2.1000000000000001</cx:pt>
          <cx:pt idx="8213">7.9500000000000002</cx:pt>
          <cx:pt idx="8214">1.45</cx:pt>
          <cx:pt idx="8215">0.41999999999999998</cx:pt>
          <cx:pt idx="8216">0.41999999999999998</cx:pt>
          <cx:pt idx="8217">1.25</cx:pt>
          <cx:pt idx="8218">0.65000000000000002</cx:pt>
          <cx:pt idx="8219">0.41999999999999998</cx:pt>
          <cx:pt idx="8220">1.25</cx:pt>
          <cx:pt idx="8221">1.25</cx:pt>
          <cx:pt idx="8222">2.9500000000000002</cx:pt>
          <cx:pt idx="8223">2.9500000000000002</cx:pt>
          <cx:pt idx="8224">2.1000000000000001</cx:pt>
          <cx:pt idx="8225">8.5</cx:pt>
          <cx:pt idx="8226">2.75</cx:pt>
          <cx:pt idx="8227">2.9500000000000002</cx:pt>
          <cx:pt idx="8228">2.5499999999999998</cx:pt>
          <cx:pt idx="8229">2.5499999999999998</cx:pt>
          <cx:pt idx="8230">2.5499999999999998</cx:pt>
          <cx:pt idx="8231">1.25</cx:pt>
          <cx:pt idx="8232">4.1299999999999999</cx:pt>
          <cx:pt idx="8233">0.82999999999999996</cx:pt>
          <cx:pt idx="8234">3.29</cx:pt>
          <cx:pt idx="8235">2.46</cx:pt>
          <cx:pt idx="8236">2.9199999999999999</cx:pt>
          <cx:pt idx="8237">9.9600000000000009</cx:pt>
          <cx:pt idx="8238">1.6299999999999999</cx:pt>
          <cx:pt idx="8239">2.46</cx:pt>
          <cx:pt idx="8240">0.65000000000000002</cx:pt>
          <cx:pt idx="8241">3.29</cx:pt>
          <cx:pt idx="8242">4.96</cx:pt>
          <cx:pt idx="8243">4.96</cx:pt>
          <cx:pt idx="8244">16.629999999999999</cx:pt>
          <cx:pt idx="8245">5.79</cx:pt>
          <cx:pt idx="8246">5.79</cx:pt>
          <cx:pt idx="8247">2.9500000000000002</cx:pt>
          <cx:pt idx="8248">2.46</cx:pt>
          <cx:pt idx="8249">2.46</cx:pt>
          <cx:pt idx="8250">2.46</cx:pt>
          <cx:pt idx="8251">1.25</cx:pt>
          <cx:pt idx="8252">14.130000000000001</cx:pt>
          <cx:pt idx="8253">4.1299999999999999</cx:pt>
          <cx:pt idx="8254">4.1299999999999999</cx:pt>
          <cx:pt idx="8255">1.6299999999999999</cx:pt>
          <cx:pt idx="8256">0.84999999999999998</cx:pt>
          <cx:pt idx="8257">0.41999999999999998</cx:pt>
          <cx:pt idx="8258">9.9499999999999993</cx:pt>
          <cx:pt idx="8259">2.9500000000000002</cx:pt>
          <cx:pt idx="8260">0.71999999999999997</cx:pt>
          <cx:pt idx="8261">9.9499999999999993</cx:pt>
          <cx:pt idx="8262">3.75</cx:pt>
          <cx:pt idx="8263">1.6499999999999999</cx:pt>
          <cx:pt idx="8264">1.25</cx:pt>
          <cx:pt idx="8265">2.1000000000000001</cx:pt>
          <cx:pt idx="8266">1.6499999999999999</cx:pt>
          <cx:pt idx="8267">2.9500000000000002</cx:pt>
          <cx:pt idx="8268">1.49</cx:pt>
          <cx:pt idx="8269">7.9500000000000002</cx:pt>
          <cx:pt idx="8270">6.3499999999999996</cx:pt>
          <cx:pt idx="8271">2.9500000000000002</cx:pt>
          <cx:pt idx="8272">4.1500000000000004</cx:pt>
          <cx:pt idx="8273">0.84999999999999998</cx:pt>
          <cx:pt idx="8274">0.84999999999999998</cx:pt>
          <cx:pt idx="8275">12.75</cx:pt>
          <cx:pt idx="8276">12.75</cx:pt>
          <cx:pt idx="8277">1.25</cx:pt>
          <cx:pt idx="8278">2.9500000000000002</cx:pt>
          <cx:pt idx="8279">2.5499999999999998</cx:pt>
          <cx:pt idx="8280">2.5499999999999998</cx:pt>
          <cx:pt idx="8281">8.5</cx:pt>
          <cx:pt idx="8282">3.75</cx:pt>
          <cx:pt idx="8283">4.6500000000000004</cx:pt>
          <cx:pt idx="8284">2.5499999999999998</cx:pt>
          <cx:pt idx="8285">1.95</cx:pt>
          <cx:pt idx="8286">12.75</cx:pt>
          <cx:pt idx="8287">6.3499999999999996</cx:pt>
          <cx:pt idx="8288">1.25</cx:pt>
          <cx:pt idx="8289">1.25</cx:pt>
          <cx:pt idx="8290">1.45</cx:pt>
          <cx:pt idx="8291">2.9500000000000002</cx:pt>
          <cx:pt idx="8292">2.1000000000000001</cx:pt>
          <cx:pt idx="8293">8.5</cx:pt>
          <cx:pt idx="8294">1.25</cx:pt>
          <cx:pt idx="8295">1.25</cx:pt>
          <cx:pt idx="8296">0.41999999999999998</cx:pt>
          <cx:pt idx="8297">0.41999999999999998</cx:pt>
          <cx:pt idx="8298">2.5499999999999998</cx:pt>
          <cx:pt idx="8299">2.5499999999999998</cx:pt>
          <cx:pt idx="8300">0.84999999999999998</cx:pt>
          <cx:pt idx="8301">2.5499999999999998</cx:pt>
          <cx:pt idx="8302">8.5</cx:pt>
          <cx:pt idx="8303">1.25</cx:pt>
          <cx:pt idx="8304">1.25</cx:pt>
          <cx:pt idx="8305">1.25</cx:pt>
          <cx:pt idx="8306">2.9500000000000002</cx:pt>
          <cx:pt idx="8307">2.0800000000000001</cx:pt>
          <cx:pt idx="8308">9.9499999999999993</cx:pt>
          <cx:pt idx="8309">0.65000000000000002</cx:pt>
          <cx:pt idx="8310">4.9500000000000002</cx:pt>
          <cx:pt idx="8311">1.25</cx:pt>
          <cx:pt idx="8312">1.25</cx:pt>
          <cx:pt idx="8313">8.5</cx:pt>
          <cx:pt idx="8314">12.75</cx:pt>
          <cx:pt idx="8315">1.25</cx:pt>
          <cx:pt idx="8316">2.1000000000000001</cx:pt>
          <cx:pt idx="8317">4.9500000000000002</cx:pt>
          <cx:pt idx="8318">1.49</cx:pt>
          <cx:pt idx="8319">8.5</cx:pt>
          <cx:pt idx="8320">2.9500000000000002</cx:pt>
          <cx:pt idx="8321">6.9500000000000002</cx:pt>
          <cx:pt idx="8322">1.6499999999999999</cx:pt>
          <cx:pt idx="8323">6.75</cx:pt>
          <cx:pt idx="8324">4.9500000000000002</cx:pt>
          <cx:pt idx="8325">3.75</cx:pt>
          <cx:pt idx="8326">0.41999999999999998</cx:pt>
          <cx:pt idx="8327">0.41999999999999998</cx:pt>
          <cx:pt idx="8328">12.75</cx:pt>
          <cx:pt idx="8329">2.1000000000000001</cx:pt>
          <cx:pt idx="8330">1.25</cx:pt>
          <cx:pt idx="8331">1.25</cx:pt>
          <cx:pt idx="8332">7.9500000000000002</cx:pt>
          <cx:pt idx="8333">0.55000000000000004</cx:pt>
          <cx:pt idx="8334">12.75</cx:pt>
          <cx:pt idx="8335">0.84999999999999998</cx:pt>
          <cx:pt idx="8336">0.84999999999999998</cx:pt>
          <cx:pt idx="8337">0.41999999999999998</cx:pt>
          <cx:pt idx="8338">4.9500000000000002</cx:pt>
          <cx:pt idx="8339">0.84999999999999998</cx:pt>
          <cx:pt idx="8340">2.1000000000000001</cx:pt>
          <cx:pt idx="8341">1.45</cx:pt>
          <cx:pt idx="8342">1.25</cx:pt>
          <cx:pt idx="8343">1.25</cx:pt>
          <cx:pt idx="8344">1.25</cx:pt>
          <cx:pt idx="8345">0.55000000000000004</cx:pt>
          <cx:pt idx="8346">0.55000000000000004</cx:pt>
          <cx:pt idx="8347">0.41999999999999998</cx:pt>
          <cx:pt idx="8348">1.53</cx:pt>
          <cx:pt idx="8349">7.6500000000000004</cx:pt>
          <cx:pt idx="8350">0.35999999999999999</cx:pt>
          <cx:pt idx="8351">1.0600000000000001</cx:pt>
          <cx:pt idx="8352">0.71999999999999997</cx:pt>
          <cx:pt idx="8353">6.75</cx:pt>
          <cx:pt idx="8354">1.6499999999999999</cx:pt>
          <cx:pt idx="8355">0.71999999999999997</cx:pt>
          <cx:pt idx="8356">1.45</cx:pt>
          <cx:pt idx="8357">2.1000000000000001</cx:pt>
          <cx:pt idx="8358">1.6499999999999999</cx:pt>
          <cx:pt idx="8359">1.25</cx:pt>
          <cx:pt idx="8360">0.35999999999999999</cx:pt>
          <cx:pt idx="8361">0.71999999999999997</cx:pt>
          <cx:pt idx="8362">7.9500000000000002</cx:pt>
          <cx:pt idx="8363">2.1000000000000001</cx:pt>
          <cx:pt idx="8364">2.9500000000000002</cx:pt>
          <cx:pt idx="8365">1.6499999999999999</cx:pt>
          <cx:pt idx="8366">2.0800000000000001</cx:pt>
          <cx:pt idx="8367">7.9500000000000002</cx:pt>
          <cx:pt idx="8368">2.5499999999999998</cx:pt>
          <cx:pt idx="8369">0.41999999999999998</cx:pt>
          <cx:pt idx="8370">1.6499999999999999</cx:pt>
          <cx:pt idx="8371">7.9500000000000002</cx:pt>
          <cx:pt idx="8372">2.5499999999999998</cx:pt>
          <cx:pt idx="8373">2.5499999999999998</cx:pt>
          <cx:pt idx="8374">2.9500000000000002</cx:pt>
          <cx:pt idx="8375">1.45</cx:pt>
          <cx:pt idx="8376">3.75</cx:pt>
          <cx:pt idx="8377">0.84999999999999998</cx:pt>
          <cx:pt idx="8378">9.9499999999999993</cx:pt>
          <cx:pt idx="8379">2.9500000000000002</cx:pt>
          <cx:pt idx="8380">2.9500000000000002</cx:pt>
          <cx:pt idx="8381">1.49</cx:pt>
          <cx:pt idx="8382">0.65000000000000002</cx:pt>
          <cx:pt idx="8383">1.45</cx:pt>
          <cx:pt idx="8384">2.9500000000000002</cx:pt>
          <cx:pt idx="8385">0.55000000000000004</cx:pt>
          <cx:pt idx="8386">2.1000000000000001</cx:pt>
          <cx:pt idx="8387">2.1000000000000001</cx:pt>
          <cx:pt idx="8388">8.5</cx:pt>
          <cx:pt idx="8389">3.75</cx:pt>
          <cx:pt idx="8390">0.28999999999999998</cx:pt>
          <cx:pt idx="8391">0.41999999999999998</cx:pt>
          <cx:pt idx="8392">12.75</cx:pt>
          <cx:pt idx="8393">1.25</cx:pt>
          <cx:pt idx="8394">8.5</cx:pt>
          <cx:pt idx="8395">8.5</cx:pt>
          <cx:pt idx="8396">0.65000000000000002</cx:pt>
          <cx:pt idx="8397">2.5499999999999998</cx:pt>
          <cx:pt idx="8398">2.9500000000000002</cx:pt>
          <cx:pt idx="8399">1.25</cx:pt>
          <cx:pt idx="8400">7.9500000000000002</cx:pt>
          <cx:pt idx="8401">3.75</cx:pt>
          <cx:pt idx="8402">0.84999999999999998</cx:pt>
          <cx:pt idx="8403">1.49</cx:pt>
          <cx:pt idx="8404">2.1000000000000001</cx:pt>
          <cx:pt idx="8405">2.5499999999999998</cx:pt>
          <cx:pt idx="8406">4.6500000000000004</cx:pt>
          <cx:pt idx="8407">4.6500000000000004</cx:pt>
          <cx:pt idx="8408">2.9500000000000002</cx:pt>
          <cx:pt idx="8409">0.55000000000000004</cx:pt>
          <cx:pt idx="8410">0.55000000000000004</cx:pt>
          <cx:pt idx="8411">1.25</cx:pt>
          <cx:pt idx="8412">2.1000000000000001</cx:pt>
          <cx:pt idx="8413">8.5</cx:pt>
          <cx:pt idx="8414">0.65000000000000002</cx:pt>
          <cx:pt idx="8415">12.75</cx:pt>
          <cx:pt idx="8416">0.65000000000000002</cx:pt>
          <cx:pt idx="8417">8.5</cx:pt>
          <cx:pt idx="8418">6.9500000000000002</cx:pt>
          <cx:pt idx="8419">2.1000000000000001</cx:pt>
          <cx:pt idx="8420">2.9500000000000002</cx:pt>
          <cx:pt idx="8421">1.25</cx:pt>
          <cx:pt idx="8422">1.25</cx:pt>
          <cx:pt idx="8423">2.9500000000000002</cx:pt>
          <cx:pt idx="8424">0.55000000000000004</cx:pt>
          <cx:pt idx="8425">2.1000000000000001</cx:pt>
          <cx:pt idx="8426">0.82999999999999996</cx:pt>
          <cx:pt idx="8427">15.789999999999999</cx:pt>
          <cx:pt idx="8428">4.1299999999999999</cx:pt>
          <cx:pt idx="8429">7.46</cx:pt>
          <cx:pt idx="8430">2.46</cx:pt>
          <cx:pt idx="8431">4.1299999999999999</cx:pt>
          <cx:pt idx="8432">0.82999999999999996</cx:pt>
          <cx:pt idx="8433">1.6299999999999999</cx:pt>
          <cx:pt idx="8434">4.96</cx:pt>
          <cx:pt idx="8435">5.79</cx:pt>
          <cx:pt idx="8436">15.789999999999999</cx:pt>
          <cx:pt idx="8437">5.79</cx:pt>
          <cx:pt idx="8438">24.960000000000001</cx:pt>
          <cx:pt idx="8439">4.1299999999999999</cx:pt>
          <cx:pt idx="8440">0.82999999999999996</cx:pt>
          <cx:pt idx="8441">0.82999999999999996</cx:pt>
          <cx:pt idx="8442">2.46</cx:pt>
          <cx:pt idx="8443">4.1299999999999999</cx:pt>
          <cx:pt idx="8444">1.6299999999999999</cx:pt>
          <cx:pt idx="8445">5.79</cx:pt>
          <cx:pt idx="8446">0.82999999999999996</cx:pt>
          <cx:pt idx="8447">9.9600000000000009</cx:pt>
          <cx:pt idx="8448">4.96</cx:pt>
          <cx:pt idx="8449">0.82999999999999996</cx:pt>
          <cx:pt idx="8450">10.789999999999999</cx:pt>
          <cx:pt idx="8451">12.460000000000001</cx:pt>
          <cx:pt idx="8452">1.25</cx:pt>
          <cx:pt idx="8453">1.25</cx:pt>
          <cx:pt idx="8454">0.82999999999999996</cx:pt>
          <cx:pt idx="8455">4.1299999999999999</cx:pt>
          <cx:pt idx="8456">0.82999999999999996</cx:pt>
          <cx:pt idx="8457">0.82999999999999996</cx:pt>
          <cx:pt idx="8458">7.9500000000000002</cx:pt>
          <cx:pt idx="8459">0.41999999999999998</cx:pt>
          <cx:pt idx="8460">0.65000000000000002</cx:pt>
          <cx:pt idx="8461">2.1000000000000001</cx:pt>
          <cx:pt idx="8462">6.75</cx:pt>
          <cx:pt idx="8463">7.9500000000000002</cx:pt>
          <cx:pt idx="8464">9.9499999999999993</cx:pt>
          <cx:pt idx="8465">4.9500000000000002</cx:pt>
          <cx:pt idx="8466">2.9500000000000002</cx:pt>
          <cx:pt idx="8467">4.1500000000000004</cx:pt>
          <cx:pt idx="8468">1.6499999999999999</cx:pt>
          <cx:pt idx="8469">0.41999999999999998</cx:pt>
          <cx:pt idx="8470">6.3499999999999996</cx:pt>
          <cx:pt idx="8471">1.25</cx:pt>
          <cx:pt idx="8472">1.25</cx:pt>
          <cx:pt idx="8473">2.5499999999999998</cx:pt>
          <cx:pt idx="8474">12.75</cx:pt>
          <cx:pt idx="8475">2.5499999999999998</cx:pt>
          <cx:pt idx="8476">1.6499999999999999</cx:pt>
          <cx:pt idx="8477">1.95</cx:pt>
          <cx:pt idx="8478">1.49</cx:pt>
          <cx:pt idx="8479">0.41999999999999998</cx:pt>
          <cx:pt idx="8480">2.5499999999999998</cx:pt>
          <cx:pt idx="8481">0.41999999999999998</cx:pt>
          <cx:pt idx="8482">0.65000000000000002</cx:pt>
          <cx:pt idx="8483">6.9500000000000002</cx:pt>
          <cx:pt idx="8484">6.9500000000000002</cx:pt>
          <cx:pt idx="8485">14.949999999999999</cx:pt>
          <cx:pt idx="8486">2.0800000000000001</cx:pt>
          <cx:pt idx="8487">2.5499999999999998</cx:pt>
          <cx:pt idx="8488">1.0600000000000001</cx:pt>
          <cx:pt idx="8489">5.9500000000000002</cx:pt>
          <cx:pt idx="8490">1.0600000000000001</cx:pt>
          <cx:pt idx="8491">2.5499999999999998</cx:pt>
          <cx:pt idx="8492">1.45</cx:pt>
          <cx:pt idx="8493">7.6500000000000004</cx:pt>
          <cx:pt idx="8494">0.41999999999999998</cx:pt>
          <cx:pt idx="8495">1.49</cx:pt>
          <cx:pt idx="8496">2.5499999999999998</cx:pt>
          <cx:pt idx="8497">12.75</cx:pt>
          <cx:pt idx="8498">7.6500000000000004</cx:pt>
          <cx:pt idx="8499">9.9499999999999993</cx:pt>
          <cx:pt idx="8500">1.49</cx:pt>
          <cx:pt idx="8501">7.9500000000000002</cx:pt>
          <cx:pt idx="8502">9.9499999999999993</cx:pt>
          <cx:pt idx="8503">8.5</cx:pt>
          <cx:pt idx="8504">2.9500000000000002</cx:pt>
          <cx:pt idx="8505">1.25</cx:pt>
          <cx:pt idx="8506">2.5499999999999998</cx:pt>
          <cx:pt idx="8507">2.9500000000000002</cx:pt>
          <cx:pt idx="8508">1.25</cx:pt>
          <cx:pt idx="8509">0.55000000000000004</cx:pt>
          <cx:pt idx="8510">1.6499999999999999</cx:pt>
          <cx:pt idx="8511">4.1500000000000004</cx:pt>
          <cx:pt idx="8512">0.65000000000000002</cx:pt>
          <cx:pt idx="8513">2.9500000000000002</cx:pt>
          <cx:pt idx="8514">1.95</cx:pt>
          <cx:pt idx="8515">2.9500000000000002</cx:pt>
          <cx:pt idx="8516">1.6499999999999999</cx:pt>
          <cx:pt idx="8517">7.6500000000000004</cx:pt>
          <cx:pt idx="8518">1.49</cx:pt>
          <cx:pt idx="8519">2.5499999999999998</cx:pt>
          <cx:pt idx="8520">2.9500000000000002</cx:pt>
          <cx:pt idx="8521">2.0800000000000001</cx:pt>
          <cx:pt idx="8522">1.49</cx:pt>
          <cx:pt idx="8523">8.5</cx:pt>
          <cx:pt idx="8524">2.9500000000000002</cx:pt>
          <cx:pt idx="8525">2.5499999999999998</cx:pt>
          <cx:pt idx="8526">4.9500000000000002</cx:pt>
          <cx:pt idx="8527">2.9500000000000002</cx:pt>
          <cx:pt idx="8528">1.25</cx:pt>
          <cx:pt idx="8529">1.25</cx:pt>
          <cx:pt idx="8530">2.9500000000000002</cx:pt>
          <cx:pt idx="8531">2.1000000000000001</cx:pt>
          <cx:pt idx="8532">2.5499999999999998</cx:pt>
          <cx:pt idx="8533">8.5</cx:pt>
          <cx:pt idx="8534">6.9500000000000002</cx:pt>
          <cx:pt idx="8535">4.6500000000000004</cx:pt>
          <cx:pt idx="8536">2.0800000000000001</cx:pt>
          <cx:pt idx="8537">1.0600000000000001</cx:pt>
          <cx:pt idx="8538">0.71999999999999997</cx:pt>
          <cx:pt idx="8539">2.9500000000000002</cx:pt>
          <cx:pt idx="8540">9.9499999999999993</cx:pt>
          <cx:pt idx="8541">2.9500000000000002</cx:pt>
          <cx:pt idx="8542">1.25</cx:pt>
          <cx:pt idx="8543">0.84999999999999998</cx:pt>
          <cx:pt idx="8544">1.25</cx:pt>
          <cx:pt idx="8545">4.25</cx:pt>
          <cx:pt idx="8546">8.5</cx:pt>
          <cx:pt idx="8547">3.75</cx:pt>
          <cx:pt idx="8548">2.9500000000000002</cx:pt>
          <cx:pt idx="8549">1.95</cx:pt>
          <cx:pt idx="8550">0.84999999999999998</cx:pt>
          <cx:pt idx="8551">2.9500000000000002</cx:pt>
          <cx:pt idx="8552">1.25</cx:pt>
          <cx:pt idx="8553">1.6499999999999999</cx:pt>
          <cx:pt idx="8554">2.1000000000000001</cx:pt>
          <cx:pt idx="8555">0.41999999999999998</cx:pt>
          <cx:pt idx="8556">0.41999999999999998</cx:pt>
          <cx:pt idx="8557">1.25</cx:pt>
          <cx:pt idx="8558">2.1000000000000001</cx:pt>
          <cx:pt idx="8559">2.9500000000000002</cx:pt>
          <cx:pt idx="8560">3.75</cx:pt>
          <cx:pt idx="8561">1.25</cx:pt>
          <cx:pt idx="8562">2.5499999999999998</cx:pt>
          <cx:pt idx="8563">7.9500000000000002</cx:pt>
          <cx:pt idx="8564">2.1000000000000001</cx:pt>
          <cx:pt idx="8565">1.45</cx:pt>
          <cx:pt idx="8566">5.79</cx:pt>
          <cx:pt idx="8567">24.960000000000001</cx:pt>
          <cx:pt idx="8568">0.82999999999999996</cx:pt>
          <cx:pt idx="8569">4.96</cx:pt>
          <cx:pt idx="8570">5.79</cx:pt>
          <cx:pt idx="8571">2.46</cx:pt>
          <cx:pt idx="8572">3.75</cx:pt>
          <cx:pt idx="8573">1.6299999999999999</cx:pt>
          <cx:pt idx="8574">12.460000000000001</cx:pt>
          <cx:pt idx="8575">4.96</cx:pt>
          <cx:pt idx="8576">2.46</cx:pt>
          <cx:pt idx="8577">1.25</cx:pt>
          <cx:pt idx="8578">0.82999999999999996</cx:pt>
          <cx:pt idx="8579">0.82999999999999996</cx:pt>
          <cx:pt idx="8580">0.82999999999999996</cx:pt>
          <cx:pt idx="8581">9.9600000000000009</cx:pt>
          <cx:pt idx="8582">4.1299999999999999</cx:pt>
          <cx:pt idx="8583">2.46</cx:pt>
          <cx:pt idx="8584">19.960000000000001</cx:pt>
          <cx:pt idx="8585">0.82999999999999996</cx:pt>
          <cx:pt idx="8586">2.46</cx:pt>
          <cx:pt idx="8587">0.82999999999999996</cx:pt>
          <cx:pt idx="8588">12.460000000000001</cx:pt>
          <cx:pt idx="8589">5.79</cx:pt>
          <cx:pt idx="8590">1.6299999999999999</cx:pt>
          <cx:pt idx="8591">12.460000000000001</cx:pt>
          <cx:pt idx="8592">5.79</cx:pt>
          <cx:pt idx="8593">2.46</cx:pt>
          <cx:pt idx="8594">3.29</cx:pt>
          <cx:pt idx="8595">7.46</cx:pt>
          <cx:pt idx="8596">0.82999999999999996</cx:pt>
          <cx:pt idx="8597">0.41999999999999998</cx:pt>
          <cx:pt idx="8598">7.6500000000000004</cx:pt>
          <cx:pt idx="8599">7.9500000000000002</cx:pt>
          <cx:pt idx="8600">2.5499999999999998</cx:pt>
          <cx:pt idx="8601">0.41999999999999998</cx:pt>
          <cx:pt idx="8602">0.41999999999999998</cx:pt>
          <cx:pt idx="8603">1.6499999999999999</cx:pt>
          <cx:pt idx="8604">1.6499999999999999</cx:pt>
          <cx:pt idx="8605">0.84999999999999998</cx:pt>
          <cx:pt idx="8606">1.45</cx:pt>
          <cx:pt idx="8607">14.949999999999999</cx:pt>
          <cx:pt idx="8608">7.6500000000000004</cx:pt>
          <cx:pt idx="8609">2.1000000000000001</cx:pt>
          <cx:pt idx="8610">1.45</cx:pt>
          <cx:pt idx="8611">1.25</cx:pt>
          <cx:pt idx="8612">1.25</cx:pt>
          <cx:pt idx="8613">0.41999999999999998</cx:pt>
          <cx:pt idx="8614">0.28999999999999998</cx:pt>
          <cx:pt idx="8615">1.25</cx:pt>
          <cx:pt idx="8616">2.1000000000000001</cx:pt>
          <cx:pt idx="8617">0.41999999999999998</cx:pt>
          <cx:pt idx="8618">7.9500000000000002</cx:pt>
          <cx:pt idx="8619">1.6499999999999999</cx:pt>
          <cx:pt idx="8620">0.55000000000000004</cx:pt>
          <cx:pt idx="8621">2.1000000000000001</cx:pt>
          <cx:pt idx="8622">1.25</cx:pt>
          <cx:pt idx="8623">1.0600000000000001</cx:pt>
          <cx:pt idx="8624">0.65000000000000002</cx:pt>
          <cx:pt idx="8625">1.45</cx:pt>
          <cx:pt idx="8626">2.1000000000000001</cx:pt>
          <cx:pt idx="8627">7.9500000000000002</cx:pt>
          <cx:pt idx="8628">7.9500000000000002</cx:pt>
          <cx:pt idx="8629">2.9500000000000002</cx:pt>
          <cx:pt idx="8630">7.9500000000000002</cx:pt>
          <cx:pt idx="8631">0.41999999999999998</cx:pt>
          <cx:pt idx="8632">0.55000000000000004</cx:pt>
          <cx:pt idx="8633">0.41999999999999998</cx:pt>
          <cx:pt idx="8634">4.1299999999999999</cx:pt>
          <cx:pt idx="8635">4.1299999999999999</cx:pt>
          <cx:pt idx="8636">4.1299999999999999</cx:pt>
          <cx:pt idx="8637">4.96</cx:pt>
          <cx:pt idx="8638">4.96</cx:pt>
          <cx:pt idx="8639">4.1299999999999999</cx:pt>
          <cx:pt idx="8640">4.1299999999999999</cx:pt>
          <cx:pt idx="8641">4.96</cx:pt>
          <cx:pt idx="8642">4.96</cx:pt>
          <cx:pt idx="8643">5.79</cx:pt>
          <cx:pt idx="8644">16.629999999999999</cx:pt>
          <cx:pt idx="8645">16.629999999999999</cx:pt>
          <cx:pt idx="8646">3.29</cx:pt>
          <cx:pt idx="8647">14.130000000000001</cx:pt>
          <cx:pt idx="8648">4.1299999999999999</cx:pt>
          <cx:pt idx="8649">4.1299999999999999</cx:pt>
          <cx:pt idx="8650">16.629999999999999</cx:pt>
          <cx:pt idx="8651">3.29</cx:pt>
          <cx:pt idx="8652">4.96</cx:pt>
          <cx:pt idx="8653">14.960000000000001</cx:pt>
          <cx:pt idx="8654">16.629999999999999</cx:pt>
          <cx:pt idx="8655">4.1299999999999999</cx:pt>
          <cx:pt idx="8656">4.1299999999999999</cx:pt>
          <cx:pt idx="8657">1.25</cx:pt>
          <cx:pt idx="8658">14.130000000000001</cx:pt>
          <cx:pt idx="8659">4.96</cx:pt>
          <cx:pt idx="8660">4.96</cx:pt>
          <cx:pt idx="8661">4.6500000000000004</cx:pt>
          <cx:pt idx="8662">4.1299999999999999</cx:pt>
          <cx:pt idx="8663">6.6299999999999999</cx:pt>
          <cx:pt idx="8664">12.460000000000001</cx:pt>
          <cx:pt idx="8665">3.29</cx:pt>
          <cx:pt idx="8666">6.6299999999999999</cx:pt>
          <cx:pt idx="8667">4.1299999999999999</cx:pt>
          <cx:pt idx="8668">5.79</cx:pt>
          <cx:pt idx="8669">7.46</cx:pt>
          <cx:pt idx="8670">16.629999999999999</cx:pt>
          <cx:pt idx="8671">8.2899999999999991</cx:pt>
          <cx:pt idx="8672">8.2899999999999991</cx:pt>
          <cx:pt idx="8673">1.6299999999999999</cx:pt>
          <cx:pt idx="8674">3.29</cx:pt>
          <cx:pt idx="8675">6.6299999999999999</cx:pt>
          <cx:pt idx="8676">1.25</cx:pt>
          <cx:pt idx="8677">4.1299999999999999</cx:pt>
          <cx:pt idx="8678">3.29</cx:pt>
          <cx:pt idx="8679">2.46</cx:pt>
          <cx:pt idx="8680">2.46</cx:pt>
          <cx:pt idx="8681">7.46</cx:pt>
          <cx:pt idx="8682">1.0600000000000001</cx:pt>
          <cx:pt idx="8683">7.6500000000000004</cx:pt>
          <cx:pt idx="8684">0.84999999999999998</cx:pt>
          <cx:pt idx="8685">2.5499999999999998</cx:pt>
          <cx:pt idx="8686">7.9500000000000002</cx:pt>
          <cx:pt idx="8687">1.49</cx:pt>
          <cx:pt idx="8688">2.1000000000000001</cx:pt>
          <cx:pt idx="8689">2.9500000000000002</cx:pt>
          <cx:pt idx="8690">4.9500000000000002</cx:pt>
          <cx:pt idx="8691">4.6500000000000004</cx:pt>
          <cx:pt idx="8692">2.9500000000000002</cx:pt>
          <cx:pt idx="8693">7.9500000000000002</cx:pt>
          <cx:pt idx="8694">12.75</cx:pt>
          <cx:pt idx="8695">0.41999999999999998</cx:pt>
          <cx:pt idx="8696">0.41999999999999998</cx:pt>
          <cx:pt idx="8697">0.41999999999999998</cx:pt>
          <cx:pt idx="8698">0.55000000000000004</cx:pt>
          <cx:pt idx="8699">0.41999999999999998</cx:pt>
          <cx:pt idx="8700">1.45</cx:pt>
          <cx:pt idx="8701">12.75</cx:pt>
          <cx:pt idx="8702">7.9500000000000002</cx:pt>
          <cx:pt idx="8703">1.25</cx:pt>
          <cx:pt idx="8704">1.95</cx:pt>
          <cx:pt idx="8705">0.84999999999999998</cx:pt>
          <cx:pt idx="8706">2.5499999999999998</cx:pt>
          <cx:pt idx="8707">1.95</cx:pt>
          <cx:pt idx="8708">0.84999999999999998</cx:pt>
          <cx:pt idx="8709">2.9500000000000002</cx:pt>
          <cx:pt idx="8710">2.9500000000000002</cx:pt>
          <cx:pt idx="8711">0.84999999999999998</cx:pt>
          <cx:pt idx="8712">7.9500000000000002</cx:pt>
          <cx:pt idx="8713">12.75</cx:pt>
          <cx:pt idx="8714">12.75</cx:pt>
          <cx:pt idx="8715">5.9500000000000002</cx:pt>
          <cx:pt idx="8716">9.9499999999999993</cx:pt>
          <cx:pt idx="8717">0.41999999999999998</cx:pt>
          <cx:pt idx="8718">0.41999999999999998</cx:pt>
          <cx:pt idx="8719">0.41999999999999998</cx:pt>
          <cx:pt idx="8720">0.41999999999999998</cx:pt>
          <cx:pt idx="8721">12.75</cx:pt>
          <cx:pt idx="8722">6.9500000000000002</cx:pt>
          <cx:pt idx="8723">1.25</cx:pt>
          <cx:pt idx="8724">4.9500000000000002</cx:pt>
          <cx:pt idx="8725">12.75</cx:pt>
          <cx:pt idx="8726">1.6499999999999999</cx:pt>
          <cx:pt idx="8727">2.1000000000000001</cx:pt>
          <cx:pt idx="8728">2.9500000000000002</cx:pt>
          <cx:pt idx="8729">8.5</cx:pt>
          <cx:pt idx="8730">12.75</cx:pt>
          <cx:pt idx="8731">0.84999999999999998</cx:pt>
          <cx:pt idx="8732">1.95</cx:pt>
          <cx:pt idx="8733">2.9500000000000002</cx:pt>
          <cx:pt idx="8734">2.5499999999999998</cx:pt>
          <cx:pt idx="8735">8.5</cx:pt>
          <cx:pt idx="8736">0.84999999999999998</cx:pt>
          <cx:pt idx="8737">0.41999999999999998</cx:pt>
          <cx:pt idx="8738">9.9499999999999993</cx:pt>
          <cx:pt idx="8739">1.95</cx:pt>
          <cx:pt idx="8740">1.45</cx:pt>
          <cx:pt idx="8741">8.5</cx:pt>
          <cx:pt idx="8742">8.5</cx:pt>
          <cx:pt idx="8743">3.75</cx:pt>
          <cx:pt idx="8744">5.79</cx:pt>
          <cx:pt idx="8745">3.29</cx:pt>
          <cx:pt idx="8746">3.3300000000000001</cx:pt>
          <cx:pt idx="8747">2.9199999999999999</cx:pt>
          <cx:pt idx="8748">4.1299999999999999</cx:pt>
          <cx:pt idx="8749">1.6299999999999999</cx:pt>
          <cx:pt idx="8750">2.46</cx:pt>
          <cx:pt idx="8751">0.82999999999999996</cx:pt>
          <cx:pt idx="8752">2.46</cx:pt>
          <cx:pt idx="8753">4.1299999999999999</cx:pt>
          <cx:pt idx="8754">9.1300000000000008</cx:pt>
          <cx:pt idx="8755">5.79</cx:pt>
          <cx:pt idx="8756">5.79</cx:pt>
          <cx:pt idx="8757">2.46</cx:pt>
          <cx:pt idx="8758">16.629999999999999</cx:pt>
          <cx:pt idx="8759">2.46</cx:pt>
          <cx:pt idx="8760">4.1299999999999999</cx:pt>
          <cx:pt idx="8761">0.82999999999999996</cx:pt>
          <cx:pt idx="8762">4.1299999999999999</cx:pt>
          <cx:pt idx="8763">1.6299999999999999</cx:pt>
          <cx:pt idx="8764">0.82999999999999996</cx:pt>
          <cx:pt idx="8765">0.82999999999999996</cx:pt>
          <cx:pt idx="8766">12.75</cx:pt>
          <cx:pt idx="8767">0.41999999999999998</cx:pt>
          <cx:pt idx="8768">2.5499999999999998</cx:pt>
          <cx:pt idx="8769">1.45</cx:pt>
          <cx:pt idx="8770">2.9500000000000002</cx:pt>
          <cx:pt idx="8771">8.5</cx:pt>
          <cx:pt idx="8772">1.25</cx:pt>
          <cx:pt idx="8773">8.5</cx:pt>
          <cx:pt idx="8774">12.75</cx:pt>
          <cx:pt idx="8775">2.9500000000000002</cx:pt>
          <cx:pt idx="8776">6.75</cx:pt>
          <cx:pt idx="8777">6.75</cx:pt>
          <cx:pt idx="8778">9.9499999999999993</cx:pt>
          <cx:pt idx="8779">4.9500000000000002</cx:pt>
          <cx:pt idx="8780">6.3499999999999996</cx:pt>
          <cx:pt idx="8781">1.95</cx:pt>
          <cx:pt idx="8782">2.9500000000000002</cx:pt>
          <cx:pt idx="8783">2.9500000000000002</cx:pt>
          <cx:pt idx="8784">2.5499999999999998</cx:pt>
          <cx:pt idx="8785">14.949999999999999</cx:pt>
          <cx:pt idx="8786">2.9500000000000002</cx:pt>
          <cx:pt idx="8787">2.5499999999999998</cx:pt>
          <cx:pt idx="8788">1.6499999999999999</cx:pt>
          <cx:pt idx="8789">0.65000000000000002</cx:pt>
          <cx:pt idx="8790">6.75</cx:pt>
          <cx:pt idx="8791">1.6499999999999999</cx:pt>
          <cx:pt idx="8792">0.84999999999999998</cx:pt>
          <cx:pt idx="8793">2.5499999999999998</cx:pt>
          <cx:pt idx="8794">3.25</cx:pt>
          <cx:pt idx="8795">2.1000000000000001</cx:pt>
          <cx:pt idx="8796">2.9500000000000002</cx:pt>
          <cx:pt idx="8797">7.9500000000000002</cx:pt>
          <cx:pt idx="8798">1.6499999999999999</cx:pt>
          <cx:pt idx="8799">2.9500000000000002</cx:pt>
          <cx:pt idx="8800">0.41999999999999998</cx:pt>
          <cx:pt idx="8801">2.9500000000000002</cx:pt>
          <cx:pt idx="8802">2.9500000000000002</cx:pt>
          <cx:pt idx="8803">0.41999999999999998</cx:pt>
          <cx:pt idx="8804">1.25</cx:pt>
          <cx:pt idx="8805">1.95</cx:pt>
          <cx:pt idx="8806">2.1000000000000001</cx:pt>
          <cx:pt idx="8807">7.9500000000000002</cx:pt>
          <cx:pt idx="8808">3.75</cx:pt>
          <cx:pt idx="8809">2.1000000000000001</cx:pt>
          <cx:pt idx="8810">2.5499999999999998</cx:pt>
          <cx:pt idx="8811">1.25</cx:pt>
          <cx:pt idx="8812">0.41999999999999998</cx:pt>
          <cx:pt idx="8813">12.75</cx:pt>
          <cx:pt idx="8814">2.5499999999999998</cx:pt>
          <cx:pt idx="8815">0.84999999999999998</cx:pt>
          <cx:pt idx="8816">0.65000000000000002</cx:pt>
          <cx:pt idx="8817">2.9500000000000002</cx:pt>
          <cx:pt idx="8818">2.1000000000000001</cx:pt>
          <cx:pt idx="8819">2.1000000000000001</cx:pt>
          <cx:pt idx="8820">0.41999999999999998</cx:pt>
          <cx:pt idx="8821">2.9500000000000002</cx:pt>
          <cx:pt idx="8822">2.9500000000000002</cx:pt>
          <cx:pt idx="8823">7.9500000000000002</cx:pt>
          <cx:pt idx="8824">4.9500000000000002</cx:pt>
          <cx:pt idx="8825">1.25</cx:pt>
          <cx:pt idx="8826">2.5499999999999998</cx:pt>
          <cx:pt idx="8827">2.9500000000000002</cx:pt>
          <cx:pt idx="8828">1.25</cx:pt>
          <cx:pt idx="8829">8.5</cx:pt>
          <cx:pt idx="8830">0.55000000000000004</cx:pt>
          <cx:pt idx="8831">1.45</cx:pt>
          <cx:pt idx="8832">4.9500000000000002</cx:pt>
          <cx:pt idx="8833">3.75</cx:pt>
          <cx:pt idx="8834">0.84999999999999998</cx:pt>
          <cx:pt idx="8835">7.9500000000000002</cx:pt>
          <cx:pt idx="8836">7.9500000000000002</cx:pt>
          <cx:pt idx="8837">4.9500000000000002</cx:pt>
          <cx:pt idx="8838">0.84999999999999998</cx:pt>
          <cx:pt idx="8839">7.9500000000000002</cx:pt>
          <cx:pt idx="8840">2.1000000000000001</cx:pt>
          <cx:pt idx="8841">12.75</cx:pt>
          <cx:pt idx="8842">1.95</cx:pt>
          <cx:pt idx="8843">8.5</cx:pt>
          <cx:pt idx="8844">12.75</cx:pt>
          <cx:pt idx="8845">1.95</cx:pt>
          <cx:pt idx="8846">6.3499999999999996</cx:pt>
          <cx:pt idx="8847">8.5</cx:pt>
          <cx:pt idx="8848">1.25</cx:pt>
          <cx:pt idx="8849">0.41999999999999998</cx:pt>
          <cx:pt idx="8850">4.6500000000000004</cx:pt>
          <cx:pt idx="8851">2.9500000000000002</cx:pt>
          <cx:pt idx="8852">4.1500000000000004</cx:pt>
          <cx:pt idx="8853">1.25</cx:pt>
          <cx:pt idx="8854">1.6499999999999999</cx:pt>
          <cx:pt idx="8855">1.6499999999999999</cx:pt>
          <cx:pt idx="8856">1.0600000000000001</cx:pt>
          <cx:pt idx="8857">2.5499999999999998</cx:pt>
          <cx:pt idx="8858">0.41999999999999998</cx:pt>
          <cx:pt idx="8859">2.5499999999999998</cx:pt>
          <cx:pt idx="8860">4.9500000000000002</cx:pt>
          <cx:pt idx="8861">0.84999999999999998</cx:pt>
          <cx:pt idx="8862">2.5499999999999998</cx:pt>
          <cx:pt idx="8863">2.9500000000000002</cx:pt>
          <cx:pt idx="8864">0.55000000000000004</cx:pt>
          <cx:pt idx="8865">1.6499999999999999</cx:pt>
          <cx:pt idx="8866">2.5499999999999998</cx:pt>
          <cx:pt idx="8867">2.9500000000000002</cx:pt>
          <cx:pt idx="8868">7.9500000000000002</cx:pt>
          <cx:pt idx="8869">0.82999999999999996</cx:pt>
          <cx:pt idx="8870">15.789999999999999</cx:pt>
          <cx:pt idx="8871">4.1299999999999999</cx:pt>
          <cx:pt idx="8872">2.46</cx:pt>
          <cx:pt idx="8873">8.2899999999999991</cx:pt>
          <cx:pt idx="8874">0.82999999999999996</cx:pt>
          <cx:pt idx="8875">2.46</cx:pt>
          <cx:pt idx="8876">5.79</cx:pt>
          <cx:pt idx="8877">5.79</cx:pt>
          <cx:pt idx="8878">0.82999999999999996</cx:pt>
          <cx:pt idx="8879">1.6299999999999999</cx:pt>
          <cx:pt idx="8880">4.1299999999999999</cx:pt>
          <cx:pt idx="8881">1.6299999999999999</cx:pt>
          <cx:pt idx="8882">1.49</cx:pt>
          <cx:pt idx="8883">2.9500000000000002</cx:pt>
          <cx:pt idx="8884">1.49</cx:pt>
          <cx:pt idx="8885">6.3499999999999996</cx:pt>
          <cx:pt idx="8886">0.55000000000000004</cx:pt>
          <cx:pt idx="8887">1.45</cx:pt>
          <cx:pt idx="8888">0.84999999999999998</cx:pt>
          <cx:pt idx="8889">2.9500000000000002</cx:pt>
          <cx:pt idx="8890">2.5499999999999998</cx:pt>
          <cx:pt idx="8891">2.9500000000000002</cx:pt>
          <cx:pt idx="8892">2.5499999999999998</cx:pt>
          <cx:pt idx="8893">2.9500000000000002</cx:pt>
          <cx:pt idx="8894">9.9499999999999993</cx:pt>
          <cx:pt idx="8895">1.95</cx:pt>
          <cx:pt idx="8896">1.6499999999999999</cx:pt>
          <cx:pt idx="8897">1.25</cx:pt>
          <cx:pt idx="8898">6.3499999999999996</cx:pt>
          <cx:pt idx="8899">2.5499999999999998</cx:pt>
          <cx:pt idx="8900">8.5</cx:pt>
          <cx:pt idx="8901">1.95</cx:pt>
          <cx:pt idx="8902">1.25</cx:pt>
          <cx:pt idx="8903">6.9500000000000002</cx:pt>
          <cx:pt idx="8904">1.25</cx:pt>
          <cx:pt idx="8905">0.84999999999999998</cx:pt>
          <cx:pt idx="8906">2.9500000000000002</cx:pt>
          <cx:pt idx="8907">2.9500000000000002</cx:pt>
          <cx:pt idx="8908">1.25</cx:pt>
          <cx:pt idx="8909">0.55000000000000004</cx:pt>
          <cx:pt idx="8910">1.6499999999999999</cx:pt>
          <cx:pt idx="8911">4.1500000000000004</cx:pt>
          <cx:pt idx="8912">1.6499999999999999</cx:pt>
          <cx:pt idx="8913">0.41999999999999998</cx:pt>
          <cx:pt idx="8914">2.9500000000000002</cx:pt>
          <cx:pt idx="8915">7.9500000000000002</cx:pt>
          <cx:pt idx="8916">1.25</cx:pt>
          <cx:pt idx="8917">4.9500000000000002</cx:pt>
          <cx:pt idx="8918">4.1500000000000004</cx:pt>
          <cx:pt idx="8919">6.3499999999999996</cx:pt>
          <cx:pt idx="8920">0.55000000000000004</cx:pt>
          <cx:pt idx="8921">2.1000000000000001</cx:pt>
          <cx:pt idx="8922">1.6899999999999999</cx:pt>
          <cx:pt idx="8923">7.9500000000000002</cx:pt>
          <cx:pt idx="8924">7.9500000000000002</cx:pt>
          <cx:pt idx="8925">4.9500000000000002</cx:pt>
          <cx:pt idx="8926">7.9500000000000002</cx:pt>
          <cx:pt idx="8927">2.5499999999999998</cx:pt>
          <cx:pt idx="8928">6.3499999999999996</cx:pt>
          <cx:pt idx="8929">2.9500000000000002</cx:pt>
          <cx:pt idx="8930">7.9500000000000002</cx:pt>
          <cx:pt idx="8931">0.41999999999999998</cx:pt>
          <cx:pt idx="8932">1.95</cx:pt>
          <cx:pt idx="8933">0.41999999999999998</cx:pt>
          <cx:pt idx="8934">1.25</cx:pt>
          <cx:pt idx="8935">4.9500000000000002</cx:pt>
          <cx:pt idx="8936">2.9500000000000002</cx:pt>
          <cx:pt idx="8937">1.25</cx:pt>
          <cx:pt idx="8938">2.9500000000000002</cx:pt>
          <cx:pt idx="8939">2.0800000000000001</cx:pt>
          <cx:pt idx="8940">2.9500000000000002</cx:pt>
          <cx:pt idx="8941">2.5499999999999998</cx:pt>
          <cx:pt idx="8942">1.6499999999999999</cx:pt>
          <cx:pt idx="8943">0.84999999999999998</cx:pt>
          <cx:pt idx="8944">2.1000000000000001</cx:pt>
          <cx:pt idx="8945">2.9500000000000002</cx:pt>
          <cx:pt idx="8946">2.9500000000000002</cx:pt>
          <cx:pt idx="8947">1.25</cx:pt>
          <cx:pt idx="8948">0.84999999999999998</cx:pt>
          <cx:pt idx="8949">1.6499999999999999</cx:pt>
          <cx:pt idx="8950">0.65000000000000002</cx:pt>
          <cx:pt idx="8951">9.9499999999999993</cx:pt>
          <cx:pt idx="8952">0.41999999999999998</cx:pt>
          <cx:pt idx="8953">1.45</cx:pt>
          <cx:pt idx="8954">2.9500000000000002</cx:pt>
          <cx:pt idx="8955">3.75</cx:pt>
          <cx:pt idx="8956">4.1500000000000004</cx:pt>
          <cx:pt idx="8957">0.55000000000000004</cx:pt>
          <cx:pt idx="8958">2.9500000000000002</cx:pt>
          <cx:pt idx="8959">1.6499999999999999</cx:pt>
          <cx:pt idx="8960">1.6499999999999999</cx:pt>
          <cx:pt idx="8961">4.1299999999999999</cx:pt>
          <cx:pt idx="8962">14.130000000000001</cx:pt>
          <cx:pt idx="8963">4.96</cx:pt>
          <cx:pt idx="8964">4.1299999999999999</cx:pt>
          <cx:pt idx="8965">4.96</cx:pt>
          <cx:pt idx="8966">16.629999999999999</cx:pt>
          <cx:pt idx="8967">1.25</cx:pt>
          <cx:pt idx="8968">4.96</cx:pt>
          <cx:pt idx="8969">6.6299999999999999</cx:pt>
          <cx:pt idx="8970">12.460000000000001</cx:pt>
          <cx:pt idx="8971">2.46</cx:pt>
          <cx:pt idx="8972">6.6299999999999999</cx:pt>
          <cx:pt idx="8973">1.6299999999999999</cx:pt>
          <cx:pt idx="8974">3.29</cx:pt>
          <cx:pt idx="8975">6.6299999999999999</cx:pt>
          <cx:pt idx="8976">1.25</cx:pt>
          <cx:pt idx="8977">4.1299999999999999</cx:pt>
          <cx:pt idx="8978">2.46</cx:pt>
          <cx:pt idx="8979">2.46</cx:pt>
          <cx:pt idx="8980">1.95</cx:pt>
          <cx:pt idx="8981">2.1000000000000001</cx:pt>
          <cx:pt idx="8982">1.6899999999999999</cx:pt>
          <cx:pt idx="8983">1.45</cx:pt>
          <cx:pt idx="8984">2.9500000000000002</cx:pt>
          <cx:pt idx="8985">2.5499999999999998</cx:pt>
          <cx:pt idx="8986">4.9500000000000002</cx:pt>
          <cx:pt idx="8987">2.1000000000000001</cx:pt>
          <cx:pt idx="8988">2.9500000000000002</cx:pt>
          <cx:pt idx="8989">1.6499999999999999</cx:pt>
          <cx:pt idx="8990">12.75</cx:pt>
          <cx:pt idx="8991">2.9500000000000002</cx:pt>
          <cx:pt idx="8992">8.5</cx:pt>
          <cx:pt idx="8993">0.55000000000000004</cx:pt>
          <cx:pt idx="8994">1.6499999999999999</cx:pt>
          <cx:pt idx="8995">7.9500000000000002</cx:pt>
          <cx:pt idx="8996">7.9500000000000002</cx:pt>
          <cx:pt idx="8997">7.9500000000000002</cx:pt>
          <cx:pt idx="8998">7.9500000000000002</cx:pt>
          <cx:pt idx="8999">1.45</cx:pt>
          <cx:pt idx="9000">2.5499999999999998</cx:pt>
          <cx:pt idx="9001">6.9500000000000002</cx:pt>
          <cx:pt idx="9002">12.75</cx:pt>
          <cx:pt idx="9003">6.9500000000000002</cx:pt>
          <cx:pt idx="9004">2.9500000000000002</cx:pt>
          <cx:pt idx="9005">8.5</cx:pt>
          <cx:pt idx="9006">8.5</cx:pt>
          <cx:pt idx="9007">3.75</cx:pt>
          <cx:pt idx="9008">6.9500000000000002</cx:pt>
          <cx:pt idx="9009">6.9500000000000002</cx:pt>
          <cx:pt idx="9010">1.45</cx:pt>
          <cx:pt idx="9011">1.45</cx:pt>
          <cx:pt idx="9012">4.6500000000000004</cx:pt>
          <cx:pt idx="9013">1.45</cx:pt>
          <cx:pt idx="9014">1.95</cx:pt>
          <cx:pt idx="9015">1.6499999999999999</cx:pt>
          <cx:pt idx="9016">0.65000000000000002</cx:pt>
          <cx:pt idx="9017">1.95</cx:pt>
          <cx:pt idx="9018">2.9500000000000002</cx:pt>
          <cx:pt idx="9019">2.5499999999999998</cx:pt>
          <cx:pt idx="9020">12.75</cx:pt>
          <cx:pt idx="9021">2.0800000000000001</cx:pt>
          <cx:pt idx="9022">2.9500000000000002</cx:pt>
          <cx:pt idx="9023">2.1000000000000001</cx:pt>
          <cx:pt idx="9024">4.9500000000000002</cx:pt>
          <cx:pt idx="9025">2.9500000000000002</cx:pt>
          <cx:pt idx="9026">2.9500000000000002</cx:pt>
          <cx:pt idx="9027">1.6499999999999999</cx:pt>
          <cx:pt idx="9028">2.9500000000000002</cx:pt>
          <cx:pt idx="9029">1.25</cx:pt>
          <cx:pt idx="9030">0.71999999999999997</cx:pt>
          <cx:pt idx="9031">2.9500000000000002</cx:pt>
          <cx:pt idx="9032">2.1000000000000001</cx:pt>
          <cx:pt idx="9033">7.9500000000000002</cx:pt>
          <cx:pt idx="9034">2.9500000000000002</cx:pt>
          <cx:pt idx="9035">2.9500000000000002</cx:pt>
          <cx:pt idx="9036">2.9500000000000002</cx:pt>
          <cx:pt idx="9037">2.1000000000000001</cx:pt>
          <cx:pt idx="9038">0.41999999999999998</cx:pt>
          <cx:pt idx="9039">0.41999999999999998</cx:pt>
          <cx:pt idx="9040">4.9500000000000002</cx:pt>
          <cx:pt idx="9041">2.9500000000000002</cx:pt>
          <cx:pt idx="9042">2.1000000000000001</cx:pt>
          <cx:pt idx="9043">1.6499999999999999</cx:pt>
          <cx:pt idx="9044">0.41999999999999998</cx:pt>
          <cx:pt idx="9045">1.25</cx:pt>
          <cx:pt idx="9046">2.1000000000000001</cx:pt>
          <cx:pt idx="9047">2.9500000000000002</cx:pt>
          <cx:pt idx="9048">6.9500000000000002</cx:pt>
          <cx:pt idx="9049">6.9500000000000002</cx:pt>
          <cx:pt idx="9050">2.0800000000000001</cx:pt>
          <cx:pt idx="9051">8.5</cx:pt>
          <cx:pt idx="9052">12.75</cx:pt>
          <cx:pt idx="9053">7.6500000000000004</cx:pt>
          <cx:pt idx="9054">2.1000000000000001</cx:pt>
          <cx:pt idx="9055">2.5499999999999998</cx:pt>
          <cx:pt idx="9056">8.5</cx:pt>
          <cx:pt idx="9057">0.84999999999999998</cx:pt>
          <cx:pt idx="9058">1.25</cx:pt>
          <cx:pt idx="9059">2.0800000000000001</cx:pt>
          <cx:pt idx="9060">1.95</cx:pt>
          <cx:pt idx="9061">2.9500000000000002</cx:pt>
          <cx:pt idx="9062">2.1000000000000001</cx:pt>
          <cx:pt idx="9063">0.84999999999999998</cx:pt>
          <cx:pt idx="9064">1.49</cx:pt>
          <cx:pt idx="9065">9.9499999999999993</cx:pt>
          <cx:pt idx="9066">2.1000000000000001</cx:pt>
          <cx:pt idx="9067">2.5499999999999998</cx:pt>
          <cx:pt idx="9068">2.5499999999999998</cx:pt>
          <cx:pt idx="9069">4.6500000000000004</cx:pt>
          <cx:pt idx="9070">2.1000000000000001</cx:pt>
          <cx:pt idx="9071">12.75</cx:pt>
          <cx:pt idx="9072">7.9500000000000002</cx:pt>
          <cx:pt idx="9073">0.41999999999999998</cx:pt>
          <cx:pt idx="9074">7.9500000000000002</cx:pt>
          <cx:pt idx="9075">3.75</cx:pt>
          <cx:pt idx="9076">2.5499999999999998</cx:pt>
          <cx:pt idx="9077">0.84999999999999998</cx:pt>
          <cx:pt idx="9078">2.46</cx:pt>
          <cx:pt idx="9079">2.46</cx:pt>
          <cx:pt idx="9080">4.1299999999999999</cx:pt>
          <cx:pt idx="9081">0.82999999999999996</cx:pt>
          <cx:pt idx="9082">16.629999999999999</cx:pt>
          <cx:pt idx="9083">5.79</cx:pt>
          <cx:pt idx="9084">0.41999999999999998</cx:pt>
          <cx:pt idx="9085">3.29</cx:pt>
          <cx:pt idx="9086">16.629999999999999</cx:pt>
          <cx:pt idx="9087">2.46</cx:pt>
          <cx:pt idx="9088">4.96</cx:pt>
          <cx:pt idx="9089">0.82999999999999996</cx:pt>
          <cx:pt idx="9090">4.96</cx:pt>
          <cx:pt idx="9091">0.84999999999999998</cx:pt>
          <cx:pt idx="9092">0.84999999999999998</cx:pt>
          <cx:pt idx="9093">2.1000000000000001</cx:pt>
          <cx:pt idx="9094">1.45</cx:pt>
          <cx:pt idx="9095">4.9500000000000002</cx:pt>
          <cx:pt idx="9096">1.49</cx:pt>
          <cx:pt idx="9097">2.5499999999999998</cx:pt>
          <cx:pt idx="9098">1.25</cx:pt>
          <cx:pt idx="9099">3.75</cx:pt>
          <cx:pt idx="9100">1.6499999999999999</cx:pt>
          <cx:pt idx="9101">2.1000000000000001</cx:pt>
          <cx:pt idx="9102">1.95</cx:pt>
          <cx:pt idx="9103">1.25</cx:pt>
          <cx:pt idx="9104">7.9500000000000002</cx:pt>
          <cx:pt idx="9105">12.75</cx:pt>
          <cx:pt idx="9106">8.5</cx:pt>
          <cx:pt idx="9107">8.5</cx:pt>
          <cx:pt idx="9108">1.95</cx:pt>
          <cx:pt idx="9109">1.25</cx:pt>
          <cx:pt idx="9110">0.55000000000000004</cx:pt>
          <cx:pt idx="9111">7.9500000000000002</cx:pt>
          <cx:pt idx="9112">1.6499999999999999</cx:pt>
          <cx:pt idx="9113">1.6499999999999999</cx:pt>
          <cx:pt idx="9114">1.6499999999999999</cx:pt>
          <cx:pt idx="9115">2.1000000000000001</cx:pt>
          <cx:pt idx="9116">0.84999999999999998</cx:pt>
          <cx:pt idx="9117">2.5499999999999998</cx:pt>
          <cx:pt idx="9118">2.5499999999999998</cx:pt>
          <cx:pt idx="9119">1.25</cx:pt>
          <cx:pt idx="9120">2.1000000000000001</cx:pt>
          <cx:pt idx="9121">7.9500000000000002</cx:pt>
          <cx:pt idx="9122">1.49</cx:pt>
          <cx:pt idx="9123">7.9500000000000002</cx:pt>
          <cx:pt idx="9124">1.25</cx:pt>
          <cx:pt idx="9125">14.949999999999999</cx:pt>
          <cx:pt idx="9126">1.25</cx:pt>
          <cx:pt idx="9127">7.9500000000000002</cx:pt>
          <cx:pt idx="9128">0.65000000000000002</cx:pt>
          <cx:pt idx="9129">12.75</cx:pt>
          <cx:pt idx="9130">0.84999999999999998</cx:pt>
          <cx:pt idx="9131">1.45</cx:pt>
          <cx:pt idx="9132">2.9500000000000002</cx:pt>
          <cx:pt idx="9133">3.75</cx:pt>
          <cx:pt idx="9134">8.5</cx:pt>
          <cx:pt idx="9135">12.75</cx:pt>
          <cx:pt idx="9136">1.25</cx:pt>
          <cx:pt idx="9137">0.65000000000000002</cx:pt>
          <cx:pt idx="9138">0.55000000000000004</cx:pt>
          <cx:pt idx="9139">0.65000000000000002</cx:pt>
          <cx:pt idx="9140">1.6499999999999999</cx:pt>
          <cx:pt idx="9141">2.1000000000000001</cx:pt>
          <cx:pt idx="9142">2.1000000000000001</cx:pt>
          <cx:pt idx="9143">0.41999999999999998</cx:pt>
          <cx:pt idx="9144">4.6500000000000004</cx:pt>
          <cx:pt idx="9145">1.6499999999999999</cx:pt>
          <cx:pt idx="9146">0.84999999999999998</cx:pt>
          <cx:pt idx="9147">7.9500000000000002</cx:pt>
          <cx:pt idx="9148">7.9500000000000002</cx:pt>
          <cx:pt idx="9149">1.45</cx:pt>
          <cx:pt idx="9150">1.45</cx:pt>
          <cx:pt idx="9151">7.9500000000000002</cx:pt>
          <cx:pt idx="9152">7.9500000000000002</cx:pt>
          <cx:pt idx="9153">2.5499999999999998</cx:pt>
          <cx:pt idx="9154">4.9500000000000002</cx:pt>
          <cx:pt idx="9155">0.55000000000000004</cx:pt>
          <cx:pt idx="9156">0.84999999999999998</cx:pt>
          <cx:pt idx="9157">0.84999999999999998</cx:pt>
          <cx:pt idx="9158">7.6500000000000004</cx:pt>
          <cx:pt idx="9159">2.5499999999999998</cx:pt>
          <cx:pt idx="9160">2.1000000000000001</cx:pt>
          <cx:pt idx="9161">2.5499999999999998</cx:pt>
          <cx:pt idx="9162">12.75</cx:pt>
          <cx:pt idx="9163">12.75</cx:pt>
          <cx:pt idx="9164">2.1000000000000001</cx:pt>
          <cx:pt idx="9165">1.25</cx:pt>
          <cx:pt idx="9166">12.75</cx:pt>
          <cx:pt idx="9167">1.25</cx:pt>
          <cx:pt idx="9168">0.84999999999999998</cx:pt>
          <cx:pt idx="9169">4.1500000000000004</cx:pt>
          <cx:pt idx="9170">2.9500000000000002</cx:pt>
          <cx:pt idx="9171">0.84999999999999998</cx:pt>
          <cx:pt idx="9172">7.9500000000000002</cx:pt>
          <cx:pt idx="9173">12.75</cx:pt>
          <cx:pt idx="9174">1.45</cx:pt>
          <cx:pt idx="9175">1.45</cx:pt>
          <cx:pt idx="9176">2.9500000000000002</cx:pt>
          <cx:pt idx="9177">1.49</cx:pt>
          <cx:pt idx="9178">7.9500000000000002</cx:pt>
          <cx:pt idx="9179">7.9500000000000002</cx:pt>
          <cx:pt idx="9180">2.5499999999999998</cx:pt>
          <cx:pt idx="9181">4.9500000000000002</cx:pt>
          <cx:pt idx="9182">2.9500000000000002</cx:pt>
          <cx:pt idx="9183">0.28999999999999998</cx:pt>
          <cx:pt idx="9184">2.9500000000000002</cx:pt>
          <cx:pt idx="9185">7.9500000000000002</cx:pt>
          <cx:pt idx="9186">1.25</cx:pt>
          <cx:pt idx="9187">1.25</cx:pt>
          <cx:pt idx="9188">2.9500000000000002</cx:pt>
          <cx:pt idx="9189">2.1000000000000001</cx:pt>
          <cx:pt idx="9190">1.45</cx:pt>
          <cx:pt idx="9191">1.6499999999999999</cx:pt>
          <cx:pt idx="9192">1.95</cx:pt>
          <cx:pt idx="9193">1.95</cx:pt>
          <cx:pt idx="9194">1.6499999999999999</cx:pt>
          <cx:pt idx="9195">1.6499999999999999</cx:pt>
          <cx:pt idx="9196">1.45</cx:pt>
          <cx:pt idx="9197">1.45</cx:pt>
          <cx:pt idx="9198">2.9500000000000002</cx:pt>
          <cx:pt idx="9199">1.25</cx:pt>
          <cx:pt idx="9200">3.29</cx:pt>
          <cx:pt idx="9201">2.9199999999999999</cx:pt>
          <cx:pt idx="9202">4.1299999999999999</cx:pt>
          <cx:pt idx="9203">1.6299999999999999</cx:pt>
          <cx:pt idx="9204">2.46</cx:pt>
          <cx:pt idx="9205">14.960000000000001</cx:pt>
          <cx:pt idx="9206">0.82999999999999996</cx:pt>
          <cx:pt idx="9207">4.1299999999999999</cx:pt>
          <cx:pt idx="9208">1.25</cx:pt>
          <cx:pt idx="9209">24.960000000000001</cx:pt>
          <cx:pt idx="9210">8.5</cx:pt>
          <cx:pt idx="9211">4.1299999999999999</cx:pt>
          <cx:pt idx="9212">5.79</cx:pt>
          <cx:pt idx="9213">7.46</cx:pt>
          <cx:pt idx="9214">1.0600000000000001</cx:pt>
          <cx:pt idx="9215">5.79</cx:pt>
          <cx:pt idx="9216">15.789999999999999</cx:pt>
          <cx:pt idx="9217">1.25</cx:pt>
          <cx:pt idx="9218">0.82999999999999996</cx:pt>
          <cx:pt idx="9219">16.629999999999999</cx:pt>
          <cx:pt idx="9220">7.46</cx:pt>
          <cx:pt idx="9221">0.82999999999999996</cx:pt>
          <cx:pt idx="9222">9.9600000000000009</cx:pt>
          <cx:pt idx="9223">1.6299999999999999</cx:pt>
          <cx:pt idx="9224">1.25</cx:pt>
          <cx:pt idx="9225">2.46</cx:pt>
          <cx:pt idx="9226">0.41999999999999998</cx:pt>
          <cx:pt idx="9227">2.46</cx:pt>
          <cx:pt idx="9228">5.79</cx:pt>
          <cx:pt idx="9229">1.25</cx:pt>
          <cx:pt idx="9230">1.25</cx:pt>
          <cx:pt idx="9231">4.1299999999999999</cx:pt>
          <cx:pt idx="9232">4.1299999999999999</cx:pt>
          <cx:pt idx="9233">1.6299999999999999</cx:pt>
          <cx:pt idx="9234">4.96</cx:pt>
          <cx:pt idx="9235">0.82999999999999996</cx:pt>
          <cx:pt idx="9236">1.45</cx:pt>
          <cx:pt idx="9237">8.5</cx:pt>
          <cx:pt idx="9238">7.9500000000000002</cx:pt>
          <cx:pt idx="9239">0.84999999999999998</cx:pt>
          <cx:pt idx="9240">1.45</cx:pt>
          <cx:pt idx="9241">8.5</cx:pt>
          <cx:pt idx="9242">6.75</cx:pt>
          <cx:pt idx="9243">0.84999999999999998</cx:pt>
          <cx:pt idx="9244">2.9500000000000002</cx:pt>
          <cx:pt idx="9245">7.9500000000000002</cx:pt>
          <cx:pt idx="9246">2.5499999999999998</cx:pt>
          <cx:pt idx="9247">1.25</cx:pt>
          <cx:pt idx="9248">0.65000000000000002</cx:pt>
          <cx:pt idx="9249">1.45</cx:pt>
          <cx:pt idx="9250">1.49</cx:pt>
          <cx:pt idx="9251">4.9500000000000002</cx:pt>
          <cx:pt idx="9252">0.41999999999999998</cx:pt>
          <cx:pt idx="9253">0.41999999999999998</cx:pt>
          <cx:pt idx="9254">4.1299999999999999</cx:pt>
          <cx:pt idx="9255">9.9499999999999993</cx:pt>
          <cx:pt idx="9256">0.41999999999999998</cx:pt>
          <cx:pt idx="9257">14.949999999999999</cx:pt>
          <cx:pt idx="9258">2.5499999999999998</cx:pt>
          <cx:pt idx="9259">0.41999999999999998</cx:pt>
          <cx:pt idx="9260">0.41999999999999998</cx:pt>
          <cx:pt idx="9261">8.5</cx:pt>
          <cx:pt idx="9262">1.45</cx:pt>
          <cx:pt idx="9263">1.25</cx:pt>
          <cx:pt idx="9264">2.1000000000000001</cx:pt>
          <cx:pt idx="9265">1.45</cx:pt>
          <cx:pt idx="9266">0.41999999999999998</cx:pt>
          <cx:pt idx="9267">2.9500000000000002</cx:pt>
          <cx:pt idx="9268">5.5499999999999998</cx:pt>
          <cx:pt idx="9269">0.84999999999999998</cx:pt>
          <cx:pt idx="9270">1.95</cx:pt>
          <cx:pt idx="9271">1.45</cx:pt>
          <cx:pt idx="9272">0.71999999999999997</cx:pt>
          <cx:pt idx="9273">7.9500000000000002</cx:pt>
          <cx:pt idx="9274">0.41999999999999998</cx:pt>
          <cx:pt idx="9275">0.84999999999999998</cx:pt>
          <cx:pt idx="9276">7.9500000000000002</cx:pt>
          <cx:pt idx="9277">8.5</cx:pt>
          <cx:pt idx="9278">0.65000000000000002</cx:pt>
          <cx:pt idx="9279">2.5499999999999998</cx:pt>
          <cx:pt idx="9280">0.41999999999999998</cx:pt>
          <cx:pt idx="9281">7.6500000000000004</cx:pt>
          <cx:pt idx="9282">3.75</cx:pt>
          <cx:pt idx="9283">7.9500000000000002</cx:pt>
          <cx:pt idx="9284">1.49</cx:pt>
          <cx:pt idx="9285">12.75</cx:pt>
          <cx:pt idx="9286">0.84999999999999998</cx:pt>
          <cx:pt idx="9287">2.9500000000000002</cx:pt>
          <cx:pt idx="9288">7.9500000000000002</cx:pt>
          <cx:pt idx="9289">7.9500000000000002</cx:pt>
          <cx:pt idx="9290">2.9500000000000002</cx:pt>
          <cx:pt idx="9291">0.65000000000000002</cx:pt>
          <cx:pt idx="9292">3.75</cx:pt>
          <cx:pt idx="9293">7.9500000000000002</cx:pt>
          <cx:pt idx="9294">14.949999999999999</cx:pt>
          <cx:pt idx="9295">12.75</cx:pt>
          <cx:pt idx="9296">8.5</cx:pt>
          <cx:pt idx="9297">6.9500000000000002</cx:pt>
          <cx:pt idx="9298">1.25</cx:pt>
          <cx:pt idx="9299">4.6500000000000004</cx:pt>
          <cx:pt idx="9300">2.1000000000000001</cx:pt>
          <cx:pt idx="9301">4.9500000000000002</cx:pt>
          <cx:pt idx="9302">6.9500000000000002</cx:pt>
          <cx:pt idx="9303">1.25</cx:pt>
          <cx:pt idx="9304">2.1000000000000001</cx:pt>
          <cx:pt idx="9305">2.5499999999999998</cx:pt>
          <cx:pt idx="9306">7.9500000000000002</cx:pt>
          <cx:pt idx="9307">7.46</cx:pt>
          <cx:pt idx="9308">4.1299999999999999</cx:pt>
          <cx:pt idx="9309">4.1299999999999999</cx:pt>
          <cx:pt idx="9310">4.1299999999999999</cx:pt>
          <cx:pt idx="9311">16.629999999999999</cx:pt>
          <cx:pt idx="9312">10.789999999999999</cx:pt>
          <cx:pt idx="9313">14.130000000000001</cx:pt>
          <cx:pt idx="9314">4.96</cx:pt>
          <cx:pt idx="9315">4.96</cx:pt>
          <cx:pt idx="9316">4.1299999999999999</cx:pt>
          <cx:pt idx="9317">2.1000000000000001</cx:pt>
          <cx:pt idx="9318">1.25</cx:pt>
          <cx:pt idx="9319">2.5499999999999998</cx:pt>
          <cx:pt idx="9320">1.95</cx:pt>
          <cx:pt idx="9321">1.95</cx:pt>
          <cx:pt idx="9322">1.8500000000000001</cx:pt>
          <cx:pt idx="9323">0.41999999999999998</cx:pt>
          <cx:pt idx="9324">14.949999999999999</cx:pt>
          <cx:pt idx="9325">0.41999999999999998</cx:pt>
          <cx:pt idx="9326">12.75</cx:pt>
          <cx:pt idx="9327">2.1000000000000001</cx:pt>
          <cx:pt idx="9328">7.9500000000000002</cx:pt>
          <cx:pt idx="9329">12.75</cx:pt>
          <cx:pt idx="9330">6.9500000000000002</cx:pt>
          <cx:pt idx="9331">2.1000000000000001</cx:pt>
          <cx:pt idx="9332">6.75</cx:pt>
          <cx:pt idx="9333">1.25</cx:pt>
          <cx:pt idx="9334">15.789999999999999</cx:pt>
          <cx:pt idx="9335">4.1299999999999999</cx:pt>
          <cx:pt idx="9336">1.6299999999999999</cx:pt>
          <cx:pt idx="9337">9.9600000000000009</cx:pt>
          <cx:pt idx="9338">0.82999999999999996</cx:pt>
          <cx:pt idx="9339">5.79</cx:pt>
          <cx:pt idx="9340">2.46</cx:pt>
          <cx:pt idx="9341">2.46</cx:pt>
          <cx:pt idx="9342">5.79</cx:pt>
          <cx:pt idx="9343">5.79</cx:pt>
          <cx:pt idx="9344">4.1299999999999999</cx:pt>
          <cx:pt idx="9345">0.82999999999999996</cx:pt>
          <cx:pt idx="9346">4.1299999999999999</cx:pt>
          <cx:pt idx="9347">3.29</cx:pt>
          <cx:pt idx="9348">1.45</cx:pt>
          <cx:pt idx="9349">0.41999999999999998</cx:pt>
          <cx:pt idx="9350">4.6500000000000004</cx:pt>
          <cx:pt idx="9351">2.1000000000000001</cx:pt>
          <cx:pt idx="9352">0.82999999999999996</cx:pt>
          <cx:pt idx="9353">3.75</cx:pt>
          <cx:pt idx="9354">8.5</cx:pt>
          <cx:pt idx="9355">1.6499999999999999</cx:pt>
          <cx:pt idx="9356">2.0800000000000001</cx:pt>
          <cx:pt idx="9357">0.84999999999999998</cx:pt>
          <cx:pt idx="9358">0.55000000000000004</cx:pt>
          <cx:pt idx="9359">3.75</cx:pt>
          <cx:pt idx="9360">7.9500000000000002</cx:pt>
          <cx:pt idx="9361">1.45</cx:pt>
          <cx:pt idx="9362">4.9500000000000002</cx:pt>
          <cx:pt idx="9363">1.49</cx:pt>
          <cx:pt idx="9364">7.9500000000000002</cx:pt>
          <cx:pt idx="9365">2.9500000000000002</cx:pt>
          <cx:pt idx="9366">0.41999999999999998</cx:pt>
          <cx:pt idx="9367">6.9500000000000002</cx:pt>
          <cx:pt idx="9368">14.949999999999999</cx:pt>
          <cx:pt idx="9369">2.1000000000000001</cx:pt>
          <cx:pt idx="9370">2.9500000000000002</cx:pt>
          <cx:pt idx="9371">1.49</cx:pt>
          <cx:pt idx="9372">2.5499999999999998</cx:pt>
          <cx:pt idx="9373">6.3499999999999996</cx:pt>
          <cx:pt idx="9374">2.9500000000000002</cx:pt>
          <cx:pt idx="9375">7.9500000000000002</cx:pt>
          <cx:pt idx="9376">7.9500000000000002</cx:pt>
          <cx:pt idx="9377">2.9500000000000002</cx:pt>
          <cx:pt idx="9378">7.9500000000000002</cx:pt>
          <cx:pt idx="9379">9.9499999999999993</cx:pt>
          <cx:pt idx="9380">2.9500000000000002</cx:pt>
          <cx:pt idx="9381">0.65000000000000002</cx:pt>
          <cx:pt idx="9382">2.5499999999999998</cx:pt>
          <cx:pt idx="9383">2.9500000000000002</cx:pt>
          <cx:pt idx="9384">2.1000000000000001</cx:pt>
          <cx:pt idx="9385">1.95</cx:pt>
          <cx:pt idx="9386">1.45</cx:pt>
          <cx:pt idx="9387">2.9500000000000002</cx:pt>
          <cx:pt idx="9388">8.5</cx:pt>
          <cx:pt idx="9389">1.45</cx:pt>
          <cx:pt idx="9390">0.82999999999999996</cx:pt>
          <cx:pt idx="9391">0.41999999999999998</cx:pt>
          <cx:pt idx="9392">0.55000000000000004</cx:pt>
          <cx:pt idx="9393">0.55000000000000004</cx:pt>
          <cx:pt idx="9394">2.0800000000000001</cx:pt>
          <cx:pt idx="9395">2.1000000000000001</cx:pt>
          <cx:pt idx="9396">7.9500000000000002</cx:pt>
          <cx:pt idx="9397">12.75</cx:pt>
          <cx:pt idx="9398">7.9500000000000002</cx:pt>
          <cx:pt idx="9399">1.6499999999999999</cx:pt>
          <cx:pt idx="9400">0.82999999999999996</cx:pt>
          <cx:pt idx="9401">2.5499999999999998</cx:pt>
          <cx:pt idx="9402">8.5</cx:pt>
          <cx:pt idx="9403">2.25</cx:pt>
          <cx:pt idx="9404">2.25</cx:pt>
          <cx:pt idx="9405">1.95</cx:pt>
          <cx:pt idx="9406">1.45</cx:pt>
          <cx:pt idx="9407">1.25</cx:pt>
          <cx:pt idx="9408">2.9500000000000002</cx:pt>
          <cx:pt idx="9409">2.9500000000000002</cx:pt>
          <cx:pt idx="9410">1.25</cx:pt>
          <cx:pt idx="9411">2.1000000000000001</cx:pt>
          <cx:pt idx="9412">0.34000000000000002</cx:pt>
          <cx:pt idx="9413">0.84999999999999998</cx:pt>
          <cx:pt idx="9414">0.84999999999999998</cx:pt>
          <cx:pt idx="9415">8.5</cx:pt>
          <cx:pt idx="9416">8.5</cx:pt>
          <cx:pt idx="9417">2.1000000000000001</cx:pt>
          <cx:pt idx="9418">0.82999999999999996</cx:pt>
          <cx:pt idx="9419">1.25</cx:pt>
          <cx:pt idx="9420">0.41999999999999998</cx:pt>
          <cx:pt idx="9421">12.75</cx:pt>
          <cx:pt idx="9422">7.6500000000000004</cx:pt>
          <cx:pt idx="9423">2.5499999999999998</cx:pt>
          <cx:pt idx="9424">12.75</cx:pt>
          <cx:pt idx="9425">2.9500000000000002</cx:pt>
          <cx:pt idx="9426">6.3499999999999996</cx:pt>
          <cx:pt idx="9427">2.9500000000000002</cx:pt>
          <cx:pt idx="9428">7.9500000000000002</cx:pt>
          <cx:pt idx="9429">0.41999999999999998</cx:pt>
          <cx:pt idx="9430">2.9500000000000002</cx:pt>
          <cx:pt idx="9431">0.55000000000000004</cx:pt>
          <cx:pt idx="9432">6.9500000000000002</cx:pt>
          <cx:pt idx="9433">2.1000000000000001</cx:pt>
          <cx:pt idx="9434">4.6500000000000004</cx:pt>
          <cx:pt idx="9435">1.6499999999999999</cx:pt>
          <cx:pt idx="9436">2.1000000000000001</cx:pt>
          <cx:pt idx="9437">7.6500000000000004</cx:pt>
          <cx:pt idx="9438">7.9500000000000002</cx:pt>
          <cx:pt idx="9439">0.82999999999999996</cx:pt>
          <cx:pt idx="9440">12.75</cx:pt>
          <cx:pt idx="9441">2.9500000000000002</cx:pt>
          <cx:pt idx="9442">2.5499999999999998</cx:pt>
          <cx:pt idx="9443">14.949999999999999</cx:pt>
          <cx:pt idx="9444">1.45</cx:pt>
          <cx:pt idx="9445">0.71999999999999997</cx:pt>
          <cx:pt idx="9446">2.9500000000000002</cx:pt>
          <cx:pt idx="9447">7.9500000000000002</cx:pt>
          <cx:pt idx="9448">1.95</cx:pt>
          <cx:pt idx="9449">1.49</cx:pt>
          <cx:pt idx="9450">8.5</cx:pt>
          <cx:pt idx="9451">1.25</cx:pt>
          <cx:pt idx="9452">0.55000000000000004</cx:pt>
          <cx:pt idx="9453">2.1000000000000001</cx:pt>
          <cx:pt idx="9454">7.9500000000000002</cx:pt>
          <cx:pt idx="9455">2.9500000000000002</cx:pt>
          <cx:pt idx="9456">1.25</cx:pt>
          <cx:pt idx="9457">4.9500000000000002</cx:pt>
          <cx:pt idx="9458">12.75</cx:pt>
          <cx:pt idx="9459">2.9500000000000002</cx:pt>
          <cx:pt idx="9460">0.84999999999999998</cx:pt>
          <cx:pt idx="9461">0.41999999999999998</cx:pt>
          <cx:pt idx="9462">1.95</cx:pt>
          <cx:pt idx="9463">2.5499999999999998</cx:pt>
          <cx:pt idx="9464">4.9500000000000002</cx:pt>
          <cx:pt idx="9465">2.9500000000000002</cx:pt>
          <cx:pt idx="9466">2.9500000000000002</cx:pt>
          <cx:pt idx="9467">1.25</cx:pt>
          <cx:pt idx="9468">1.6499999999999999</cx:pt>
          <cx:pt idx="9469">4.6500000000000004</cx:pt>
          <cx:pt idx="9470">1.95</cx:pt>
          <cx:pt idx="9471">0.55000000000000004</cx:pt>
          <cx:pt idx="9472">1.6499999999999999</cx:pt>
          <cx:pt idx="9473">4.1299999999999999</cx:pt>
          <cx:pt idx="9474">2.46</cx:pt>
          <cx:pt idx="9475">4.1299999999999999</cx:pt>
          <cx:pt idx="9476">4.96</cx:pt>
          <cx:pt idx="9477">3.29</cx:pt>
          <cx:pt idx="9478">16.629999999999999</cx:pt>
          <cx:pt idx="9479">1.6299999999999999</cx:pt>
          <cx:pt idx="9480">2.46</cx:pt>
          <cx:pt idx="9481">5.79</cx:pt>
          <cx:pt idx="9482">4.96</cx:pt>
          <cx:pt idx="9483">15.789999999999999</cx:pt>
          <cx:pt idx="9484">0.82999999999999996</cx:pt>
          <cx:pt idx="9485">4.1299999999999999</cx:pt>
          <cx:pt idx="9486">3.29</cx:pt>
          <cx:pt idx="9487">1.45</cx:pt>
          <cx:pt idx="9488">1.45</cx:pt>
          <cx:pt idx="9489">0.55000000000000004</cx:pt>
          <cx:pt idx="9490">2.9500000000000002</cx:pt>
          <cx:pt idx="9491">2.0800000000000001</cx:pt>
          <cx:pt idx="9492">2.9500000000000002</cx:pt>
          <cx:pt idx="9493">2.9500000000000002</cx:pt>
          <cx:pt idx="9494">12.75</cx:pt>
          <cx:pt idx="9495">2.5499999999999998</cx:pt>
          <cx:pt idx="9496">3.3900000000000001</cx:pt>
          <cx:pt idx="9497">0.35999999999999999</cx:pt>
          <cx:pt idx="9498">8.5</cx:pt>
          <cx:pt idx="9499">2.5499999999999998</cx:pt>
          <cx:pt idx="9500">0.71999999999999997</cx:pt>
          <cx:pt idx="9501">2.5499999999999998</cx:pt>
          <cx:pt idx="9502">1.45</cx:pt>
          <cx:pt idx="9503">1.0600000000000001</cx:pt>
          <cx:pt idx="9504">12.75</cx:pt>
          <cx:pt idx="9505">8.5</cx:pt>
          <cx:pt idx="9506">0.55000000000000004</cx:pt>
          <cx:pt idx="9507">7.9500000000000002</cx:pt>
          <cx:pt idx="9508">7.9500000000000002</cx:pt>
          <cx:pt idx="9509">6.9500000000000002</cx:pt>
          <cx:pt idx="9510">7.9500000000000002</cx:pt>
          <cx:pt idx="9511">1.6499999999999999</cx:pt>
          <cx:pt idx="9512">4.9500000000000002</cx:pt>
          <cx:pt idx="9513">8.5</cx:pt>
          <cx:pt idx="9514">1.45</cx:pt>
          <cx:pt idx="9515">2.1000000000000001</cx:pt>
          <cx:pt idx="9516">4.1500000000000004</cx:pt>
          <cx:pt idx="9517">4.9500000000000002</cx:pt>
          <cx:pt idx="9518">8.5</cx:pt>
          <cx:pt idx="9519">1.6499999999999999</cx:pt>
          <cx:pt idx="9520">7.9500000000000002</cx:pt>
          <cx:pt idx="9521">7.9500000000000002</cx:pt>
          <cx:pt idx="9522">7.9500000000000002</cx:pt>
          <cx:pt idx="9523">2.9500000000000002</cx:pt>
          <cx:pt idx="9524">1.6499999999999999</cx:pt>
          <cx:pt idx="9525">1.25</cx:pt>
          <cx:pt idx="9526">1.95</cx:pt>
          <cx:pt idx="9527">6.75</cx:pt>
          <cx:pt idx="9528">9.9499999999999993</cx:pt>
          <cx:pt idx="9529">1.45</cx:pt>
          <cx:pt idx="9530">4.9500000000000002</cx:pt>
          <cx:pt idx="9531">1.95</cx:pt>
          <cx:pt idx="9532">2.25</cx:pt>
          <cx:pt idx="9533">1.25</cx:pt>
          <cx:pt idx="9534">2.25</cx:pt>
          <cx:pt idx="9535">1.25</cx:pt>
          <cx:pt idx="9536">0.84999999999999998</cx:pt>
          <cx:pt idx="9537">0.28999999999999998</cx:pt>
          <cx:pt idx="9538">2.9500000000000002</cx:pt>
          <cx:pt idx="9539">1.6499999999999999</cx:pt>
          <cx:pt idx="9540">12.75</cx:pt>
          <cx:pt idx="9541">2.9500000000000002</cx:pt>
          <cx:pt idx="9542">1.25</cx:pt>
          <cx:pt idx="9543">0.41999999999999998</cx:pt>
          <cx:pt idx="9544">0.84999999999999998</cx:pt>
          <cx:pt idx="9545">0.35999999999999999</cx:pt>
          <cx:pt idx="9546">0.41999999999999998</cx:pt>
          <cx:pt idx="9547">2.1000000000000001</cx:pt>
          <cx:pt idx="9548">0.41999999999999998</cx:pt>
          <cx:pt idx="9549">0.82999999999999996</cx:pt>
          <cx:pt idx="9550">0.41999999999999998</cx:pt>
          <cx:pt idx="9551">1.6499999999999999</cx:pt>
          <cx:pt idx="9552">2.1000000000000001</cx:pt>
          <cx:pt idx="9553">1.95</cx:pt>
          <cx:pt idx="9554">2.9500000000000002</cx:pt>
          <cx:pt idx="9555">1.25</cx:pt>
          <cx:pt idx="9556">6.9500000000000002</cx:pt>
          <cx:pt idx="9557">1.25</cx:pt>
          <cx:pt idx="9558">0.55000000000000004</cx:pt>
          <cx:pt idx="9559">0.84999999999999998</cx:pt>
          <cx:pt idx="9560">4.1299999999999999</cx:pt>
          <cx:pt idx="9561">15.789999999999999</cx:pt>
          <cx:pt idx="9562">4.1299999999999999</cx:pt>
          <cx:pt idx="9563">2.9199999999999999</cx:pt>
          <cx:pt idx="9564">2.46</cx:pt>
          <cx:pt idx="9565">8.2899999999999991</cx:pt>
          <cx:pt idx="9566">0.82999999999999996</cx:pt>
          <cx:pt idx="9567">15.789999999999999</cx:pt>
          <cx:pt idx="9568">2.5</cx:pt>
          <cx:pt idx="9569">8.5</cx:pt>
          <cx:pt idx="9570">5.79</cx:pt>
          <cx:pt idx="9571">4.5800000000000001</cx:pt>
          <cx:pt idx="9572">9.1300000000000008</cx:pt>
          <cx:pt idx="9573">1.25</cx:pt>
          <cx:pt idx="9574">15.789999999999999</cx:pt>
          <cx:pt idx="9575">0.82999999999999996</cx:pt>
          <cx:pt idx="9576">2.1000000000000001</cx:pt>
          <cx:pt idx="9577">0.82999999999999996</cx:pt>
          <cx:pt idx="9578">2.1000000000000001</cx:pt>
          <cx:pt idx="9579">0.55000000000000004</cx:pt>
          <cx:pt idx="9580">2.5499999999999998</cx:pt>
          <cx:pt idx="9581">1.25</cx:pt>
          <cx:pt idx="9582">6.3499999999999996</cx:pt>
          <cx:pt idx="9583">1.45</cx:pt>
          <cx:pt idx="9584">1.95</cx:pt>
          <cx:pt idx="9585">0.84999999999999998</cx:pt>
          <cx:pt idx="9586">9.9499999999999993</cx:pt>
          <cx:pt idx="9587">2.5499999999999998</cx:pt>
          <cx:pt idx="9588">1.25</cx:pt>
          <cx:pt idx="9589">2.5499999999999998</cx:pt>
          <cx:pt idx="9590">0.41999999999999998</cx:pt>
          <cx:pt idx="9591">2.1000000000000001</cx:pt>
          <cx:pt idx="9592">1.25</cx:pt>
          <cx:pt idx="9593">1.25</cx:pt>
          <cx:pt idx="9594">1.25</cx:pt>
          <cx:pt idx="9595">0.28999999999999998</cx:pt>
          <cx:pt idx="9596">0.55000000000000004</cx:pt>
          <cx:pt idx="9597">2.5499999999999998</cx:pt>
          <cx:pt idx="9598">3.75</cx:pt>
          <cx:pt idx="9599">1.25</cx:pt>
          <cx:pt idx="9600">1.95</cx:pt>
          <cx:pt idx="9601">1.6499999999999999</cx:pt>
          <cx:pt idx="9602">1.6499999999999999</cx:pt>
          <cx:pt idx="9603">0.84999999999999998</cx:pt>
          <cx:pt idx="9604">7.9500000000000002</cx:pt>
          <cx:pt idx="9605">2.1000000000000001</cx:pt>
          <cx:pt idx="9606">1.25</cx:pt>
          <cx:pt idx="9607">2.1000000000000001</cx:pt>
          <cx:pt idx="9608">1.95</cx:pt>
          <cx:pt idx="9609">2.9500000000000002</cx:pt>
          <cx:pt idx="9610">2.9500000000000002</cx:pt>
          <cx:pt idx="9611">2.9500000000000002</cx:pt>
          <cx:pt idx="9612">1.25</cx:pt>
          <cx:pt idx="9613">1.45</cx:pt>
          <cx:pt idx="9614">1.25</cx:pt>
          <cx:pt idx="9615">0.65000000000000002</cx:pt>
          <cx:pt idx="9616">1.0600000000000001</cx:pt>
          <cx:pt idx="9617">1.6499999999999999</cx:pt>
          <cx:pt idx="9618">1.95</cx:pt>
          <cx:pt idx="9619">0.28999999999999998</cx:pt>
          <cx:pt idx="9620">7.9500000000000002</cx:pt>
          <cx:pt idx="9621">1.95</cx:pt>
          <cx:pt idx="9622">1.8500000000000001</cx:pt>
          <cx:pt idx="9623">1.95</cx:pt>
          <cx:pt idx="9624">0.84999999999999998</cx:pt>
          <cx:pt idx="9625">0.65000000000000002</cx:pt>
          <cx:pt idx="9626">8.25</cx:pt>
          <cx:pt idx="9627">1.25</cx:pt>
          <cx:pt idx="9628">0.28999999999999998</cx:pt>
          <cx:pt idx="9629">0.28999999999999998</cx:pt>
          <cx:pt idx="9630">7.9500000000000002</cx:pt>
          <cx:pt idx="9631">1.49</cx:pt>
          <cx:pt idx="9632">0.28999999999999998</cx:pt>
          <cx:pt idx="9633">1.6499999999999999</cx:pt>
          <cx:pt idx="9634">1.25</cx:pt>
          <cx:pt idx="9635">2.1000000000000001</cx:pt>
          <cx:pt idx="9636">1.45</cx:pt>
          <cx:pt idx="9637">0.65000000000000002</cx:pt>
          <cx:pt idx="9638">0.65000000000000002</cx:pt>
          <cx:pt idx="9639">2.25</cx:pt>
          <cx:pt idx="9640">0.28999999999999998</cx:pt>
          <cx:pt idx="9641">1.25</cx:pt>
          <cx:pt idx="9642">2.1000000000000001</cx:pt>
          <cx:pt idx="9643">1.25</cx:pt>
          <cx:pt idx="9644">0.41999999999999998</cx:pt>
          <cx:pt idx="9645">1.25</cx:pt>
          <cx:pt idx="9646">2.9500000000000002</cx:pt>
          <cx:pt idx="9647">2.9500000000000002</cx:pt>
          <cx:pt idx="9648">2.1000000000000001</cx:pt>
          <cx:pt idx="9649">2.25</cx:pt>
          <cx:pt idx="9650">2.25</cx:pt>
          <cx:pt idx="9651">7.9500000000000002</cx:pt>
          <cx:pt idx="9652">9.9499999999999993</cx:pt>
          <cx:pt idx="9653">2.46</cx:pt>
          <cx:pt idx="9654">15.789999999999999</cx:pt>
          <cx:pt idx="9655">4.1299999999999999</cx:pt>
          <cx:pt idx="9656">5.79</cx:pt>
          <cx:pt idx="9657">4.5800000000000001</cx:pt>
          <cx:pt idx="9658">16.629999999999999</cx:pt>
          <cx:pt idx="9659">1.25</cx:pt>
          <cx:pt idx="9660">4.1299999999999999</cx:pt>
          <cx:pt idx="9661">3.29</cx:pt>
          <cx:pt idx="9662">1.6299999999999999</cx:pt>
          <cx:pt idx="9663">4.1299999999999999</cx:pt>
          <cx:pt idx="9664">0.82999999999999996</cx:pt>
          <cx:pt idx="9665">12.75</cx:pt>
          <cx:pt idx="9666">4.6500000000000004</cx:pt>
          <cx:pt idx="9667">4.6500000000000004</cx:pt>
          <cx:pt idx="9668">8.5</cx:pt>
          <cx:pt idx="9669">7.6500000000000004</cx:pt>
          <cx:pt idx="9670">1.25</cx:pt>
          <cx:pt idx="9671">1.25</cx:pt>
          <cx:pt idx="9672">2.1000000000000001</cx:pt>
          <cx:pt idx="9673">8.5</cx:pt>
          <cx:pt idx="9674">2.9500000000000002</cx:pt>
          <cx:pt idx="9675">0.84999999999999998</cx:pt>
          <cx:pt idx="9676">0.84999999999999998</cx:pt>
          <cx:pt idx="9677">2.0800000000000001</cx:pt>
          <cx:pt idx="9678">0.84999999999999998</cx:pt>
          <cx:pt idx="9679">7.6500000000000004</cx:pt>
          <cx:pt idx="9680">2.25</cx:pt>
          <cx:pt idx="9681">2.25</cx:pt>
          <cx:pt idx="9682">2.1000000000000001</cx:pt>
          <cx:pt idx="9683">1.49</cx:pt>
          <cx:pt idx="9684">2.1000000000000001</cx:pt>
          <cx:pt idx="9685">3.75</cx:pt>
          <cx:pt idx="9686">8.5</cx:pt>
          <cx:pt idx="9687">0.55000000000000004</cx:pt>
          <cx:pt idx="9688">2.1000000000000001</cx:pt>
          <cx:pt idx="9689">0.84999999999999998</cx:pt>
          <cx:pt idx="9690">4.9500000000000002</cx:pt>
          <cx:pt idx="9691">6.9500000000000002</cx:pt>
          <cx:pt idx="9692">1.6499999999999999</cx:pt>
          <cx:pt idx="9693">0.84999999999999998</cx:pt>
          <cx:pt idx="9694">7.9500000000000002</cx:pt>
          <cx:pt idx="9695">7.9500000000000002</cx:pt>
          <cx:pt idx="9696">0.82999999999999996</cx:pt>
          <cx:pt idx="9697">12.75</cx:pt>
          <cx:pt idx="9698">1.25</cx:pt>
          <cx:pt idx="9699">0.55000000000000004</cx:pt>
          <cx:pt idx="9700">2.1000000000000001</cx:pt>
          <cx:pt idx="9701">0.84999999999999998</cx:pt>
          <cx:pt idx="9702">0.41999999999999998</cx:pt>
          <cx:pt idx="9703">8.5</cx:pt>
          <cx:pt idx="9704">7.9500000000000002</cx:pt>
          <cx:pt idx="9705">2.1000000000000001</cx:pt>
          <cx:pt idx="9706">2.1000000000000001</cx:pt>
          <cx:pt idx="9707">2.5499999999999998</cx:pt>
          <cx:pt idx="9708">12.75</cx:pt>
          <cx:pt idx="9709">12.75</cx:pt>
          <cx:pt idx="9710">2.0800000000000001</cx:pt>
          <cx:pt idx="9711">1.49</cx:pt>
          <cx:pt idx="9712">2.1000000000000001</cx:pt>
          <cx:pt idx="9713">2.9500000000000002</cx:pt>
          <cx:pt idx="9714">2.9500000000000002</cx:pt>
          <cx:pt idx="9715">0.65000000000000002</cx:pt>
          <cx:pt idx="9716">1.25</cx:pt>
          <cx:pt idx="9717">2.9500000000000002</cx:pt>
          <cx:pt idx="9718">0.65000000000000002</cx:pt>
          <cx:pt idx="9719">1.45</cx:pt>
          <cx:pt idx="9720">2.1000000000000001</cx:pt>
          <cx:pt idx="9721">2.0800000000000001</cx:pt>
          <cx:pt idx="9722">4.1500000000000004</cx:pt>
          <cx:pt idx="9723">2.9500000000000002</cx:pt>
          <cx:pt idx="9724">1.45</cx:pt>
          <cx:pt idx="9725">4.9500000000000002</cx:pt>
          <cx:pt idx="9726">0.65000000000000002</cx:pt>
          <cx:pt idx="9727">1.45</cx:pt>
          <cx:pt idx="9728">1.49</cx:pt>
          <cx:pt idx="9729">2.5499999999999998</cx:pt>
          <cx:pt idx="9730">2.9500000000000002</cx:pt>
          <cx:pt idx="9731">1.25</cx:pt>
          <cx:pt idx="9732">2.9500000000000002</cx:pt>
          <cx:pt idx="9733">1.25</cx:pt>
          <cx:pt idx="9734">2.9500000000000002</cx:pt>
          <cx:pt idx="9735">2.1000000000000001</cx:pt>
          <cx:pt idx="9736">2.0800000000000001</cx:pt>
          <cx:pt idx="9737">2.9500000000000002</cx:pt>
          <cx:pt idx="9738">6.9500000000000002</cx:pt>
          <cx:pt idx="9739">9.9499999999999993</cx:pt>
          <cx:pt idx="9740">8.5</cx:pt>
          <cx:pt idx="9741">0.65000000000000002</cx:pt>
          <cx:pt idx="9742">1.95</cx:pt>
          <cx:pt idx="9743">8.5</cx:pt>
          <cx:pt idx="9744">4.6500000000000004</cx:pt>
          <cx:pt idx="9745">0.55000000000000004</cx:pt>
          <cx:pt idx="9746">0.55000000000000004</cx:pt>
          <cx:pt idx="9747">6.75</cx:pt>
          <cx:pt idx="9748">6.75</cx:pt>
          <cx:pt idx="9749">6.75</cx:pt>
          <cx:pt idx="9750">6.75</cx:pt>
          <cx:pt idx="9751">2.9500000000000002</cx:pt>
          <cx:pt idx="9752">1.0600000000000001</cx:pt>
          <cx:pt idx="9753">6.75</cx:pt>
          <cx:pt idx="9754">6.75</cx:pt>
          <cx:pt idx="9755">1.6499999999999999</cx:pt>
          <cx:pt idx="9756">3.75</cx:pt>
          <cx:pt idx="9757">1.6499999999999999</cx:pt>
          <cx:pt idx="9758">8.5</cx:pt>
          <cx:pt idx="9759">2.5499999999999998</cx:pt>
          <cx:pt idx="9760">8.5</cx:pt>
          <cx:pt idx="9761">1.25</cx:pt>
          <cx:pt idx="9762">6.75</cx:pt>
          <cx:pt idx="9763">0.84999999999999998</cx:pt>
          <cx:pt idx="9764">2.5499999999999998</cx:pt>
          <cx:pt idx="9765">0.41999999999999998</cx:pt>
          <cx:pt idx="9766">2.5499999999999998</cx:pt>
          <cx:pt idx="9767">6.6299999999999999</cx:pt>
          <cx:pt idx="9768">12.460000000000001</cx:pt>
          <cx:pt idx="9769">2.46</cx:pt>
          <cx:pt idx="9770">3.29</cx:pt>
          <cx:pt idx="9771">6.6299999999999999</cx:pt>
          <cx:pt idx="9772">4.1299999999999999</cx:pt>
          <cx:pt idx="9773">5.79</cx:pt>
          <cx:pt idx="9774">16.629999999999999</cx:pt>
          <cx:pt idx="9775">8.2899999999999991</cx:pt>
          <cx:pt idx="9776">1.6299999999999999</cx:pt>
          <cx:pt idx="9777">4.1299999999999999</cx:pt>
          <cx:pt idx="9778">16.629999999999999</cx:pt>
          <cx:pt idx="9779">2.46</cx:pt>
          <cx:pt idx="9780">4.1299999999999999</cx:pt>
          <cx:pt idx="9781">24.960000000000001</cx:pt>
          <cx:pt idx="9782">4.1299999999999999</cx:pt>
          <cx:pt idx="9783">7.46</cx:pt>
          <cx:pt idx="9784">8.2899999999999991</cx:pt>
          <cx:pt idx="9785">3.29</cx:pt>
          <cx:pt idx="9786">6.6299999999999999</cx:pt>
          <cx:pt idx="9787">1.25</cx:pt>
          <cx:pt idx="9788">14.130000000000001</cx:pt>
          <cx:pt idx="9789">2.46</cx:pt>
          <cx:pt idx="9790">4.1299999999999999</cx:pt>
          <cx:pt idx="9791">14.130000000000001</cx:pt>
          <cx:pt idx="9792">4.96</cx:pt>
          <cx:pt idx="9793">7.46</cx:pt>
          <cx:pt idx="9794">4.1299999999999999</cx:pt>
          <cx:pt idx="9795">4.1299999999999999</cx:pt>
          <cx:pt idx="9796">16.629999999999999</cx:pt>
          <cx:pt idx="9797">24.960000000000001</cx:pt>
          <cx:pt idx="9798">14.130000000000001</cx:pt>
          <cx:pt idx="9799">14.130000000000001</cx:pt>
          <cx:pt idx="9800">9.9499999999999993</cx:pt>
          <cx:pt idx="9801">1.45</cx:pt>
          <cx:pt idx="9802">2.1000000000000001</cx:pt>
          <cx:pt idx="9803">2.9500000000000002</cx:pt>
          <cx:pt idx="9804">0.55000000000000004</cx:pt>
          <cx:pt idx="9805">2.9500000000000002</cx:pt>
          <cx:pt idx="9806">0.65000000000000002</cx:pt>
          <cx:pt idx="9807">2.0800000000000001</cx:pt>
          <cx:pt idx="9808">12.75</cx:pt>
          <cx:pt idx="9809">1.95</cx:pt>
          <cx:pt idx="9810">7.9500000000000002</cx:pt>
          <cx:pt idx="9811">0.82999999999999996</cx:pt>
          <cx:pt idx="9812">1.95</cx:pt>
          <cx:pt idx="9813">2.9500000000000002</cx:pt>
          <cx:pt idx="9814">7.6500000000000004</cx:pt>
          <cx:pt idx="9815">0.65000000000000002</cx:pt>
          <cx:pt idx="9816">1.25</cx:pt>
          <cx:pt idx="9817">0.82999999999999996</cx:pt>
          <cx:pt idx="9818">1.25</cx:pt>
          <cx:pt idx="9819">2.1000000000000001</cx:pt>
          <cx:pt idx="9820">1.25</cx:pt>
          <cx:pt idx="9821">2.25</cx:pt>
          <cx:pt idx="9822">0.28999999999999998</cx:pt>
          <cx:pt idx="9823">4.1500000000000004</cx:pt>
          <cx:pt idx="9824">2.1000000000000001</cx:pt>
          <cx:pt idx="9825">1.25</cx:pt>
          <cx:pt idx="9826">0.55000000000000004</cx:pt>
          <cx:pt idx="9827">2.0800000000000001</cx:pt>
          <cx:pt idx="9828">2.0800000000000001</cx:pt>
          <cx:pt idx="9829">1.25</cx:pt>
          <cx:pt idx="9830">2.1000000000000001</cx:pt>
          <cx:pt idx="9831">2.9500000000000002</cx:pt>
          <cx:pt idx="9832">3.75</cx:pt>
          <cx:pt idx="9833">4.6500000000000004</cx:pt>
          <cx:pt idx="9834">2.1000000000000001</cx:pt>
          <cx:pt idx="9835">2.0800000000000001</cx:pt>
          <cx:pt idx="9836">2.1000000000000001</cx:pt>
          <cx:pt idx="9837">1.95</cx:pt>
          <cx:pt idx="9838">0.55000000000000004</cx:pt>
          <cx:pt idx="9839">2.1000000000000001</cx:pt>
          <cx:pt idx="9840">0.41999999999999998</cx:pt>
          <cx:pt idx="9841">2.5499999999999998</cx:pt>
          <cx:pt idx="9842">7.9500000000000002</cx:pt>
          <cx:pt idx="9843">7.9500000000000002</cx:pt>
          <cx:pt idx="9844">2.1000000000000001</cx:pt>
          <cx:pt idx="9845">6.3499999999999996</cx:pt>
          <cx:pt idx="9846">8.5</cx:pt>
          <cx:pt idx="9847">6.9500000000000002</cx:pt>
          <cx:pt idx="9848">7.9500000000000002</cx:pt>
          <cx:pt idx="9849">2.0800000000000001</cx:pt>
          <cx:pt idx="9850">9.9499999999999993</cx:pt>
          <cx:pt idx="9851">4.25</cx:pt>
          <cx:pt idx="9852">9.9499999999999993</cx:pt>
          <cx:pt idx="9853">4.9500000000000002</cx:pt>
          <cx:pt idx="9854">8.5</cx:pt>
          <cx:pt idx="9855">2.9500000000000002</cx:pt>
          <cx:pt idx="9856">8.5</cx:pt>
          <cx:pt idx="9857">2.5499999999999998</cx:pt>
          <cx:pt idx="9858">3.75</cx:pt>
          <cx:pt idx="9859">8.5</cx:pt>
          <cx:pt idx="9860">8.5</cx:pt>
          <cx:pt idx="9861">2.9500000000000002</cx:pt>
          <cx:pt idx="9862">1.6499999999999999</cx:pt>
          <cx:pt idx="9863">0.41999999999999998</cx:pt>
          <cx:pt idx="9864">2.25</cx:pt>
          <cx:pt idx="9865">2.25</cx:pt>
          <cx:pt idx="9866">1.45</cx:pt>
          <cx:pt idx="9867">1.6499999999999999</cx:pt>
          <cx:pt idx="9868">0.84999999999999998</cx:pt>
          <cx:pt idx="9869">2.5499999999999998</cx:pt>
          <cx:pt idx="9870">0.41999999999999998</cx:pt>
          <cx:pt idx="9871">6.75</cx:pt>
          <cx:pt idx="9872">2.1000000000000001</cx:pt>
          <cx:pt idx="9873">0.82999999999999996</cx:pt>
          <cx:pt idx="9874">4.6500000000000004</cx:pt>
          <cx:pt idx="9875">0.41999999999999998</cx:pt>
          <cx:pt idx="9876">2.9500000000000002</cx:pt>
          <cx:pt idx="9877">2.1000000000000001</cx:pt>
          <cx:pt idx="9878">2.1000000000000001</cx:pt>
          <cx:pt idx="9879">1.45</cx:pt>
          <cx:pt idx="9880">2.25</cx:pt>
          <cx:pt idx="9881">4.6500000000000004</cx:pt>
          <cx:pt idx="9882">1.6499999999999999</cx:pt>
          <cx:pt idx="9883">1.25</cx:pt>
          <cx:pt idx="9884">0.41999999999999998</cx:pt>
          <cx:pt idx="9885">2.25</cx:pt>
          <cx:pt idx="9886">1.0600000000000001</cx:pt>
          <cx:pt idx="9887">0.41999999999999998</cx:pt>
          <cx:pt idx="9888">6.75</cx:pt>
          <cx:pt idx="9889">2.9500000000000002</cx:pt>
          <cx:pt idx="9890">7.9500000000000002</cx:pt>
          <cx:pt idx="9891">8.5</cx:pt>
          <cx:pt idx="9892">0.82999999999999996</cx:pt>
          <cx:pt idx="9893">4.1299999999999999</cx:pt>
          <cx:pt idx="9894">2.46</cx:pt>
          <cx:pt idx="9895">14.960000000000001</cx:pt>
          <cx:pt idx="9896">0.82999999999999996</cx:pt>
          <cx:pt idx="9897">3.29</cx:pt>
          <cx:pt idx="9898">15.789999999999999</cx:pt>
          <cx:pt idx="9899">5.79</cx:pt>
          <cx:pt idx="9900">2.5</cx:pt>
          <cx:pt idx="9901">8.5</cx:pt>
          <cx:pt idx="9902">4.1299999999999999</cx:pt>
          <cx:pt idx="9903">7.46</cx:pt>
          <cx:pt idx="9904">2.46</cx:pt>
          <cx:pt idx="9905">5.79</cx:pt>
          <cx:pt idx="9906">15.789999999999999</cx:pt>
          <cx:pt idx="9907">2.7599999999999998</cx:pt>
          <cx:pt idx="9908">1.6299999999999999</cx:pt>
          <cx:pt idx="9909">7.46</cx:pt>
          <cx:pt idx="9910">0.82999999999999996</cx:pt>
          <cx:pt idx="9911">3.25</cx:pt>
          <cx:pt idx="9912">7.46</cx:pt>
          <cx:pt idx="9913">3.29</cx:pt>
          <cx:pt idx="9914">4.1299999999999999</cx:pt>
          <cx:pt idx="9915">2.9199999999999999</cx:pt>
          <cx:pt idx="9916">3.29</cx:pt>
          <cx:pt idx="9917">15.789999999999999</cx:pt>
          <cx:pt idx="9918">0.82999999999999996</cx:pt>
          <cx:pt idx="9919">9.1300000000000008</cx:pt>
          <cx:pt idx="9920">12.460000000000001</cx:pt>
          <cx:pt idx="9921">2.9500000000000002</cx:pt>
          <cx:pt idx="9922">4.5800000000000001</cx:pt>
          <cx:pt idx="9923">2.46</cx:pt>
          <cx:pt idx="9924">0.82999999999999996</cx:pt>
          <cx:pt idx="9925">16.629999999999999</cx:pt>
          <cx:pt idx="9926">2.46</cx:pt>
          <cx:pt idx="9927">0.82999999999999996</cx:pt>
          <cx:pt idx="9928">4.1299999999999999</cx:pt>
          <cx:pt idx="9929">1.25</cx:pt>
          <cx:pt idx="9930">0.82999999999999996</cx:pt>
          <cx:pt idx="9931">4.1299999999999999</cx:pt>
          <cx:pt idx="9932">2.1000000000000001</cx:pt>
          <cx:pt idx="9933">3.29</cx:pt>
          <cx:pt idx="9934">4.96</cx:pt>
          <cx:pt idx="9935">1.6499999999999999</cx:pt>
          <cx:pt idx="9936">3.75</cx:pt>
          <cx:pt idx="9937">1.45</cx:pt>
          <cx:pt idx="9938">1.45</cx:pt>
          <cx:pt idx="9939">7.6500000000000004</cx:pt>
          <cx:pt idx="9940">2.5499999999999998</cx:pt>
          <cx:pt idx="9941">12.75</cx:pt>
          <cx:pt idx="9942">1.45</cx:pt>
          <cx:pt idx="9943">1.95</cx:pt>
          <cx:pt idx="9944">0.65000000000000002</cx:pt>
          <cx:pt idx="9945">12.75</cx:pt>
          <cx:pt idx="9946">1.6499999999999999</cx:pt>
          <cx:pt idx="9947">2.9500000000000002</cx:pt>
          <cx:pt idx="9948">1.6499999999999999</cx:pt>
          <cx:pt idx="9949">2.1000000000000001</cx:pt>
          <cx:pt idx="9950">1.25</cx:pt>
          <cx:pt idx="9951">8.5</cx:pt>
          <cx:pt idx="9952">7.9500000000000002</cx:pt>
          <cx:pt idx="9953">4.9500000000000002</cx:pt>
          <cx:pt idx="9954">0.41999999999999998</cx:pt>
          <cx:pt idx="9955">2.5499999999999998</cx:pt>
          <cx:pt idx="9956">0.28999999999999998</cx:pt>
          <cx:pt idx="9957">1.95</cx:pt>
          <cx:pt idx="9958">7.9500000000000002</cx:pt>
          <cx:pt idx="9959">2.5499999999999998</cx:pt>
          <cx:pt idx="9960">0.55000000000000004</cx:pt>
          <cx:pt idx="9961">7.9500000000000002</cx:pt>
          <cx:pt idx="9962">2.5499999999999998</cx:pt>
          <cx:pt idx="9963">2.1000000000000001</cx:pt>
          <cx:pt idx="9964">0.55000000000000004</cx:pt>
          <cx:pt idx="9965">0.41999999999999998</cx:pt>
          <cx:pt idx="9966">2.9500000000000002</cx:pt>
          <cx:pt idx="9967">1.25</cx:pt>
          <cx:pt idx="9968">1.25</cx:pt>
          <cx:pt idx="9969">6.75</cx:pt>
          <cx:pt idx="9970">0.82999999999999996</cx:pt>
          <cx:pt idx="9971">2.9500000000000002</cx:pt>
          <cx:pt idx="9972">1.25</cx:pt>
          <cx:pt idx="9973">6.75</cx:pt>
          <cx:pt idx="9974">6.75</cx:pt>
          <cx:pt idx="9975">1.6499999999999999</cx:pt>
          <cx:pt idx="9976">1.25</cx:pt>
          <cx:pt idx="9977">7.9500000000000002</cx:pt>
          <cx:pt idx="9978">12.75</cx:pt>
          <cx:pt idx="9979">12.75</cx:pt>
          <cx:pt idx="9980">7.9500000000000002</cx:pt>
          <cx:pt idx="9981">0.41999999999999998</cx:pt>
          <cx:pt idx="9982">1.95</cx:pt>
          <cx:pt idx="9983">1.45</cx:pt>
          <cx:pt idx="9984">1.95</cx:pt>
          <cx:pt idx="9985">2.25</cx:pt>
          <cx:pt idx="9986">1.6499999999999999</cx:pt>
          <cx:pt idx="9987">0.41999999999999998</cx:pt>
          <cx:pt idx="9988">1.6499999999999999</cx:pt>
          <cx:pt idx="9989">0.84999999999999998</cx:pt>
          <cx:pt idx="9990">0.41999999999999998</cx:pt>
          <cx:pt idx="9991">2.9500000000000002</cx:pt>
          <cx:pt idx="9992">8.5</cx:pt>
          <cx:pt idx="9993">1.95</cx:pt>
          <cx:pt idx="9994">1.49</cx:pt>
          <cx:pt idx="9995">4.9500000000000002</cx:pt>
          <cx:pt idx="9996">1.25</cx:pt>
          <cx:pt idx="9997">3.75</cx:pt>
          <cx:pt idx="9998">1.25</cx:pt>
          <cx:pt idx="9999">0.84999999999999998</cx:pt>
          <cx:pt idx="10000">1.45</cx:pt>
          <cx:pt idx="10001">0.41999999999999998</cx:pt>
          <cx:pt idx="10002">1.6499999999999999</cx:pt>
          <cx:pt idx="10003">0.84999999999999998</cx:pt>
          <cx:pt idx="10004">7.9500000000000002</cx:pt>
          <cx:pt idx="10005">2.9500000000000002</cx:pt>
          <cx:pt idx="10006">1.95</cx:pt>
          <cx:pt idx="10007">1.95</cx:pt>
          <cx:pt idx="10008">0.71999999999999997</cx:pt>
          <cx:pt idx="10009">6.9500000000000002</cx:pt>
          <cx:pt idx="10010">6.75</cx:pt>
          <cx:pt idx="10011">6.75</cx:pt>
          <cx:pt idx="10012">1.0600000000000001</cx:pt>
          <cx:pt idx="10013">1.45</cx:pt>
          <cx:pt idx="10014">1.25</cx:pt>
          <cx:pt idx="10015">2.5499999999999998</cx:pt>
          <cx:pt idx="10016">0.84999999999999998</cx:pt>
          <cx:pt idx="10017">0.84999999999999998</cx:pt>
          <cx:pt idx="10018">7.9500000000000002</cx:pt>
          <cx:pt idx="10019">7.9500000000000002</cx:pt>
          <cx:pt idx="10020">2.9500000000000002</cx:pt>
          <cx:pt idx="10021">4.6500000000000004</cx:pt>
          <cx:pt idx="10022">7.9500000000000002</cx:pt>
          <cx:pt idx="10023">7.9500000000000002</cx:pt>
          <cx:pt idx="10024">1.45</cx:pt>
          <cx:pt idx="10025">2.5499999999999998</cx:pt>
          <cx:pt idx="10026">2.9500000000000002</cx:pt>
          <cx:pt idx="10027">7.6500000000000004</cx:pt>
          <cx:pt idx="10028">7.9500000000000002</cx:pt>
          <cx:pt idx="10029">7.9500000000000002</cx:pt>
          <cx:pt idx="10030">1.45</cx:pt>
          <cx:pt idx="10031">8.5</cx:pt>
          <cx:pt idx="10032">0.55000000000000004</cx:pt>
          <cx:pt idx="10033">7.9500000000000002</cx:pt>
          <cx:pt idx="10034">7.9500000000000002</cx:pt>
          <cx:pt idx="10035">0.41999999999999998</cx:pt>
          <cx:pt idx="10036">0.84999999999999998</cx:pt>
          <cx:pt idx="10037">1.45</cx:pt>
          <cx:pt idx="10038">4.6500000000000004</cx:pt>
          <cx:pt idx="10039">2.9500000000000002</cx:pt>
          <cx:pt idx="10040">0.65000000000000002</cx:pt>
          <cx:pt idx="10041">0.84999999999999998</cx:pt>
          <cx:pt idx="10042">7.9500000000000002</cx:pt>
          <cx:pt idx="10043">7.9500000000000002</cx:pt>
          <cx:pt idx="10044">12.75</cx:pt>
          <cx:pt idx="10045">6.9500000000000002</cx:pt>
          <cx:pt idx="10046">1.6499999999999999</cx:pt>
          <cx:pt idx="10047">0.84999999999999998</cx:pt>
          <cx:pt idx="10048">9.9499999999999993</cx:pt>
          <cx:pt idx="10049">6.3499999999999996</cx:pt>
          <cx:pt idx="10050">2.9500000000000002</cx:pt>
          <cx:pt idx="10051">1.6499999999999999</cx:pt>
          <cx:pt idx="10052">1.6499999999999999</cx:pt>
          <cx:pt idx="10053">7.9500000000000002</cx:pt>
          <cx:pt idx="10054">7.9500000000000002</cx:pt>
          <cx:pt idx="10055">2.9500000000000002</cx:pt>
          <cx:pt idx="10056">7.9500000000000002</cx:pt>
          <cx:pt idx="10057">1.25</cx:pt>
          <cx:pt idx="10058">24.960000000000001</cx:pt>
          <cx:pt idx="10059">4.1299999999999999</cx:pt>
          <cx:pt idx="10060">2.46</cx:pt>
          <cx:pt idx="10061">0.82999999999999996</cx:pt>
          <cx:pt idx="10062">3.29</cx:pt>
          <cx:pt idx="10063">15.789999999999999</cx:pt>
          <cx:pt idx="10064">3.29</cx:pt>
          <cx:pt idx="10065">8.5</cx:pt>
          <cx:pt idx="10066">2.46</cx:pt>
          <cx:pt idx="10067">0.82999999999999996</cx:pt>
          <cx:pt idx="10068">16.629999999999999</cx:pt>
          <cx:pt idx="10069">2.46</cx:pt>
          <cx:pt idx="10070">5.79</cx:pt>
          <cx:pt idx="10071">1.25</cx:pt>
          <cx:pt idx="10072">15.789999999999999</cx:pt>
          <cx:pt idx="10073">1.6299999999999999</cx:pt>
          <cx:pt idx="10074">4.96</cx:pt>
          <cx:pt idx="10075">0.82999999999999996</cx:pt>
          <cx:pt idx="10076">15.789999999999999</cx:pt>
          <cx:pt idx="10077">1.45</cx:pt>
          <cx:pt idx="10078">3.3300000000000001</cx:pt>
          <cx:pt idx="10079">4.1299999999999999</cx:pt>
          <cx:pt idx="10080">1.6299999999999999</cx:pt>
          <cx:pt idx="10081">2.46</cx:pt>
          <cx:pt idx="10082">0.82999999999999996</cx:pt>
          <cx:pt idx="10083">3.29</cx:pt>
          <cx:pt idx="10084">4.1299999999999999</cx:pt>
          <cx:pt idx="10085">2.5</cx:pt>
          <cx:pt idx="10086">0.82999999999999996</cx:pt>
          <cx:pt idx="10087">10.789999999999999</cx:pt>
          <cx:pt idx="10088">5.79</cx:pt>
          <cx:pt idx="10089">0.82999999999999996</cx:pt>
          <cx:pt idx="10090">4.5800000000000001</cx:pt>
          <cx:pt idx="10091">2.46</cx:pt>
          <cx:pt idx="10092">3.29</cx:pt>
          <cx:pt idx="10093">4.1299999999999999</cx:pt>
          <cx:pt idx="10094">1.25</cx:pt>
          <cx:pt idx="10095">4.1299999999999999</cx:pt>
          <cx:pt idx="10096">3.29</cx:pt>
          <cx:pt idx="10097">8.5</cx:pt>
          <cx:pt idx="10098">8.5</cx:pt>
          <cx:pt idx="10099">2.9500000000000002</cx:pt>
          <cx:pt idx="10100">1.49</cx:pt>
          <cx:pt idx="10101">1.45</cx:pt>
          <cx:pt idx="10102">2.5499999999999998</cx:pt>
          <cx:pt idx="10103">1.25</cx:pt>
          <cx:pt idx="10104">0.55000000000000004</cx:pt>
          <cx:pt idx="10105">1.6499999999999999</cx:pt>
          <cx:pt idx="10106">2.0800000000000001</cx:pt>
          <cx:pt idx="10107">1.95</cx:pt>
          <cx:pt idx="10108">0.41999999999999998</cx:pt>
          <cx:pt idx="10109">1.95</cx:pt>
          <cx:pt idx="10110">2.5499999999999998</cx:pt>
          <cx:pt idx="10111">4.1500000000000004</cx:pt>
          <cx:pt idx="10112">7.9500000000000002</cx:pt>
          <cx:pt idx="10113">7.9500000000000002</cx:pt>
          <cx:pt idx="10114">7.9500000000000002</cx:pt>
          <cx:pt idx="10115">7.9500000000000002</cx:pt>
          <cx:pt idx="10116">0.82999999999999996</cx:pt>
          <cx:pt idx="10117">6.9500000000000002</cx:pt>
          <cx:pt idx="10118">7.9500000000000002</cx:pt>
          <cx:pt idx="10119">0.41999999999999998</cx:pt>
          <cx:pt idx="10120">3.75</cx:pt>
          <cx:pt idx="10121">0.41999999999999998</cx:pt>
          <cx:pt idx="10122">1.6499999999999999</cx:pt>
          <cx:pt idx="10123">0.84999999999999998</cx:pt>
          <cx:pt idx="10124">12.75</cx:pt>
          <cx:pt idx="10125">8.5</cx:pt>
          <cx:pt idx="10126">1.25</cx:pt>
          <cx:pt idx="10127">0.84999999999999998</cx:pt>
          <cx:pt idx="10128">0.65000000000000002</cx:pt>
          <cx:pt idx="10129">8.5</cx:pt>
          <cx:pt idx="10130">2.25</cx:pt>
          <cx:pt idx="10131">2.25</cx:pt>
          <cx:pt idx="10132">12.75</cx:pt>
          <cx:pt idx="10133">2.9500000000000002</cx:pt>
          <cx:pt idx="10134">2.5499999999999998</cx:pt>
          <cx:pt idx="10135">2.5499999999999998</cx:pt>
          <cx:pt idx="10136">0.84999999999999998</cx:pt>
          <cx:pt idx="10137">6.3499999999999996</cx:pt>
          <cx:pt idx="10138">2.25</cx:pt>
          <cx:pt idx="10139">0.28999999999999998</cx:pt>
          <cx:pt idx="10140">0.41999999999999998</cx:pt>
          <cx:pt idx="10141">3.75</cx:pt>
          <cx:pt idx="10142">2.9500000000000002</cx:pt>
          <cx:pt idx="10143">8.5</cx:pt>
          <cx:pt idx="10144">7.9500000000000002</cx:pt>
          <cx:pt idx="10145">1.45</cx:pt>
          <cx:pt idx="10146">0.84999999999999998</cx:pt>
          <cx:pt idx="10147">7.9500000000000002</cx:pt>
          <cx:pt idx="10148">7.9500000000000002</cx:pt>
          <cx:pt idx="10149">8.5</cx:pt>
          <cx:pt idx="10150">2.9500000000000002</cx:pt>
          <cx:pt idx="10151">0.55000000000000004</cx:pt>
          <cx:pt idx="10152">2.9500000000000002</cx:pt>
          <cx:pt idx="10153">1.6499999999999999</cx:pt>
          <cx:pt idx="10154">4.1500000000000004</cx:pt>
          <cx:pt idx="10155">6.9500000000000002</cx:pt>
          <cx:pt idx="10156">12.75</cx:pt>
          <cx:pt idx="10157">0.65000000000000002</cx:pt>
          <cx:pt idx="10158">12.75</cx:pt>
          <cx:pt idx="10159">2.9500000000000002</cx:pt>
          <cx:pt idx="10160">0.55000000000000004</cx:pt>
          <cx:pt idx="10161">0.55000000000000004</cx:pt>
          <cx:pt idx="10162">0.84999999999999998</cx:pt>
          <cx:pt idx="10163">0.41999999999999998</cx:pt>
          <cx:pt idx="10164">2.9500000000000002</cx:pt>
          <cx:pt idx="10165">0.65000000000000002</cx:pt>
          <cx:pt idx="10166">2.5499999999999998</cx:pt>
          <cx:pt idx="10167">1.25</cx:pt>
          <cx:pt idx="10168">0.41999999999999998</cx:pt>
          <cx:pt idx="10169">1.45</cx:pt>
          <cx:pt idx="10170">2.5499999999999998</cx:pt>
          <cx:pt idx="10171">2.5499999999999998</cx:pt>
          <cx:pt idx="10172">4.1500000000000004</cx:pt>
          <cx:pt idx="10173">1.45</cx:pt>
          <cx:pt idx="10174">0.65000000000000002</cx:pt>
          <cx:pt idx="10175">0.41999999999999998</cx:pt>
          <cx:pt idx="10176">8.25</cx:pt>
          <cx:pt idx="10177">7.9500000000000002</cx:pt>
          <cx:pt idx="10178">2.9500000000000002</cx:pt>
          <cx:pt idx="10179">2.9500000000000002</cx:pt>
          <cx:pt idx="10180">1.45</cx:pt>
          <cx:pt idx="10181">2.5499999999999998</cx:pt>
          <cx:pt idx="10182">0.55000000000000004</cx:pt>
          <cx:pt idx="10183">1.49</cx:pt>
          <cx:pt idx="10184">4.9500000000000002</cx:pt>
          <cx:pt idx="10185">1.25</cx:pt>
          <cx:pt idx="10186">1.25</cx:pt>
          <cx:pt idx="10187">8.5</cx:pt>
          <cx:pt idx="10188">8.25</cx:pt>
          <cx:pt idx="10189">2.1000000000000001</cx:pt>
          <cx:pt idx="10190">1.6499999999999999</cx:pt>
          <cx:pt idx="10191">6.75</cx:pt>
          <cx:pt idx="10192">3.75</cx:pt>
          <cx:pt idx="10193">1.95</cx:pt>
          <cx:pt idx="10194">0.65000000000000002</cx:pt>
          <cx:pt idx="10195">0.41999999999999998</cx:pt>
          <cx:pt idx="10196">2.9500000000000002</cx:pt>
          <cx:pt idx="10197">9.9499999999999993</cx:pt>
          <cx:pt idx="10198">2.1000000000000001</cx:pt>
          <cx:pt idx="10199">2.9500000000000002</cx:pt>
          <cx:pt idx="10200">4.9500000000000002</cx:pt>
          <cx:pt idx="10201">8.25</cx:pt>
          <cx:pt idx="10202">9.9499999999999993</cx:pt>
          <cx:pt idx="10203">2.5499999999999998</cx:pt>
          <cx:pt idx="10204">2.25</cx:pt>
          <cx:pt idx="10205">2.25</cx:pt>
          <cx:pt idx="10206">1.6499999999999999</cx:pt>
          <cx:pt idx="10207">2.1000000000000001</cx:pt>
          <cx:pt idx="10208">2.9500000000000002</cx:pt>
          <cx:pt idx="10209">15.789999999999999</cx:pt>
          <cx:pt idx="10210">0.82999999999999996</cx:pt>
          <cx:pt idx="10211">2.9199999999999999</cx:pt>
          <cx:pt idx="10212">1.6299999999999999</cx:pt>
          <cx:pt idx="10213">2.46</cx:pt>
          <cx:pt idx="10214">3.29</cx:pt>
          <cx:pt idx="10215">15.789999999999999</cx:pt>
          <cx:pt idx="10216">19.960000000000001</cx:pt>
          <cx:pt idx="10217">4.1299999999999999</cx:pt>
          <cx:pt idx="10218">4.96</cx:pt>
          <cx:pt idx="10219">5.79</cx:pt>
          <cx:pt idx="10220">5.79</cx:pt>
          <cx:pt idx="10221">2.9500000000000002</cx:pt>
          <cx:pt idx="10222">7.46</cx:pt>
          <cx:pt idx="10223">1.6299999999999999</cx:pt>
          <cx:pt idx="10224">4.5800000000000001</cx:pt>
          <cx:pt idx="10225">5.79</cx:pt>
          <cx:pt idx="10226">3.29</cx:pt>
          <cx:pt idx="10227">4.1299999999999999</cx:pt>
          <cx:pt idx="10228">1.6299999999999999</cx:pt>
          <cx:pt idx="10229">6.75</cx:pt>
          <cx:pt idx="10230">6.75</cx:pt>
          <cx:pt idx="10231">6.75</cx:pt>
          <cx:pt idx="10232">6.75</cx:pt>
          <cx:pt idx="10233">7.9500000000000002</cx:pt>
          <cx:pt idx="10234">0.65000000000000002</cx:pt>
          <cx:pt idx="10235">1.6499999999999999</cx:pt>
          <cx:pt idx="10236">9.9499999999999993</cx:pt>
          <cx:pt idx="10237">1.6499999999999999</cx:pt>
          <cx:pt idx="10238">2.9500000000000002</cx:pt>
          <cx:pt idx="10239">2.25</cx:pt>
          <cx:pt idx="10240">2.9500000000000002</cx:pt>
          <cx:pt idx="10241">1.25</cx:pt>
          <cx:pt idx="10242">1.25</cx:pt>
          <cx:pt idx="10243">0.55000000000000004</cx:pt>
          <cx:pt idx="10244">1.6499999999999999</cx:pt>
          <cx:pt idx="10245">3.75</cx:pt>
          <cx:pt idx="10246">0.71999999999999997</cx:pt>
          <cx:pt idx="10247">1.8500000000000001</cx:pt>
          <cx:pt idx="10248">12.75</cx:pt>
          <cx:pt idx="10249">1.49</cx:pt>
          <cx:pt idx="10250">8.5</cx:pt>
          <cx:pt idx="10251">2.9500000000000002</cx:pt>
          <cx:pt idx="10252">1.25</cx:pt>
          <cx:pt idx="10253">7.9500000000000002</cx:pt>
          <cx:pt idx="10254">6.3499999999999996</cx:pt>
          <cx:pt idx="10255">7.9500000000000002</cx:pt>
          <cx:pt idx="10256">8.5</cx:pt>
          <cx:pt idx="10257">2.25</cx:pt>
          <cx:pt idx="10258">8.25</cx:pt>
          <cx:pt idx="10259">1.25</cx:pt>
          <cx:pt idx="10260">2.5499999999999998</cx:pt>
          <cx:pt idx="10261">0.84999999999999998</cx:pt>
          <cx:pt idx="10262">2.5499999999999998</cx:pt>
          <cx:pt idx="10263">3.75</cx:pt>
          <cx:pt idx="10264">0.41999999999999998</cx:pt>
          <cx:pt idx="10265">1.95</cx:pt>
          <cx:pt idx="10266">6.9500000000000002</cx:pt>
          <cx:pt idx="10267">1.6499999999999999</cx:pt>
          <cx:pt idx="10268">0.41999999999999998</cx:pt>
          <cx:pt idx="10269">0.41999999999999998</cx:pt>
          <cx:pt idx="10270">2.1000000000000001</cx:pt>
          <cx:pt idx="10271">9.9499999999999993</cx:pt>
          <cx:pt idx="10272">1.25</cx:pt>
          <cx:pt idx="10273">1.95</cx:pt>
          <cx:pt idx="10274">1.25</cx:pt>
          <cx:pt idx="10275">0.71999999999999997</cx:pt>
          <cx:pt idx="10276">0.55000000000000004</cx:pt>
          <cx:pt idx="10277">2.9500000000000002</cx:pt>
          <cx:pt idx="10278">0.84999999999999998</cx:pt>
          <cx:pt idx="10279">1.45</cx:pt>
          <cx:pt idx="10280">1.25</cx:pt>
          <cx:pt idx="10281">1.25</cx:pt>
          <cx:pt idx="10282">2.0800000000000001</cx:pt>
          <cx:pt idx="10283">8.5</cx:pt>
          <cx:pt idx="10284">6.9500000000000002</cx:pt>
          <cx:pt idx="10285">1.25</cx:pt>
          <cx:pt idx="10286">2.9500000000000002</cx:pt>
          <cx:pt idx="10287">7.9500000000000002</cx:pt>
          <cx:pt idx="10288">2.9500000000000002</cx:pt>
          <cx:pt idx="10289">7.9500000000000002</cx:pt>
          <cx:pt idx="10290">9.9499999999999993</cx:pt>
          <cx:pt idx="10291">7.9500000000000002</cx:pt>
          <cx:pt idx="10292">1.6499999999999999</cx:pt>
          <cx:pt idx="10293">2.9500000000000002</cx:pt>
          <cx:pt idx="10294">1.6499999999999999</cx:pt>
          <cx:pt idx="10295">7.9500000000000002</cx:pt>
          <cx:pt idx="10296">2.9500000000000002</cx:pt>
          <cx:pt idx="10297">1.25</cx:pt>
          <cx:pt idx="10298">7.9500000000000002</cx:pt>
          <cx:pt idx="10299">7.9500000000000002</cx:pt>
          <cx:pt idx="10300">1.95</cx:pt>
          <cx:pt idx="10301">1.6499999999999999</cx:pt>
          <cx:pt idx="10302">1.6499999999999999</cx:pt>
          <cx:pt idx="10303">0.41999999999999998</cx:pt>
          <cx:pt idx="10304">1.49</cx:pt>
          <cx:pt idx="10305">0.55000000000000004</cx:pt>
          <cx:pt idx="10306">2.1000000000000001</cx:pt>
          <cx:pt idx="10307">1.95</cx:pt>
          <cx:pt idx="10308">0.82999999999999996</cx:pt>
          <cx:pt idx="10309">2.25</cx:pt>
          <cx:pt idx="10310">0.84999999999999998</cx:pt>
          <cx:pt idx="10311">2.5499999999999998</cx:pt>
          <cx:pt idx="10312">12.75</cx:pt>
          <cx:pt idx="10313">2.0800000000000001</cx:pt>
          <cx:pt idx="10314">2.25</cx:pt>
          <cx:pt idx="10315">2.5499999999999998</cx:pt>
          <cx:pt idx="10316">8.25</cx:pt>
          <cx:pt idx="10317">2.46</cx:pt>
          <cx:pt idx="10318">0.82999999999999996</cx:pt>
          <cx:pt idx="10319">4.96</cx:pt>
          <cx:pt idx="10320">4.96</cx:pt>
          <cx:pt idx="10321">2.46</cx:pt>
          <cx:pt idx="10322">24.960000000000001</cx:pt>
          <cx:pt idx="10323">1.95</cx:pt>
          <cx:pt idx="10324">4.1299999999999999</cx:pt>
          <cx:pt idx="10325">5.79</cx:pt>
          <cx:pt idx="10326">3.75</cx:pt>
          <cx:pt idx="10327">7.46</cx:pt>
          <cx:pt idx="10328">2.46</cx:pt>
          <cx:pt idx="10329">5.79</cx:pt>
          <cx:pt idx="10330">1.6499999999999999</cx:pt>
          <cx:pt idx="10331">1.25</cx:pt>
          <cx:pt idx="10332">2.1000000000000001</cx:pt>
          <cx:pt idx="10333">1.6499999999999999</cx:pt>
          <cx:pt idx="10334">4.1299999999999999</cx:pt>
          <cx:pt idx="10335">1.6299999999999999</cx:pt>
          <cx:pt idx="10336">10.949999999999999</cx:pt>
          <cx:pt idx="10337">6.75</cx:pt>
          <cx:pt idx="10338">2.9500000000000002</cx:pt>
          <cx:pt idx="10339">1.45</cx:pt>
          <cx:pt idx="10340">0.41999999999999998</cx:pt>
          <cx:pt idx="10341">1.95</cx:pt>
          <cx:pt idx="10342">2.9500000000000002</cx:pt>
          <cx:pt idx="10343">1.45</cx:pt>
          <cx:pt idx="10344">0.84999999999999998</cx:pt>
          <cx:pt idx="10345">1.25</cx:pt>
          <cx:pt idx="10346">0.41999999999999998</cx:pt>
          <cx:pt idx="10347">2.1000000000000001</cx:pt>
          <cx:pt idx="10348">0.41999999999999998</cx:pt>
          <cx:pt idx="10349">2.5499999999999998</cx:pt>
          <cx:pt idx="10350">1.6499999999999999</cx:pt>
          <cx:pt idx="10351">2.1000000000000001</cx:pt>
          <cx:pt idx="10352">6.75</cx:pt>
          <cx:pt idx="10353">14.949999999999999</cx:pt>
          <cx:pt idx="10354">7.9500000000000002</cx:pt>
          <cx:pt idx="10355">4.6500000000000004</cx:pt>
          <cx:pt idx="10356">2.9500000000000002</cx:pt>
          <cx:pt idx="10357">1.25</cx:pt>
          <cx:pt idx="10358">1.45</cx:pt>
          <cx:pt idx="10359">2.9500000000000002</cx:pt>
          <cx:pt idx="10360">0.65000000000000002</cx:pt>
          <cx:pt idx="10361">7.9500000000000002</cx:pt>
          <cx:pt idx="10362">0.41999999999999998</cx:pt>
          <cx:pt idx="10363">0.41999999999999998</cx:pt>
          <cx:pt idx="10364">2.9500000000000002</cx:pt>
          <cx:pt idx="10365">12.75</cx:pt>
          <cx:pt idx="10366">2.9500000000000002</cx:pt>
          <cx:pt idx="10367">6.75</cx:pt>
          <cx:pt idx="10368">1.6499999999999999</cx:pt>
          <cx:pt idx="10369">0.84999999999999998</cx:pt>
          <cx:pt idx="10370">8.5</cx:pt>
          <cx:pt idx="10371">2.1000000000000001</cx:pt>
          <cx:pt idx="10372">4.9500000000000002</cx:pt>
          <cx:pt idx="10373">0.28999999999999998</cx:pt>
          <cx:pt idx="10374">7.9500000000000002</cx:pt>
          <cx:pt idx="10375">7.9500000000000002</cx:pt>
          <cx:pt idx="10376">0.41999999999999998</cx:pt>
          <cx:pt idx="10377">1.25</cx:pt>
          <cx:pt idx="10378">1.6499999999999999</cx:pt>
          <cx:pt idx="10379">0.41999999999999998</cx:pt>
          <cx:pt idx="10380">5.5499999999999998</cx:pt>
          <cx:pt idx="10381">6.9500000000000002</cx:pt>
          <cx:pt idx="10382">3.75</cx:pt>
          <cx:pt idx="10383">2.1000000000000001</cx:pt>
          <cx:pt idx="10384">12.75</cx:pt>
          <cx:pt idx="10385">6.75</cx:pt>
          <cx:pt idx="10386">12.460000000000001</cx:pt>
          <cx:pt idx="10387">3.29</cx:pt>
          <cx:pt idx="10388">6.6299999999999999</cx:pt>
          <cx:pt idx="10389">4.1299999999999999</cx:pt>
          <cx:pt idx="10390">16.629999999999999</cx:pt>
          <cx:pt idx="10391">8.2899999999999991</cx:pt>
          <cx:pt idx="10392">1.25</cx:pt>
          <cx:pt idx="10393">3.29</cx:pt>
          <cx:pt idx="10394">2.46</cx:pt>
          <cx:pt idx="10395">2.46</cx:pt>
          <cx:pt idx="10396">7.46</cx:pt>
          <cx:pt idx="10397">1.6299999999999999</cx:pt>
          <cx:pt idx="10398">3.29</cx:pt>
          <cx:pt idx="10399">6.6299999999999999</cx:pt>
          <cx:pt idx="10400">8.5</cx:pt>
          <cx:pt idx="10401">7.9500000000000002</cx:pt>
          <cx:pt idx="10402">7.9500000000000002</cx:pt>
          <cx:pt idx="10403">8.5</cx:pt>
          <cx:pt idx="10404">7.9500000000000002</cx:pt>
          <cx:pt idx="10405">7.9500000000000002</cx:pt>
          <cx:pt idx="10406">1.45</cx:pt>
          <cx:pt idx="10407">0.65000000000000002</cx:pt>
          <cx:pt idx="10408">0.55000000000000004</cx:pt>
          <cx:pt idx="10409">2.1000000000000001</cx:pt>
          <cx:pt idx="10410">1.6499999999999999</cx:pt>
          <cx:pt idx="10411">2.5499999999999998</cx:pt>
          <cx:pt idx="10412">2.9500000000000002</cx:pt>
          <cx:pt idx="10413">1.45</cx:pt>
          <cx:pt idx="10414">1.49</cx:pt>
          <cx:pt idx="10415">0.41999999999999998</cx:pt>
          <cx:pt idx="10416">1.45</cx:pt>
          <cx:pt idx="10417">0.55000000000000004</cx:pt>
          <cx:pt idx="10418">2.1000000000000001</cx:pt>
          <cx:pt idx="10419">2.9500000000000002</cx:pt>
          <cx:pt idx="10420">1.45</cx:pt>
          <cx:pt idx="10421">8.5</cx:pt>
          <cx:pt idx="10422">0.71999999999999997</cx:pt>
          <cx:pt idx="10423">2.5499999999999998</cx:pt>
          <cx:pt idx="10424">2.9500000000000002</cx:pt>
          <cx:pt idx="10425">2.9500000000000002</cx:pt>
          <cx:pt idx="10426">1.6499999999999999</cx:pt>
          <cx:pt idx="10427">7.9500000000000002</cx:pt>
          <cx:pt idx="10428">7.9500000000000002</cx:pt>
          <cx:pt idx="10429">5.79</cx:pt>
          <cx:pt idx="10430">0.82999999999999996</cx:pt>
          <cx:pt idx="10431">15.789999999999999</cx:pt>
          <cx:pt idx="10432">2.46</cx:pt>
          <cx:pt idx="10433">0.82999999999999996</cx:pt>
          <cx:pt idx="10434">1.6299999999999999</cx:pt>
          <cx:pt idx="10435">1.6299999999999999</cx:pt>
          <cx:pt idx="10436">2.9500000000000002</cx:pt>
          <cx:pt idx="10437">1.25</cx:pt>
          <cx:pt idx="10438">12.75</cx:pt>
          <cx:pt idx="10439">5.9500000000000002</cx:pt>
          <cx:pt idx="10440">1.6499999999999999</cx:pt>
          <cx:pt idx="10441">1.25</cx:pt>
          <cx:pt idx="10442">0.41999999999999998</cx:pt>
          <cx:pt idx="10443">1.95</cx:pt>
          <cx:pt idx="10444">1.25</cx:pt>
          <cx:pt idx="10445">1.6499999999999999</cx:pt>
          <cx:pt idx="10446">4.9500000000000002</cx:pt>
          <cx:pt idx="10447">1.95</cx:pt>
          <cx:pt idx="10448">2.1000000000000001</cx:pt>
          <cx:pt idx="10449">0.41999999999999998</cx:pt>
          <cx:pt idx="10450">0.55000000000000004</cx:pt>
          <cx:pt idx="10451">2.9500000000000002</cx:pt>
          <cx:pt idx="10452">7.9500000000000002</cx:pt>
          <cx:pt idx="10453">2.1000000000000001</cx:pt>
          <cx:pt idx="10454">6.9500000000000002</cx:pt>
          <cx:pt idx="10455">7.9500000000000002</cx:pt>
          <cx:pt idx="10456">1.25</cx:pt>
          <cx:pt idx="10457">8.5</cx:pt>
          <cx:pt idx="10458">4.6500000000000004</cx:pt>
          <cx:pt idx="10459">1.6499999999999999</cx:pt>
          <cx:pt idx="10460">8.5</cx:pt>
          <cx:pt idx="10461">6.9500000000000002</cx:pt>
          <cx:pt idx="10462">2.9500000000000002</cx:pt>
          <cx:pt idx="10463">1.25</cx:pt>
          <cx:pt idx="10464">1.25</cx:pt>
          <cx:pt idx="10465">0.65000000000000002</cx:pt>
          <cx:pt idx="10466">2.1000000000000001</cx:pt>
          <cx:pt idx="10467">2.0800000000000001</cx:pt>
          <cx:pt idx="10468">2.9500000000000002</cx:pt>
          <cx:pt idx="10469">1.25</cx:pt>
          <cx:pt idx="10470">2.1000000000000001</cx:pt>
          <cx:pt idx="10471">1.45</cx:pt>
          <cx:pt idx="10472">4.6500000000000004</cx:pt>
          <cx:pt idx="10473">1.6499999999999999</cx:pt>
          <cx:pt idx="10474">1.25</cx:pt>
          <cx:pt idx="10475">2.1000000000000001</cx:pt>
          <cx:pt idx="10476">0.41999999999999998</cx:pt>
          <cx:pt idx="10477">2.1000000000000001</cx:pt>
          <cx:pt idx="10478">2.5499999999999998</cx:pt>
          <cx:pt idx="10479">0.84999999999999998</cx:pt>
          <cx:pt idx="10480">2.1000000000000001</cx:pt>
          <cx:pt idx="10481">0.55000000000000004</cx:pt>
          <cx:pt idx="10482">4.1500000000000004</cx:pt>
          <cx:pt idx="10483">1.45</cx:pt>
          <cx:pt idx="10484">2.1000000000000001</cx:pt>
          <cx:pt idx="10485">8.25</cx:pt>
          <cx:pt idx="10486">1.6499999999999999</cx:pt>
          <cx:pt idx="10487">0.71999999999999997</cx:pt>
          <cx:pt idx="10488">1.25</cx:pt>
          <cx:pt idx="10489">6.75</cx:pt>
          <cx:pt idx="10490">0.82999999999999996</cx:pt>
          <cx:pt idx="10491">8.5</cx:pt>
          <cx:pt idx="10492">2.1000000000000001</cx:pt>
          <cx:pt idx="10493">0.41999999999999998</cx:pt>
          <cx:pt idx="10494">2.1000000000000001</cx:pt>
          <cx:pt idx="10495">0.41999999999999998</cx:pt>
          <cx:pt idx="10496">0.41999999999999998</cx:pt>
          <cx:pt idx="10497">1.6499999999999999</cx:pt>
          <cx:pt idx="10498">5.9500000000000002</cx:pt>
          <cx:pt idx="10499">2.9500000000000002</cx:pt>
          <cx:pt idx="10500">2.1000000000000001</cx:pt>
          <cx:pt idx="10501">2.1000000000000001</cx:pt>
          <cx:pt idx="10502">1.45</cx:pt>
          <cx:pt idx="10503">5.9500000000000002</cx:pt>
          <cx:pt idx="10504">6.9500000000000002</cx:pt>
          <cx:pt idx="10505">0.65000000000000002</cx:pt>
          <cx:pt idx="10506">9.9499999999999993</cx:pt>
          <cx:pt idx="10507">1.45</cx:pt>
          <cx:pt idx="10508">2.9500000000000002</cx:pt>
          <cx:pt idx="10509">0.65000000000000002</cx:pt>
          <cx:pt idx="10510">2.9500000000000002</cx:pt>
          <cx:pt idx="10511">0.84999999999999998</cx:pt>
          <cx:pt idx="10512">8.25</cx:pt>
          <cx:pt idx="10513">2.25</cx:pt>
          <cx:pt idx="10514">1.25</cx:pt>
          <cx:pt idx="10515">1.95</cx:pt>
          <cx:pt idx="10516">7.9500000000000002</cx:pt>
          <cx:pt idx="10517">7.6500000000000004</cx:pt>
          <cx:pt idx="10518">7.9500000000000002</cx:pt>
          <cx:pt idx="10519">7.9500000000000002</cx:pt>
          <cx:pt idx="10520">2.1000000000000001</cx:pt>
          <cx:pt idx="10521">2.9500000000000002</cx:pt>
          <cx:pt idx="10522">2.9500000000000002</cx:pt>
          <cx:pt idx="10523">7.9500000000000002</cx:pt>
          <cx:pt idx="10524">1.49</cx:pt>
          <cx:pt idx="10525">7.9500000000000002</cx:pt>
          <cx:pt idx="10526">2.9500000000000002</cx:pt>
          <cx:pt idx="10527">0.41999999999999998</cx:pt>
          <cx:pt idx="10528">0.65000000000000002</cx:pt>
          <cx:pt idx="10529">8.5</cx:pt>
          <cx:pt idx="10530">4.9500000000000002</cx:pt>
          <cx:pt idx="10531">2.9500000000000002</cx:pt>
          <cx:pt idx="10532">12.75</cx:pt>
          <cx:pt idx="10533">6.9500000000000002</cx:pt>
          <cx:pt idx="10534">2.1000000000000001</cx:pt>
          <cx:pt idx="10535">4.9500000000000002</cx:pt>
          <cx:pt idx="10536">2.9500000000000002</cx:pt>
          <cx:pt idx="10537">1.6499999999999999</cx:pt>
          <cx:pt idx="10538">1.49</cx:pt>
          <cx:pt idx="10539">1.25</cx:pt>
          <cx:pt idx="10540">2.1000000000000001</cx:pt>
          <cx:pt idx="10541">6.75</cx:pt>
          <cx:pt idx="10542">6.75</cx:pt>
          <cx:pt idx="10543">7.6500000000000004</cx:pt>
          <cx:pt idx="10544">7.6500000000000004</cx:pt>
          <cx:pt idx="10545">1.25</cx:pt>
          <cx:pt idx="10546">2.9500000000000002</cx:pt>
          <cx:pt idx="10547">6.75</cx:pt>
          <cx:pt idx="10548">1.45</cx:pt>
          <cx:pt idx="10549">0.65000000000000002</cx:pt>
          <cx:pt idx="10550">2.25</cx:pt>
          <cx:pt idx="10551">2.25</cx:pt>
          <cx:pt idx="10552">0.84999999999999998</cx:pt>
          <cx:pt idx="10553">1.25</cx:pt>
          <cx:pt idx="10554">0.82999999999999996</cx:pt>
          <cx:pt idx="10555">4.6500000000000004</cx:pt>
          <cx:pt idx="10556">1.6499999999999999</cx:pt>
          <cx:pt idx="10557">1.95</cx:pt>
          <cx:pt idx="10558">1.6499999999999999</cx:pt>
          <cx:pt idx="10559">0.41999999999999998</cx:pt>
          <cx:pt idx="10560">1.6499999999999999</cx:pt>
          <cx:pt idx="10561">1.25</cx:pt>
          <cx:pt idx="10562">1.6499999999999999</cx:pt>
          <cx:pt idx="10563">1.6499999999999999</cx:pt>
          <cx:pt idx="10564">1.25</cx:pt>
          <cx:pt idx="10565">2.1000000000000001</cx:pt>
          <cx:pt idx="10566">0.34000000000000002</cx:pt>
          <cx:pt idx="10567">12.75</cx:pt>
          <cx:pt idx="10568">1.49</cx:pt>
          <cx:pt idx="10569">2.1000000000000001</cx:pt>
          <cx:pt idx="10570">4.6500000000000004</cx:pt>
          <cx:pt idx="10571">1.25</cx:pt>
          <cx:pt idx="10572">0.55000000000000004</cx:pt>
          <cx:pt idx="10573">2.9500000000000002</cx:pt>
          <cx:pt idx="10574">0.55000000000000004</cx:pt>
          <cx:pt idx="10575">0.65000000000000002</cx:pt>
          <cx:pt idx="10576">2.0800000000000001</cx:pt>
          <cx:pt idx="10577">1.6499999999999999</cx:pt>
          <cx:pt idx="10578">0.41999999999999998</cx:pt>
          <cx:pt idx="10579">0.84999999999999998</cx:pt>
          <cx:pt idx="10580">8.25</cx:pt>
          <cx:pt idx="10581">2.25</cx:pt>
          <cx:pt idx="10582">0.65000000000000002</cx:pt>
          <cx:pt idx="10583">2.25</cx:pt>
          <cx:pt idx="10584">4.9500000000000002</cx:pt>
          <cx:pt idx="10585">2.9500000000000002</cx:pt>
          <cx:pt idx="10586">1.45</cx:pt>
          <cx:pt idx="10587">1.25</cx:pt>
          <cx:pt idx="10588">2.9500000000000002</cx:pt>
          <cx:pt idx="10589">4.1500000000000004</cx:pt>
          <cx:pt idx="10590">1.25</cx:pt>
          <cx:pt idx="10591">2.1000000000000001</cx:pt>
          <cx:pt idx="10592">6.3499999999999996</cx:pt>
          <cx:pt idx="10593">1.25</cx:pt>
          <cx:pt idx="10594">8.5</cx:pt>
          <cx:pt idx="10595">8.25</cx:pt>
          <cx:pt idx="10596">1.95</cx:pt>
          <cx:pt idx="10597">2.5499999999999998</cx:pt>
          <cx:pt idx="10598">0.82999999999999996</cx:pt>
          <cx:pt idx="10599">1.45</cx:pt>
          <cx:pt idx="10600">12.75</cx:pt>
          <cx:pt idx="10601">2.1000000000000001</cx:pt>
          <cx:pt idx="10602">6.75</cx:pt>
          <cx:pt idx="10603">6.75</cx:pt>
          <cx:pt idx="10604">2.25</cx:pt>
          <cx:pt idx="10605">2.25</cx:pt>
          <cx:pt idx="10606">1.95</cx:pt>
          <cx:pt idx="10607">2.5499999999999998</cx:pt>
          <cx:pt idx="10608">1.95</cx:pt>
          <cx:pt idx="10609">1.6499999999999999</cx:pt>
          <cx:pt idx="10610">1.6499999999999999</cx:pt>
          <cx:pt idx="10611">0.84999999999999998</cx:pt>
          <cx:pt idx="10612">2.9500000000000002</cx:pt>
          <cx:pt idx="10613">1.6499999999999999</cx:pt>
          <cx:pt idx="10614">0.55000000000000004</cx:pt>
          <cx:pt idx="10615">9.9499999999999993</cx:pt>
          <cx:pt idx="10616">12.75</cx:pt>
          <cx:pt idx="10617">0.82999999999999996</cx:pt>
          <cx:pt idx="10618">3.75</cx:pt>
          <cx:pt idx="10619">2.1000000000000001</cx:pt>
          <cx:pt idx="10620">1.6499999999999999</cx:pt>
          <cx:pt idx="10621">1.6499999999999999</cx:pt>
          <cx:pt idx="10622">1.6499999999999999</cx:pt>
          <cx:pt idx="10623">1.6499999999999999</cx:pt>
          <cx:pt idx="10624">7.9500000000000002</cx:pt>
          <cx:pt idx="10625">0.65000000000000002</cx:pt>
          <cx:pt idx="10626">6.3499999999999996</cx:pt>
          <cx:pt idx="10627">12.75</cx:pt>
          <cx:pt idx="10628">9.9499999999999993</cx:pt>
          <cx:pt idx="10629">1.49</cx:pt>
          <cx:pt idx="10630">1.25</cx:pt>
          <cx:pt idx="10631">2.5499999999999998</cx:pt>
          <cx:pt idx="10632">2.9500000000000002</cx:pt>
          <cx:pt idx="10633">1.25</cx:pt>
          <cx:pt idx="10634">1.45</cx:pt>
          <cx:pt idx="10635">0.84999999999999998</cx:pt>
          <cx:pt idx="10636">7.9500000000000002</cx:pt>
          <cx:pt idx="10637">0.82999999999999996</cx:pt>
          <cx:pt idx="10638">8.5</cx:pt>
          <cx:pt idx="10639">2.9500000000000002</cx:pt>
          <cx:pt idx="10640">12.75</cx:pt>
          <cx:pt idx="10641">2.1000000000000001</cx:pt>
          <cx:pt idx="10642">7.6500000000000004</cx:pt>
          <cx:pt idx="10643">0.41999999999999998</cx:pt>
          <cx:pt idx="10644">6.6299999999999999</cx:pt>
          <cx:pt idx="10645">4.96</cx:pt>
          <cx:pt idx="10646">3.29</cx:pt>
          <cx:pt idx="10647">6.6299999999999999</cx:pt>
          <cx:pt idx="10648">4.1299999999999999</cx:pt>
          <cx:pt idx="10649">7.46</cx:pt>
          <cx:pt idx="10650">16.629999999999999</cx:pt>
          <cx:pt idx="10651">8.2899999999999991</cx:pt>
          <cx:pt idx="10652">1.6299999999999999</cx:pt>
          <cx:pt idx="10653">6.6299999999999999</cx:pt>
          <cx:pt idx="10654">1.25</cx:pt>
          <cx:pt idx="10655">2.46</cx:pt>
          <cx:pt idx="10656">4.96</cx:pt>
          <cx:pt idx="10657">2.46</cx:pt>
          <cx:pt idx="10658">7.46</cx:pt>
          <cx:pt idx="10659">24.960000000000001</cx:pt>
          <cx:pt idx="10660">4.1299999999999999</cx:pt>
          <cx:pt idx="10661">4.1299999999999999</cx:pt>
          <cx:pt idx="10662">3.75</cx:pt>
          <cx:pt idx="10663">14.960000000000001</cx:pt>
          <cx:pt idx="10664">12.460000000000001</cx:pt>
          <cx:pt idx="10665">1.25</cx:pt>
          <cx:pt idx="10666">14.130000000000001</cx:pt>
          <cx:pt idx="10667">4.1299999999999999</cx:pt>
          <cx:pt idx="10668">4.96</cx:pt>
          <cx:pt idx="10669">4.1299999999999999</cx:pt>
          <cx:pt idx="10670">4.1299999999999999</cx:pt>
          <cx:pt idx="10671">4.1299999999999999</cx:pt>
          <cx:pt idx="10672">4.1299999999999999</cx:pt>
          <cx:pt idx="10673">4.1299999999999999</cx:pt>
          <cx:pt idx="10674">2.5</cx:pt>
          <cx:pt idx="10675">10.789999999999999</cx:pt>
          <cx:pt idx="10676">3.29</cx:pt>
          <cx:pt idx="10677">1.25</cx:pt>
          <cx:pt idx="10678">3.29</cx:pt>
          <cx:pt idx="10679">1.25</cx:pt>
          <cx:pt idx="10680">0.82999999999999996</cx:pt>
          <cx:pt idx="10681">14.130000000000001</cx:pt>
          <cx:pt idx="10682">14.130000000000001</cx:pt>
          <cx:pt idx="10683">4.96</cx:pt>
          <cx:pt idx="10684">4.96</cx:pt>
          <cx:pt idx="10685">4.96</cx:pt>
          <cx:pt idx="10686">4.1299999999999999</cx:pt>
          <cx:pt idx="10687">4.1299999999999999</cx:pt>
          <cx:pt idx="10688">3.75</cx:pt>
          <cx:pt idx="10689">8.2899999999999991</cx:pt>
          <cx:pt idx="10690">4.96</cx:pt>
          <cx:pt idx="10691">2.5</cx:pt>
          <cx:pt idx="10692">4.1299999999999999</cx:pt>
          <cx:pt idx="10693">12.460000000000001</cx:pt>
          <cx:pt idx="10694">5.79</cx:pt>
          <cx:pt idx="10695">3.29</cx:pt>
          <cx:pt idx="10696">14.130000000000001</cx:pt>
          <cx:pt idx="10697">14.130000000000001</cx:pt>
          <cx:pt idx="10698">0.84999999999999998</cx:pt>
          <cx:pt idx="10699">1.25</cx:pt>
          <cx:pt idx="10700">0.41999999999999998</cx:pt>
          <cx:pt idx="10701">8.5</cx:pt>
          <cx:pt idx="10702">2.5499999999999998</cx:pt>
          <cx:pt idx="10703">1.25</cx:pt>
          <cx:pt idx="10704">7.9500000000000002</cx:pt>
          <cx:pt idx="10705">7.9500000000000002</cx:pt>
          <cx:pt idx="10706">7.9500000000000002</cx:pt>
          <cx:pt idx="10707">3.75</cx:pt>
          <cx:pt idx="10708">2.9500000000000002</cx:pt>
          <cx:pt idx="10709">0.65000000000000002</cx:pt>
          <cx:pt idx="10710">4.9500000000000002</cx:pt>
          <cx:pt idx="10711">2.5499999999999998</cx:pt>
          <cx:pt idx="10712">6.3499999999999996</cx:pt>
          <cx:pt idx="10713">1.25</cx:pt>
          <cx:pt idx="10714">1.25</cx:pt>
          <cx:pt idx="10715">0.55000000000000004</cx:pt>
          <cx:pt idx="10716">0.41999999999999998</cx:pt>
          <cx:pt idx="10717">0.84999999999999998</cx:pt>
          <cx:pt idx="10718">2.5499999999999998</cx:pt>
          <cx:pt idx="10719">2.1000000000000001</cx:pt>
          <cx:pt idx="10720">2.9500000000000002</cx:pt>
          <cx:pt idx="10721">0.84999999999999998</cx:pt>
          <cx:pt idx="10722">2.5499999999999998</cx:pt>
          <cx:pt idx="10723">0.65000000000000002</cx:pt>
          <cx:pt idx="10724">2.9500000000000002</cx:pt>
          <cx:pt idx="10725">0.41999999999999998</cx:pt>
          <cx:pt idx="10726">0.41999999999999998</cx:pt>
          <cx:pt idx="10727">7.9500000000000002</cx:pt>
          <cx:pt idx="10728">12.75</cx:pt>
          <cx:pt idx="10729">2.1000000000000001</cx:pt>
          <cx:pt idx="10730">2.9500000000000002</cx:pt>
          <cx:pt idx="10731">8.5</cx:pt>
          <cx:pt idx="10732">4.25</cx:pt>
          <cx:pt idx="10733">2.1000000000000001</cx:pt>
          <cx:pt idx="10734">8.5</cx:pt>
          <cx:pt idx="10735">2.9500000000000002</cx:pt>
          <cx:pt idx="10736">12.75</cx:pt>
          <cx:pt idx="10737">8.5</cx:pt>
          <cx:pt idx="10738">6.9500000000000002</cx:pt>
          <cx:pt idx="10739">3.75</cx:pt>
          <cx:pt idx="10740">0.65000000000000002</cx:pt>
          <cx:pt idx="10741">2.9500000000000002</cx:pt>
          <cx:pt idx="10742">6.75</cx:pt>
          <cx:pt idx="10743">6.75</cx:pt>
          <cx:pt idx="10744">8.25</cx:pt>
          <cx:pt idx="10745">2.1000000000000001</cx:pt>
          <cx:pt idx="10746">2.9500000000000002</cx:pt>
          <cx:pt idx="10747">1.45</cx:pt>
          <cx:pt idx="10748">2.9500000000000002</cx:pt>
          <cx:pt idx="10749">1.45</cx:pt>
          <cx:pt idx="10750">7.9500000000000002</cx:pt>
          <cx:pt idx="10751">7.9500000000000002</cx:pt>
          <cx:pt idx="10752">2.5499999999999998</cx:pt>
          <cx:pt idx="10753">0.65000000000000002</cx:pt>
          <cx:pt idx="10754">1.6499999999999999</cx:pt>
          <cx:pt idx="10755">0.35999999999999999</cx:pt>
          <cx:pt idx="10756">6.75</cx:pt>
          <cx:pt idx="10757">1.8500000000000001</cx:pt>
          <cx:pt idx="10758">0.71999999999999997</cx:pt>
          <cx:pt idx="10759">0.41999999999999998</cx:pt>
          <cx:pt idx="10760">0.41999999999999998</cx:pt>
          <cx:pt idx="10761">7.9500000000000002</cx:pt>
          <cx:pt idx="10762">2.9500000000000002</cx:pt>
          <cx:pt idx="10763">1.25</cx:pt>
          <cx:pt idx="10764">1.6499999999999999</cx:pt>
          <cx:pt idx="10765">1.6499999999999999</cx:pt>
          <cx:pt idx="10766">0.40000000000000002</cx:pt>
          <cx:pt idx="10767">2.1000000000000001</cx:pt>
          <cx:pt idx="10768">0.84999999999999998</cx:pt>
          <cx:pt idx="10769">7.6500000000000004</cx:pt>
          <cx:pt idx="10770">7.9500000000000002</cx:pt>
          <cx:pt idx="10771">2.5499999999999998</cx:pt>
          <cx:pt idx="10772">3.75</cx:pt>
          <cx:pt idx="10773">1.25</cx:pt>
          <cx:pt idx="10774">12.75</cx:pt>
          <cx:pt idx="10775">7.9500000000000002</cx:pt>
          <cx:pt idx="10776">2.1000000000000001</cx:pt>
          <cx:pt idx="10777">8.25</cx:pt>
          <cx:pt idx="10778">8.5</cx:pt>
          <cx:pt idx="10779">2.9500000000000002</cx:pt>
          <cx:pt idx="10780">3.75</cx:pt>
          <cx:pt idx="10781">2.9500000000000002</cx:pt>
          <cx:pt idx="10782">0.55000000000000004</cx:pt>
          <cx:pt idx="10783">0.55000000000000004</cx:pt>
          <cx:pt idx="10784">12.75</cx:pt>
          <cx:pt idx="10785">5.9500000000000002</cx:pt>
          <cx:pt idx="10786">4.6500000000000004</cx:pt>
          <cx:pt idx="10787">0.84999999999999998</cx:pt>
          <cx:pt idx="10788">1.6499999999999999</cx:pt>
          <cx:pt idx="10789">2.9500000000000002</cx:pt>
          <cx:pt idx="10790">1.49</cx:pt>
          <cx:pt idx="10791">6.75</cx:pt>
          <cx:pt idx="10792">6.3499999999999996</cx:pt>
          <cx:pt idx="10793">0.65000000000000002</cx:pt>
          <cx:pt idx="10794">1.25</cx:pt>
          <cx:pt idx="10795">1.6499999999999999</cx:pt>
          <cx:pt idx="10796">1.25</cx:pt>
          <cx:pt idx="10797">0.82999999999999996</cx:pt>
          <cx:pt idx="10798">2.0800000000000001</cx:pt>
          <cx:pt idx="10799">7.9500000000000002</cx:pt>
          <cx:pt idx="10800">8.25</cx:pt>
          <cx:pt idx="10801">1.25</cx:pt>
          <cx:pt idx="10802">1.25</cx:pt>
          <cx:pt idx="10803">1.95</cx:pt>
          <cx:pt idx="10804">2.25</cx:pt>
          <cx:pt idx="10805">1.6499999999999999</cx:pt>
          <cx:pt idx="10806">1.6499999999999999</cx:pt>
          <cx:pt idx="10807">2.1000000000000001</cx:pt>
          <cx:pt idx="10808">2.9500000000000002</cx:pt>
          <cx:pt idx="10809">2.1000000000000001</cx:pt>
          <cx:pt idx="10810">7.6500000000000004</cx:pt>
          <cx:pt idx="10811">12.75</cx:pt>
          <cx:pt idx="10812">3.75</cx:pt>
          <cx:pt idx="10813">1.45</cx:pt>
          <cx:pt idx="10814">1.25</cx:pt>
          <cx:pt idx="10815">1.25</cx:pt>
          <cx:pt idx="10816">8.25</cx:pt>
          <cx:pt idx="10817">2.1000000000000001</cx:pt>
          <cx:pt idx="10818">2.9500000000000002</cx:pt>
          <cx:pt idx="10819">1.25</cx:pt>
          <cx:pt idx="10820">1.25</cx:pt>
          <cx:pt idx="10821">0.55000000000000004</cx:pt>
          <cx:pt idx="10822">1.25</cx:pt>
          <cx:pt idx="10823">0.65000000000000002</cx:pt>
          <cx:pt idx="10824">1.6499999999999999</cx:pt>
          <cx:pt idx="10825">0.41999999999999998</cx:pt>
          <cx:pt idx="10826">6.9500000000000002</cx:pt>
          <cx:pt idx="10827">2.9500000000000002</cx:pt>
          <cx:pt idx="10828">0.65000000000000002</cx:pt>
          <cx:pt idx="10829">2.9500000000000002</cx:pt>
          <cx:pt idx="10830">2.25</cx:pt>
          <cx:pt idx="10831">0.84999999999999998</cx:pt>
          <cx:pt idx="10832">2.25</cx:pt>
          <cx:pt idx="10833">1.25</cx:pt>
          <cx:pt idx="10834">0.84999999999999998</cx:pt>
          <cx:pt idx="10835">1.45</cx:pt>
          <cx:pt idx="10836">0.71999999999999997</cx:pt>
          <cx:pt idx="10837">9.9499999999999993</cx:pt>
          <cx:pt idx="10838">0.84999999999999998</cx:pt>
          <cx:pt idx="10839">8.5</cx:pt>
          <cx:pt idx="10840">2.1000000000000001</cx:pt>
          <cx:pt idx="10841">7.9500000000000002</cx:pt>
          <cx:pt idx="10842">1.25</cx:pt>
          <cx:pt idx="10843">0.41999999999999998</cx:pt>
          <cx:pt idx="10844">1.25</cx:pt>
          <cx:pt idx="10845">1.6499999999999999</cx:pt>
          <cx:pt idx="10846">1.25</cx:pt>
          <cx:pt idx="10847">1.45</cx:pt>
          <cx:pt idx="10848">2.9500000000000002</cx:pt>
          <cx:pt idx="10849">2.1000000000000001</cx:pt>
          <cx:pt idx="10850">0.41999999999999998</cx:pt>
          <cx:pt idx="10851">0.41999999999999998</cx:pt>
          <cx:pt idx="10852">0.65000000000000002</cx:pt>
          <cx:pt idx="10853">2.5499999999999998</cx:pt>
          <cx:pt idx="10854">1.6499999999999999</cx:pt>
          <cx:pt idx="10855">1.6499999999999999</cx:pt>
          <cx:pt idx="10856">0.55000000000000004</cx:pt>
          <cx:pt idx="10857">0.55000000000000004</cx:pt>
          <cx:pt idx="10858">0.71999999999999997</cx:pt>
          <cx:pt idx="10859">1.25</cx:pt>
          <cx:pt idx="10860">4.1500000000000004</cx:pt>
          <cx:pt idx="10861">1.25</cx:pt>
          <cx:pt idx="10862">2.1000000000000001</cx:pt>
          <cx:pt idx="10863">1.0600000000000001</cx:pt>
          <cx:pt idx="10864">2.9500000000000002</cx:pt>
          <cx:pt idx="10865">1.6499999999999999</cx:pt>
          <cx:pt idx="10866">0.41999999999999998</cx:pt>
          <cx:pt idx="10867">1.6499999999999999</cx:pt>
          <cx:pt idx="10868">0.28999999999999998</cx:pt>
          <cx:pt idx="10869">0.55000000000000004</cx:pt>
          <cx:pt idx="10870">1.6499999999999999</cx:pt>
          <cx:pt idx="10871">1.6499999999999999</cx:pt>
          <cx:pt idx="10872">2.1000000000000001</cx:pt>
          <cx:pt idx="10873">2.1000000000000001</cx:pt>
          <cx:pt idx="10874">2.1000000000000001</cx:pt>
          <cx:pt idx="10875">4.9500000000000002</cx:pt>
          <cx:pt idx="10876">9.9499999999999993</cx:pt>
          <cx:pt idx="10877">12.75</cx:pt>
          <cx:pt idx="10878">4.9500000000000002</cx:pt>
          <cx:pt idx="10879">0.55000000000000004</cx:pt>
          <cx:pt idx="10880">2.0800000000000001</cx:pt>
          <cx:pt idx="10881">4.9500000000000002</cx:pt>
          <cx:pt idx="10882">2.9500000000000002</cx:pt>
          <cx:pt idx="10883">1.25</cx:pt>
          <cx:pt idx="10884">1.25</cx:pt>
          <cx:pt idx="10885">2.1000000000000001</cx:pt>
          <cx:pt idx="10886">8.5</cx:pt>
          <cx:pt idx="10887">1.49</cx:pt>
          <cx:pt idx="10888">2.1000000000000001</cx:pt>
          <cx:pt idx="10889">0.65000000000000002</cx:pt>
          <cx:pt idx="10890">9.9499999999999993</cx:pt>
          <cx:pt idx="10891">2.25</cx:pt>
          <cx:pt idx="10892">2.25</cx:pt>
          <cx:pt idx="10893">12.75</cx:pt>
          <cx:pt idx="10894">1.6499999999999999</cx:pt>
          <cx:pt idx="10895">1.6499999999999999</cx:pt>
          <cx:pt idx="10896">0.84999999999999998</cx:pt>
          <cx:pt idx="10897">0.41999999999999998</cx:pt>
          <cx:pt idx="10898">5.9500000000000002</cx:pt>
          <cx:pt idx="10899">2.1000000000000001</cx:pt>
          <cx:pt idx="10900">8.5</cx:pt>
          <cx:pt idx="10901">1.6499999999999999</cx:pt>
          <cx:pt idx="10902">12.75</cx:pt>
          <cx:pt idx="10903">2.46</cx:pt>
          <cx:pt idx="10904">4.1299999999999999</cx:pt>
          <cx:pt idx="10905">1.6299999999999999</cx:pt>
          <cx:pt idx="10906">3.29</cx:pt>
          <cx:pt idx="10907">4.1299999999999999</cx:pt>
          <cx:pt idx="10908">3.29</cx:pt>
          <cx:pt idx="10909">4.96</cx:pt>
          <cx:pt idx="10910">2.46</cx:pt>
          <cx:pt idx="10911">16.629999999999999</cx:pt>
          <cx:pt idx="10912">0.82999999999999996</cx:pt>
          <cx:pt idx="10913">1.25</cx:pt>
          <cx:pt idx="10914">15.789999999999999</cx:pt>
          <cx:pt idx="10915">1.25</cx:pt>
          <cx:pt idx="10916">4.1299999999999999</cx:pt>
          <cx:pt idx="10917">4.1299999999999999</cx:pt>
          <cx:pt idx="10918">2.1000000000000001</cx:pt>
          <cx:pt idx="10919">2.46</cx:pt>
          <cx:pt idx="10920">5.79</cx:pt>
          <cx:pt idx="10921">4.96</cx:pt>
          <cx:pt idx="10922">5.79</cx:pt>
          <cx:pt idx="10923">5.79</cx:pt>
          <cx:pt idx="10924">16.629999999999999</cx:pt>
          <cx:pt idx="10925">4.96</cx:pt>
          <cx:pt idx="10926">3.29</cx:pt>
          <cx:pt idx="10927">4.1299999999999999</cx:pt>
          <cx:pt idx="10928">0.82999999999999996</cx:pt>
          <cx:pt idx="10929">1.6299999999999999</cx:pt>
          <cx:pt idx="10930">4.1299999999999999</cx:pt>
          <cx:pt idx="10931">0.82999999999999996</cx:pt>
          <cx:pt idx="10932">4.1299999999999999</cx:pt>
          <cx:pt idx="10933">1.6299999999999999</cx:pt>
          <cx:pt idx="10934">2.46</cx:pt>
          <cx:pt idx="10935">19.960000000000001</cx:pt>
          <cx:pt idx="10936">4.1299999999999999</cx:pt>
          <cx:pt idx="10937">4.96</cx:pt>
          <cx:pt idx="10938">0.82999999999999996</cx:pt>
          <cx:pt idx="10939">2.5499999999999998</cx:pt>
          <cx:pt idx="10940">1.25</cx:pt>
          <cx:pt idx="10941">24.960000000000001</cx:pt>
          <cx:pt idx="10942">1.25</cx:pt>
          <cx:pt idx="10943">2.7599999999999998</cx:pt>
          <cx:pt idx="10944">1.6299999999999999</cx:pt>
          <cx:pt idx="10945">0.82999999999999996</cx:pt>
          <cx:pt idx="10946">4.1299999999999999</cx:pt>
          <cx:pt idx="10947">2.46</cx:pt>
          <cx:pt idx="10948">3.29</cx:pt>
          <cx:pt idx="10949">4.1299999999999999</cx:pt>
          <cx:pt idx="10950">2.46</cx:pt>
          <cx:pt idx="10951">5.79</cx:pt>
          <cx:pt idx="10952">7.46</cx:pt>
          <cx:pt idx="10953">8.3300000000000001</cx:pt>
          <cx:pt idx="10954">1.25</cx:pt>
          <cx:pt idx="10955">1.25</cx:pt>
          <cx:pt idx="10956">5.79</cx:pt>
          <cx:pt idx="10957">4.1299999999999999</cx:pt>
          <cx:pt idx="10958">1.6299999999999999</cx:pt>
          <cx:pt idx="10959">0.82999999999999996</cx:pt>
          <cx:pt idx="10960">7.46</cx:pt>
          <cx:pt idx="10961">24.960000000000001</cx:pt>
          <cx:pt idx="10962">4.1299999999999999</cx:pt>
          <cx:pt idx="10963">3.29</cx:pt>
          <cx:pt idx="10964">16.629999999999999</cx:pt>
          <cx:pt idx="10965">3.29</cx:pt>
          <cx:pt idx="10966">2.9199999999999999</cx:pt>
          <cx:pt idx="10967">4.1299999999999999</cx:pt>
          <cx:pt idx="10968">2.46</cx:pt>
          <cx:pt idx="10969">14.960000000000001</cx:pt>
          <cx:pt idx="10970">0.82999999999999996</cx:pt>
          <cx:pt idx="10971">4.1299999999999999</cx:pt>
          <cx:pt idx="10972">2.46</cx:pt>
          <cx:pt idx="10973">0.82999999999999996</cx:pt>
          <cx:pt idx="10974">5.79</cx:pt>
          <cx:pt idx="10975">0.82999999999999996</cx:pt>
          <cx:pt idx="10976">9.1300000000000008</cx:pt>
          <cx:pt idx="10977">4.1299999999999999</cx:pt>
          <cx:pt idx="10978">0.82999999999999996</cx:pt>
          <cx:pt idx="10979">15.789999999999999</cx:pt>
          <cx:pt idx="10980">1.6299999999999999</cx:pt>
          <cx:pt idx="10981">1.6299999999999999</cx:pt>
          <cx:pt idx="10982">0.82999999999999996</cx:pt>
          <cx:pt idx="10983">4.1299999999999999</cx:pt>
          <cx:pt idx="10984">0.82999999999999996</cx:pt>
          <cx:pt idx="10985">1.6499999999999999</cx:pt>
          <cx:pt idx="10986">1.6499999999999999</cx:pt>
          <cx:pt idx="10987">0.71999999999999997</cx:pt>
          <cx:pt idx="10988">2.1000000000000001</cx:pt>
          <cx:pt idx="10989">7.9500000000000002</cx:pt>
          <cx:pt idx="10990">3.75</cx:pt>
          <cx:pt idx="10991">0.41999999999999998</cx:pt>
          <cx:pt idx="10992">1.6499999999999999</cx:pt>
          <cx:pt idx="10993">1.25</cx:pt>
          <cx:pt idx="10994">9.9499999999999993</cx:pt>
          <cx:pt idx="10995">0.82999999999999996</cx:pt>
          <cx:pt idx="10996">0.82999999999999996</cx:pt>
          <cx:pt idx="10997">4.1500000000000004</cx:pt>
          <cx:pt idx="10998">1.25</cx:pt>
          <cx:pt idx="10999">1.25</cx:pt>
          <cx:pt idx="11000">1.6499999999999999</cx:pt>
          <cx:pt idx="11001">1.6499999999999999</cx:pt>
          <cx:pt idx="11002">1.6499999999999999</cx:pt>
          <cx:pt idx="11003">0.84999999999999998</cx:pt>
          <cx:pt idx="11004">0.41999999999999998</cx:pt>
          <cx:pt idx="11005">1.25</cx:pt>
          <cx:pt idx="11006">1.45</cx:pt>
          <cx:pt idx="11007">2.9500000000000002</cx:pt>
          <cx:pt idx="11008">9.9499999999999993</cx:pt>
          <cx:pt idx="11009">2.25</cx:pt>
          <cx:pt idx="11010">0.84999999999999998</cx:pt>
          <cx:pt idx="11011">1.25</cx:pt>
          <cx:pt idx="11012">3.75</cx:pt>
          <cx:pt idx="11013">1.25</cx:pt>
          <cx:pt idx="11014">2.25</cx:pt>
          <cx:pt idx="11015">6.75</cx:pt>
          <cx:pt idx="11016">6.75</cx:pt>
          <cx:pt idx="11017">0.41999999999999998</cx:pt>
          <cx:pt idx="11018">2.9500000000000002</cx:pt>
          <cx:pt idx="11019">0.84999999999999998</cx:pt>
          <cx:pt idx="11020">2.0800000000000001</cx:pt>
          <cx:pt idx="11021">6.9500000000000002</cx:pt>
          <cx:pt idx="11022">2.1000000000000001</cx:pt>
          <cx:pt idx="11023">6.75</cx:pt>
          <cx:pt idx="11024">8.5</cx:pt>
          <cx:pt idx="11025">2.5499999999999998</cx:pt>
          <cx:pt idx="11026">2.9500000000000002</cx:pt>
          <cx:pt idx="11027">7.6500000000000004</cx:pt>
          <cx:pt idx="11028">9.9499999999999993</cx:pt>
          <cx:pt idx="11029">2.5499999999999998</cx:pt>
          <cx:pt idx="11030">7.9500000000000002</cx:pt>
          <cx:pt idx="11031">1.95</cx:pt>
          <cx:pt idx="11032">4.9500000000000002</cx:pt>
          <cx:pt idx="11033">1.6499999999999999</cx:pt>
          <cx:pt idx="11034">1.6499999999999999</cx:pt>
          <cx:pt idx="11035">1.25</cx:pt>
          <cx:pt idx="11036">1.25</cx:pt>
          <cx:pt idx="11037">0.65000000000000002</cx:pt>
          <cx:pt idx="11038">2.1000000000000001</cx:pt>
          <cx:pt idx="11039">2.5499999999999998</cx:pt>
          <cx:pt idx="11040">1.45</cx:pt>
          <cx:pt idx="11041">4.1299999999999999</cx:pt>
          <cx:pt idx="11042">2.46</cx:pt>
          <cx:pt idx="11043">6.6299999999999999</cx:pt>
          <cx:pt idx="11044">4.1299999999999999</cx:pt>
          <cx:pt idx="11045">8.2899999999999991</cx:pt>
          <cx:pt idx="11046">1.6299999999999999</cx:pt>
          <cx:pt idx="11047">6.6299999999999999</cx:pt>
          <cx:pt idx="11048">1.25</cx:pt>
          <cx:pt idx="11049">16.629999999999999</cx:pt>
          <cx:pt idx="11050">2.46</cx:pt>
          <cx:pt idx="11051">4.96</cx:pt>
          <cx:pt idx="11052">2.46</cx:pt>
          <cx:pt idx="11053">7.46</cx:pt>
          <cx:pt idx="11054">4.1299999999999999</cx:pt>
          <cx:pt idx="11055">4.1299999999999999</cx:pt>
          <cx:pt idx="11056">4.96</cx:pt>
          <cx:pt idx="11057">7.46</cx:pt>
          <cx:pt idx="11058">4.1299999999999999</cx:pt>
          <cx:pt idx="11059">4.1299999999999999</cx:pt>
          <cx:pt idx="11060">4.1299999999999999</cx:pt>
          <cx:pt idx="11061">10.789999999999999</cx:pt>
          <cx:pt idx="11062">12.460000000000001</cx:pt>
          <cx:pt idx="11063">4.1299999999999999</cx:pt>
          <cx:pt idx="11064">14.130000000000001</cx:pt>
          <cx:pt idx="11065">14.130000000000001</cx:pt>
          <cx:pt idx="11066">4.96</cx:pt>
          <cx:pt idx="11067">4.96</cx:pt>
          <cx:pt idx="11068">4.96</cx:pt>
          <cx:pt idx="11069">1.95</cx:pt>
          <cx:pt idx="11070">9.9499999999999993</cx:pt>
          <cx:pt idx="11071">4.9500000000000002</cx:pt>
          <cx:pt idx="11072">2.9500000000000002</cx:pt>
          <cx:pt idx="11073">2.5499999999999998</cx:pt>
          <cx:pt idx="11074">12.75</cx:pt>
          <cx:pt idx="11075">0.41999999999999998</cx:pt>
          <cx:pt idx="11076">0.41999999999999998</cx:pt>
          <cx:pt idx="11077">0.41999999999999998</cx:pt>
          <cx:pt idx="11078">7.9500000000000002</cx:pt>
          <cx:pt idx="11079">6.3499999999999996</cx:pt>
          <cx:pt idx="11080">12.75</cx:pt>
          <cx:pt idx="11081">4.6500000000000004</cx:pt>
          <cx:pt idx="11082">7.9500000000000002</cx:pt>
          <cx:pt idx="11083">1.6499999999999999</cx:pt>
          <cx:pt idx="11084">2.9500000000000002</cx:pt>
          <cx:pt idx="11085">1.95</cx:pt>
          <cx:pt idx="11086">9.9499999999999993</cx:pt>
          <cx:pt idx="11087">1.49</cx:pt>
          <cx:pt idx="11088">1.25</cx:pt>
          <cx:pt idx="11089">2.1000000000000001</cx:pt>
          <cx:pt idx="11090">1.6499999999999999</cx:pt>
          <cx:pt idx="11091">2.1000000000000001</cx:pt>
          <cx:pt idx="11092">0.82999999999999996</cx:pt>
          <cx:pt idx="11093">1.25</cx:pt>
          <cx:pt idx="11094">0.55000000000000004</cx:pt>
          <cx:pt idx="11095">2.1000000000000001</cx:pt>
          <cx:pt idx="11096">8.5</cx:pt>
          <cx:pt idx="11097">0.84999999999999998</cx:pt>
          <cx:pt idx="11098">2.9500000000000002</cx:pt>
          <cx:pt idx="11099">2.5499999999999998</cx:pt>
          <cx:pt idx="11100">2.5499999999999998</cx:pt>
          <cx:pt idx="11101">2.5499999999999998</cx:pt>
          <cx:pt idx="11102">1.49</cx:pt>
          <cx:pt idx="11103">2.1000000000000001</cx:pt>
          <cx:pt idx="11104">1.25</cx:pt>
          <cx:pt idx="11105">2.5499999999999998</cx:pt>
          <cx:pt idx="11106">4.1500000000000004</cx:pt>
          <cx:pt idx="11107">0.55000000000000004</cx:pt>
          <cx:pt idx="11108">2.1000000000000001</cx:pt>
          <cx:pt idx="11109">7.9500000000000002</cx:pt>
          <cx:pt idx="11110">4.9500000000000002</cx:pt>
          <cx:pt idx="11111">1.25</cx:pt>
          <cx:pt idx="11112">1.49</cx:pt>
          <cx:pt idx="11113">2.9500000000000002</cx:pt>
          <cx:pt idx="11114">0.55000000000000004</cx:pt>
          <cx:pt idx="11115">1.6499999999999999</cx:pt>
          <cx:pt idx="11116">2.5499999999999998</cx:pt>
          <cx:pt idx="11117">2.25</cx:pt>
          <cx:pt idx="11118">2.5499999999999998</cx:pt>
          <cx:pt idx="11119">0.41999999999999998</cx:pt>
          <cx:pt idx="11120">6.9500000000000002</cx:pt>
          <cx:pt idx="11121">1.6499999999999999</cx:pt>
          <cx:pt idx="11122">2.5499999999999998</cx:pt>
          <cx:pt idx="11123">2.1000000000000001</cx:pt>
          <cx:pt idx="11124">9.9499999999999993</cx:pt>
          <cx:pt idx="11125">0.65000000000000002</cx:pt>
          <cx:pt idx="11126">0.84999999999999998</cx:pt>
          <cx:pt idx="11127">9.9499999999999993</cx:pt>
          <cx:pt idx="11128">8.5</cx:pt>
          <cx:pt idx="11129">8.5</cx:pt>
          <cx:pt idx="11130">2.1000000000000001</cx:pt>
          <cx:pt idx="11131">2.5499999999999998</cx:pt>
          <cx:pt idx="11132">8.25</cx:pt>
          <cx:pt idx="11133">2.5499999999999998</cx:pt>
          <cx:pt idx="11134">2.9500000000000002</cx:pt>
          <cx:pt idx="11135">8.5</cx:pt>
          <cx:pt idx="11136">6.75</cx:pt>
          <cx:pt idx="11137">5.5499999999999998</cx:pt>
          <cx:pt idx="11138">1.6499999999999999</cx:pt>
          <cx:pt idx="11139">1.45</cx:pt>
          <cx:pt idx="11140">24.960000000000001</cx:pt>
          <cx:pt idx="11141">4.1299999999999999</cx:pt>
          <cx:pt idx="11142">2.46</cx:pt>
          <cx:pt idx="11143">15.789999999999999</cx:pt>
          <cx:pt idx="11144">1.25</cx:pt>
          <cx:pt idx="11145">9.1300000000000008</cx:pt>
          <cx:pt idx="11146">8.5</cx:pt>
          <cx:pt idx="11147">5.79</cx:pt>
          <cx:pt idx="11148">5.79</cx:pt>
          <cx:pt idx="11149">2.46</cx:pt>
          <cx:pt idx="11150">0.82999999999999996</cx:pt>
          <cx:pt idx="11151">7.46</cx:pt>
          <cx:pt idx="11152">2.46</cx:pt>
          <cx:pt idx="11153">0.82999999999999996</cx:pt>
          <cx:pt idx="11154">15.789999999999999</cx:pt>
          <cx:pt idx="11155">2.5499999999999998</cx:pt>
          <cx:pt idx="11156">6.75</cx:pt>
          <cx:pt idx="11157">1.45</cx:pt>
          <cx:pt idx="11158">4.6500000000000004</cx:pt>
          <cx:pt idx="11159">7.9500000000000002</cx:pt>
          <cx:pt idx="11160">0.65000000000000002</cx:pt>
          <cx:pt idx="11161">1.25</cx:pt>
          <cx:pt idx="11162">3.75</cx:pt>
          <cx:pt idx="11163">1.95</cx:pt>
          <cx:pt idx="11164">9.9499999999999993</cx:pt>
          <cx:pt idx="11165">9.9499999999999993</cx:pt>
          <cx:pt idx="11166">1.25</cx:pt>
          <cx:pt idx="11167">1.6499999999999999</cx:pt>
          <cx:pt idx="11168">8.5</cx:pt>
          <cx:pt idx="11169">1.6499999999999999</cx:pt>
          <cx:pt idx="11170">1.45</cx:pt>
          <cx:pt idx="11171">0.65000000000000002</cx:pt>
          <cx:pt idx="11172">2.5499999999999998</cx:pt>
          <cx:pt idx="11173">0.55000000000000004</cx:pt>
          <cx:pt idx="11174">2.0800000000000001</cx:pt>
          <cx:pt idx="11175">8.5</cx:pt>
          <cx:pt idx="11176">3.75</cx:pt>
          <cx:pt idx="11177">2.1000000000000001</cx:pt>
          <cx:pt idx="11178">1.45</cx:pt>
          <cx:pt idx="11179">1.25</cx:pt>
          <cx:pt idx="11180">2.1000000000000001</cx:pt>
          <cx:pt idx="11181">4.9500000000000002</cx:pt>
          <cx:pt idx="11182">0.41999999999999998</cx:pt>
          <cx:pt idx="11183">1.49</cx:pt>
          <cx:pt idx="11184">9.9499999999999993</cx:pt>
          <cx:pt idx="11185">2.1000000000000001</cx:pt>
          <cx:pt idx="11186">2.9500000000000002</cx:pt>
          <cx:pt idx="11187">2.5499999999999998</cx:pt>
          <cx:pt idx="11188">1.45</cx:pt>
          <cx:pt idx="11189">4.9500000000000002</cx:pt>
          <cx:pt idx="11190">0.41999999999999998</cx:pt>
          <cx:pt idx="11191">3.75</cx:pt>
          <cx:pt idx="11192">8.5</cx:pt>
          <cx:pt idx="11193">0.41999999999999998</cx:pt>
          <cx:pt idx="11194">1.25</cx:pt>
          <cx:pt idx="11195">1.6499999999999999</cx:pt>
          <cx:pt idx="11196">0.55000000000000004</cx:pt>
          <cx:pt idx="11197">0.55000000000000004</cx:pt>
          <cx:pt idx="11198">1.6499999999999999</cx:pt>
          <cx:pt idx="11199">2.5499999999999998</cx:pt>
          <cx:pt idx="11200">0.41999999999999998</cx:pt>
          <cx:pt idx="11201">1.95</cx:pt>
          <cx:pt idx="11202">7.6500000000000004</cx:pt>
          <cx:pt idx="11203">2.5499999999999998</cx:pt>
          <cx:pt idx="11204">2.9500000000000002</cx:pt>
          <cx:pt idx="11205">1.6499999999999999</cx:pt>
          <cx:pt idx="11206">4.1500000000000004</cx:pt>
          <cx:pt idx="11207">0.41999999999999998</cx:pt>
          <cx:pt idx="11208">1.6499999999999999</cx:pt>
          <cx:pt idx="11209">0.55000000000000004</cx:pt>
          <cx:pt idx="11210">0.41999999999999998</cx:pt>
          <cx:pt idx="11211">0.41999999999999998</cx:pt>
          <cx:pt idx="11212">1.45</cx:pt>
          <cx:pt idx="11213">0.82999999999999996</cx:pt>
          <cx:pt idx="11214">0.82999999999999996</cx:pt>
          <cx:pt idx="11215">4.9500000000000002</cx:pt>
          <cx:pt idx="11216">1.25</cx:pt>
          <cx:pt idx="11217">1.25</cx:pt>
          <cx:pt idx="11218">2.5499999999999998</cx:pt>
          <cx:pt idx="11219">7.9500000000000002</cx:pt>
          <cx:pt idx="11220">7.9500000000000002</cx:pt>
          <cx:pt idx="11221">6.3499999999999996</cx:pt>
          <cx:pt idx="11222">1.6499999999999999</cx:pt>
          <cx:pt idx="11223">6.75</cx:pt>
          <cx:pt idx="11224">3.75</cx:pt>
          <cx:pt idx="11225">1.45</cx:pt>
          <cx:pt idx="11226">2.1000000000000001</cx:pt>
          <cx:pt idx="11227">7.9500000000000002</cx:pt>
          <cx:pt idx="11228">1.25</cx:pt>
          <cx:pt idx="11229">8.5</cx:pt>
          <cx:pt idx="11230">14.949999999999999</cx:pt>
          <cx:pt idx="11231">7.9500000000000002</cx:pt>
          <cx:pt idx="11232">0.65000000000000002</cx:pt>
          <cx:pt idx="11233">1.6499999999999999</cx:pt>
          <cx:pt idx="11234">1.45</cx:pt>
          <cx:pt idx="11235">7.9500000000000002</cx:pt>
          <cx:pt idx="11236">7.9500000000000002</cx:pt>
          <cx:pt idx="11237">7.9500000000000002</cx:pt>
          <cx:pt idx="11238">1.6499999999999999</cx:pt>
          <cx:pt idx="11239">1.45</cx:pt>
          <cx:pt idx="11240">8.25</cx:pt>
          <cx:pt idx="11241">1.25</cx:pt>
          <cx:pt idx="11242">7.9500000000000002</cx:pt>
          <cx:pt idx="11243">7.9500000000000002</cx:pt>
          <cx:pt idx="11244">2.1000000000000001</cx:pt>
          <cx:pt idx="11245">6.9500000000000002</cx:pt>
          <cx:pt idx="11246">1.49</cx:pt>
          <cx:pt idx="11247">1.45</cx:pt>
          <cx:pt idx="11248">3.75</cx:pt>
          <cx:pt idx="11249">0.41999999999999998</cx:pt>
          <cx:pt idx="11250">1.25</cx:pt>
          <cx:pt idx="11251">1.25</cx:pt>
          <cx:pt idx="11252">2.25</cx:pt>
          <cx:pt idx="11253">12.75</cx:pt>
          <cx:pt idx="11254">2.1000000000000001</cx:pt>
          <cx:pt idx="11255">2.9500000000000002</cx:pt>
          <cx:pt idx="11256">2.25</cx:pt>
          <cx:pt idx="11257">1.95</cx:pt>
          <cx:pt idx="11258">2.9500000000000002</cx:pt>
          <cx:pt idx="11259">1.95</cx:pt>
          <cx:pt idx="11260">2.9500000000000002</cx:pt>
          <cx:pt idx="11261">0.55000000000000004</cx:pt>
          <cx:pt idx="11262">1.6499999999999999</cx:pt>
          <cx:pt idx="11263">0.84999999999999998</cx:pt>
          <cx:pt idx="11264">7.9500000000000002</cx:pt>
          <cx:pt idx="11265">12.75</cx:pt>
          <cx:pt idx="11266">1.95</cx:pt>
          <cx:pt idx="11267">1.45</cx:pt>
          <cx:pt idx="11268">2.9500000000000002</cx:pt>
          <cx:pt idx="11269">4.9500000000000002</cx:pt>
          <cx:pt idx="11270">6.3499999999999996</cx:pt>
          <cx:pt idx="11271">0.55000000000000004</cx:pt>
          <cx:pt idx="11272">6.75</cx:pt>
          <cx:pt idx="11273">1.95</cx:pt>
          <cx:pt idx="11274">7.9500000000000002</cx:pt>
          <cx:pt idx="11275">7.9500000000000002</cx:pt>
          <cx:pt idx="11276">0.84999999999999998</cx:pt>
          <cx:pt idx="11277">7.9500000000000002</cx:pt>
          <cx:pt idx="11278">7.9500000000000002</cx:pt>
          <cx:pt idx="11279">4.9500000000000002</cx:pt>
          <cx:pt idx="11280">4.1500000000000004</cx:pt>
          <cx:pt idx="11281">0.55000000000000004</cx:pt>
          <cx:pt idx="11282">1.6499999999999999</cx:pt>
          <cx:pt idx="11283">0.82999999999999996</cx:pt>
          <cx:pt idx="11284">0.82999999999999996</cx:pt>
          <cx:pt idx="11285">0.84999999999999998</cx:pt>
          <cx:pt idx="11286">0.84999999999999998</cx:pt>
          <cx:pt idx="11287">1.25</cx:pt>
          <cx:pt idx="11288">2.0800000000000001</cx:pt>
          <cx:pt idx="11289">1.45</cx:pt>
          <cx:pt idx="11290">1.45</cx:pt>
          <cx:pt idx="11291">1.49</cx:pt>
          <cx:pt idx="11292">1.95</cx:pt>
          <cx:pt idx="11293">2.9500000000000002</cx:pt>
          <cx:pt idx="11294">2.9500000000000002</cx:pt>
          <cx:pt idx="11295">0.41999999999999998</cx:pt>
          <cx:pt idx="11296">1.25</cx:pt>
          <cx:pt idx="11297">1.6499999999999999</cx:pt>
          <cx:pt idx="11298">1.6499999999999999</cx:pt>
          <cx:pt idx="11299">1.6499999999999999</cx:pt>
          <cx:pt idx="11300">1.6499999999999999</cx:pt>
          <cx:pt idx="11301">0.41999999999999998</cx:pt>
          <cx:pt idx="11302">3.75</cx:pt>
          <cx:pt idx="11303">1.49</cx:pt>
          <cx:pt idx="11304">7.9500000000000002</cx:pt>
          <cx:pt idx="11305">0.41999999999999998</cx:pt>
          <cx:pt idx="11306">1.45</cx:pt>
          <cx:pt idx="11307">6.75</cx:pt>
          <cx:pt idx="11308">1.25</cx:pt>
          <cx:pt idx="11309">0.84999999999999998</cx:pt>
          <cx:pt idx="11310">0.82999999999999996</cx:pt>
          <cx:pt idx="11311">2.9500000000000002</cx:pt>
          <cx:pt idx="11312">1.25</cx:pt>
          <cx:pt idx="11313">8.5</cx:pt>
          <cx:pt idx="11314">1.25</cx:pt>
          <cx:pt idx="11315">7.9500000000000002</cx:pt>
          <cx:pt idx="11316">2.9500000000000002</cx:pt>
          <cx:pt idx="11317">0.55000000000000004</cx:pt>
          <cx:pt idx="11318">4.9500000000000002</cx:pt>
          <cx:pt idx="11319">1.49</cx:pt>
          <cx:pt idx="11320">2.9500000000000002</cx:pt>
          <cx:pt idx="11321">1.6499999999999999</cx:pt>
          <cx:pt idx="11322">2.9500000000000002</cx:pt>
          <cx:pt idx="11323">1.6499999999999999</cx:pt>
          <cx:pt idx="11324">2.5499999999999998</cx:pt>
          <cx:pt idx="11325">1.25</cx:pt>
          <cx:pt idx="11326">0.84999999999999998</cx:pt>
          <cx:pt idx="11327">8.5</cx:pt>
          <cx:pt idx="11328">1.45</cx:pt>
          <cx:pt idx="11329">0.41999999999999998</cx:pt>
          <cx:pt idx="11330">0.65000000000000002</cx:pt>
          <cx:pt idx="11331">0.65000000000000002</cx:pt>
          <cx:pt idx="11332">1.6499999999999999</cx:pt>
          <cx:pt idx="11333">0.55000000000000004</cx:pt>
          <cx:pt idx="11334">2.1000000000000001</cx:pt>
          <cx:pt idx="11335">1.6499999999999999</cx:pt>
          <cx:pt idx="11336">0.84999999999999998</cx:pt>
          <cx:pt idx="11337">0.41999999999999998</cx:pt>
          <cx:pt idx="11338">2.5499999999999998</cx:pt>
          <cx:pt idx="11339">2.9500000000000002</cx:pt>
          <cx:pt idx="11340">12.75</cx:pt>
          <cx:pt idx="11341">0.65000000000000002</cx:pt>
          <cx:pt idx="11342">1.95</cx:pt>
          <cx:pt idx="11343">1.45</cx:pt>
          <cx:pt idx="11344">2.9500000000000002</cx:pt>
          <cx:pt idx="11345">1.25</cx:pt>
          <cx:pt idx="11346">1.25</cx:pt>
          <cx:pt idx="11347">2.1000000000000001</cx:pt>
          <cx:pt idx="11348">0.82999999999999996</cx:pt>
          <cx:pt idx="11349">2.25</cx:pt>
          <cx:pt idx="11350">0.65000000000000002</cx:pt>
          <cx:pt idx="11351">0.65000000000000002</cx:pt>
          <cx:pt idx="11352">2.25</cx:pt>
          <cx:pt idx="11353">1.25</cx:pt>
          <cx:pt idx="11354">1.25</cx:pt>
          <cx:pt idx="11355">0.41999999999999998</cx:pt>
          <cx:pt idx="11356">7.9500000000000002</cx:pt>
          <cx:pt idx="11357">0.84999999999999998</cx:pt>
          <cx:pt idx="11358">2.1000000000000001</cx:pt>
          <cx:pt idx="11359">1.25</cx:pt>
          <cx:pt idx="11360">2.1000000000000001</cx:pt>
          <cx:pt idx="11361">2.46</cx:pt>
          <cx:pt idx="11362">4.1299999999999999</cx:pt>
          <cx:pt idx="11363">1.6299999999999999</cx:pt>
          <cx:pt idx="11364">2.46</cx:pt>
          <cx:pt idx="11365">9.9600000000000009</cx:pt>
          <cx:pt idx="11366">3.29</cx:pt>
          <cx:pt idx="11367">1.25</cx:pt>
          <cx:pt idx="11368">4.96</cx:pt>
          <cx:pt idx="11369">2.46</cx:pt>
          <cx:pt idx="11370">9.1300000000000008</cx:pt>
          <cx:pt idx="11371">0.82999999999999996</cx:pt>
          <cx:pt idx="11372">2.46</cx:pt>
          <cx:pt idx="11373">4.1299999999999999</cx:pt>
          <cx:pt idx="11374">1.25</cx:pt>
          <cx:pt idx="11375">5.79</cx:pt>
          <cx:pt idx="11376">2.7599999999999998</cx:pt>
          <cx:pt idx="11377">3.29</cx:pt>
          <cx:pt idx="11378">5.79</cx:pt>
          <cx:pt idx="11379">7.46</cx:pt>
          <cx:pt idx="11380">4.1299999999999999</cx:pt>
          <cx:pt idx="11381">8.2899999999999991</cx:pt>
          <cx:pt idx="11382">0.82999999999999996</cx:pt>
          <cx:pt idx="11383">3.29</cx:pt>
          <cx:pt idx="11384">15.789999999999999</cx:pt>
          <cx:pt idx="11385">12.460000000000001</cx:pt>
          <cx:pt idx="11386">2.46</cx:pt>
          <cx:pt idx="11387">1.25</cx:pt>
          <cx:pt idx="11388">4.1299999999999999</cx:pt>
          <cx:pt idx="11389">4.1299999999999999</cx:pt>
          <cx:pt idx="11390">3.29</cx:pt>
          <cx:pt idx="11391">16.629999999999999</cx:pt>
          <cx:pt idx="11392">4.1299999999999999</cx:pt>
          <cx:pt idx="11393">8.2899999999999991</cx:pt>
          <cx:pt idx="11394">3.29</cx:pt>
          <cx:pt idx="11395">15.789999999999999</cx:pt>
          <cx:pt idx="11396">24.960000000000001</cx:pt>
          <cx:pt idx="11397">12.460000000000001</cx:pt>
          <cx:pt idx="11398">5.79</cx:pt>
          <cx:pt idx="11399">2.46</cx:pt>
          <cx:pt idx="11400">0.82999999999999996</cx:pt>
          <cx:pt idx="11401">1.25</cx:pt>
          <cx:pt idx="11402">4.1299999999999999</cx:pt>
          <cx:pt idx="11403">1.6299999999999999</cx:pt>
          <cx:pt idx="11404">4.96</cx:pt>
          <cx:pt idx="11405">0.82999999999999996</cx:pt>
          <cx:pt idx="11406">0.55000000000000004</cx:pt>
          <cx:pt idx="11407">12.75</cx:pt>
          <cx:pt idx="11408">2.0800000000000001</cx:pt>
          <cx:pt idx="11409">3.75</cx:pt>
          <cx:pt idx="11410">2.1000000000000001</cx:pt>
          <cx:pt idx="11411">0.84999999999999998</cx:pt>
          <cx:pt idx="11412">7.9500000000000002</cx:pt>
          <cx:pt idx="11413">1.45</cx:pt>
          <cx:pt idx="11414">2.9500000000000002</cx:pt>
          <cx:pt idx="11415">1.45</cx:pt>
          <cx:pt idx="11416">4.6500000000000004</cx:pt>
          <cx:pt idx="11417">1.25</cx:pt>
          <cx:pt idx="11418">2.5499999999999998</cx:pt>
          <cx:pt idx="11419">1.25</cx:pt>
          <cx:pt idx="11420">1.6499999999999999</cx:pt>
          <cx:pt idx="11421">2.5499999999999998</cx:pt>
          <cx:pt idx="11422">9.9499999999999993</cx:pt>
          <cx:pt idx="11423">2.9500000000000002</cx:pt>
          <cx:pt idx="11424">0.65000000000000002</cx:pt>
          <cx:pt idx="11425">2.5499999999999998</cx:pt>
          <cx:pt idx="11426">1.45</cx:pt>
          <cx:pt idx="11427">2.25</cx:pt>
          <cx:pt idx="11428">2.25</cx:pt>
          <cx:pt idx="11429">1.25</cx:pt>
          <cx:pt idx="11430">0.41999999999999998</cx:pt>
          <cx:pt idx="11431">7.9500000000000002</cx:pt>
          <cx:pt idx="11432">0.41999999999999998</cx:pt>
          <cx:pt idx="11433">0.65000000000000002</cx:pt>
          <cx:pt idx="11434">7.9500000000000002</cx:pt>
          <cx:pt idx="11435">9.9499999999999993</cx:pt>
          <cx:pt idx="11436">2.1000000000000001</cx:pt>
          <cx:pt idx="11437">4.9500000000000002</cx:pt>
          <cx:pt idx="11438">4.1500000000000004</cx:pt>
          <cx:pt idx="11439">2.5499999999999998</cx:pt>
          <cx:pt idx="11440">0.84999999999999998</cx:pt>
          <cx:pt idx="11441">1.25</cx:pt>
          <cx:pt idx="11442">2.5499999999999998</cx:pt>
          <cx:pt idx="11443">1.6499999999999999</cx:pt>
          <cx:pt idx="11444">0.41999999999999998</cx:pt>
          <cx:pt idx="11445">7.9500000000000002</cx:pt>
          <cx:pt idx="11446">1.95</cx:pt>
          <cx:pt idx="11447">2.1000000000000001</cx:pt>
          <cx:pt idx="11448">0.65000000000000002</cx:pt>
          <cx:pt idx="11449">1.25</cx:pt>
          <cx:pt idx="11450">0.55000000000000004</cx:pt>
          <cx:pt idx="11451">1.6499999999999999</cx:pt>
          <cx:pt idx="11452">0.84999999999999998</cx:pt>
          <cx:pt idx="11453">12.75</cx:pt>
          <cx:pt idx="11454">2.1000000000000001</cx:pt>
          <cx:pt idx="11455">2.9500000000000002</cx:pt>
          <cx:pt idx="11456">0.55000000000000004</cx:pt>
          <cx:pt idx="11457">2.9500000000000002</cx:pt>
          <cx:pt idx="11458">0.35999999999999999</cx:pt>
          <cx:pt idx="11459">4.25</cx:pt>
          <cx:pt idx="11460">0.41999999999999998</cx:pt>
          <cx:pt idx="11461">1.49</cx:pt>
          <cx:pt idx="11462">0.82999999999999996</cx:pt>
          <cx:pt idx="11463">4.9500000000000002</cx:pt>
          <cx:pt idx="11464">2.5499999999999998</cx:pt>
          <cx:pt idx="11465">4.6500000000000004</cx:pt>
          <cx:pt idx="11466">9.9499999999999993</cx:pt>
          <cx:pt idx="11467">2.1000000000000001</cx:pt>
          <cx:pt idx="11468">2.1000000000000001</cx:pt>
          <cx:pt idx="11469">1.49</cx:pt>
          <cx:pt idx="11470">0.71999999999999997</cx:pt>
          <cx:pt idx="11471">3.75</cx:pt>
          <cx:pt idx="11472">1.49</cx:pt>
          <cx:pt idx="11473">2.5499999999999998</cx:pt>
          <cx:pt idx="11474">1.45</cx:pt>
          <cx:pt idx="11475">1.25</cx:pt>
          <cx:pt idx="11476">2.9500000000000002</cx:pt>
          <cx:pt idx="11477">1.25</cx:pt>
          <cx:pt idx="11478">2.9500000000000002</cx:pt>
          <cx:pt idx="11479">6.9500000000000002</cx:pt>
          <cx:pt idx="11480">1.6499999999999999</cx:pt>
          <cx:pt idx="11481">2.9500000000000002</cx:pt>
          <cx:pt idx="11482">0.84999999999999998</cx:pt>
          <cx:pt idx="11483">0.28999999999999998</cx:pt>
          <cx:pt idx="11484">1.95</cx:pt>
          <cx:pt idx="11485">0.84999999999999998</cx:pt>
          <cx:pt idx="11486">1.6499999999999999</cx:pt>
          <cx:pt idx="11487">0.55000000000000004</cx:pt>
          <cx:pt idx="11488">1.6499999999999999</cx:pt>
          <cx:pt idx="11489">1.45</cx:pt>
          <cx:pt idx="11490">2.1000000000000001</cx:pt>
          <cx:pt idx="11491">2.1000000000000001</cx:pt>
          <cx:pt idx="11492">0.65000000000000002</cx:pt>
          <cx:pt idx="11493">0.28999999999999998</cx:pt>
          <cx:pt idx="11494">1.6499999999999999</cx:pt>
          <cx:pt idx="11495">1.6499999999999999</cx:pt>
          <cx:pt idx="11496">0.84999999999999998</cx:pt>
          <cx:pt idx="11497">2.5499999999999998</cx:pt>
          <cx:pt idx="11498">1.95</cx:pt>
          <cx:pt idx="11499">1.25</cx:pt>
          <cx:pt idx="11500">15.789999999999999</cx:pt>
          <cx:pt idx="11501">3.29</cx:pt>
          <cx:pt idx="11502">4.1299999999999999</cx:pt>
          <cx:pt idx="11503">4.1299999999999999</cx:pt>
          <cx:pt idx="11504">4.96</cx:pt>
          <cx:pt idx="11505">12.460000000000001</cx:pt>
          <cx:pt idx="11506">2.46</cx:pt>
          <cx:pt idx="11507">24.960000000000001</cx:pt>
          <cx:pt idx="11508">2.46</cx:pt>
          <cx:pt idx="11509">24.960000000000001</cx:pt>
          <cx:pt idx="11510">2.46</cx:pt>
          <cx:pt idx="11511">2.46</cx:pt>
          <cx:pt idx="11512">4.1299999999999999</cx:pt>
          <cx:pt idx="11513">5.79</cx:pt>
          <cx:pt idx="11514">7.46</cx:pt>
          <cx:pt idx="11515">4.1299999999999999</cx:pt>
          <cx:pt idx="11516">4.1299999999999999</cx:pt>
          <cx:pt idx="11517">2.46</cx:pt>
          <cx:pt idx="11518">0.82999999999999996</cx:pt>
          <cx:pt idx="11519">9.9600000000000009</cx:pt>
          <cx:pt idx="11520">0.82999999999999996</cx:pt>
          <cx:pt idx="11521">4.1299999999999999</cx:pt>
          <cx:pt idx="11522">0.82999999999999996</cx:pt>
          <cx:pt idx="11523">8.5</cx:pt>
          <cx:pt idx="11524">5.79</cx:pt>
          <cx:pt idx="11525">2.46</cx:pt>
          <cx:pt idx="11526">1.25</cx:pt>
          <cx:pt idx="11527">2.46</cx:pt>
          <cx:pt idx="11528">1.25</cx:pt>
          <cx:pt idx="11529">1.25</cx:pt>
          <cx:pt idx="11530">4.1299999999999999</cx:pt>
          <cx:pt idx="11531">1.6299999999999999</cx:pt>
          <cx:pt idx="11532">3.29</cx:pt>
          <cx:pt idx="11533">1.6299999999999999</cx:pt>
          <cx:pt idx="11534">0.82999999999999996</cx:pt>
          <cx:pt idx="11535">1.95</cx:pt>
          <cx:pt idx="11536">1.45</cx:pt>
          <cx:pt idx="11537">7.9500000000000002</cx:pt>
          <cx:pt idx="11538">6.3499999999999996</cx:pt>
          <cx:pt idx="11539">2.9500000000000002</cx:pt>
          <cx:pt idx="11540">2.9500000000000002</cx:pt>
          <cx:pt idx="11541">2.1000000000000001</cx:pt>
          <cx:pt idx="11542">2.9500000000000002</cx:pt>
          <cx:pt idx="11543">2.9500000000000002</cx:pt>
          <cx:pt idx="11544">2.9500000000000002</cx:pt>
          <cx:pt idx="11545">4.1299999999999999</cx:pt>
          <cx:pt idx="11546">12.460000000000001</cx:pt>
          <cx:pt idx="11547">2.46</cx:pt>
          <cx:pt idx="11548">6.6299999999999999</cx:pt>
          <cx:pt idx="11549">4.1299999999999999</cx:pt>
          <cx:pt idx="11550">7.46</cx:pt>
          <cx:pt idx="11551">16.629999999999999</cx:pt>
          <cx:pt idx="11552">8.2899999999999991</cx:pt>
          <cx:pt idx="11553">4.1299999999999999</cx:pt>
          <cx:pt idx="11554">1.6299999999999999</cx:pt>
          <cx:pt idx="11555">6.6299999999999999</cx:pt>
          <cx:pt idx="11556">1.25</cx:pt>
          <cx:pt idx="11557">2.46</cx:pt>
          <cx:pt idx="11558">4.96</cx:pt>
          <cx:pt idx="11559">2.46</cx:pt>
          <cx:pt idx="11560">4.1299999999999999</cx:pt>
          <cx:pt idx="11561">4.1299999999999999</cx:pt>
          <cx:pt idx="11562">16.629999999999999</cx:pt>
          <cx:pt idx="11563">4.1299999999999999</cx:pt>
          <cx:pt idx="11564">5.79</cx:pt>
          <cx:pt idx="11565">4.96</cx:pt>
          <cx:pt idx="11566">1.25</cx:pt>
          <cx:pt idx="11567">1.25</cx:pt>
          <cx:pt idx="11568">14.130000000000001</cx:pt>
          <cx:pt idx="11569">4.96</cx:pt>
          <cx:pt idx="11570">4.1299999999999999</cx:pt>
          <cx:pt idx="11571">19.960000000000001</cx:pt>
          <cx:pt idx="11572">5.79</cx:pt>
          <cx:pt idx="11573">3.29</cx:pt>
          <cx:pt idx="11574">14.130000000000001</cx:pt>
          <cx:pt idx="11575">8.25</cx:pt>
          <cx:pt idx="11576">2.0800000000000001</cx:pt>
          <cx:pt idx="11577">1.6499999999999999</cx:pt>
          <cx:pt idx="11578">0.65000000000000002</cx:pt>
          <cx:pt idx="11579">2.25</cx:pt>
          <cx:pt idx="11580">1.45</cx:pt>
          <cx:pt idx="11581">1.6499999999999999</cx:pt>
          <cx:pt idx="11582">0.41999999999999998</cx:pt>
          <cx:pt idx="11583">7.9500000000000002</cx:pt>
          <cx:pt idx="11584">1.25</cx:pt>
          <cx:pt idx="11585">1.25</cx:pt>
          <cx:pt idx="11586">7.9500000000000002</cx:pt>
          <cx:pt idx="11587">1.25</cx:pt>
          <cx:pt idx="11588">2.9500000000000002</cx:pt>
          <cx:pt idx="11589">2.1000000000000001</cx:pt>
          <cx:pt idx="11590">10.949999999999999</cx:pt>
          <cx:pt idx="11591">2.1000000000000001</cx:pt>
          <cx:pt idx="11592">2.1000000000000001</cx:pt>
          <cx:pt idx="11593">1.49</cx:pt>
          <cx:pt idx="11594">1.45</cx:pt>
          <cx:pt idx="11595">2.9500000000000002</cx:pt>
          <cx:pt idx="11596">2.25</cx:pt>
          <cx:pt idx="11597">8.5</cx:pt>
          <cx:pt idx="11598">2.25</cx:pt>
          <cx:pt idx="11599">1.25</cx:pt>
          <cx:pt idx="11600">6.75</cx:pt>
          <cx:pt idx="11601">1.25</cx:pt>
          <cx:pt idx="11602">2.1000000000000001</cx:pt>
          <cx:pt idx="11603">0.34000000000000002</cx:pt>
          <cx:pt idx="11604">2.1000000000000001</cx:pt>
          <cx:pt idx="11605">2.25</cx:pt>
          <cx:pt idx="11606">2.25</cx:pt>
          <cx:pt idx="11607">2.1000000000000001</cx:pt>
          <cx:pt idx="11608">3.75</cx:pt>
          <cx:pt idx="11609">9.9499999999999993</cx:pt>
          <cx:pt idx="11610">0.65000000000000002</cx:pt>
          <cx:pt idx="11611">2.5499999999999998</cx:pt>
          <cx:pt idx="11612">4.1500000000000004</cx:pt>
          <cx:pt idx="11613">0.28999999999999998</cx:pt>
          <cx:pt idx="11614">0.55000000000000004</cx:pt>
          <cx:pt idx="11615">2.1000000000000001</cx:pt>
          <cx:pt idx="11616">2.9500000000000002</cx:pt>
          <cx:pt idx="11617">1.25</cx:pt>
          <cx:pt idx="11618">0.55000000000000004</cx:pt>
          <cx:pt idx="11619">12.75</cx:pt>
          <cx:pt idx="11620">1.95</cx:pt>
          <cx:pt idx="11621">2.9500000000000002</cx:pt>
          <cx:pt idx="11622">0.55000000000000004</cx:pt>
          <cx:pt idx="11623">7.9500000000000002</cx:pt>
          <cx:pt idx="11624">7.9500000000000002</cx:pt>
          <cx:pt idx="11625">2.1000000000000001</cx:pt>
          <cx:pt idx="11626">0.65000000000000002</cx:pt>
          <cx:pt idx="11627">2.0800000000000001</cx:pt>
          <cx:pt idx="11628">1.45</cx:pt>
          <cx:pt idx="11629">2.9500000000000002</cx:pt>
          <cx:pt idx="11630">0.55000000000000004</cx:pt>
          <cx:pt idx="11631">8.25</cx:pt>
          <cx:pt idx="11632">4.6500000000000004</cx:pt>
          <cx:pt idx="11633">1.45</cx:pt>
          <cx:pt idx="11634">4.1500000000000004</cx:pt>
          <cx:pt idx="11635">14.949999999999999</cx:pt>
          <cx:pt idx="11636">2.9500000000000002</cx:pt>
          <cx:pt idx="11637">2.9500000000000002</cx:pt>
          <cx:pt idx="11638">0.41999999999999998</cx:pt>
          <cx:pt idx="11639">0.41999999999999998</cx:pt>
          <cx:pt idx="11640">4.1500000000000004</cx:pt>
          <cx:pt idx="11641">1.25</cx:pt>
          <cx:pt idx="11642">1.25</cx:pt>
          <cx:pt idx="11643">3.25</cx:pt>
          <cx:pt idx="11644">4.1500000000000004</cx:pt>
          <cx:pt idx="11645">2.1000000000000001</cx:pt>
          <cx:pt idx="11646">0.55000000000000004</cx:pt>
          <cx:pt idx="11647">1.45</cx:pt>
          <cx:pt idx="11648">0.65000000000000002</cx:pt>
          <cx:pt idx="11649">0.41999999999999998</cx:pt>
          <cx:pt idx="11650">0.41999999999999998</cx:pt>
          <cx:pt idx="11651">1.49</cx:pt>
          <cx:pt idx="11652">2.1000000000000001</cx:pt>
          <cx:pt idx="11653">2.9500000000000002</cx:pt>
          <cx:pt idx="11654">3.75</cx:pt>
          <cx:pt idx="11655">1.6499999999999999</cx:pt>
          <cx:pt idx="11656">2.0800000000000001</cx:pt>
          <cx:pt idx="11657">8.25</cx:pt>
          <cx:pt idx="11658">1.45</cx:pt>
          <cx:pt idx="11659">2.25</cx:pt>
          <cx:pt idx="11660">1.45</cx:pt>
          <cx:pt idx="11661">6.75</cx:pt>
          <cx:pt idx="11662">3.75</cx:pt>
          <cx:pt idx="11663">2.1000000000000001</cx:pt>
          <cx:pt idx="11664">0.71999999999999997</cx:pt>
          <cx:pt idx="11665">1.25</cx:pt>
          <cx:pt idx="11666">0.84999999999999998</cx:pt>
          <cx:pt idx="11667">7.9500000000000002</cx:pt>
          <cx:pt idx="11668">1.95</cx:pt>
          <cx:pt idx="11669">0.84999999999999998</cx:pt>
          <cx:pt idx="11670">6.3499999999999996</cx:pt>
          <cx:pt idx="11671">1.0600000000000001</cx:pt>
          <cx:pt idx="11672">5.79</cx:pt>
          <cx:pt idx="11673">0.82999999999999996</cx:pt>
          <cx:pt idx="11674">2.46</cx:pt>
          <cx:pt idx="11675">9.9600000000000009</cx:pt>
          <cx:pt idx="11676">2.46</cx:pt>
          <cx:pt idx="11677">3.29</cx:pt>
          <cx:pt idx="11678">4.96</cx:pt>
          <cx:pt idx="11679">0.82999999999999996</cx:pt>
          <cx:pt idx="11680">24.960000000000001</cx:pt>
          <cx:pt idx="11681">10.789999999999999</cx:pt>
          <cx:pt idx="11682">5.79</cx:pt>
          <cx:pt idx="11683">7.46</cx:pt>
          <cx:pt idx="11684">24.960000000000001</cx:pt>
          <cx:pt idx="11685">7.6500000000000004</cx:pt>
          <cx:pt idx="11686">1.49</cx:pt>
          <cx:pt idx="11687">2.5499999999999998</cx:pt>
          <cx:pt idx="11688">4.9500000000000002</cx:pt>
          <cx:pt idx="11689">1.6499999999999999</cx:pt>
          <cx:pt idx="11690">1.6499999999999999</cx:pt>
          <cx:pt idx="11691">0.41999999999999998</cx:pt>
          <cx:pt idx="11692">8.25</cx:pt>
          <cx:pt idx="11693">4.1299999999999999</cx:pt>
          <cx:pt idx="11694">4.1299999999999999</cx:pt>
          <cx:pt idx="11695">4.96</cx:pt>
          <cx:pt idx="11696">4.1299999999999999</cx:pt>
          <cx:pt idx="11697">3.29</cx:pt>
          <cx:pt idx="11698">14.130000000000001</cx:pt>
          <cx:pt idx="11699">14.130000000000001</cx:pt>
          <cx:pt idx="11700">4.96</cx:pt>
          <cx:pt idx="11701">4.1299999999999999</cx:pt>
          <cx:pt idx="11702">1.45</cx:pt>
          <cx:pt idx="11703">2.9500000000000002</cx:pt>
          <cx:pt idx="11704">9.9499999999999993</cx:pt>
          <cx:pt idx="11705">1.25</cx:pt>
          <cx:pt idx="11706">2.1000000000000001</cx:pt>
          <cx:pt idx="11707">0.41999999999999998</cx:pt>
          <cx:pt idx="11708">0.41999999999999998</cx:pt>
          <cx:pt idx="11709">2.9500000000000002</cx:pt>
          <cx:pt idx="11710">1.95</cx:pt>
          <cx:pt idx="11711">1.49</cx:pt>
          <cx:pt idx="11712">2.9500000000000002</cx:pt>
          <cx:pt idx="11713">2.9500000000000002</cx:pt>
          <cx:pt idx="11714">10.949999999999999</cx:pt>
          <cx:pt idx="11715">1.45</cx:pt>
          <cx:pt idx="11716">2.9500000000000002</cx:pt>
          <cx:pt idx="11717">0.41999999999999998</cx:pt>
          <cx:pt idx="11718">2.9500000000000002</cx:pt>
          <cx:pt idx="11719">1.6499999999999999</cx:pt>
          <cx:pt idx="11720">2.5499999999999998</cx:pt>
          <cx:pt idx="11721">8.25</cx:pt>
          <cx:pt idx="11722">1.95</cx:pt>
          <cx:pt idx="11723">1.25</cx:pt>
          <cx:pt idx="11724">1.25</cx:pt>
          <cx:pt idx="11725">1.8500000000000001</cx:pt>
          <cx:pt idx="11726">0.55000000000000004</cx:pt>
          <cx:pt idx="11727">0.41999999999999998</cx:pt>
          <cx:pt idx="11728">1.45</cx:pt>
          <cx:pt idx="11729">2.9500000000000002</cx:pt>
          <cx:pt idx="11730">1.25</cx:pt>
          <cx:pt idx="11731">1.25</cx:pt>
          <cx:pt idx="11732">2.25</cx:pt>
          <cx:pt idx="11733">0.41999999999999998</cx:pt>
          <cx:pt idx="11734">1.45</cx:pt>
          <cx:pt idx="11735">7.9500000000000002</cx:pt>
          <cx:pt idx="11736">7.9500000000000002</cx:pt>
          <cx:pt idx="11737">1.6499999999999999</cx:pt>
          <cx:pt idx="11738">1.49</cx:pt>
          <cx:pt idx="11739">2.1000000000000001</cx:pt>
          <cx:pt idx="11740">1.25</cx:pt>
          <cx:pt idx="11741">1.45</cx:pt>
          <cx:pt idx="11742">1.6499999999999999</cx:pt>
          <cx:pt idx="11743">2.5499999999999998</cx:pt>
          <cx:pt idx="11744">7.9500000000000002</cx:pt>
          <cx:pt idx="11745">1.95</cx:pt>
          <cx:pt idx="11746">9.9499999999999993</cx:pt>
          <cx:pt idx="11747">2.1000000000000001</cx:pt>
          <cx:pt idx="11748">1.95</cx:pt>
          <cx:pt idx="11749">0.41999999999999998</cx:pt>
          <cx:pt idx="11750">1.6499999999999999</cx:pt>
          <cx:pt idx="11751">1.6499999999999999</cx:pt>
          <cx:pt idx="11752">2.0800000000000001</cx:pt>
          <cx:pt idx="11753">2.1000000000000001</cx:pt>
          <cx:pt idx="11754">2.1000000000000001</cx:pt>
          <cx:pt idx="11755">2.5499999999999998</cx:pt>
          <cx:pt idx="11756">2.0800000000000001</cx:pt>
          <cx:pt idx="11757">1.25</cx:pt>
          <cx:pt idx="11758">2.9500000000000002</cx:pt>
          <cx:pt idx="11759">1.25</cx:pt>
          <cx:pt idx="11760">1.49</cx:pt>
          <cx:pt idx="11761">0.82999999999999996</cx:pt>
          <cx:pt idx="11762">4.1500000000000004</cx:pt>
          <cx:pt idx="11763">7.9500000000000002</cx:pt>
          <cx:pt idx="11764">2.9500000000000002</cx:pt>
          <cx:pt idx="11765">0.41999999999999998</cx:pt>
          <cx:pt idx="11766">1.49</cx:pt>
          <cx:pt idx="11767">2.1000000000000001</cx:pt>
          <cx:pt idx="11768">2.9500000000000002</cx:pt>
          <cx:pt idx="11769">0.65000000000000002</cx:pt>
          <cx:pt idx="11770">1.25</cx:pt>
          <cx:pt idx="11771">0.55000000000000004</cx:pt>
          <cx:pt idx="11772">0.41999999999999998</cx:pt>
          <cx:pt idx="11773">2.1000000000000001</cx:pt>
          <cx:pt idx="11774">2.0800000000000001</cx:pt>
          <cx:pt idx="11775">1.95</cx:pt>
          <cx:pt idx="11776">2.1000000000000001</cx:pt>
          <cx:pt idx="11777">4.9500000000000002</cx:pt>
          <cx:pt idx="11778">2.1000000000000001</cx:pt>
          <cx:pt idx="11779">0.41999999999999998</cx:pt>
          <cx:pt idx="11780">2.9500000000000002</cx:pt>
          <cx:pt idx="11781">1.6499999999999999</cx:pt>
          <cx:pt idx="11782">1.6499999999999999</cx:pt>
          <cx:pt idx="11783">9.9499999999999993</cx:pt>
          <cx:pt idx="11784">7.9500000000000002</cx:pt>
          <cx:pt idx="11785">6.3499999999999996</cx:pt>
          <cx:pt idx="11786">0.41999999999999998</cx:pt>
          <cx:pt idx="11787">1.25</cx:pt>
          <cx:pt idx="11788">0.41999999999999998</cx:pt>
          <cx:pt idx="11789">2.5499999999999998</cx:pt>
          <cx:pt idx="11790">1.25</cx:pt>
          <cx:pt idx="11791">4.9500000000000002</cx:pt>
          <cx:pt idx="11792">2.9500000000000002</cx:pt>
          <cx:pt idx="11793">0.41999999999999998</cx:pt>
          <cx:pt idx="11794">2.5499999999999998</cx:pt>
          <cx:pt idx="11795">0.41999999999999998</cx:pt>
          <cx:pt idx="11796">1.6499999999999999</cx:pt>
          <cx:pt idx="11797">0.41999999999999998</cx:pt>
          <cx:pt idx="11798">0.41999999999999998</cx:pt>
          <cx:pt idx="11799">1.25</cx:pt>
          <cx:pt idx="11800">4.9500000000000002</cx:pt>
          <cx:pt idx="11801">2.0800000000000001</cx:pt>
          <cx:pt idx="11802">0.41999999999999998</cx:pt>
          <cx:pt idx="11803">1.25</cx:pt>
          <cx:pt idx="11804">1.45</cx:pt>
          <cx:pt idx="11805">1.95</cx:pt>
          <cx:pt idx="11806">2.25</cx:pt>
          <cx:pt idx="11807">3.75</cx:pt>
          <cx:pt idx="11808">2.25</cx:pt>
          <cx:pt idx="11809">0.28999999999999998</cx:pt>
          <cx:pt idx="11810">0.84999999999999998</cx:pt>
          <cx:pt idx="11811">2.9500000000000002</cx:pt>
          <cx:pt idx="11812">1.45</cx:pt>
          <cx:pt idx="11813">2.9500000000000002</cx:pt>
          <cx:pt idx="11814">1.95</cx:pt>
          <cx:pt idx="11815">2.1000000000000001</cx:pt>
          <cx:pt idx="11816">0.55000000000000004</cx:pt>
          <cx:pt idx="11817">1.6499999999999999</cx:pt>
          <cx:pt idx="11818">3.75</cx:pt>
          <cx:pt idx="11819">0.82999999999999996</cx:pt>
          <cx:pt idx="11820">2.25</cx:pt>
          <cx:pt idx="11821">2.25</cx:pt>
          <cx:pt idx="11822">7.6500000000000004</cx:pt>
          <cx:pt idx="11823">2.5499999999999998</cx:pt>
          <cx:pt idx="11824">1.25</cx:pt>
          <cx:pt idx="11825">1.25</cx:pt>
          <cx:pt idx="11826">1.45</cx:pt>
          <cx:pt idx="11827">9.9499999999999993</cx:pt>
          <cx:pt idx="11828">1.25</cx:pt>
          <cx:pt idx="11829">1.49</cx:pt>
          <cx:pt idx="11830">2.5499999999999998</cx:pt>
          <cx:pt idx="11831">6.3499999999999996</cx:pt>
          <cx:pt idx="11832">2.9500000000000002</cx:pt>
          <cx:pt idx="11833">1.48</cx:pt>
          <cx:pt idx="11834">7.9500000000000002</cx:pt>
          <cx:pt idx="11835">12.75</cx:pt>
          <cx:pt idx="11836">12.75</cx:pt>
          <cx:pt idx="11837">4.9500000000000002</cx:pt>
          <cx:pt idx="11838">7.9500000000000002</cx:pt>
          <cx:pt idx="11839">2.9500000000000002</cx:pt>
          <cx:pt idx="11840">2.9500000000000002</cx:pt>
          <cx:pt idx="11841">2.9500000000000002</cx:pt>
          <cx:pt idx="11842">2.9500000000000002</cx:pt>
          <cx:pt idx="11843">2.9500000000000002</cx:pt>
          <cx:pt idx="11844">6.9500000000000002</cx:pt>
          <cx:pt idx="11845">0.84999999999999998</cx:pt>
          <cx:pt idx="11846">0.41999999999999998</cx:pt>
          <cx:pt idx="11847">1.6499999999999999</cx:pt>
          <cx:pt idx="11848">1.6499999999999999</cx:pt>
          <cx:pt idx="11849">8.5</cx:pt>
          <cx:pt idx="11850">4.1500000000000004</cx:pt>
          <cx:pt idx="11851">1.6499999999999999</cx:pt>
          <cx:pt idx="11852">0.84999999999999998</cx:pt>
          <cx:pt idx="11853">2.5499999999999998</cx:pt>
          <cx:pt idx="11854">1.53</cx:pt>
          <cx:pt idx="11855">1.53</cx:pt>
          <cx:pt idx="11856">2.5499999999999998</cx:pt>
          <cx:pt idx="11857">0.41999999999999998</cx:pt>
          <cx:pt idx="11858">4.9500000000000002</cx:pt>
          <cx:pt idx="11859">2.1000000000000001</cx:pt>
          <cx:pt idx="11860">1.45</cx:pt>
          <cx:pt idx="11861">1.25</cx:pt>
          <cx:pt idx="11862">0.41999999999999998</cx:pt>
          <cx:pt idx="11863">2.0800000000000001</cx:pt>
          <cx:pt idx="11864">1.25</cx:pt>
          <cx:pt idx="11865">0.55000000000000004</cx:pt>
          <cx:pt idx="11866">0.82999999999999996</cx:pt>
          <cx:pt idx="11867">3.75</cx:pt>
          <cx:pt idx="11868">3.75</cx:pt>
          <cx:pt idx="11869">0.65000000000000002</cx:pt>
          <cx:pt idx="11870">0.65000000000000002</cx:pt>
          <cx:pt idx="11871">1.6499999999999999</cx:pt>
          <cx:pt idx="11872">2.9500000000000002</cx:pt>
          <cx:pt idx="11873">8.5</cx:pt>
          <cx:pt idx="11874">1.49</cx:pt>
          <cx:pt idx="11875">2.25</cx:pt>
          <cx:pt idx="11876">3.75</cx:pt>
          <cx:pt idx="11877">2.9500000000000002</cx:pt>
          <cx:pt idx="11878">1.45</cx:pt>
          <cx:pt idx="11879">4.1500000000000004</cx:pt>
          <cx:pt idx="11880">0.65000000000000002</cx:pt>
          <cx:pt idx="11881">0.55000000000000004</cx:pt>
          <cx:pt idx="11882">1.6499999999999999</cx:pt>
          <cx:pt idx="11883">24.960000000000001</cx:pt>
          <cx:pt idx="11884">2.9199999999999999</cx:pt>
          <cx:pt idx="11885">9.9600000000000009</cx:pt>
          <cx:pt idx="11886">2.46</cx:pt>
          <cx:pt idx="11887">9.9600000000000009</cx:pt>
          <cx:pt idx="11888">0.82999999999999996</cx:pt>
          <cx:pt idx="11889">3.29</cx:pt>
          <cx:pt idx="11890">12.460000000000001</cx:pt>
          <cx:pt idx="11891">5.79</cx:pt>
          <cx:pt idx="11892">4.5800000000000001</cx:pt>
          <cx:pt idx="11893">2.46</cx:pt>
          <cx:pt idx="11894">4.5800000000000001</cx:pt>
          <cx:pt idx="11895">24.960000000000001</cx:pt>
          <cx:pt idx="11896">4.1299999999999999</cx:pt>
          <cx:pt idx="11897">15.789999999999999</cx:pt>
          <cx:pt idx="11898">4.1299999999999999</cx:pt>
          <cx:pt idx="11899">0.82999999999999996</cx:pt>
          <cx:pt idx="11900">0.65000000000000002</cx:pt>
          <cx:pt idx="11901">1.25</cx:pt>
          <cx:pt idx="11902">0.55000000000000004</cx:pt>
          <cx:pt idx="11903">1.6499999999999999</cx:pt>
          <cx:pt idx="11904">1.45</cx:pt>
          <cx:pt idx="11905">7.9500000000000002</cx:pt>
          <cx:pt idx="11906">2.5499999999999998</cx:pt>
          <cx:pt idx="11907">2.5499999999999998</cx:pt>
          <cx:pt idx="11908">2.1000000000000001</cx:pt>
          <cx:pt idx="11909">2.0800000000000001</cx:pt>
          <cx:pt idx="11910">0.41999999999999998</cx:pt>
          <cx:pt idx="11911">4.9500000000000002</cx:pt>
          <cx:pt idx="11912">2.1000000000000001</cx:pt>
          <cx:pt idx="11913">1.6499999999999999</cx:pt>
          <cx:pt idx="11914">1.6499999999999999</cx:pt>
          <cx:pt idx="11915">0.84999999999999998</cx:pt>
          <cx:pt idx="11916">2.1000000000000001</cx:pt>
          <cx:pt idx="11917">8.5</cx:pt>
          <cx:pt idx="11918">6.9500000000000002</cx:pt>
          <cx:pt idx="11919">4.9500000000000002</cx:pt>
          <cx:pt idx="11920">1.49</cx:pt>
          <cx:pt idx="11921">1.6499999999999999</cx:pt>
          <cx:pt idx="11922">3.75</cx:pt>
          <cx:pt idx="11923">0.65000000000000002</cx:pt>
          <cx:pt idx="11924">1.25</cx:pt>
          <cx:pt idx="11925">0.84999999999999998</cx:pt>
          <cx:pt idx="11926">2.9500000000000002</cx:pt>
          <cx:pt idx="11927">2.5499999999999998</cx:pt>
          <cx:pt idx="11928">2.5499999999999998</cx:pt>
          <cx:pt idx="11929">2.5499999999999998</cx:pt>
          <cx:pt idx="11930">2.5499999999999998</cx:pt>
          <cx:pt idx="11931">2.9500000000000002</cx:pt>
          <cx:pt idx="11932">0.65000000000000002</cx:pt>
          <cx:pt idx="11933">6.3799999999999999</cx:pt>
          <cx:pt idx="11934">3.8500000000000001</cx:pt>
          <cx:pt idx="11935">4.1500000000000004</cx:pt>
          <cx:pt idx="11936">1.95</cx:pt>
          <cx:pt idx="11937">2.9500000000000002</cx:pt>
          <cx:pt idx="11938">1.95</cx:pt>
          <cx:pt idx="11939">1.8500000000000001</cx:pt>
          <cx:pt idx="11940">0.84999999999999998</cx:pt>
          <cx:pt idx="11941">4.9500000000000002</cx:pt>
          <cx:pt idx="11942">2.5499999999999998</cx:pt>
          <cx:pt idx="11943">2.9500000000000002</cx:pt>
          <cx:pt idx="11944">1.0600000000000001</cx:pt>
          <cx:pt idx="11945">7.9500000000000002</cx:pt>
          <cx:pt idx="11946">14.949999999999999</cx:pt>
          <cx:pt idx="11947">7.9500000000000002</cx:pt>
          <cx:pt idx="11948">2.9500000000000002</cx:pt>
          <cx:pt idx="11949">2.9500000000000002</cx:pt>
          <cx:pt idx="11950">12.75</cx:pt>
          <cx:pt idx="11951">6.9500000000000002</cx:pt>
          <cx:pt idx="11952">5.79</cx:pt>
          <cx:pt idx="11953">5.79</cx:pt>
          <cx:pt idx="11954">1.6299999999999999</cx:pt>
          <cx:pt idx="11955">2.46</cx:pt>
          <cx:pt idx="11956">3.29</cx:pt>
          <cx:pt idx="11957">5.79</cx:pt>
          <cx:pt idx="11958">0.82999999999999996</cx:pt>
          <cx:pt idx="11959">8.3300000000000001</cx:pt>
          <cx:pt idx="11960">24.960000000000001</cx:pt>
          <cx:pt idx="11961">3.29</cx:pt>
          <cx:pt idx="11962">4.1299999999999999</cx:pt>
          <cx:pt idx="11963">4.1299999999999999</cx:pt>
          <cx:pt idx="11964">4.96</cx:pt>
          <cx:pt idx="11965">0.82999999999999996</cx:pt>
          <cx:pt idx="11966">1.6499999999999999</cx:pt>
          <cx:pt idx="11967">1.45</cx:pt>
          <cx:pt idx="11968">3.25</cx:pt>
          <cx:pt idx="11969">8.5</cx:pt>
          <cx:pt idx="11970">9.9499999999999993</cx:pt>
          <cx:pt idx="11971">4.6500000000000004</cx:pt>
          <cx:pt idx="11972">6.9500000000000002</cx:pt>
          <cx:pt idx="11973">6.9500000000000002</cx:pt>
          <cx:pt idx="11974">1.45</cx:pt>
          <cx:pt idx="11975">2.9500000000000002</cx:pt>
          <cx:pt idx="11976">2.9500000000000002</cx:pt>
          <cx:pt idx="11977">2.0800000000000001</cx:pt>
          <cx:pt idx="11978">1.6499999999999999</cx:pt>
          <cx:pt idx="11979">7.6500000000000004</cx:pt>
          <cx:pt idx="11980">2.1000000000000001</cx:pt>
          <cx:pt idx="11981">2.9500000000000002</cx:pt>
          <cx:pt idx="11982">7.9500000000000002</cx:pt>
          <cx:pt idx="11983">2.1000000000000001</cx:pt>
          <cx:pt idx="11984">2.5499999999999998</cx:pt>
          <cx:pt idx="11985">1.25</cx:pt>
          <cx:pt idx="11986">6.9500000000000002</cx:pt>
          <cx:pt idx="11987">1.25</cx:pt>
          <cx:pt idx="11988">1.6499999999999999</cx:pt>
          <cx:pt idx="11989">2.0800000000000001</cx:pt>
          <cx:pt idx="11990">2.9500000000000002</cx:pt>
          <cx:pt idx="11991">6.9500000000000002</cx:pt>
          <cx:pt idx="11992">1.25</cx:pt>
          <cx:pt idx="11993">1.49</cx:pt>
          <cx:pt idx="11994">2.9500000000000002</cx:pt>
          <cx:pt idx="11995">1.45</cx:pt>
          <cx:pt idx="11996">8.5</cx:pt>
          <cx:pt idx="11997">4.25</cx:pt>
          <cx:pt idx="11998">1.45</cx:pt>
          <cx:pt idx="11999">14.949999999999999</cx:pt>
          <cx:pt idx="12000">2.9500000000000002</cx:pt>
          <cx:pt idx="12001">2.1000000000000001</cx:pt>
          <cx:pt idx="12002">0.65000000000000002</cx:pt>
          <cx:pt idx="12003">4.6500000000000004</cx:pt>
          <cx:pt idx="12004">3.75</cx:pt>
          <cx:pt idx="12005">2.5499999999999998</cx:pt>
          <cx:pt idx="12006">0.65000000000000002</cx:pt>
          <cx:pt idx="12007">1.25</cx:pt>
          <cx:pt idx="12008">2.5499999999999998</cx:pt>
          <cx:pt idx="12009">0.55000000000000004</cx:pt>
          <cx:pt idx="12010">0.55000000000000004</cx:pt>
          <cx:pt idx="12011">2.0800000000000001</cx:pt>
          <cx:pt idx="12012">7.9500000000000002</cx:pt>
          <cx:pt idx="12013">1.6499999999999999</cx:pt>
          <cx:pt idx="12014">1.6499999999999999</cx:pt>
          <cx:pt idx="12015">2.1000000000000001</cx:pt>
          <cx:pt idx="12016">2.5499999999999998</cx:pt>
          <cx:pt idx="12017">2.5499999999999998</cx:pt>
          <cx:pt idx="12018">1.25</cx:pt>
          <cx:pt idx="12019">1.25</cx:pt>
          <cx:pt idx="12020">12.75</cx:pt>
          <cx:pt idx="12021">1.25</cx:pt>
          <cx:pt idx="12022">0.55000000000000004</cx:pt>
          <cx:pt idx="12023">2.1000000000000001</cx:pt>
          <cx:pt idx="12024">1.49</cx:pt>
          <cx:pt idx="12025">2.25</cx:pt>
          <cx:pt idx="12026">2.25</cx:pt>
          <cx:pt idx="12027">0.84999999999999998</cx:pt>
          <cx:pt idx="12028">7.9500000000000002</cx:pt>
          <cx:pt idx="12029">0.55000000000000004</cx:pt>
          <cx:pt idx="12030">0.55000000000000004</cx:pt>
          <cx:pt idx="12031">7.9500000000000002</cx:pt>
          <cx:pt idx="12032">0.84999999999999998</cx:pt>
          <cx:pt idx="12033">1.25</cx:pt>
          <cx:pt idx="12034">2.5499999999999998</cx:pt>
          <cx:pt idx="12035">0.82999999999999996</cx:pt>
          <cx:pt idx="12036">3.75</cx:pt>
          <cx:pt idx="12037">0.41999999999999998</cx:pt>
          <cx:pt idx="12038">0.41999999999999998</cx:pt>
          <cx:pt idx="12039">1.95</cx:pt>
          <cx:pt idx="12040">1.25</cx:pt>
          <cx:pt idx="12041">0.55000000000000004</cx:pt>
          <cx:pt idx="12042">7.9500000000000002</cx:pt>
          <cx:pt idx="12043">7.9500000000000002</cx:pt>
          <cx:pt idx="12044">1.25</cx:pt>
          <cx:pt idx="12045">12.75</cx:pt>
          <cx:pt idx="12046">7.9500000000000002</cx:pt>
          <cx:pt idx="12047">1.25</cx:pt>
          <cx:pt idx="12048">1.25</cx:pt>
          <cx:pt idx="12049">1.6499999999999999</cx:pt>
          <cx:pt idx="12050">0.55000000000000004</cx:pt>
          <cx:pt idx="12051">2.1000000000000001</cx:pt>
          <cx:pt idx="12052">4.9500000000000002</cx:pt>
          <cx:pt idx="12053">2.1000000000000001</cx:pt>
          <cx:pt idx="12054">2.9500000000000002</cx:pt>
          <cx:pt idx="12055">0.84999999999999998</cx:pt>
          <cx:pt idx="12056">8.5</cx:pt>
          <cx:pt idx="12057">0.41999999999999998</cx:pt>
          <cx:pt idx="12058">1.45</cx:pt>
          <cx:pt idx="12059">7.6500000000000004</cx:pt>
          <cx:pt idx="12060">0.41999999999999998</cx:pt>
          <cx:pt idx="12061">2.5499999999999998</cx:pt>
          <cx:pt idx="12062">0.28999999999999998</cx:pt>
          <cx:pt idx="12063">1.6499999999999999</cx:pt>
          <cx:pt idx="12064">0.55000000000000004</cx:pt>
          <cx:pt idx="12065">7.9500000000000002</cx:pt>
          <cx:pt idx="12066">2.1000000000000001</cx:pt>
          <cx:pt idx="12067">0.41999999999999998</cx:pt>
          <cx:pt idx="12068">1.95</cx:pt>
          <cx:pt idx="12069">0.84999999999999998</cx:pt>
          <cx:pt idx="12070">2.5499999999999998</cx:pt>
          <cx:pt idx="12071">0.82999999999999996</cx:pt>
          <cx:pt idx="12072">3.75</cx:pt>
          <cx:pt idx="12073">0.55000000000000004</cx:pt>
          <cx:pt idx="12074">1.45</cx:pt>
          <cx:pt idx="12075">14.949999999999999</cx:pt>
          <cx:pt idx="12076">1.45</cx:pt>
          <cx:pt idx="12077">1.95</cx:pt>
          <cx:pt idx="12078">7.9500000000000002</cx:pt>
          <cx:pt idx="12079">7.9500000000000002</cx:pt>
          <cx:pt idx="12080">1.25</cx:pt>
          <cx:pt idx="12081">2.5499999999999998</cx:pt>
          <cx:pt idx="12082">0.84999999999999998</cx:pt>
          <cx:pt idx="12083">7.9500000000000002</cx:pt>
          <cx:pt idx="12084">12.75</cx:pt>
          <cx:pt idx="12085">1.95</cx:pt>
          <cx:pt idx="12086">1.95</cx:pt>
          <cx:pt idx="12087">0.41999999999999998</cx:pt>
          <cx:pt idx="12088">1.25</cx:pt>
          <cx:pt idx="12089">0.55000000000000004</cx:pt>
          <cx:pt idx="12090">9.9499999999999993</cx:pt>
          <cx:pt idx="12091">2.25</cx:pt>
          <cx:pt idx="12092">2.25</cx:pt>
          <cx:pt idx="12093">1.6499999999999999</cx:pt>
          <cx:pt idx="12094">2.0800000000000001</cx:pt>
          <cx:pt idx="12095">1.45</cx:pt>
          <cx:pt idx="12096">2.1000000000000001</cx:pt>
          <cx:pt idx="12097">1.49</cx:pt>
          <cx:pt idx="12098">2.9500000000000002</cx:pt>
          <cx:pt idx="12099">4.9500000000000002</cx:pt>
          <cx:pt idx="12100">1.95</cx:pt>
          <cx:pt idx="12101">2.9500000000000002</cx:pt>
          <cx:pt idx="12102">1.25</cx:pt>
          <cx:pt idx="12103">0.41999999999999998</cx:pt>
          <cx:pt idx="12104">1.25</cx:pt>
          <cx:pt idx="12105">1.25</cx:pt>
          <cx:pt idx="12106">1.6499999999999999</cx:pt>
          <cx:pt idx="12107">0.55000000000000004</cx:pt>
          <cx:pt idx="12108">0.55000000000000004</cx:pt>
          <cx:pt idx="12109">1.6499999999999999</cx:pt>
          <cx:pt idx="12110">0.84999999999999998</cx:pt>
          <cx:pt idx="12111">7.9500000000000002</cx:pt>
          <cx:pt idx="12112">7.9500000000000002</cx:pt>
          <cx:pt idx="12113">7.9500000000000002</cx:pt>
          <cx:pt idx="12114">0.65000000000000002</cx:pt>
          <cx:pt idx="12115">2.25</cx:pt>
          <cx:pt idx="12116">2.1000000000000001</cx:pt>
          <cx:pt idx="12117">0.84999999999999998</cx:pt>
          <cx:pt idx="12118">2.9500000000000002</cx:pt>
          <cx:pt idx="12119">0.65000000000000002</cx:pt>
          <cx:pt idx="12120">1.6499999999999999</cx:pt>
          <cx:pt idx="12121">2.5499999999999998</cx:pt>
          <cx:pt idx="12122">8.25</cx:pt>
          <cx:pt idx="12123">1.45</cx:pt>
          <cx:pt idx="12124">1.49</cx:pt>
          <cx:pt idx="12125">0.65000000000000002</cx:pt>
          <cx:pt idx="12126">9.9499999999999993</cx:pt>
          <cx:pt idx="12127">12.75</cx:pt>
          <cx:pt idx="12128">1.6499999999999999</cx:pt>
          <cx:pt idx="12129">7.9500000000000002</cx:pt>
          <cx:pt idx="12130">2.1000000000000001</cx:pt>
          <cx:pt idx="12131">2.1000000000000001</cx:pt>
          <cx:pt idx="12132">8.5</cx:pt>
          <cx:pt idx="12133">0.41999999999999998</cx:pt>
          <cx:pt idx="12134">2.5499999999999998</cx:pt>
          <cx:pt idx="12135">0.41999999999999998</cx:pt>
          <cx:pt idx="12136">0.84999999999999998</cx:pt>
          <cx:pt idx="12137">7.9500000000000002</cx:pt>
          <cx:pt idx="12138">2.9500000000000002</cx:pt>
          <cx:pt idx="12139">2.9500000000000002</cx:pt>
          <cx:pt idx="12140">2.9500000000000002</cx:pt>
          <cx:pt idx="12141">1.45</cx:pt>
          <cx:pt idx="12142">2.25</cx:pt>
          <cx:pt idx="12143">6.9500000000000002</cx:pt>
          <cx:pt idx="12144">2.25</cx:pt>
          <cx:pt idx="12145">1.25</cx:pt>
          <cx:pt idx="12146">2.9500000000000002</cx:pt>
          <cx:pt idx="12147">1.6499999999999999</cx:pt>
          <cx:pt idx="12148">1.6499999999999999</cx:pt>
          <cx:pt idx="12149">2.5499999999999998</cx:pt>
          <cx:pt idx="12150">3.75</cx:pt>
          <cx:pt idx="12151">7.6500000000000004</cx:pt>
          <cx:pt idx="12152">1.49</cx:pt>
          <cx:pt idx="12153">2.5499999999999998</cx:pt>
          <cx:pt idx="12154">3.75</cx:pt>
          <cx:pt idx="12155">2.9500000000000002</cx:pt>
          <cx:pt idx="12156">1.6499999999999999</cx:pt>
          <cx:pt idx="12157">1.6499999999999999</cx:pt>
          <cx:pt idx="12158">1.6499999999999999</cx:pt>
          <cx:pt idx="12159">2.5499999999999998</cx:pt>
          <cx:pt idx="12160">1.25</cx:pt>
          <cx:pt idx="12161">7.9500000000000002</cx:pt>
          <cx:pt idx="12162">1.6499999999999999</cx:pt>
          <cx:pt idx="12163">7.9500000000000002</cx:pt>
          <cx:pt idx="12164">7.9500000000000002</cx:pt>
          <cx:pt idx="12165">0.65000000000000002</cx:pt>
          <cx:pt idx="12166">4.6500000000000004</cx:pt>
          <cx:pt idx="12167">0.65000000000000002</cx:pt>
          <cx:pt idx="12168">24.960000000000001</cx:pt>
          <cx:pt idx="12169">2.9199999999999999</cx:pt>
          <cx:pt idx="12170">2.46</cx:pt>
          <cx:pt idx="12171">14.960000000000001</cx:pt>
          <cx:pt idx="12172">3.29</cx:pt>
          <cx:pt idx="12173">4.96</cx:pt>
          <cx:pt idx="12174">2.46</cx:pt>
          <cx:pt idx="12175">5.79</cx:pt>
          <cx:pt idx="12176">0.82999999999999996</cx:pt>
          <cx:pt idx="12177">16.629999999999999</cx:pt>
          <cx:pt idx="12178">4.1299999999999999</cx:pt>
          <cx:pt idx="12179">14.130000000000001</cx:pt>
          <cx:pt idx="12180">4.96</cx:pt>
          <cx:pt idx="12181">1.25</cx:pt>
          <cx:pt idx="12182">15.789999999999999</cx:pt>
          <cx:pt idx="12183">1.25</cx:pt>
          <cx:pt idx="12184">1.6299999999999999</cx:pt>
          <cx:pt idx="12185">7.6500000000000004</cx:pt>
          <cx:pt idx="12186">5.79</cx:pt>
          <cx:pt idx="12187">15.789999999999999</cx:pt>
          <cx:pt idx="12188">2.46</cx:pt>
          <cx:pt idx="12189">4.1299999999999999</cx:pt>
          <cx:pt idx="12190">2.46</cx:pt>
          <cx:pt idx="12191">3.29</cx:pt>
          <cx:pt idx="12192">1.25</cx:pt>
          <cx:pt idx="12193">2.46</cx:pt>
          <cx:pt idx="12194">0.82999999999999996</cx:pt>
          <cx:pt idx="12195">5.79</cx:pt>
          <cx:pt idx="12196">5.79</cx:pt>
          <cx:pt idx="12197">0.82999999999999996</cx:pt>
          <cx:pt idx="12198">4.1299999999999999</cx:pt>
          <cx:pt idx="12199">4.1299999999999999</cx:pt>
          <cx:pt idx="12200">9.9499999999999993</cx:pt>
          <cx:pt idx="12201">0.84999999999999998</cx:pt>
          <cx:pt idx="12202">0.41999999999999998</cx:pt>
          <cx:pt idx="12203">1.25</cx:pt>
          <cx:pt idx="12204">1.95</cx:pt>
          <cx:pt idx="12205">1.6499999999999999</cx:pt>
          <cx:pt idx="12206">1.6499999999999999</cx:pt>
          <cx:pt idx="12207">1.45</cx:pt>
          <cx:pt idx="12208">1.25</cx:pt>
          <cx:pt idx="12209">1.95</cx:pt>
          <cx:pt idx="12210">2.5499999999999998</cx:pt>
          <cx:pt idx="12211">1.95</cx:pt>
          <cx:pt idx="12212">1.6499999999999999</cx:pt>
          <cx:pt idx="12213">1.6499999999999999</cx:pt>
          <cx:pt idx="12214">0.84999999999999998</cx:pt>
          <cx:pt idx="12215">2.5499999999999998</cx:pt>
          <cx:pt idx="12216">1.45</cx:pt>
          <cx:pt idx="12217">0.55000000000000004</cx:pt>
          <cx:pt idx="12218">8.5</cx:pt>
          <cx:pt idx="12219">2.9500000000000002</cx:pt>
          <cx:pt idx="12220">12.75</cx:pt>
          <cx:pt idx="12221">0.41999999999999998</cx:pt>
          <cx:pt idx="12222">2.5499999999999998</cx:pt>
          <cx:pt idx="12223">0.41999999999999998</cx:pt>
          <cx:pt idx="12224">2.5499999999999998</cx:pt>
          <cx:pt idx="12225">1.6499999999999999</cx:pt>
          <cx:pt idx="12226">1.8500000000000001</cx:pt>
          <cx:pt idx="12227">8.5</cx:pt>
          <cx:pt idx="12228">1.25</cx:pt>
          <cx:pt idx="12229">2.5499999999999998</cx:pt>
          <cx:pt idx="12230">0.35999999999999999</cx:pt>
          <cx:pt idx="12231">1.6499999999999999</cx:pt>
          <cx:pt idx="12232">1.45</cx:pt>
          <cx:pt idx="12233">0.41999999999999998</cx:pt>
          <cx:pt idx="12234">0.71999999999999997</cx:pt>
          <cx:pt idx="12235">2.1000000000000001</cx:pt>
          <cx:pt idx="12236">12.75</cx:pt>
          <cx:pt idx="12237">2.5499999999999998</cx:pt>
          <cx:pt idx="12238">6.3499999999999996</cx:pt>
          <cx:pt idx="12239">3.75</cx:pt>
          <cx:pt idx="12240">1.45</cx:pt>
          <cx:pt idx="12241">0.55000000000000004</cx:pt>
          <cx:pt idx="12242">2.1000000000000001</cx:pt>
          <cx:pt idx="12243">9.9499999999999993</cx:pt>
          <cx:pt idx="12244">2.0800000000000001</cx:pt>
          <cx:pt idx="12245">2.9500000000000002</cx:pt>
          <cx:pt idx="12246">1.95</cx:pt>
          <cx:pt idx="12247">12.75</cx:pt>
          <cx:pt idx="12248">1.25</cx:pt>
          <cx:pt idx="12249">2.9500000000000002</cx:pt>
          <cx:pt idx="12250">0.41999999999999998</cx:pt>
          <cx:pt idx="12251">1.95</cx:pt>
          <cx:pt idx="12252">6.9500000000000002</cx:pt>
          <cx:pt idx="12253">0.65000000000000002</cx:pt>
          <cx:pt idx="12254">4.6500000000000004</cx:pt>
          <cx:pt idx="12255">4.9500000000000002</cx:pt>
          <cx:pt idx="12256">1.45</cx:pt>
          <cx:pt idx="12257">1.25</cx:pt>
          <cx:pt idx="12258">1.25</cx:pt>
          <cx:pt idx="12259">8.5</cx:pt>
          <cx:pt idx="12260">1.25</cx:pt>
          <cx:pt idx="12261">4.9500000000000002</cx:pt>
          <cx:pt idx="12262">7.6500000000000004</cx:pt>
          <cx:pt idx="12263">2.1000000000000001</cx:pt>
          <cx:pt idx="12264">2.25</cx:pt>
          <cx:pt idx="12265">6.9500000000000002</cx:pt>
          <cx:pt idx="12266">2.25</cx:pt>
          <cx:pt idx="12267">2.9500000000000002</cx:pt>
          <cx:pt idx="12268">1.6499999999999999</cx:pt>
          <cx:pt idx="12269">1.6499999999999999</cx:pt>
          <cx:pt idx="12270">2.1000000000000001</cx:pt>
          <cx:pt idx="12271">2.9500000000000002</cx:pt>
          <cx:pt idx="12272">2.9500000000000002</cx:pt>
          <cx:pt idx="12273">1.45</cx:pt>
          <cx:pt idx="12274">1.45</cx:pt>
          <cx:pt idx="12275">4.1299999999999999</cx:pt>
          <cx:pt idx="12276">6.6299999999999999</cx:pt>
          <cx:pt idx="12277">12.460000000000001</cx:pt>
          <cx:pt idx="12278">2.46</cx:pt>
          <cx:pt idx="12279">3.29</cx:pt>
          <cx:pt idx="12280">6.6299999999999999</cx:pt>
          <cx:pt idx="12281">4.1299999999999999</cx:pt>
          <cx:pt idx="12282">7.46</cx:pt>
          <cx:pt idx="12283">16.629999999999999</cx:pt>
          <cx:pt idx="12284">8.2899999999999991</cx:pt>
          <cx:pt idx="12285">1.6299999999999999</cx:pt>
          <cx:pt idx="12286">6.6299999999999999</cx:pt>
          <cx:pt idx="12287">1.25</cx:pt>
          <cx:pt idx="12288">2.46</cx:pt>
          <cx:pt idx="12289">4.96</cx:pt>
          <cx:pt idx="12290">2.46</cx:pt>
          <cx:pt idx="12291">24.960000000000001</cx:pt>
          <cx:pt idx="12292">4.1299999999999999</cx:pt>
          <cx:pt idx="12293">3.75</cx:pt>
          <cx:pt idx="12294">2.5</cx:pt>
          <cx:pt idx="12295">5.79</cx:pt>
          <cx:pt idx="12296">0.82999999999999996</cx:pt>
          <cx:pt idx="12297">14.130000000000001</cx:pt>
          <cx:pt idx="12298">4.96</cx:pt>
          <cx:pt idx="12299">4.1299999999999999</cx:pt>
          <cx:pt idx="12300">4.1299999999999999</cx:pt>
          <cx:pt idx="12301">4.1299999999999999</cx:pt>
          <cx:pt idx="12302">16.629999999999999</cx:pt>
          <cx:pt idx="12303">4.96</cx:pt>
          <cx:pt idx="12304">2.5</cx:pt>
          <cx:pt idx="12305">2.5</cx:pt>
          <cx:pt idx="12306">16.629999999999999</cx:pt>
          <cx:pt idx="12307">1.25</cx:pt>
          <cx:pt idx="12308">12.460000000000001</cx:pt>
          <cx:pt idx="12309">4.1299999999999999</cx:pt>
          <cx:pt idx="12310">4.1299999999999999</cx:pt>
          <cx:pt idx="12311">16.629999999999999</cx:pt>
          <cx:pt idx="12312">10.789999999999999</cx:pt>
          <cx:pt idx="12313">12.460000000000001</cx:pt>
          <cx:pt idx="12314">8.2899999999999991</cx:pt>
          <cx:pt idx="12315">3.29</cx:pt>
          <cx:pt idx="12316">14.130000000000001</cx:pt>
          <cx:pt idx="12317">16.629999999999999</cx:pt>
          <cx:pt idx="12318">4.1299999999999999</cx:pt>
          <cx:pt idx="12319">4.1299999999999999</cx:pt>
          <cx:pt idx="12320">2.9500000000000002</cx:pt>
          <cx:pt idx="12321">2.9500000000000002</cx:pt>
          <cx:pt idx="12322">0.55000000000000004</cx:pt>
          <cx:pt idx="12323">1.45</cx:pt>
          <cx:pt idx="12324">0.84999999999999998</cx:pt>
          <cx:pt idx="12325">0.65000000000000002</cx:pt>
          <cx:pt idx="12326">4.1500000000000004</cx:pt>
          <cx:pt idx="12327">2.1000000000000001</cx:pt>
          <cx:pt idx="12328">1.25</cx:pt>
          <cx:pt idx="12329">2.5499999999999998</cx:pt>
          <cx:pt idx="12330">1.45</cx:pt>
          <cx:pt idx="12331">1.6499999999999999</cx:pt>
          <cx:pt idx="12332">7.6500000000000004</cx:pt>
          <cx:pt idx="12333">1.45</cx:pt>
          <cx:pt idx="12334">0.55000000000000004</cx:pt>
          <cx:pt idx="12335">1.49</cx:pt>
          <cx:pt idx="12336">7.9500000000000002</cx:pt>
          <cx:pt idx="12337">1.25</cx:pt>
          <cx:pt idx="12338">1.0600000000000001</cx:pt>
          <cx:pt idx="12339">1.45</cx:pt>
          <cx:pt idx="12340">1.25</cx:pt>
          <cx:pt idx="12341">0.41999999999999998</cx:pt>
          <cx:pt idx="12342">1.49</cx:pt>
          <cx:pt idx="12343">2.1000000000000001</cx:pt>
          <cx:pt idx="12344">0.82999999999999996</cx:pt>
          <cx:pt idx="12345">0.55000000000000004</cx:pt>
          <cx:pt idx="12346">0.65000000000000002</cx:pt>
          <cx:pt idx="12347">2.0800000000000001</cx:pt>
          <cx:pt idx="12348">3.75</cx:pt>
          <cx:pt idx="12349">2.25</cx:pt>
          <cx:pt idx="12350">2.9500000000000002</cx:pt>
          <cx:pt idx="12351">3.29</cx:pt>
          <cx:pt idx="12352">4.1299999999999999</cx:pt>
          <cx:pt idx="12353">15.789999999999999</cx:pt>
          <cx:pt idx="12354">4.96</cx:pt>
          <cx:pt idx="12355">0.82999999999999996</cx:pt>
          <cx:pt idx="12356">3.29</cx:pt>
          <cx:pt idx="12357">5.79</cx:pt>
          <cx:pt idx="12358">2.46</cx:pt>
          <cx:pt idx="12359">0.82999999999999996</cx:pt>
          <cx:pt idx="12360">16.629999999999999</cx:pt>
          <cx:pt idx="12361">5.79</cx:pt>
          <cx:pt idx="12362">24.960000000000001</cx:pt>
          <cx:pt idx="12363">1.25</cx:pt>
          <cx:pt idx="12364">15.789999999999999</cx:pt>
          <cx:pt idx="12365">1.6299999999999999</cx:pt>
          <cx:pt idx="12366">2.9500000000000002</cx:pt>
          <cx:pt idx="12367">1.45</cx:pt>
          <cx:pt idx="12368">0.82999999999999996</cx:pt>
          <cx:pt idx="12369">9.9600000000000009</cx:pt>
          <cx:pt idx="12370">4.1299999999999999</cx:pt>
          <cx:pt idx="12371">2.46</cx:pt>
          <cx:pt idx="12372">3.29</cx:pt>
          <cx:pt idx="12373">4.1299999999999999</cx:pt>
          <cx:pt idx="12374">5.79</cx:pt>
          <cx:pt idx="12375">5.79</cx:pt>
          <cx:pt idx="12376">7.46</cx:pt>
          <cx:pt idx="12377">4.1299999999999999</cx:pt>
          <cx:pt idx="12378">2.46</cx:pt>
          <cx:pt idx="12379">2.46</cx:pt>
          <cx:pt idx="12380">4.1299999999999999</cx:pt>
          <cx:pt idx="12381">1.25</cx:pt>
          <cx:pt idx="12382">5.79</cx:pt>
          <cx:pt idx="12383">1.6299999999999999</cx:pt>
          <cx:pt idx="12384">2.7599999999999998</cx:pt>
          <cx:pt idx="12385">3.29</cx:pt>
          <cx:pt idx="12386">2.5499999999999998</cx:pt>
          <cx:pt idx="12387">14.949999999999999</cx:pt>
          <cx:pt idx="12388">2.9500000000000002</cx:pt>
          <cx:pt idx="12389">6.3499999999999996</cx:pt>
          <cx:pt idx="12390">6.3499999999999996</cx:pt>
          <cx:pt idx="12391">8.5</cx:pt>
          <cx:pt idx="12392">1.6499999999999999</cx:pt>
          <cx:pt idx="12393">1.6499999999999999</cx:pt>
          <cx:pt idx="12394">2.5499999999999998</cx:pt>
          <cx:pt idx="12395">0.55000000000000004</cx:pt>
          <cx:pt idx="12396">1</cx:pt>
          <cx:pt idx="12397">3.9500000000000002</cx:pt>
          <cx:pt idx="12398">1.95</cx:pt>
          <cx:pt idx="12399">4.9500000000000002</cx:pt>
          <cx:pt idx="12400">4.9500000000000002</cx:pt>
          <cx:pt idx="12401">4.9500000000000002</cx:pt>
          <cx:pt idx="12402">4.9500000000000002</cx:pt>
          <cx:pt idx="12403">1.95</cx:pt>
          <cx:pt idx="12404">3.9500000000000002</cx:pt>
          <cx:pt idx="12405">4.9500000000000002</cx:pt>
          <cx:pt idx="12406">1.95</cx:pt>
          <cx:pt idx="12407">2.9500000000000002</cx:pt>
          <cx:pt idx="12408">2.1000000000000001</cx:pt>
          <cx:pt idx="12409">0.84999999999999998</cx:pt>
          <cx:pt idx="12410">2.25</cx:pt>
          <cx:pt idx="12411">0.55000000000000004</cx:pt>
          <cx:pt idx="12412">9.9499999999999993</cx:pt>
          <cx:pt idx="12413">1.25</cx:pt>
          <cx:pt idx="12414">1.25</cx:pt>
          <cx:pt idx="12415">8.25</cx:pt>
          <cx:pt idx="12416">1.45</cx:pt>
          <cx:pt idx="12417">7.9500000000000002</cx:pt>
          <cx:pt idx="12418">2.5499999999999998</cx:pt>
          <cx:pt idx="12419">2.9500000000000002</cx:pt>
          <cx:pt idx="12420">4.1500000000000004</cx:pt>
          <cx:pt idx="12421">0.41999999999999998</cx:pt>
          <cx:pt idx="12422">0.84999999999999998</cx:pt>
          <cx:pt idx="12423">1.25</cx:pt>
          <cx:pt idx="12424">1.6499999999999999</cx:pt>
          <cx:pt idx="12425">0.84999999999999998</cx:pt>
          <cx:pt idx="12426">0.84999999999999998</cx:pt>
          <cx:pt idx="12427">1.6499999999999999</cx:pt>
          <cx:pt idx="12428">1.6499999999999999</cx:pt>
          <cx:pt idx="12429">0.84999999999999998</cx:pt>
          <cx:pt idx="12430">1.25</cx:pt>
          <cx:pt idx="12431">1.6499999999999999</cx:pt>
          <cx:pt idx="12432">8.5</cx:pt>
          <cx:pt idx="12433">0.41999999999999998</cx:pt>
          <cx:pt idx="12434">2.1000000000000001</cx:pt>
          <cx:pt idx="12435">1.0600000000000001</cx:pt>
          <cx:pt idx="12436">1.45</cx:pt>
          <cx:pt idx="12437">2.9500000000000002</cx:pt>
          <cx:pt idx="12438">2.5499999999999998</cx:pt>
          <cx:pt idx="12439">0.41999999999999998</cx:pt>
          <cx:pt idx="12440">2.1000000000000001</cx:pt>
          <cx:pt idx="12441">2.9500000000000002</cx:pt>
          <cx:pt idx="12442">0.41999999999999998</cx:pt>
          <cx:pt idx="12443">2.1000000000000001</cx:pt>
          <cx:pt idx="12444">2.9500000000000002</cx:pt>
          <cx:pt idx="12445">1.6499999999999999</cx:pt>
          <cx:pt idx="12446">1.95</cx:pt>
          <cx:pt idx="12447">2.5499999999999998</cx:pt>
          <cx:pt idx="12448">1.25</cx:pt>
          <cx:pt idx="12449">12.75</cx:pt>
          <cx:pt idx="12450">0.65000000000000002</cx:pt>
          <cx:pt idx="12451">6.75</cx:pt>
          <cx:pt idx="12452">2.0800000000000001</cx:pt>
          <cx:pt idx="12453">2.9500000000000002</cx:pt>
          <cx:pt idx="12454">0.65000000000000002</cx:pt>
          <cx:pt idx="12455">0.65000000000000002</cx:pt>
          <cx:pt idx="12456">2.9500000000000002</cx:pt>
          <cx:pt idx="12457">2.25</cx:pt>
          <cx:pt idx="12458">0.41999999999999998</cx:pt>
          <cx:pt idx="12459">0.41999999999999998</cx:pt>
          <cx:pt idx="12460">7.9500000000000002</cx:pt>
          <cx:pt idx="12461">7.9500000000000002</cx:pt>
          <cx:pt idx="12462">2.9500000000000002</cx:pt>
          <cx:pt idx="12463">7.9500000000000002</cx:pt>
          <cx:pt idx="12464">8.5</cx:pt>
          <cx:pt idx="12465">0.65000000000000002</cx:pt>
          <cx:pt idx="12466">2.1000000000000001</cx:pt>
          <cx:pt idx="12467">1.45</cx:pt>
          <cx:pt idx="12468">9.9499999999999993</cx:pt>
          <cx:pt idx="12469">4.9500000000000002</cx:pt>
          <cx:pt idx="12470">2.25</cx:pt>
          <cx:pt idx="12471">1.25</cx:pt>
          <cx:pt idx="12472">4.6500000000000004</cx:pt>
          <cx:pt idx="12473">2.1000000000000001</cx:pt>
          <cx:pt idx="12474">12.75</cx:pt>
          <cx:pt idx="12475">1.6499999999999999</cx:pt>
          <cx:pt idx="12476">2.9500000000000002</cx:pt>
          <cx:pt idx="12477">2.9500000000000002</cx:pt>
          <cx:pt idx="12478">1.45</cx:pt>
          <cx:pt idx="12479">2.1000000000000001</cx:pt>
          <cx:pt idx="12480">1.6499999999999999</cx:pt>
          <cx:pt idx="12481">2.5499999999999998</cx:pt>
          <cx:pt idx="12482">0.41999999999999998</cx:pt>
          <cx:pt idx="12483">2.0800000000000001</cx:pt>
          <cx:pt idx="12484">1.25</cx:pt>
          <cx:pt idx="12485">2.5499999999999998</cx:pt>
          <cx:pt idx="12486">0.55000000000000004</cx:pt>
          <cx:pt idx="12487">1.25</cx:pt>
          <cx:pt idx="12488">0.41999999999999998</cx:pt>
          <cx:pt idx="12489">2.0800000000000001</cx:pt>
          <cx:pt idx="12490">3.75</cx:pt>
          <cx:pt idx="12491">1.6499999999999999</cx:pt>
          <cx:pt idx="12492">0.65000000000000002</cx:pt>
          <cx:pt idx="12493">2.1000000000000001</cx:pt>
          <cx:pt idx="12494">7.9500000000000002</cx:pt>
          <cx:pt idx="12495">1.95</cx:pt>
          <cx:pt idx="12496">12.75</cx:pt>
          <cx:pt idx="12497">1.6499999999999999</cx:pt>
          <cx:pt idx="12498">1.6499999999999999</cx:pt>
          <cx:pt idx="12499">1.45</cx:pt>
          <cx:pt idx="12500">0.84999999999999998</cx:pt>
          <cx:pt idx="12501">2.1000000000000001</cx:pt>
          <cx:pt idx="12502">2.5499999999999998</cx:pt>
          <cx:pt idx="12503">2.9500000000000002</cx:pt>
          <cx:pt idx="12504">1.45</cx:pt>
          <cx:pt idx="12505">2.1000000000000001</cx:pt>
          <cx:pt idx="12506">2.5499999999999998</cx:pt>
          <cx:pt idx="12507">1.45</cx:pt>
          <cx:pt idx="12508">2.5499999999999998</cx:pt>
          <cx:pt idx="12509">1.25</cx:pt>
          <cx:pt idx="12510">2.9500000000000002</cx:pt>
          <cx:pt idx="12511">1.25</cx:pt>
          <cx:pt idx="12512">8.25</cx:pt>
          <cx:pt idx="12513">2.25</cx:pt>
          <cx:pt idx="12514">0.65000000000000002</cx:pt>
          <cx:pt idx="12515">0.71999999999999997</cx:pt>
          <cx:pt idx="12516">4.1299999999999999</cx:pt>
          <cx:pt idx="12517">0.82999999999999996</cx:pt>
          <cx:pt idx="12518">2.46</cx:pt>
          <cx:pt idx="12519">0.82999999999999996</cx:pt>
          <cx:pt idx="12520">10.789999999999999</cx:pt>
          <cx:pt idx="12521">9.1300000000000008</cx:pt>
          <cx:pt idx="12522">7.46</cx:pt>
          <cx:pt idx="12523">12.75</cx:pt>
          <cx:pt idx="12524">4.1299999999999999</cx:pt>
          <cx:pt idx="12525">1.25</cx:pt>
          <cx:pt idx="12526">1.25</cx:pt>
          <cx:pt idx="12527">15.789999999999999</cx:pt>
          <cx:pt idx="12528">1.6499999999999999</cx:pt>
          <cx:pt idx="12529">2.0800000000000001</cx:pt>
          <cx:pt idx="12530">2.1000000000000001</cx:pt>
          <cx:pt idx="12531">2.25</cx:pt>
          <cx:pt idx="12532">2.0800000000000001</cx:pt>
          <cx:pt idx="12533">1.25</cx:pt>
          <cx:pt idx="12534">8.5</cx:pt>
          <cx:pt idx="12535">2.9500000000000002</cx:pt>
          <cx:pt idx="12536">12.75</cx:pt>
          <cx:pt idx="12537">0.65000000000000002</cx:pt>
          <cx:pt idx="12538">7.9500000000000002</cx:pt>
          <cx:pt idx="12539">0.55000000000000004</cx:pt>
          <cx:pt idx="12540">1.45</cx:pt>
          <cx:pt idx="12541">7.9500000000000002</cx:pt>
          <cx:pt idx="12542">8.5</cx:pt>
          <cx:pt idx="12543">7.9500000000000002</cx:pt>
          <cx:pt idx="12544">2.1000000000000001</cx:pt>
          <cx:pt idx="12545">6.3499999999999996</cx:pt>
          <cx:pt idx="12546">1.25</cx:pt>
          <cx:pt idx="12547">2.0800000000000001</cx:pt>
          <cx:pt idx="12548">6.9500000000000002</cx:pt>
          <cx:pt idx="12549">1.25</cx:pt>
          <cx:pt idx="12550">7.9500000000000002</cx:pt>
          <cx:pt idx="12551">7.9500000000000002</cx:pt>
          <cx:pt idx="12552">12.75</cx:pt>
          <cx:pt idx="12553">2.1000000000000001</cx:pt>
          <cx:pt idx="12554">9.9499999999999993</cx:pt>
          <cx:pt idx="12555">4.9500000000000002</cx:pt>
          <cx:pt idx="12556">8.5</cx:pt>
          <cx:pt idx="12557">1.25</cx:pt>
          <cx:pt idx="12558">0.55000000000000004</cx:pt>
          <cx:pt idx="12559">1.45</cx:pt>
          <cx:pt idx="12560">2.1000000000000001</cx:pt>
          <cx:pt idx="12561">1.6499999999999999</cx:pt>
          <cx:pt idx="12562">1.45</cx:pt>
          <cx:pt idx="12563">4.9500000000000002</cx:pt>
          <cx:pt idx="12564">6.75</cx:pt>
          <cx:pt idx="12565">2.9500000000000002</cx:pt>
          <cx:pt idx="12566">1.6499999999999999</cx:pt>
          <cx:pt idx="12567">1.25</cx:pt>
          <cx:pt idx="12568">1.25</cx:pt>
          <cx:pt idx="12569">2.1000000000000001</cx:pt>
          <cx:pt idx="12570">1.6499999999999999</cx:pt>
          <cx:pt idx="12571">2.5499999999999998</cx:pt>
          <cx:pt idx="12572">0.55000000000000004</cx:pt>
          <cx:pt idx="12573">7.9500000000000002</cx:pt>
          <cx:pt idx="12574">2.1000000000000001</cx:pt>
          <cx:pt idx="12575">0.55000000000000004</cx:pt>
          <cx:pt idx="12576">0.41999999999999998</cx:pt>
          <cx:pt idx="12577">0.41999999999999998</cx:pt>
          <cx:pt idx="12578">0.41999999999999998</cx:pt>
          <cx:pt idx="12579">0.65000000000000002</cx:pt>
          <cx:pt idx="12580">2.25</cx:pt>
          <cx:pt idx="12581">2.25</cx:pt>
          <cx:pt idx="12582">1.25</cx:pt>
          <cx:pt idx="12583">2.1000000000000001</cx:pt>
          <cx:pt idx="12584">1.6499999999999999</cx:pt>
          <cx:pt idx="12585">7.9500000000000002</cx:pt>
          <cx:pt idx="12586">2.1000000000000001</cx:pt>
          <cx:pt idx="12587">7.9500000000000002</cx:pt>
          <cx:pt idx="12588">1.6499999999999999</cx:pt>
          <cx:pt idx="12589">6.75</cx:pt>
          <cx:pt idx="12590">7.9500000000000002</cx:pt>
          <cx:pt idx="12591">8.5</cx:pt>
          <cx:pt idx="12592">7.9500000000000002</cx:pt>
          <cx:pt idx="12593">7.9500000000000002</cx:pt>
          <cx:pt idx="12594">8.5</cx:pt>
          <cx:pt idx="12595">7.9500000000000002</cx:pt>
          <cx:pt idx="12596">7.9500000000000002</cx:pt>
          <cx:pt idx="12597">5.9500000000000002</cx:pt>
          <cx:pt idx="12598">5.9500000000000002</cx:pt>
          <cx:pt idx="12599">4.1500000000000004</cx:pt>
          <cx:pt idx="12600">4.9500000000000002</cx:pt>
          <cx:pt idx="12601">0.84999999999999998</cx:pt>
          <cx:pt idx="12602">12.75</cx:pt>
          <cx:pt idx="12603">7.6500000000000004</cx:pt>
          <cx:pt idx="12604">1.25</cx:pt>
          <cx:pt idx="12605">1.45</cx:pt>
          <cx:pt idx="12606">2.9500000000000002</cx:pt>
          <cx:pt idx="12607">2.9500000000000002</cx:pt>
          <cx:pt idx="12608">0.84999999999999998</cx:pt>
          <cx:pt idx="12609">2.9500000000000002</cx:pt>
          <cx:pt idx="12610">1.6499999999999999</cx:pt>
          <cx:pt idx="12611">2.5499999999999998</cx:pt>
          <cx:pt idx="12612">0.84999999999999998</cx:pt>
          <cx:pt idx="12613">4.1500000000000004</cx:pt>
          <cx:pt idx="12614">9.9499999999999993</cx:pt>
          <cx:pt idx="12615">1.6499999999999999</cx:pt>
          <cx:pt idx="12616">0.84999999999999998</cx:pt>
          <cx:pt idx="12617">2.5499999999999998</cx:pt>
          <cx:pt idx="12618">0.71999999999999997</cx:pt>
          <cx:pt idx="12619">3.75</cx:pt>
          <cx:pt idx="12620">1.25</cx:pt>
          <cx:pt idx="12621">2.1000000000000001</cx:pt>
          <cx:pt idx="12622">2.9500000000000002</cx:pt>
          <cx:pt idx="12623">7.9500000000000002</cx:pt>
          <cx:pt idx="12624">7.9500000000000002</cx:pt>
          <cx:pt idx="12625">7.9500000000000002</cx:pt>
          <cx:pt idx="12626">1.6499999999999999</cx:pt>
          <cx:pt idx="12627">0.84999999999999998</cx:pt>
          <cx:pt idx="12628">0.41999999999999998</cx:pt>
          <cx:pt idx="12629">7.9500000000000002</cx:pt>
          <cx:pt idx="12630">2.0800000000000001</cx:pt>
          <cx:pt idx="12631">2.1000000000000001</cx:pt>
          <cx:pt idx="12632">4.1500000000000004</cx:pt>
          <cx:pt idx="12633">7.9500000000000002</cx:pt>
          <cx:pt idx="12634">7.9500000000000002</cx:pt>
          <cx:pt idx="12635">12.460000000000001</cx:pt>
          <cx:pt idx="12636">4.96</cx:pt>
          <cx:pt idx="12637">6.6299999999999999</cx:pt>
          <cx:pt idx="12638">8.2899999999999991</cx:pt>
          <cx:pt idx="12639">6.6299999999999999</cx:pt>
          <cx:pt idx="12640">1.25</cx:pt>
          <cx:pt idx="12641">3.29</cx:pt>
          <cx:pt idx="12642">2.46</cx:pt>
          <cx:pt idx="12643">4.96</cx:pt>
          <cx:pt idx="12644">2.46</cx:pt>
          <cx:pt idx="12645">4.9500000000000002</cx:pt>
          <cx:pt idx="12646">12.460000000000001</cx:pt>
          <cx:pt idx="12647">4.1299999999999999</cx:pt>
          <cx:pt idx="12648">3.75</cx:pt>
          <cx:pt idx="12649">5.79</cx:pt>
          <cx:pt idx="12650">16.629999999999999</cx:pt>
          <cx:pt idx="12651">14.130000000000001</cx:pt>
          <cx:pt idx="12652">4.96</cx:pt>
          <cx:pt idx="12653">24.960000000000001</cx:pt>
          <cx:pt idx="12654">4.1299999999999999</cx:pt>
          <cx:pt idx="12655">5.79</cx:pt>
          <cx:pt idx="12656">16.629999999999999</cx:pt>
          <cx:pt idx="12657">5.79</cx:pt>
          <cx:pt idx="12658">4.96</cx:pt>
          <cx:pt idx="12659">3.29</cx:pt>
          <cx:pt idx="12660">4.96</cx:pt>
          <cx:pt idx="12661">2.25</cx:pt>
          <cx:pt idx="12662">12.75</cx:pt>
          <cx:pt idx="12663">12.75</cx:pt>
          <cx:pt idx="12664">2.1000000000000001</cx:pt>
          <cx:pt idx="12665">1.6499999999999999</cx:pt>
          <cx:pt idx="12666">8.25</cx:pt>
          <cx:pt idx="12667">1.45</cx:pt>
          <cx:pt idx="12668">6.3499999999999996</cx:pt>
          <cx:pt idx="12669">2.9500000000000002</cx:pt>
          <cx:pt idx="12670">7.9500000000000002</cx:pt>
          <cx:pt idx="12671">1.6499999999999999</cx:pt>
          <cx:pt idx="12672">4.1299999999999999</cx:pt>
          <cx:pt idx="12673">16.629999999999999</cx:pt>
          <cx:pt idx="12674">2.5</cx:pt>
          <cx:pt idx="12675">3.29</cx:pt>
          <cx:pt idx="12676">4.1299999999999999</cx:pt>
          <cx:pt idx="12677">5.79</cx:pt>
          <cx:pt idx="12678">16.629999999999999</cx:pt>
          <cx:pt idx="12679">4.1299999999999999</cx:pt>
          <cx:pt idx="12680">2.46</cx:pt>
          <cx:pt idx="12681">1.25</cx:pt>
          <cx:pt idx="12682">2.46</cx:pt>
          <cx:pt idx="12683">5.79</cx:pt>
          <cx:pt idx="12684">2.46</cx:pt>
          <cx:pt idx="12685">1.25</cx:pt>
          <cx:pt idx="12686">4.1299999999999999</cx:pt>
          <cx:pt idx="12687">4.1299999999999999</cx:pt>
          <cx:pt idx="12688">4.96</cx:pt>
          <cx:pt idx="12689">1.95</cx:pt>
          <cx:pt idx="12690">1.25</cx:pt>
          <cx:pt idx="12691">0.41999999999999998</cx:pt>
          <cx:pt idx="12692">1.6499999999999999</cx:pt>
          <cx:pt idx="12693">4.1299999999999999</cx:pt>
          <cx:pt idx="12694">4.1299999999999999</cx:pt>
          <cx:pt idx="12695">0.82999999999999996</cx:pt>
          <cx:pt idx="12696">9.9600000000000009</cx:pt>
          <cx:pt idx="12697">3.29</cx:pt>
          <cx:pt idx="12698">15.789999999999999</cx:pt>
          <cx:pt idx="12699">5.79</cx:pt>
          <cx:pt idx="12700">0.82999999999999996</cx:pt>
          <cx:pt idx="12701">4.1299999999999999</cx:pt>
          <cx:pt idx="12702">2.46</cx:pt>
          <cx:pt idx="12703">24.960000000000001</cx:pt>
          <cx:pt idx="12704">1.25</cx:pt>
          <cx:pt idx="12705">5.79</cx:pt>
          <cx:pt idx="12706">3.29</cx:pt>
          <cx:pt idx="12707">2.1000000000000001</cx:pt>
          <cx:pt idx="12708">2.9500000000000002</cx:pt>
          <cx:pt idx="12709">2.25</cx:pt>
          <cx:pt idx="12710">3.75</cx:pt>
          <cx:pt idx="12711">2.0800000000000001</cx:pt>
          <cx:pt idx="12712">4.9500000000000002</cx:pt>
          <cx:pt idx="12713">2.9500000000000002</cx:pt>
          <cx:pt idx="12714">1.25</cx:pt>
          <cx:pt idx="12715">1.25</cx:pt>
          <cx:pt idx="12716">0.55000000000000004</cx:pt>
          <cx:pt idx="12717">1.45</cx:pt>
          <cx:pt idx="12718">2.9500000000000002</cx:pt>
          <cx:pt idx="12719">1.25</cx:pt>
          <cx:pt idx="12720">2.1000000000000001</cx:pt>
          <cx:pt idx="12721">2.0800000000000001</cx:pt>
          <cx:pt idx="12722">1.25</cx:pt>
          <cx:pt idx="12723">1.25</cx:pt>
          <cx:pt idx="12724">2.5499999999999998</cx:pt>
          <cx:pt idx="12725">4.9500000000000002</cx:pt>
          <cx:pt idx="12726">1.6499999999999999</cx:pt>
          <cx:pt idx="12727">1.6499999999999999</cx:pt>
          <cx:pt idx="12728">2.9500000000000002</cx:pt>
          <cx:pt idx="12729">1.95</cx:pt>
          <cx:pt idx="12730">0.41999999999999998</cx:pt>
          <cx:pt idx="12731">1.6499999999999999</cx:pt>
          <cx:pt idx="12732">0.84999999999999998</cx:pt>
          <cx:pt idx="12733">2.9500000000000002</cx:pt>
          <cx:pt idx="12734">2.9500000000000002</cx:pt>
          <cx:pt idx="12735">7.9500000000000002</cx:pt>
          <cx:pt idx="12736">4.1500000000000004</cx:pt>
          <cx:pt idx="12737">0.28999999999999998</cx:pt>
          <cx:pt idx="12738">7.9500000000000002</cx:pt>
          <cx:pt idx="12739">1.6499999999999999</cx:pt>
          <cx:pt idx="12740">2.9500000000000002</cx:pt>
          <cx:pt idx="12741">8.25</cx:pt>
          <cx:pt idx="12742">2.25</cx:pt>
          <cx:pt idx="12743">2.1000000000000001</cx:pt>
          <cx:pt idx="12744">7.6500000000000004</cx:pt>
          <cx:pt idx="12745">1.25</cx:pt>
          <cx:pt idx="12746">7.6500000000000004</cx:pt>
          <cx:pt idx="12747">0.65000000000000002</cx:pt>
          <cx:pt idx="12748">2.5499999999999998</cx:pt>
          <cx:pt idx="12749">2.25</cx:pt>
          <cx:pt idx="12750">2.0800000000000001</cx:pt>
          <cx:pt idx="12751">9.9499999999999993</cx:pt>
          <cx:pt idx="12752">4.9500000000000002</cx:pt>
          <cx:pt idx="12753">2.25</cx:pt>
          <cx:pt idx="12754">2.25</cx:pt>
          <cx:pt idx="12755">2.1000000000000001</cx:pt>
          <cx:pt idx="12756">0.55000000000000004</cx:pt>
          <cx:pt idx="12757">2.0800000000000001</cx:pt>
          <cx:pt idx="12758">2.9500000000000002</cx:pt>
          <cx:pt idx="12759">1.25</cx:pt>
          <cx:pt idx="12760">2.0800000000000001</cx:pt>
          <cx:pt idx="12761">7.9500000000000002</cx:pt>
          <cx:pt idx="12762">2.1000000000000001</cx:pt>
          <cx:pt idx="12763">0.65000000000000002</cx:pt>
          <cx:pt idx="12764">2.9500000000000002</cx:pt>
          <cx:pt idx="12765">3.75</cx:pt>
          <cx:pt idx="12766">4.1500000000000004</cx:pt>
          <cx:pt idx="12767">1.25</cx:pt>
          <cx:pt idx="12768">1.6499999999999999</cx:pt>
          <cx:pt idx="12769">0.65000000000000002</cx:pt>
          <cx:pt idx="12770">1.6499999999999999</cx:pt>
          <cx:pt idx="12771">7.9500000000000002</cx:pt>
          <cx:pt idx="12772">3.75</cx:pt>
          <cx:pt idx="12773">0.84999999999999998</cx:pt>
          <cx:pt idx="12774">0.41999999999999998</cx:pt>
          <cx:pt idx="12775">0.82999999999999996</cx:pt>
          <cx:pt idx="12776">3.75</cx:pt>
          <cx:pt idx="12777">0.41999999999999998</cx:pt>
          <cx:pt idx="12778">1.6499999999999999</cx:pt>
          <cx:pt idx="12779">0.41999999999999998</cx:pt>
          <cx:pt idx="12780">1.6499999999999999</cx:pt>
          <cx:pt idx="12781">1.6499999999999999</cx:pt>
          <cx:pt idx="12782">3.75</cx:pt>
          <cx:pt idx="12783">1.25</cx:pt>
          <cx:pt idx="12784">2.1000000000000001</cx:pt>
          <cx:pt idx="12785">2.1000000000000001</cx:pt>
          <cx:pt idx="12786">0.84999999999999998</cx:pt>
          <cx:pt idx="12787">12.75</cx:pt>
          <cx:pt idx="12788">1.0600000000000001</cx:pt>
          <cx:pt idx="12789">8.5</cx:pt>
          <cx:pt idx="12790">8.25</cx:pt>
          <cx:pt idx="12791">3.75</cx:pt>
          <cx:pt idx="12792">1.6499999999999999</cx:pt>
          <cx:pt idx="12793">2.0800000000000001</cx:pt>
          <cx:pt idx="12794">6.9500000000000002</cx:pt>
          <cx:pt idx="12795">1.25</cx:pt>
          <cx:pt idx="12796">0.41999999999999998</cx:pt>
          <cx:pt idx="12797">1.6899999999999999</cx:pt>
          <cx:pt idx="12798">1</cx:pt>
          <cx:pt idx="12799">2.9500000000000002</cx:pt>
          <cx:pt idx="12800">6.9500000000000002</cx:pt>
          <cx:pt idx="12801">1.25</cx:pt>
          <cx:pt idx="12802">4.6500000000000004</cx:pt>
          <cx:pt idx="12803">0.55000000000000004</cx:pt>
          <cx:pt idx="12804">1.6499999999999999</cx:pt>
          <cx:pt idx="12805">2.0800000000000001</cx:pt>
          <cx:pt idx="12806">2.9500000000000002</cx:pt>
          <cx:pt idx="12807">6.75</cx:pt>
          <cx:pt idx="12808">6.75</cx:pt>
          <cx:pt idx="12809">1.25</cx:pt>
          <cx:pt idx="12810">1.25</cx:pt>
          <cx:pt idx="12811">2.9500000000000002</cx:pt>
          <cx:pt idx="12812">0.65000000000000002</cx:pt>
          <cx:pt idx="12813">0.41999999999999998</cx:pt>
          <cx:pt idx="12814">8.25</cx:pt>
          <cx:pt idx="12815">0.41999999999999998</cx:pt>
          <cx:pt idx="12816">3.75</cx:pt>
          <cx:pt idx="12817">4.1299999999999999</cx:pt>
          <cx:pt idx="12818">16.629999999999999</cx:pt>
          <cx:pt idx="12819">3.29</cx:pt>
          <cx:pt idx="12820">14.130000000000001</cx:pt>
          <cx:pt idx="12821">2.7599999999999998</cx:pt>
          <cx:pt idx="12822">4.96</cx:pt>
          <cx:pt idx="12823">7.9500000000000002</cx:pt>
          <cx:pt idx="12824">2.25</cx:pt>
          <cx:pt idx="12825">0.41999999999999998</cx:pt>
          <cx:pt idx="12826">1.25</cx:pt>
          <cx:pt idx="12827">2.5499999999999998</cx:pt>
          <cx:pt idx="12828">2.9500000000000002</cx:pt>
          <cx:pt idx="12829">2.1000000000000001</cx:pt>
          <cx:pt idx="12830">2.0800000000000001</cx:pt>
          <cx:pt idx="12831">2.25</cx:pt>
          <cx:pt idx="12832">2.25</cx:pt>
          <cx:pt idx="12833">2.1000000000000001</cx:pt>
          <cx:pt idx="12834">3.75</cx:pt>
          <cx:pt idx="12835">1.6499999999999999</cx:pt>
          <cx:pt idx="12836">0.55000000000000004</cx:pt>
          <cx:pt idx="12837">0.55000000000000004</cx:pt>
          <cx:pt idx="12838">0.41999999999999998</cx:pt>
          <cx:pt idx="12839">2.1000000000000001</cx:pt>
          <cx:pt idx="12840">2.1000000000000001</cx:pt>
          <cx:pt idx="12841">2.9500000000000002</cx:pt>
          <cx:pt idx="12842">1.45</cx:pt>
          <cx:pt idx="12843">0.41999999999999998</cx:pt>
          <cx:pt idx="12844">2.0800000000000001</cx:pt>
          <cx:pt idx="12845">5.9500000000000002</cx:pt>
          <cx:pt idx="12846">12.75</cx:pt>
          <cx:pt idx="12847">6.9500000000000002</cx:pt>
          <cx:pt idx="12848">12.75</cx:pt>
          <cx:pt idx="12849">4.9500000000000002</cx:pt>
          <cx:pt idx="12850">1.6499999999999999</cx:pt>
          <cx:pt idx="12851">2.1000000000000001</cx:pt>
          <cx:pt idx="12852">2.0800000000000001</cx:pt>
          <cx:pt idx="12853">1.45</cx:pt>
          <cx:pt idx="12854">1.6499999999999999</cx:pt>
          <cx:pt idx="12855">3.3900000000000001</cx:pt>
          <cx:pt idx="12856">1.6499999999999999</cx:pt>
          <cx:pt idx="12857">2.1000000000000001</cx:pt>
          <cx:pt idx="12858">6.9500000000000002</cx:pt>
          <cx:pt idx="12859">12.75</cx:pt>
          <cx:pt idx="12860">1.45</cx:pt>
          <cx:pt idx="12861">0.65000000000000002</cx:pt>
          <cx:pt idx="12862">0.41999999999999998</cx:pt>
          <cx:pt idx="12863">1.25</cx:pt>
          <cx:pt idx="12864">0.55000000000000004</cx:pt>
          <cx:pt idx="12865">0.41999999999999998</cx:pt>
          <cx:pt idx="12866">0.41999999999999998</cx:pt>
          <cx:pt idx="12867">7.9500000000000002</cx:pt>
          <cx:pt idx="12868">1.6499999999999999</cx:pt>
          <cx:pt idx="12869">2.5499999999999998</cx:pt>
          <cx:pt idx="12870">0.41999999999999998</cx:pt>
          <cx:pt idx="12871">0.65000000000000002</cx:pt>
          <cx:pt idx="12872">0.55000000000000004</cx:pt>
          <cx:pt idx="12873">7.9500000000000002</cx:pt>
          <cx:pt idx="12874">1.6499999999999999</cx:pt>
          <cx:pt idx="12875">8.5</cx:pt>
          <cx:pt idx="12876">8.5</cx:pt>
          <cx:pt idx="12877">2.9500000000000002</cx:pt>
          <cx:pt idx="12878">1.25</cx:pt>
          <cx:pt idx="12879">0.55000000000000004</cx:pt>
          <cx:pt idx="12880">12.75</cx:pt>
          <cx:pt idx="12881">1.25</cx:pt>
          <cx:pt idx="12882">7.9500000000000002</cx:pt>
          <cx:pt idx="12883">2.5499999999999998</cx:pt>
          <cx:pt idx="12884">12.75</cx:pt>
          <cx:pt idx="12885">1.45</cx:pt>
          <cx:pt idx="12886">2.9500000000000002</cx:pt>
          <cx:pt idx="12887">2.25</cx:pt>
          <cx:pt idx="12888">0.55000000000000004</cx:pt>
          <cx:pt idx="12889">2.1000000000000001</cx:pt>
          <cx:pt idx="12890">0.55000000000000004</cx:pt>
          <cx:pt idx="12891">2.9500000000000002</cx:pt>
          <cx:pt idx="12892">2.0800000000000001</cx:pt>
          <cx:pt idx="12893">1.25</cx:pt>
          <cx:pt idx="12894">2.9500000000000002</cx:pt>
          <cx:pt idx="12895">0.41999999999999998</cx:pt>
          <cx:pt idx="12896">3.75</cx:pt>
          <cx:pt idx="12897">1.45</cx:pt>
          <cx:pt idx="12898">2.1000000000000001</cx:pt>
          <cx:pt idx="12899">7.9500000000000002</cx:pt>
          <cx:pt idx="12900">2.9500000000000002</cx:pt>
          <cx:pt idx="12901">0.28999999999999998</cx:pt>
          <cx:pt idx="12902">2.1000000000000001</cx:pt>
          <cx:pt idx="12903">0.84999999999999998</cx:pt>
          <cx:pt idx="12904">2.5499999999999998</cx:pt>
          <cx:pt idx="12905">8.5</cx:pt>
          <cx:pt idx="12906">9.9499999999999993</cx:pt>
          <cx:pt idx="12907">0.28999999999999998</cx:pt>
          <cx:pt idx="12908">1.6499999999999999</cx:pt>
          <cx:pt idx="12909">7.9500000000000002</cx:pt>
          <cx:pt idx="12910">8.5</cx:pt>
          <cx:pt idx="12911">12.75</cx:pt>
          <cx:pt idx="12912">7.9500000000000002</cx:pt>
          <cx:pt idx="12913">6.3499999999999996</cx:pt>
          <cx:pt idx="12914">2.9500000000000002</cx:pt>
          <cx:pt idx="12915">2.9500000000000002</cx:pt>
          <cx:pt idx="12916">12.75</cx:pt>
          <cx:pt idx="12917">7.9500000000000002</cx:pt>
          <cx:pt idx="12918">6.9500000000000002</cx:pt>
          <cx:pt idx="12919">7.9500000000000002</cx:pt>
          <cx:pt idx="12920">8.25</cx:pt>
          <cx:pt idx="12921">2.9500000000000002</cx:pt>
          <cx:pt idx="12922">2.5499999999999998</cx:pt>
          <cx:pt idx="12923">1.6499999999999999</cx:pt>
          <cx:pt idx="12924">2.5499999999999998</cx:pt>
          <cx:pt idx="12925">2.5499999999999998</cx:pt>
          <cx:pt idx="12926">7.9500000000000002</cx:pt>
          <cx:pt idx="12927">4.9500000000000002</cx:pt>
          <cx:pt idx="12928">1.45</cx:pt>
          <cx:pt idx="12929">2.9500000000000002</cx:pt>
          <cx:pt idx="12930">6.9500000000000002</cx:pt>
          <cx:pt idx="12931">4.9500000000000002</cx:pt>
          <cx:pt idx="12932">2.0800000000000001</cx:pt>
          <cx:pt idx="12933">2.9500000000000002</cx:pt>
          <cx:pt idx="12934">2.9500000000000002</cx:pt>
          <cx:pt idx="12935">1.6499999999999999</cx:pt>
          <cx:pt idx="12936">7.9500000000000002</cx:pt>
          <cx:pt idx="12937">2.1000000000000001</cx:pt>
          <cx:pt idx="12938">7.9500000000000002</cx:pt>
          <cx:pt idx="12939">0.82999999999999996</cx:pt>
          <cx:pt idx="12940">0.65000000000000002</cx:pt>
          <cx:pt idx="12941">0.41999999999999998</cx:pt>
          <cx:pt idx="12942">0.41999999999999998</cx:pt>
          <cx:pt idx="12943">2.5499999999999998</cx:pt>
          <cx:pt idx="12944">4.6500000000000004</cx:pt>
          <cx:pt idx="12945">2.9500000000000002</cx:pt>
          <cx:pt idx="12946">3.75</cx:pt>
          <cx:pt idx="12947">0.84999999999999998</cx:pt>
          <cx:pt idx="12948">0.82999999999999996</cx:pt>
          <cx:pt idx="12949">0.84999999999999998</cx:pt>
          <cx:pt idx="12950">7.9500000000000002</cx:pt>
          <cx:pt idx="12951">6.9500000000000002</cx:pt>
          <cx:pt idx="12952">2.9500000000000002</cx:pt>
          <cx:pt idx="12953">2.9500000000000002</cx:pt>
          <cx:pt idx="12954">1.95</cx:pt>
          <cx:pt idx="12955">2.5499999999999998</cx:pt>
          <cx:pt idx="12956">2.5499999999999998</cx:pt>
          <cx:pt idx="12957">2.1000000000000001</cx:pt>
          <cx:pt idx="12958">2.0800000000000001</cx:pt>
          <cx:pt idx="12959">1.6499999999999999</cx:pt>
          <cx:pt idx="12960">2.1000000000000001</cx:pt>
          <cx:pt idx="12961">0.82999999999999996</cx:pt>
          <cx:pt idx="12962">1.45</cx:pt>
          <cx:pt idx="12963">4.9500000000000002</cx:pt>
          <cx:pt idx="12964">0.41999999999999998</cx:pt>
          <cx:pt idx="12965">1.6499999999999999</cx:pt>
          <cx:pt idx="12966">0.41999999999999998</cx:pt>
          <cx:pt idx="12967">1.49</cx:pt>
          <cx:pt idx="12968">1.25</cx:pt>
          <cx:pt idx="12969">1.25</cx:pt>
          <cx:pt idx="12970">0.55000000000000004</cx:pt>
          <cx:pt idx="12971">1.25</cx:pt>
          <cx:pt idx="12972">2.5499999999999998</cx:pt>
          <cx:pt idx="12973">0.65000000000000002</cx:pt>
          <cx:pt idx="12974">4.9500000000000002</cx:pt>
          <cx:pt idx="12975">1.25</cx:pt>
          <cx:pt idx="12976">6.9500000000000002</cx:pt>
          <cx:pt idx="12977">2.9500000000000002</cx:pt>
          <cx:pt idx="12978">0.55000000000000004</cx:pt>
          <cx:pt idx="12979">1.8500000000000001</cx:pt>
          <cx:pt idx="12980">5.9500000000000002</cx:pt>
          <cx:pt idx="12981">1.8500000000000001</cx:pt>
          <cx:pt idx="12982">5.9500000000000002</cx:pt>
          <cx:pt idx="12983">1.8500000000000001</cx:pt>
          <cx:pt idx="12984">5.9500000000000002</cx:pt>
          <cx:pt idx="12985">2.1000000000000001</cx:pt>
          <cx:pt idx="12986">7.9500000000000002</cx:pt>
          <cx:pt idx="12987">0.84999999999999998</cx:pt>
          <cx:pt idx="12988">1.95</cx:pt>
          <cx:pt idx="12989">2.1000000000000001</cx:pt>
          <cx:pt idx="12990">0.82999999999999996</cx:pt>
          <cx:pt idx="12991">2.9500000000000002</cx:pt>
          <cx:pt idx="12992">0.65000000000000002</cx:pt>
          <cx:pt idx="12993">1.25</cx:pt>
          <cx:pt idx="12994">0.65000000000000002</cx:pt>
          <cx:pt idx="12995">2.0800000000000001</cx:pt>
          <cx:pt idx="12996">1.45</cx:pt>
          <cx:pt idx="12997">2.9500000000000002</cx:pt>
          <cx:pt idx="12998">12.75</cx:pt>
          <cx:pt idx="12999">2.0800000000000001</cx:pt>
          <cx:pt idx="13000">2.1000000000000001</cx:pt>
          <cx:pt idx="13001">5.9500000000000002</cx:pt>
          <cx:pt idx="13002">0.55000000000000004</cx:pt>
          <cx:pt idx="13003">6.75</cx:pt>
          <cx:pt idx="13004">0.84999999999999998</cx:pt>
          <cx:pt idx="13005">3.75</cx:pt>
          <cx:pt idx="13006">0.84999999999999998</cx:pt>
          <cx:pt idx="13007">2.9500000000000002</cx:pt>
          <cx:pt idx="13008">3.75</cx:pt>
          <cx:pt idx="13009">7.9500000000000002</cx:pt>
          <cx:pt idx="13010">2.9500000000000002</cx:pt>
          <cx:pt idx="13011">7.9500000000000002</cx:pt>
          <cx:pt idx="13012">4.9500000000000002</cx:pt>
          <cx:pt idx="13013">2.9500000000000002</cx:pt>
          <cx:pt idx="13014">2.9500000000000002</cx:pt>
          <cx:pt idx="13015">7.9500000000000002</cx:pt>
          <cx:pt idx="13016">0.84999999999999998</cx:pt>
          <cx:pt idx="13017">0.65000000000000002</cx:pt>
          <cx:pt idx="13018">0.55000000000000004</cx:pt>
          <cx:pt idx="13019">0.41999999999999998</cx:pt>
          <cx:pt idx="13020">12.75</cx:pt>
          <cx:pt idx="13021">7.6500000000000004</cx:pt>
          <cx:pt idx="13022">2.5499999999999998</cx:pt>
          <cx:pt idx="13023">2.9500000000000002</cx:pt>
          <cx:pt idx="13024">7.9500000000000002</cx:pt>
          <cx:pt idx="13025">6.3499999999999996</cx:pt>
          <cx:pt idx="13026">4.9500000000000002</cx:pt>
          <cx:pt idx="13027">9.9499999999999993</cx:pt>
          <cx:pt idx="13028">1.25</cx:pt>
          <cx:pt idx="13029">2.1000000000000001</cx:pt>
          <cx:pt idx="13030">3.75</cx:pt>
          <cx:pt idx="13031">0.84999999999999998</cx:pt>
          <cx:pt idx="13032">1.25</cx:pt>
          <cx:pt idx="13033">2.5499999999999998</cx:pt>
          <cx:pt idx="13034">0.82999999999999996</cx:pt>
          <cx:pt idx="13035">4.1299999999999999</cx:pt>
          <cx:pt idx="13036">2.46</cx:pt>
          <cx:pt idx="13037">0.82999999999999996</cx:pt>
          <cx:pt idx="13038">4.1299999999999999</cx:pt>
          <cx:pt idx="13039">5.79</cx:pt>
          <cx:pt idx="13040">2.46</cx:pt>
          <cx:pt idx="13041">0.82999999999999996</cx:pt>
          <cx:pt idx="13042">5.79</cx:pt>
          <cx:pt idx="13043">24.960000000000001</cx:pt>
          <cx:pt idx="13044">4.1299999999999999</cx:pt>
          <cx:pt idx="13045">3.29</cx:pt>
          <cx:pt idx="13046">1.6299999999999999</cx:pt>
          <cx:pt idx="13047">0.82999999999999996</cx:pt>
          <cx:pt idx="13048">24.960000000000001</cx:pt>
          <cx:pt idx="13049">0.82999999999999996</cx:pt>
          <cx:pt idx="13050">2.9199999999999999</cx:pt>
          <cx:pt idx="13051">4.1299999999999999</cx:pt>
          <cx:pt idx="13052">1.6299999999999999</cx:pt>
          <cx:pt idx="13053">2.46</cx:pt>
          <cx:pt idx="13054">5.79</cx:pt>
          <cx:pt idx="13055">0.82999999999999996</cx:pt>
          <cx:pt idx="13056">3.29</cx:pt>
          <cx:pt idx="13057">15.789999999999999</cx:pt>
          <cx:pt idx="13058">2.46</cx:pt>
          <cx:pt idx="13059">0.82999999999999996</cx:pt>
          <cx:pt idx="13060">5.79</cx:pt>
          <cx:pt idx="13061">5.79</cx:pt>
          <cx:pt idx="13062">4.5800000000000001</cx:pt>
          <cx:pt idx="13063">0.41999999999999998</cx:pt>
          <cx:pt idx="13064">7.46</cx:pt>
          <cx:pt idx="13065">3.29</cx:pt>
          <cx:pt idx="13066">5.79</cx:pt>
          <cx:pt idx="13067">2.46</cx:pt>
          <cx:pt idx="13068">24.960000000000001</cx:pt>
          <cx:pt idx="13069">3.29</cx:pt>
          <cx:pt idx="13070">4.1299999999999999</cx:pt>
          <cx:pt idx="13071">1.25</cx:pt>
          <cx:pt idx="13072">2.46</cx:pt>
          <cx:pt idx="13073">3.29</cx:pt>
          <cx:pt idx="13074">2.1000000000000001</cx:pt>
          <cx:pt idx="13075">2.9500000000000002</cx:pt>
          <cx:pt idx="13076">0.55000000000000004</cx:pt>
          <cx:pt idx="13077">6.9500000000000002</cx:pt>
          <cx:pt idx="13078">7.9500000000000002</cx:pt>
          <cx:pt idx="13079">9.9499999999999993</cx:pt>
          <cx:pt idx="13080">2.1000000000000001</cx:pt>
          <cx:pt idx="13081">6.3499999999999996</cx:pt>
          <cx:pt idx="13082">1.0600000000000001</cx:pt>
          <cx:pt idx="13083">2.9500000000000002</cx:pt>
          <cx:pt idx="13084">0.84999999999999998</cx:pt>
          <cx:pt idx="13085">2.25</cx:pt>
          <cx:pt idx="13086">0.55000000000000004</cx:pt>
          <cx:pt idx="13087">0.65000000000000002</cx:pt>
          <cx:pt idx="13088">1.45</cx:pt>
          <cx:pt idx="13089">12.75</cx:pt>
          <cx:pt idx="13090">0.84999999999999998</cx:pt>
          <cx:pt idx="13091">12.75</cx:pt>
          <cx:pt idx="13092">2.1000000000000001</cx:pt>
          <cx:pt idx="13093">1.6499999999999999</cx:pt>
          <cx:pt idx="13094">0.84999999999999998</cx:pt>
          <cx:pt idx="13095">1.25</cx:pt>
          <cx:pt idx="13096">0.65000000000000002</cx:pt>
          <cx:pt idx="13097">8.5</cx:pt>
          <cx:pt idx="13098">6.75</cx:pt>
          <cx:pt idx="13099">0.82999999999999996</cx:pt>
          <cx:pt idx="13100">2.25</cx:pt>
          <cx:pt idx="13101">2.25</cx:pt>
          <cx:pt idx="13102">1.25</cx:pt>
          <cx:pt idx="13103">7.9500000000000002</cx:pt>
          <cx:pt idx="13104">0.84999999999999998</cx:pt>
          <cx:pt idx="13105">0.84999999999999998</cx:pt>
          <cx:pt idx="13106">2.9500000000000002</cx:pt>
          <cx:pt idx="13107">1.45</cx:pt>
          <cx:pt idx="13108">2.9500000000000002</cx:pt>
          <cx:pt idx="13109">2.9500000000000002</cx:pt>
          <cx:pt idx="13110">7.9500000000000002</cx:pt>
          <cx:pt idx="13111">2.1000000000000001</cx:pt>
          <cx:pt idx="13112">1.45</cx:pt>
          <cx:pt idx="13113">7.9500000000000002</cx:pt>
          <cx:pt idx="13114">7.9500000000000002</cx:pt>
          <cx:pt idx="13115">2.9500000000000002</cx:pt>
          <cx:pt idx="13116">1.25</cx:pt>
          <cx:pt idx="13117">4.6500000000000004</cx:pt>
          <cx:pt idx="13118">0.55000000000000004</cx:pt>
          <cx:pt idx="13119">1.0600000000000001</cx:pt>
          <cx:pt idx="13120">2.9500000000000002</cx:pt>
          <cx:pt idx="13121">1.6499999999999999</cx:pt>
          <cx:pt idx="13122">2.9500000000000002</cx:pt>
          <cx:pt idx="13123">4.9500000000000002</cx:pt>
          <cx:pt idx="13124">4.1500000000000004</cx:pt>
          <cx:pt idx="13125">6.9500000000000002</cx:pt>
          <cx:pt idx="13126">1.25</cx:pt>
          <cx:pt idx="13127">1.6499999999999999</cx:pt>
          <cx:pt idx="13128">1.6499999999999999</cx:pt>
          <cx:pt idx="13129">1.25</cx:pt>
          <cx:pt idx="13130">1.25</cx:pt>
          <cx:pt idx="13131">1.25</cx:pt>
          <cx:pt idx="13132">0.84999999999999998</cx:pt>
          <cx:pt idx="13133">0.82999999999999996</cx:pt>
          <cx:pt idx="13134">2.9500000000000002</cx:pt>
          <cx:pt idx="13135">2.9500000000000002</cx:pt>
          <cx:pt idx="13136">2.0800000000000001</cx:pt>
          <cx:pt idx="13137">0.55000000000000004</cx:pt>
          <cx:pt idx="13138">0.55000000000000004</cx:pt>
          <cx:pt idx="13139">7.9500000000000002</cx:pt>
          <cx:pt idx="13140">7.9500000000000002</cx:pt>
          <cx:pt idx="13141">2.9500000000000002</cx:pt>
          <cx:pt idx="13142">2.5499999999999998</cx:pt>
          <cx:pt idx="13143">2.25</cx:pt>
          <cx:pt idx="13144">2.25</cx:pt>
          <cx:pt idx="13145">2.5499999999999998</cx:pt>
          <cx:pt idx="13146">1.45</cx:pt>
          <cx:pt idx="13147">2.1000000000000001</cx:pt>
          <cx:pt idx="13148">2.25</cx:pt>
          <cx:pt idx="13149">1.45</cx:pt>
          <cx:pt idx="13150">2.0800000000000001</cx:pt>
          <cx:pt idx="13151">1.25</cx:pt>
          <cx:pt idx="13152">0.41999999999999998</cx:pt>
          <cx:pt idx="13153">1.25</cx:pt>
          <cx:pt idx="13154">0.41999999999999998</cx:pt>
          <cx:pt idx="13155">0.65000000000000002</cx:pt>
          <cx:pt idx="13156">4.6500000000000004</cx:pt>
          <cx:pt idx="13157">0.55000000000000004</cx:pt>
          <cx:pt idx="13158">1.25</cx:pt>
          <cx:pt idx="13159">0.84999999999999998</cx:pt>
          <cx:pt idx="13160">0.41999999999999998</cx:pt>
          <cx:pt idx="13161">2.9500000000000002</cx:pt>
          <cx:pt idx="13162">0.84999999999999998</cx:pt>
          <cx:pt idx="13163">7.9500000000000002</cx:pt>
          <cx:pt idx="13164">2.5499999999999998</cx:pt>
          <cx:pt idx="13165">6.3499999999999996</cx:pt>
          <cx:pt idx="13166">2.9500000000000002</cx:pt>
          <cx:pt idx="13167">14.949999999999999</cx:pt>
          <cx:pt idx="13168">2.5499999999999998</cx:pt>
          <cx:pt idx="13169">1.25</cx:pt>
          <cx:pt idx="13170">24.960000000000001</cx:pt>
          <cx:pt idx="13171">4.1299999999999999</cx:pt>
          <cx:pt idx="13172">2.46</cx:pt>
          <cx:pt idx="13173">15.789999999999999</cx:pt>
          <cx:pt idx="13174">4.5800000000000001</cx:pt>
          <cx:pt idx="13175">1.25</cx:pt>
          <cx:pt idx="13176">1.25</cx:pt>
          <cx:pt idx="13177">1.6299999999999999</cx:pt>
          <cx:pt idx="13178">3.29</cx:pt>
          <cx:pt idx="13179">0.82999999999999996</cx:pt>
          <cx:pt idx="13180">0.82999999999999996</cx:pt>
          <cx:pt idx="13181">10.949999999999999</cx:pt>
          <cx:pt idx="13182">3.3900000000000001</cx:pt>
          <cx:pt idx="13183">1.6499999999999999</cx:pt>
          <cx:pt idx="13184">1.6499999999999999</cx:pt>
          <cx:pt idx="13185">1.6499999999999999</cx:pt>
          <cx:pt idx="13186">2.5499999999999998</cx:pt>
          <cx:pt idx="13187">12.75</cx:pt>
          <cx:pt idx="13188">6.75</cx:pt>
          <cx:pt idx="13189">3.75</cx:pt>
          <cx:pt idx="13190">1.6499999999999999</cx:pt>
          <cx:pt idx="13191">2.1000000000000001</cx:pt>
          <cx:pt idx="13192">1.6499999999999999</cx:pt>
          <cx:pt idx="13193">1.6499999999999999</cx:pt>
          <cx:pt idx="13194">3.75</cx:pt>
          <cx:pt idx="13195">2.9500000000000002</cx:pt>
          <cx:pt idx="13196">8.5</cx:pt>
          <cx:pt idx="13197">4.9500000000000002</cx:pt>
          <cx:pt idx="13198">3.75</cx:pt>
          <cx:pt idx="13199">0.65000000000000002</cx:pt>
          <cx:pt idx="13200">0.55000000000000004</cx:pt>
          <cx:pt idx="13201">2.9500000000000002</cx:pt>
          <cx:pt idx="13202">2.1000000000000001</cx:pt>
          <cx:pt idx="13203">0.41999999999999998</cx:pt>
          <cx:pt idx="13204">2.9500000000000002</cx:pt>
          <cx:pt idx="13205">2.1000000000000001</cx:pt>
          <cx:pt idx="13206">2.0800000000000001</cx:pt>
          <cx:pt idx="13207">0.65000000000000002</cx:pt>
          <cx:pt idx="13208">2.9500000000000002</cx:pt>
          <cx:pt idx="13209">0.55000000000000004</cx:pt>
          <cx:pt idx="13210">1.6499999999999999</cx:pt>
          <cx:pt idx="13211">0.41999999999999998</cx:pt>
          <cx:pt idx="13212">12.460000000000001</cx:pt>
          <cx:pt idx="13213">4.96</cx:pt>
          <cx:pt idx="13214">6.6299999999999999</cx:pt>
          <cx:pt idx="13215">4.1299999999999999</cx:pt>
          <cx:pt idx="13216">7.46</cx:pt>
          <cx:pt idx="13217">8.2899999999999991</cx:pt>
          <cx:pt idx="13218">1.6299999999999999</cx:pt>
          <cx:pt idx="13219">6.6299999999999999</cx:pt>
          <cx:pt idx="13220">1.25</cx:pt>
          <cx:pt idx="13221">3.29</cx:pt>
          <cx:pt idx="13222">2.46</cx:pt>
          <cx:pt idx="13223">4.96</cx:pt>
          <cx:pt idx="13224">2.46</cx:pt>
          <cx:pt idx="13225">7.46</cx:pt>
          <cx:pt idx="13226">2.1000000000000001</cx:pt>
          <cx:pt idx="13227">2.5499999999999998</cx:pt>
          <cx:pt idx="13228">1.6499999999999999</cx:pt>
          <cx:pt idx="13229">2.5499999999999998</cx:pt>
          <cx:pt idx="13230">2.1000000000000001</cx:pt>
          <cx:pt idx="13231">7.9500000000000002</cx:pt>
          <cx:pt idx="13232">6.9500000000000002</cx:pt>
          <cx:pt idx="13233">7.9500000000000002</cx:pt>
          <cx:pt idx="13234">0.84999999999999998</cx:pt>
          <cx:pt idx="13235">0.41999999999999998</cx:pt>
          <cx:pt idx="13236">2.9500000000000002</cx:pt>
          <cx:pt idx="13237">0.41999999999999998</cx:pt>
          <cx:pt idx="13238">1.6499999999999999</cx:pt>
          <cx:pt idx="13239">2.5499999999999998</cx:pt>
          <cx:pt idx="13240">1.45</cx:pt>
          <cx:pt idx="13241">7.9500000000000002</cx:pt>
          <cx:pt idx="13242">0.65000000000000002</cx:pt>
          <cx:pt idx="13243">2.1000000000000001</cx:pt>
          <cx:pt idx="13244">0.82999999999999996</cx:pt>
          <cx:pt idx="13245">1.6499999999999999</cx:pt>
          <cx:pt idx="13246">2.9500000000000002</cx:pt>
          <cx:pt idx="13247">4.1500000000000004</cx:pt>
          <cx:pt idx="13248">0.65000000000000002</cx:pt>
          <cx:pt idx="13249">1.6499999999999999</cx:pt>
          <cx:pt idx="13250">2.1000000000000001</cx:pt>
          <cx:pt idx="13251">6.3499999999999996</cx:pt>
          <cx:pt idx="13252">0.55000000000000004</cx:pt>
          <cx:pt idx="13253">0.41999999999999998</cx:pt>
          <cx:pt idx="13254">6.75</cx:pt>
          <cx:pt idx="13255">2.5499999999999998</cx:pt>
          <cx:pt idx="13256">2.9500000000000002</cx:pt>
          <cx:pt idx="13257">8.25</cx:pt>
          <cx:pt idx="13258">0.41999999999999998</cx:pt>
          <cx:pt idx="13259">0.41999999999999998</cx:pt>
          <cx:pt idx="13260">12.75</cx:pt>
          <cx:pt idx="13261">0.55000000000000004</cx:pt>
          <cx:pt idx="13262">7.9500000000000002</cx:pt>
          <cx:pt idx="13263">1.25</cx:pt>
          <cx:pt idx="13264">7.9500000000000002</cx:pt>
          <cx:pt idx="13265">2.5499999999999998</cx:pt>
          <cx:pt idx="13266">3.75</cx:pt>
          <cx:pt idx="13267">8.5</cx:pt>
          <cx:pt idx="13268">6.9500000000000002</cx:pt>
          <cx:pt idx="13269">0.41999999999999998</cx:pt>
          <cx:pt idx="13270">2.0800000000000001</cx:pt>
          <cx:pt idx="13271">0.65000000000000002</cx:pt>
          <cx:pt idx="13272">0.65000000000000002</cx:pt>
          <cx:pt idx="13273">1.25</cx:pt>
          <cx:pt idx="13274">2.1000000000000001</cx:pt>
          <cx:pt idx="13275">2.0800000000000001</cx:pt>
          <cx:pt idx="13276">7.9500000000000002</cx:pt>
          <cx:pt idx="13277">0.84999999999999998</cx:pt>
          <cx:pt idx="13278">1.95</cx:pt>
          <cx:pt idx="13279">1.6499999999999999</cx:pt>
          <cx:pt idx="13280">0.55000000000000004</cx:pt>
          <cx:pt idx="13281">1.6499999999999999</cx:pt>
          <cx:pt idx="13282">2.5499999999999998</cx:pt>
          <cx:pt idx="13283">2.9500000000000002</cx:pt>
          <cx:pt idx="13284">1.6299999999999999</cx:pt>
          <cx:pt idx="13285">2.46</cx:pt>
          <cx:pt idx="13286">0.82999999999999996</cx:pt>
          <cx:pt idx="13287">3.29</cx:pt>
          <cx:pt idx="13288">5.79</cx:pt>
          <cx:pt idx="13289">4.96</cx:pt>
          <cx:pt idx="13290">2.46</cx:pt>
          <cx:pt idx="13291">2.46</cx:pt>
          <cx:pt idx="13292">8.3300000000000001</cx:pt>
          <cx:pt idx="13293">5.79</cx:pt>
          <cx:pt idx="13294">1.25</cx:pt>
          <cx:pt idx="13295">1.25</cx:pt>
          <cx:pt idx="13296">0.41999999999999998</cx:pt>
          <cx:pt idx="13297">2.9500000000000002</cx:pt>
          <cx:pt idx="13298">0.84999999999999998</cx:pt>
          <cx:pt idx="13299">4.1500000000000004</cx:pt>
          <cx:pt idx="13300">2.1000000000000001</cx:pt>
          <cx:pt idx="13301">2.1000000000000001</cx:pt>
          <cx:pt idx="13302">2.5499999999999998</cx:pt>
          <cx:pt idx="13303">1.6499999999999999</cx:pt>
          <cx:pt idx="13304">1.6499999999999999</cx:pt>
          <cx:pt idx="13305">2.5499999999999998</cx:pt>
          <cx:pt idx="13306">2.9500000000000002</cx:pt>
          <cx:pt idx="13307">0.84999999999999998</cx:pt>
          <cx:pt idx="13308">2.9500000000000002</cx:pt>
          <cx:pt idx="13309">2.9500000000000002</cx:pt>
          <cx:pt idx="13310">2.25</cx:pt>
          <cx:pt idx="13311">2.9500000000000002</cx:pt>
          <cx:pt idx="13312">1.49</cx:pt>
          <cx:pt idx="13313">2.0800000000000001</cx:pt>
          <cx:pt idx="13314">1.6499999999999999</cx:pt>
          <cx:pt idx="13315">3.75</cx:pt>
          <cx:pt idx="13316">0.41999999999999998</cx:pt>
          <cx:pt idx="13317">0.41999999999999998</cx:pt>
          <cx:pt idx="13318">0.65000000000000002</cx:pt>
          <cx:pt idx="13319">1.45</cx:pt>
          <cx:pt idx="13320">2.1000000000000001</cx:pt>
          <cx:pt idx="13321">0.82999999999999996</cx:pt>
          <cx:pt idx="13322">4.1500000000000004</cx:pt>
          <cx:pt idx="13323">4.6500000000000004</cx:pt>
          <cx:pt idx="13324">2.9500000000000002</cx:pt>
          <cx:pt idx="13325">1.45</cx:pt>
          <cx:pt idx="13326">2.0800000000000001</cx:pt>
          <cx:pt idx="13327">2.0800000000000001</cx:pt>
          <cx:pt idx="13328">2.9500000000000002</cx:pt>
          <cx:pt idx="13329">1.95</cx:pt>
          <cx:pt idx="13330">2.1000000000000001</cx:pt>
          <cx:pt idx="13331">7.9500000000000002</cx:pt>
          <cx:pt idx="13332">1.6499999999999999</cx:pt>
          <cx:pt idx="13333">0.84999999999999998</cx:pt>
          <cx:pt idx="13334">2.9500000000000002</cx:pt>
          <cx:pt idx="13335">1.6499999999999999</cx:pt>
          <cx:pt idx="13336">0.84999999999999998</cx:pt>
          <cx:pt idx="13337">0.41999999999999998</cx:pt>
          <cx:pt idx="13338">0.41999999999999998</cx:pt>
          <cx:pt idx="13339">2.5499999999999998</cx:pt>
          <cx:pt idx="13340">2.9500000000000002</cx:pt>
          <cx:pt idx="13341">1.95</cx:pt>
          <cx:pt idx="13342">0.41999999999999998</cx:pt>
          <cx:pt idx="13343">4.1500000000000004</cx:pt>
          <cx:pt idx="13344">0.84999999999999998</cx:pt>
          <cx:pt idx="13345">0.84999999999999998</cx:pt>
          <cx:pt idx="13346">1.95</cx:pt>
          <cx:pt idx="13347">2.9500000000000002</cx:pt>
          <cx:pt idx="13348">0.82999999999999996</cx:pt>
          <cx:pt idx="13349">1.45</cx:pt>
          <cx:pt idx="13350">0.41999999999999998</cx:pt>
          <cx:pt idx="13351">9.9499999999999993</cx:pt>
          <cx:pt idx="13352">2.1000000000000001</cx:pt>
          <cx:pt idx="13353">2.0800000000000001</cx:pt>
          <cx:pt idx="13354">1.45</cx:pt>
          <cx:pt idx="13355">9.9499999999999993</cx:pt>
          <cx:pt idx="13356">1.95</cx:pt>
          <cx:pt idx="13357">1.6499999999999999</cx:pt>
          <cx:pt idx="13358">7.9500000000000002</cx:pt>
          <cx:pt idx="13359">2.0800000000000001</cx:pt>
          <cx:pt idx="13360">2.9500000000000002</cx:pt>
          <cx:pt idx="13361">1.6499999999999999</cx:pt>
          <cx:pt idx="13362">2.5499999999999998</cx:pt>
          <cx:pt idx="13363">0.41999999999999998</cx:pt>
          <cx:pt idx="13364">8.5</cx:pt>
          <cx:pt idx="13365">1.6499999999999999</cx:pt>
          <cx:pt idx="13366">1.25</cx:pt>
          <cx:pt idx="13367">6.9500000000000002</cx:pt>
          <cx:pt idx="13368">1.6499999999999999</cx:pt>
          <cx:pt idx="13369">2.1000000000000001</cx:pt>
          <cx:pt idx="13370">9.9499999999999993</cx:pt>
          <cx:pt idx="13371">12.75</cx:pt>
          <cx:pt idx="13372">1.45</cx:pt>
          <cx:pt idx="13373">2.9500000000000002</cx:pt>
          <cx:pt idx="13374">0.55000000000000004</cx:pt>
          <cx:pt idx="13375">2.1000000000000001</cx:pt>
          <cx:pt idx="13376">2.1000000000000001</cx:pt>
          <cx:pt idx="13377">2.9500000000000002</cx:pt>
          <cx:pt idx="13378">1.95</cx:pt>
          <cx:pt idx="13379">0.41999999999999998</cx:pt>
          <cx:pt idx="13380">3.75</cx:pt>
          <cx:pt idx="13381">0.41999999999999998</cx:pt>
          <cx:pt idx="13382">0.84999999999999998</cx:pt>
          <cx:pt idx="13383">6.3499999999999996</cx:pt>
          <cx:pt idx="13384">2.25</cx:pt>
          <cx:pt idx="13385">4.25</cx:pt>
          <cx:pt idx="13386">12.75</cx:pt>
          <cx:pt idx="13387">2.0800000000000001</cx:pt>
          <cx:pt idx="13388">1.6499999999999999</cx:pt>
          <cx:pt idx="13389">0.65000000000000002</cx:pt>
          <cx:pt idx="13390">4.9500000000000002</cx:pt>
          <cx:pt idx="13391">2.9500000000000002</cx:pt>
          <cx:pt idx="13392">0.41999999999999998</cx:pt>
          <cx:pt idx="13393">0.55000000000000004</cx:pt>
          <cx:pt idx="13394">9.9499999999999993</cx:pt>
          <cx:pt idx="13395">2.5499999999999998</cx:pt>
          <cx:pt idx="13396">2.25</cx:pt>
          <cx:pt idx="13397">2.25</cx:pt>
          <cx:pt idx="13398">3.75</cx:pt>
          <cx:pt idx="13399">0.28999999999999998</cx:pt>
          <cx:pt idx="13400">1.6499999999999999</cx:pt>
          <cx:pt idx="13401">2.1000000000000001</cx:pt>
          <cx:pt idx="13402">2.1000000000000001</cx:pt>
          <cx:pt idx="13403">4.9500000000000002</cx:pt>
          <cx:pt idx="13404">0.41999999999999998</cx:pt>
          <cx:pt idx="13405">2.9500000000000002</cx:pt>
          <cx:pt idx="13406">9.9499999999999993</cx:pt>
          <cx:pt idx="13407">14.949999999999999</cx:pt>
          <cx:pt idx="13408">0.55000000000000004</cx:pt>
          <cx:pt idx="13409">0.41999999999999998</cx:pt>
          <cx:pt idx="13410">7.6500000000000004</cx:pt>
          <cx:pt idx="13411">2.5499999999999998</cx:pt>
          <cx:pt idx="13412">1.45</cx:pt>
          <cx:pt idx="13413">2.9500000000000002</cx:pt>
          <cx:pt idx="13414">2.9500000000000002</cx:pt>
          <cx:pt idx="13415">0.41999999999999998</cx:pt>
          <cx:pt idx="13416">1.25</cx:pt>
          <cx:pt idx="13417">1.6499999999999999</cx:pt>
          <cx:pt idx="13418">0.41999999999999998</cx:pt>
          <cx:pt idx="13419">1.6499999999999999</cx:pt>
          <cx:pt idx="13420">7.46</cx:pt>
          <cx:pt idx="13421">24.960000000000001</cx:pt>
          <cx:pt idx="13422">0.82999999999999996</cx:pt>
          <cx:pt idx="13423">3.29</cx:pt>
          <cx:pt idx="13424">4.1299999999999999</cx:pt>
          <cx:pt idx="13425">3.29</cx:pt>
          <cx:pt idx="13426">1.25</cx:pt>
          <cx:pt idx="13427">2.46</cx:pt>
          <cx:pt idx="13428">4.1299999999999999</cx:pt>
          <cx:pt idx="13429">5.79</cx:pt>
          <cx:pt idx="13430">0.82999999999999996</cx:pt>
          <cx:pt idx="13431">2.46</cx:pt>
          <cx:pt idx="13432">2.46</cx:pt>
          <cx:pt idx="13433">5.79</cx:pt>
          <cx:pt idx="13434">15.789999999999999</cx:pt>
          <cx:pt idx="13435">0.82999999999999996</cx:pt>
          <cx:pt idx="13436">8.25</cx:pt>
          <cx:pt idx="13437">2.9500000000000002</cx:pt>
          <cx:pt idx="13438">7.9500000000000002</cx:pt>
          <cx:pt idx="13439">2.1000000000000001</cx:pt>
          <cx:pt idx="13440">1.6499999999999999</cx:pt>
          <cx:pt idx="13441">0.55000000000000004</cx:pt>
          <cx:pt idx="13442">1.6499999999999999</cx:pt>
          <cx:pt idx="13443">1.45</cx:pt>
          <cx:pt idx="13444">2.9500000000000002</cx:pt>
          <cx:pt idx="13445">2.5499999999999998</cx:pt>
          <cx:pt idx="13446">4.6500000000000004</cx:pt>
          <cx:pt idx="13447">2.25</cx:pt>
          <cx:pt idx="13448">1.45</cx:pt>
          <cx:pt idx="13449">2.9500000000000002</cx:pt>
          <cx:pt idx="13450">1.6499999999999999</cx:pt>
          <cx:pt idx="13451">3.75</cx:pt>
          <cx:pt idx="13452">2.25</cx:pt>
          <cx:pt idx="13453">2.9500000000000002</cx:pt>
          <cx:pt idx="13454">1.6499999999999999</cx:pt>
          <cx:pt idx="13455">2.1000000000000001</cx:pt>
          <cx:pt idx="13456">7.9500000000000002</cx:pt>
          <cx:pt idx="13457">1.25</cx:pt>
          <cx:pt idx="13458">0.28999999999999998</cx:pt>
          <cx:pt idx="13459">0.41999999999999998</cx:pt>
          <cx:pt idx="13460">2.1000000000000001</cx:pt>
          <cx:pt idx="13461">1.25</cx:pt>
          <cx:pt idx="13462">1.6499999999999999</cx:pt>
          <cx:pt idx="13463">1.6499999999999999</cx:pt>
          <cx:pt idx="13464">1.25</cx:pt>
          <cx:pt idx="13465">8.25</cx:pt>
          <cx:pt idx="13466">0.41999999999999998</cx:pt>
          <cx:pt idx="13467">2.1000000000000001</cx:pt>
          <cx:pt idx="13468">3.75</cx:pt>
          <cx:pt idx="13469">1.25</cx:pt>
          <cx:pt idx="13470">1.6499999999999999</cx:pt>
          <cx:pt idx="13471">0.84999999999999998</cx:pt>
          <cx:pt idx="13472">2.5499999999999998</cx:pt>
          <cx:pt idx="13473">2.5499999999999998</cx:pt>
          <cx:pt idx="13474">6.3499999999999996</cx:pt>
          <cx:pt idx="13475">4.1500000000000004</cx:pt>
          <cx:pt idx="13476">12.75</cx:pt>
          <cx:pt idx="13477">7.9500000000000002</cx:pt>
          <cx:pt idx="13478">1.45</cx:pt>
          <cx:pt idx="13479">1.6499999999999999</cx:pt>
          <cx:pt idx="13480">7.9500000000000002</cx:pt>
          <cx:pt idx="13481">12.75</cx:pt>
          <cx:pt idx="13482">1.25</cx:pt>
          <cx:pt idx="13483">6.9500000000000002</cx:pt>
          <cx:pt idx="13484">1.6499999999999999</cx:pt>
          <cx:pt idx="13485">2.1000000000000001</cx:pt>
          <cx:pt idx="13486">2.0800000000000001</cx:pt>
          <cx:pt idx="13487">1.45</cx:pt>
          <cx:pt idx="13488">1.45</cx:pt>
          <cx:pt idx="13489">2.0800000000000001</cx:pt>
          <cx:pt idx="13490">8.25</cx:pt>
          <cx:pt idx="13491">2.9500000000000002</cx:pt>
          <cx:pt idx="13492">0.84999999999999998</cx:pt>
          <cx:pt idx="13493">1.45</cx:pt>
          <cx:pt idx="13494">2.9500000000000002</cx:pt>
          <cx:pt idx="13495">9.9499999999999993</cx:pt>
          <cx:pt idx="13496">4.9500000000000002</cx:pt>
          <cx:pt idx="13497">14.949999999999999</cx:pt>
          <cx:pt idx="13498">1.45</cx:pt>
          <cx:pt idx="13499">2.5499999999999998</cx:pt>
          <cx:pt idx="13500">4.1500000000000004</cx:pt>
          <cx:pt idx="13501">0.41999999999999998</cx:pt>
          <cx:pt idx="13502">1.6499999999999999</cx:pt>
          <cx:pt idx="13503">6.75</cx:pt>
          <cx:pt idx="13504">1.6499999999999999</cx:pt>
          <cx:pt idx="13505">0.41999999999999998</cx:pt>
          <cx:pt idx="13506">2.9500000000000002</cx:pt>
          <cx:pt idx="13507">0.41999999999999998</cx:pt>
          <cx:pt idx="13508">0.41999999999999998</cx:pt>
          <cx:pt idx="13509">2.5499999999999998</cx:pt>
          <cx:pt idx="13510">0.41999999999999998</cx:pt>
          <cx:pt idx="13511">2.9500000000000002</cx:pt>
          <cx:pt idx="13512">0.55000000000000004</cx:pt>
          <cx:pt idx="13513">9.9499999999999993</cx:pt>
          <cx:pt idx="13514">7.9500000000000002</cx:pt>
          <cx:pt idx="13515">2.0800000000000001</cx:pt>
          <cx:pt idx="13516">7.9500000000000002</cx:pt>
          <cx:pt idx="13517">1.45</cx:pt>
          <cx:pt idx="13518">0.84999999999999998</cx:pt>
          <cx:pt idx="13519">7.9500000000000002</cx:pt>
          <cx:pt idx="13520">2.5499999999999998</cx:pt>
          <cx:pt idx="13521">0.65000000000000002</cx:pt>
          <cx:pt idx="13522">1.25</cx:pt>
          <cx:pt idx="13523">1.6499999999999999</cx:pt>
          <cx:pt idx="13524">7.9500000000000002</cx:pt>
          <cx:pt idx="13525">14.949999999999999</cx:pt>
          <cx:pt idx="13526">1.6499999999999999</cx:pt>
          <cx:pt idx="13527">2.5499999999999998</cx:pt>
          <cx:pt idx="13528">8.5</cx:pt>
          <cx:pt idx="13529">0.41999999999999998</cx:pt>
          <cx:pt idx="13530">7.9500000000000002</cx:pt>
          <cx:pt idx="13531">2.25</cx:pt>
          <cx:pt idx="13532">7.9500000000000002</cx:pt>
          <cx:pt idx="13533">1.25</cx:pt>
          <cx:pt idx="13534">0.65000000000000002</cx:pt>
          <cx:pt idx="13535">0.84999999999999998</cx:pt>
          <cx:pt idx="13536">1.6499999999999999</cx:pt>
          <cx:pt idx="13537">2.5499999999999998</cx:pt>
          <cx:pt idx="13538">6.3499999999999996</cx:pt>
          <cx:pt idx="13539">1.6499999999999999</cx:pt>
          <cx:pt idx="13540">0.84999999999999998</cx:pt>
          <cx:pt idx="13541">2.9500000000000002</cx:pt>
          <cx:pt idx="13542">7.46</cx:pt>
          <cx:pt idx="13543">24.960000000000001</cx:pt>
          <cx:pt idx="13544">4.1299999999999999</cx:pt>
          <cx:pt idx="13545">1.6299999999999999</cx:pt>
          <cx:pt idx="13546">3.29</cx:pt>
          <cx:pt idx="13547">15.789999999999999</cx:pt>
          <cx:pt idx="13548">3.29</cx:pt>
          <cx:pt idx="13549">2.46</cx:pt>
          <cx:pt idx="13550">5.79</cx:pt>
          <cx:pt idx="13551">5.79</cx:pt>
          <cx:pt idx="13552">1.6299999999999999</cx:pt>
          <cx:pt idx="13553">1.25</cx:pt>
          <cx:pt idx="13554">15.789999999999999</cx:pt>
          <cx:pt idx="13555">4.1299999999999999</cx:pt>
          <cx:pt idx="13556">1.6299999999999999</cx:pt>
          <cx:pt idx="13557">0.82999999999999996</cx:pt>
          <cx:pt idx="13558">16.629999999999999</cx:pt>
          <cx:pt idx="13559">5.79</cx:pt>
          <cx:pt idx="13560">2.46</cx:pt>
          <cx:pt idx="13561">4.5800000000000001</cx:pt>
          <cx:pt idx="13562">1.6699999999999999</cx:pt>
          <cx:pt idx="13563">5.79</cx:pt>
          <cx:pt idx="13564">2.9500000000000002</cx:pt>
          <cx:pt idx="13565">0.65000000000000002</cx:pt>
          <cx:pt idx="13566">0.84999999999999998</cx:pt>
          <cx:pt idx="13567">1.6499999999999999</cx:pt>
          <cx:pt idx="13568">2.9500000000000002</cx:pt>
          <cx:pt idx="13569">2.1000000000000001</cx:pt>
          <cx:pt idx="13570">2.9500000000000002</cx:pt>
          <cx:pt idx="13571">1.25</cx:pt>
          <cx:pt idx="13572">0.55000000000000004</cx:pt>
          <cx:pt idx="13573">1.6499999999999999</cx:pt>
          <cx:pt idx="13574">1.6499999999999999</cx:pt>
          <cx:pt idx="13575">12.75</cx:pt>
          <cx:pt idx="13576">9.9499999999999993</cx:pt>
          <cx:pt idx="13577">2.9500000000000002</cx:pt>
          <cx:pt idx="13578">3.75</cx:pt>
          <cx:pt idx="13579">2.9500000000000002</cx:pt>
          <cx:pt idx="13580">1.6499999999999999</cx:pt>
          <cx:pt idx="13581">0.65000000000000002</cx:pt>
          <cx:pt idx="13582">2.0800000000000001</cx:pt>
          <cx:pt idx="13583">2.9500000000000002</cx:pt>
          <cx:pt idx="13584">1.6499999999999999</cx:pt>
          <cx:pt idx="13585">1.6499999999999999</cx:pt>
          <cx:pt idx="13586">2.9500000000000002</cx:pt>
          <cx:pt idx="13587">0.41999999999999998</cx:pt>
          <cx:pt idx="13588">2.9500000000000002</cx:pt>
          <cx:pt idx="13589">2.9500000000000002</cx:pt>
          <cx:pt idx="13590">2.9500000000000002</cx:pt>
          <cx:pt idx="13591">1.25</cx:pt>
          <cx:pt idx="13592">0.82999999999999996</cx:pt>
          <cx:pt idx="13593">4.6500000000000004</cx:pt>
          <cx:pt idx="13594">12.75</cx:pt>
          <cx:pt idx="13595">2.0800000000000001</cx:pt>
          <cx:pt idx="13596">7.9500000000000002</cx:pt>
          <cx:pt idx="13597">1.25</cx:pt>
          <cx:pt idx="13598">4.9500000000000002</cx:pt>
          <cx:pt idx="13599">1.45</cx:pt>
          <cx:pt idx="13600">0.84999999999999998</cx:pt>
          <cx:pt idx="13601">2.9500000000000002</cx:pt>
          <cx:pt idx="13602">2.25</cx:pt>
          <cx:pt idx="13603">2.25</cx:pt>
          <cx:pt idx="13604">0.65000000000000002</cx:pt>
          <cx:pt idx="13605">2.5499999999999998</cx:pt>
          <cx:pt idx="13606">0.65000000000000002</cx:pt>
          <cx:pt idx="13607">2.9500000000000002</cx:pt>
          <cx:pt idx="13608">7.9500000000000002</cx:pt>
          <cx:pt idx="13609">2.25</cx:pt>
          <cx:pt idx="13610">2.25</cx:pt>
          <cx:pt idx="13611">1.45</cx:pt>
          <cx:pt idx="13612">1.25</cx:pt>
          <cx:pt idx="13613">0.41999999999999998</cx:pt>
          <cx:pt idx="13614">12.75</cx:pt>
          <cx:pt idx="13615">1.6499999999999999</cx:pt>
          <cx:pt idx="13616">7.9500000000000002</cx:pt>
          <cx:pt idx="13617">2.0800000000000001</cx:pt>
          <cx:pt idx="13618">2.1000000000000001</cx:pt>
          <cx:pt idx="13619">4.9500000000000002</cx:pt>
          <cx:pt idx="13620">1.45</cx:pt>
          <cx:pt idx="13621">1.25</cx:pt>
          <cx:pt idx="13622">0.65000000000000002</cx:pt>
          <cx:pt idx="13623">1.6499999999999999</cx:pt>
          <cx:pt idx="13624">0.55000000000000004</cx:pt>
          <cx:pt idx="13625">1.6499999999999999</cx:pt>
          <cx:pt idx="13626">1.6499999999999999</cx:pt>
          <cx:pt idx="13627">0.84999999999999998</cx:pt>
          <cx:pt idx="13628">0.41999999999999998</cx:pt>
          <cx:pt idx="13629">2.9500000000000002</cx:pt>
          <cx:pt idx="13630">1.25</cx:pt>
          <cx:pt idx="13631">1.45</cx:pt>
          <cx:pt idx="13632">1.45</cx:pt>
          <cx:pt idx="13633">0.84999999999999998</cx:pt>
          <cx:pt idx="13634">1.25</cx:pt>
          <cx:pt idx="13635">6.9500000000000002</cx:pt>
          <cx:pt idx="13636">2.0800000000000001</cx:pt>
          <cx:pt idx="13637">2.0800000000000001</cx:pt>
          <cx:pt idx="13638">1.45</cx:pt>
          <cx:pt idx="13639">2.1000000000000001</cx:pt>
          <cx:pt idx="13640">0.82999999999999996</cx:pt>
          <cx:pt idx="13641">0.41999999999999998</cx:pt>
          <cx:pt idx="13642">1.25</cx:pt>
          <cx:pt idx="13643">2.1000000000000001</cx:pt>
          <cx:pt idx="13644">2.1000000000000001</cx:pt>
          <cx:pt idx="13645">4.6500000000000004</cx:pt>
          <cx:pt idx="13646">1.25</cx:pt>
          <cx:pt idx="13647">12.75</cx:pt>
          <cx:pt idx="13648">2.0800000000000001</cx:pt>
          <cx:pt idx="13649">12.75</cx:pt>
          <cx:pt idx="13650">1.6499999999999999</cx:pt>
          <cx:pt idx="13651">0.84999999999999998</cx:pt>
          <cx:pt idx="13652">0.41999999999999998</cx:pt>
          <cx:pt idx="13653">2.9500000000000002</cx:pt>
          <cx:pt idx="13654">0.41999999999999998</cx:pt>
          <cx:pt idx="13655">2.25</cx:pt>
          <cx:pt idx="13656">0.41999999999999998</cx:pt>
          <cx:pt idx="13657">2.25</cx:pt>
          <cx:pt idx="13658">1.25</cx:pt>
          <cx:pt idx="13659">1.6499999999999999</cx:pt>
          <cx:pt idx="13660">2.9500000000000002</cx:pt>
          <cx:pt idx="13661">2.1000000000000001</cx:pt>
          <cx:pt idx="13662">1.6499999999999999</cx:pt>
          <cx:pt idx="13663">2.1000000000000001</cx:pt>
          <cx:pt idx="13664">0.41999999999999998</cx:pt>
          <cx:pt idx="13665">2.5499999999999998</cx:pt>
          <cx:pt idx="13666">3.75</cx:pt>
          <cx:pt idx="13667">0.41999999999999998</cx:pt>
          <cx:pt idx="13668">4.9500000000000002</cx:pt>
          <cx:pt idx="13669">1.6499999999999999</cx:pt>
          <cx:pt idx="13670">0.82999999999999996</cx:pt>
          <cx:pt idx="13671">2.1000000000000001</cx:pt>
          <cx:pt idx="13672">6.6299999999999999</cx:pt>
          <cx:pt idx="13673">12.460000000000001</cx:pt>
          <cx:pt idx="13674">6.6299999999999999</cx:pt>
          <cx:pt idx="13675">8.2899999999999991</cx:pt>
          <cx:pt idx="13676">8.2899999999999991</cx:pt>
          <cx:pt idx="13677">6.6299999999999999</cx:pt>
          <cx:pt idx="13678">1.25</cx:pt>
          <cx:pt idx="13679">2.46</cx:pt>
          <cx:pt idx="13680">4.96</cx:pt>
          <cx:pt idx="13681">2.46</cx:pt>
          <cx:pt idx="13682">2.9500000000000002</cx:pt>
          <cx:pt idx="13683">1.6499999999999999</cx:pt>
          <cx:pt idx="13684">0.41999999999999998</cx:pt>
          <cx:pt idx="13685">2.9500000000000002</cx:pt>
          <cx:pt idx="13686">2.9500000000000002</cx:pt>
          <cx:pt idx="13687">0.41999999999999998</cx:pt>
          <cx:pt idx="13688">12.75</cx:pt>
          <cx:pt idx="13689">8.5</cx:pt>
          <cx:pt idx="13690">1.53</cx:pt>
          <cx:pt idx="13691">2.5499999999999998</cx:pt>
          <cx:pt idx="13692">7.9500000000000002</cx:pt>
          <cx:pt idx="13693">7.9500000000000002</cx:pt>
          <cx:pt idx="13694">7.9500000000000002</cx:pt>
          <cx:pt idx="13695">2.5499999999999998</cx:pt>
          <cx:pt idx="13696">0.41999999999999998</cx:pt>
          <cx:pt idx="13697">2.1000000000000001</cx:pt>
          <cx:pt idx="13698">1.45</cx:pt>
          <cx:pt idx="13699">1.45</cx:pt>
          <cx:pt idx="13700">4.1500000000000004</cx:pt>
          <cx:pt idx="13701">8.5</cx:pt>
          <cx:pt idx="13702">2.9500000000000002</cx:pt>
          <cx:pt idx="13703">2.9500000000000002</cx:pt>
          <cx:pt idx="13704">0.55000000000000004</cx:pt>
          <cx:pt idx="13705">1.6499999999999999</cx:pt>
          <cx:pt idx="13706">0.84999999999999998</cx:pt>
          <cx:pt idx="13707">0.84999999999999998</cx:pt>
          <cx:pt idx="13708">1.25</cx:pt>
          <cx:pt idx="13709">6.75</cx:pt>
          <cx:pt idx="13710">2.9500000000000002</cx:pt>
          <cx:pt idx="13711">1.6499999999999999</cx:pt>
          <cx:pt idx="13712">2.9500000000000002</cx:pt>
          <cx:pt idx="13713">1.6499999999999999</cx:pt>
          <cx:pt idx="13714">7.9500000000000002</cx:pt>
          <cx:pt idx="13715">0.55000000000000004</cx:pt>
          <cx:pt idx="13716">2.1000000000000001</cx:pt>
          <cx:pt idx="13717">1.25</cx:pt>
          <cx:pt idx="13718">2.0800000000000001</cx:pt>
          <cx:pt idx="13719">2.5499999999999998</cx:pt>
          <cx:pt idx="13720">2.0800000000000001</cx:pt>
          <cx:pt idx="13721">0.41999999999999998</cx:pt>
          <cx:pt idx="13722">0.65000000000000002</cx:pt>
          <cx:pt idx="13723">1.6499999999999999</cx:pt>
          <cx:pt idx="13724">0.55000000000000004</cx:pt>
          <cx:pt idx="13725">0.65000000000000002</cx:pt>
          <cx:pt idx="13726">1.6499999999999999</cx:pt>
          <cx:pt idx="13727">0.84999999999999998</cx:pt>
          <cx:pt idx="13728">2.9500000000000002</cx:pt>
          <cx:pt idx="13729">0.55000000000000004</cx:pt>
          <cx:pt idx="13730">1.6499999999999999</cx:pt>
          <cx:pt idx="13731">1.0600000000000001</cx:pt>
          <cx:pt idx="13732">2.5499999999999998</cx:pt>
          <cx:pt idx="13733">8.25</cx:pt>
          <cx:pt idx="13734">2.9500000000000002</cx:pt>
          <cx:pt idx="13735">1.6499999999999999</cx:pt>
          <cx:pt idx="13736">1.6499999999999999</cx:pt>
          <cx:pt idx="13737">7.9500000000000002</cx:pt>
          <cx:pt idx="13738">8.25</cx:pt>
          <cx:pt idx="13739">0.84999999999999998</cx:pt>
          <cx:pt idx="13740">1.95</cx:pt>
          <cx:pt idx="13741">7.9500000000000002</cx:pt>
          <cx:pt idx="13742">2.0800000000000001</cx:pt>
          <cx:pt idx="13743">1.45</cx:pt>
          <cx:pt idx="13744">1.45</cx:pt>
          <cx:pt idx="13745">2.9500000000000002</cx:pt>
          <cx:pt idx="13746">7.9500000000000002</cx:pt>
          <cx:pt idx="13747">7.9500000000000002</cx:pt>
          <cx:pt idx="13748">2.0800000000000001</cx:pt>
          <cx:pt idx="13749">6.3499999999999996</cx:pt>
          <cx:pt idx="13750">0.55000000000000004</cx:pt>
          <cx:pt idx="13751">0.55000000000000004</cx:pt>
          <cx:pt idx="13752">2.0800000000000001</cx:pt>
          <cx:pt idx="13753">7.9500000000000002</cx:pt>
          <cx:pt idx="13754">1.45</cx:pt>
          <cx:pt idx="13755">1.45</cx:pt>
          <cx:pt idx="13756">7.9500000000000002</cx:pt>
          <cx:pt idx="13757">7.9500000000000002</cx:pt>
          <cx:pt idx="13758">2.9500000000000002</cx:pt>
          <cx:pt idx="13759">9.9499999999999993</cx:pt>
          <cx:pt idx="13760">0.65000000000000002</cx:pt>
          <cx:pt idx="13761">0.82999999999999996</cx:pt>
          <cx:pt idx="13762">4.9500000000000002</cx:pt>
          <cx:pt idx="13763">1.6499999999999999</cx:pt>
          <cx:pt idx="13764">2.1000000000000001</cx:pt>
          <cx:pt idx="13765">7.9500000000000002</cx:pt>
          <cx:pt idx="13766">7.9500000000000002</cx:pt>
          <cx:pt idx="13767">4.9500000000000002</cx:pt>
          <cx:pt idx="13768">0.41999999999999998</cx:pt>
          <cx:pt idx="13769">4.1500000000000004</cx:pt>
          <cx:pt idx="13770">8.5</cx:pt>
          <cx:pt idx="13771">0.84999999999999998</cx:pt>
          <cx:pt idx="13772">6.9500000000000002</cx:pt>
          <cx:pt idx="13773">0.55000000000000004</cx:pt>
          <cx:pt idx="13774">2.9500000000000002</cx:pt>
          <cx:pt idx="13775">1.6499999999999999</cx:pt>
          <cx:pt idx="13776">2.9500000000000002</cx:pt>
          <cx:pt idx="13777">4.1500000000000004</cx:pt>
          <cx:pt idx="13778">0.84999999999999998</cx:pt>
          <cx:pt idx="13779">0.65000000000000002</cx:pt>
          <cx:pt idx="13780">2.9500000000000002</cx:pt>
          <cx:pt idx="13781">0.41999999999999998</cx:pt>
          <cx:pt idx="13782">0.65000000000000002</cx:pt>
          <cx:pt idx="13783">1.45</cx:pt>
          <cx:pt idx="13784">1.25</cx:pt>
          <cx:pt idx="13785">0.41999999999999998</cx:pt>
          <cx:pt idx="13786">2.9500000000000002</cx:pt>
          <cx:pt idx="13787">1.25</cx:pt>
          <cx:pt idx="13788">7.9500000000000002</cx:pt>
          <cx:pt idx="13789">7.9500000000000002</cx:pt>
          <cx:pt idx="13790">1.6499999999999999</cx:pt>
          <cx:pt idx="13791">7.6500000000000004</cx:pt>
          <cx:pt idx="13792">0.71999999999999997</cx:pt>
          <cx:pt idx="13793">2.5499999999999998</cx:pt>
          <cx:pt idx="13794">2.5499999999999998</cx:pt>
          <cx:pt idx="13795">1.6499999999999999</cx:pt>
          <cx:pt idx="13796">2.9500000000000002</cx:pt>
          <cx:pt idx="13797">6.9500000000000002</cx:pt>
          <cx:pt idx="13798">0.65000000000000002</cx:pt>
          <cx:pt idx="13799">0.41999999999999998</cx:pt>
          <cx:pt idx="13800">0.41999999999999998</cx:pt>
          <cx:pt idx="13801">0.41999999999999998</cx:pt>
          <cx:pt idx="13802">1.0600000000000001</cx:pt>
          <cx:pt idx="13803">2.9500000000000002</cx:pt>
          <cx:pt idx="13804">0.55000000000000004</cx:pt>
          <cx:pt idx="13805">2.1000000000000001</cx:pt>
          <cx:pt idx="13806">0.82999999999999996</cx:pt>
          <cx:pt idx="13807">0.84999999999999998</cx:pt>
          <cx:pt idx="13808">0.41999999999999998</cx:pt>
          <cx:pt idx="13809">1.6499999999999999</cx:pt>
          <cx:pt idx="13810">0.55000000000000004</cx:pt>
          <cx:pt idx="13811">1.6499999999999999</cx:pt>
          <cx:pt idx="13812">0.84999999999999998</cx:pt>
          <cx:pt idx="13813">2.5499999999999998</cx:pt>
          <cx:pt idx="13814">2.25</cx:pt>
          <cx:pt idx="13815">1.25</cx:pt>
          <cx:pt idx="13816">2.0800000000000001</cx:pt>
          <cx:pt idx="13817">7.9500000000000002</cx:pt>
          <cx:pt idx="13818">8.5</cx:pt>
          <cx:pt idx="13819">12.75</cx:pt>
          <cx:pt idx="13820">2.9500000000000002</cx:pt>
          <cx:pt idx="13821">0.84999999999999998</cx:pt>
          <cx:pt idx="13822">0.41999999999999998</cx:pt>
          <cx:pt idx="13823">1.25</cx:pt>
          <cx:pt idx="13824">7.6500000000000004</cx:pt>
          <cx:pt idx="13825">2.5499999999999998</cx:pt>
          <cx:pt idx="13826">4.6500000000000004</cx:pt>
          <cx:pt idx="13827">6.3499999999999996</cx:pt>
          <cx:pt idx="13828">3.75</cx:pt>
          <cx:pt idx="13829">0.41999999999999998</cx:pt>
          <cx:pt idx="13830">1.25</cx:pt>
          <cx:pt idx="13831">2.1000000000000001</cx:pt>
          <cx:pt idx="13832">0.41999999999999998</cx:pt>
          <cx:pt idx="13833">7.9500000000000002</cx:pt>
          <cx:pt idx="13834">1.25</cx:pt>
          <cx:pt idx="13835">4.6500000000000004</cx:pt>
          <cx:pt idx="13836">2.5499999999999998</cx:pt>
          <cx:pt idx="13837">12.75</cx:pt>
          <cx:pt idx="13838">0.65000000000000002</cx:pt>
          <cx:pt idx="13839">6.75</cx:pt>
          <cx:pt idx="13840">2.1000000000000001</cx:pt>
          <cx:pt idx="13841">8.25</cx:pt>
          <cx:pt idx="13842">2.25</cx:pt>
          <cx:pt idx="13843">0.28999999999999998</cx:pt>
          <cx:pt idx="13844">1.6499999999999999</cx:pt>
          <cx:pt idx="13845">2.1000000000000001</cx:pt>
          <cx:pt idx="13846">0.65000000000000002</cx:pt>
          <cx:pt idx="13847">1.6499999999999999</cx:pt>
          <cx:pt idx="13848">0.41999999999999998</cx:pt>
          <cx:pt idx="13849">4.9500000000000002</cx:pt>
          <cx:pt idx="13850">0.84999999999999998</cx:pt>
          <cx:pt idx="13851">2.5499999999999998</cx:pt>
          <cx:pt idx="13852">0.41999999999999998</cx:pt>
          <cx:pt idx="13853">7.9500000000000002</cx:pt>
          <cx:pt idx="13854">2.9500000000000002</cx:pt>
          <cx:pt idx="13855">0.84999999999999998</cx:pt>
          <cx:pt idx="13856">0.41999999999999998</cx:pt>
          <cx:pt idx="13857">7.9500000000000002</cx:pt>
          <cx:pt idx="13858">7.9500000000000002</cx:pt>
          <cx:pt idx="13859">7.9500000000000002</cx:pt>
          <cx:pt idx="13860">2.1000000000000001</cx:pt>
          <cx:pt idx="13861">0.41999999999999998</cx:pt>
          <cx:pt idx="13862">7.9500000000000002</cx:pt>
          <cx:pt idx="13863">0.41999999999999998</cx:pt>
          <cx:pt idx="13864">2.0800000000000001</cx:pt>
          <cx:pt idx="13865">1.25</cx:pt>
          <cx:pt idx="13866">1.25</cx:pt>
          <cx:pt idx="13867">1.45</cx:pt>
          <cx:pt idx="13868">0.55000000000000004</cx:pt>
          <cx:pt idx="13869">2.1000000000000001</cx:pt>
          <cx:pt idx="13870">2.0800000000000001</cx:pt>
          <cx:pt idx="13871">0.28999999999999998</cx:pt>
          <cx:pt idx="13872">2.9500000000000002</cx:pt>
          <cx:pt idx="13873">6.3499999999999996</cx:pt>
          <cx:pt idx="13874">0.65000000000000002</cx:pt>
          <cx:pt idx="13875">1.6499999999999999</cx:pt>
          <cx:pt idx="13876">6.75</cx:pt>
          <cx:pt idx="13877">7.9500000000000002</cx:pt>
          <cx:pt idx="13878">2.1000000000000001</cx:pt>
          <cx:pt idx="13879">2.9500000000000002</cx:pt>
          <cx:pt idx="13880">8.25</cx:pt>
          <cx:pt idx="13881">2.25</cx:pt>
          <cx:pt idx="13882">0.41999999999999998</cx:pt>
          <cx:pt idx="13883">2.5499999999999998</cx:pt>
          <cx:pt idx="13884">0.41999999999999998</cx:pt>
          <cx:pt idx="13885">0.65000000000000002</cx:pt>
          <cx:pt idx="13886">1.6499999999999999</cx:pt>
          <cx:pt idx="13887">4.6500000000000004</cx:pt>
          <cx:pt idx="13888">1.6499999999999999</cx:pt>
          <cx:pt idx="13889">2.1000000000000001</cx:pt>
          <cx:pt idx="13890">2.1000000000000001</cx:pt>
          <cx:pt idx="13891">0.84999999999999998</cx:pt>
          <cx:pt idx="13892">2.5499999999999998</cx:pt>
          <cx:pt idx="13893">1.45</cx:pt>
          <cx:pt idx="13894">0.35999999999999999</cx:pt>
          <cx:pt idx="13895">2.5499999999999998</cx:pt>
          <cx:pt idx="13896">0.41999999999999998</cx:pt>
          <cx:pt idx="13897">2.9500000000000002</cx:pt>
          <cx:pt idx="13898">1.6499999999999999</cx:pt>
          <cx:pt idx="13899">2.5499999999999998</cx:pt>
          <cx:pt idx="13900">2.9500000000000002</cx:pt>
          <cx:pt idx="13901">0.41999999999999998</cx:pt>
          <cx:pt idx="13902">0.41999999999999998</cx:pt>
          <cx:pt idx="13903">0.41999999999999998</cx:pt>
          <cx:pt idx="13904">1.6499999999999999</cx:pt>
          <cx:pt idx="13905">2.9500000000000002</cx:pt>
          <cx:pt idx="13906">1.45</cx:pt>
          <cx:pt idx="13907">1.6499999999999999</cx:pt>
          <cx:pt idx="13908">4.6500000000000004</cx:pt>
          <cx:pt idx="13909">1.6499999999999999</cx:pt>
          <cx:pt idx="13910">2.9500000000000002</cx:pt>
          <cx:pt idx="13911">1.6499999999999999</cx:pt>
          <cx:pt idx="13912">2.0800000000000001</cx:pt>
          <cx:pt idx="13913">2.9500000000000002</cx:pt>
          <cx:pt idx="13914">2.25</cx:pt>
          <cx:pt idx="13915">1.25</cx:pt>
          <cx:pt idx="13916">1.6499999999999999</cx:pt>
          <cx:pt idx="13917">1.45</cx:pt>
          <cx:pt idx="13918">1.6499999999999999</cx:pt>
          <cx:pt idx="13919">0.84999999999999998</cx:pt>
          <cx:pt idx="13920">2.0800000000000001</cx:pt>
          <cx:pt idx="13921">7.9500000000000002</cx:pt>
          <cx:pt idx="13922">2.9500000000000002</cx:pt>
          <cx:pt idx="13923">9.9499999999999993</cx:pt>
          <cx:pt idx="13924">1.6499999999999999</cx:pt>
          <cx:pt idx="13925">1.45</cx:pt>
          <cx:pt idx="13926">4.1500000000000004</cx:pt>
          <cx:pt idx="13927">0.41999999999999998</cx:pt>
          <cx:pt idx="13928">14.949999999999999</cx:pt>
          <cx:pt idx="13929">0.28999999999999998</cx:pt>
          <cx:pt idx="13930">1.6499999999999999</cx:pt>
          <cx:pt idx="13931">0.41999999999999998</cx:pt>
          <cx:pt idx="13932">2.0800000000000001</cx:pt>
          <cx:pt idx="13933">0.55000000000000004</cx:pt>
          <cx:pt idx="13934">2.1000000000000001</cx:pt>
          <cx:pt idx="13935">1.25</cx:pt>
          <cx:pt idx="13936">1.25</cx:pt>
          <cx:pt idx="13937">1.25</cx:pt>
          <cx:pt idx="13938">3.75</cx:pt>
          <cx:pt idx="13939">1.6499999999999999</cx:pt>
          <cx:pt idx="13940">8.25</cx:pt>
          <cx:pt idx="13941">0.41999999999999998</cx:pt>
          <cx:pt idx="13942">12.75</cx:pt>
          <cx:pt idx="13943">2.0800000000000001</cx:pt>
          <cx:pt idx="13944">1.6499999999999999</cx:pt>
          <cx:pt idx="13945">1.6499999999999999</cx:pt>
          <cx:pt idx="13946">10.949999999999999</cx:pt>
          <cx:pt idx="13947">1.25</cx:pt>
          <cx:pt idx="13948">1.6499999999999999</cx:pt>
          <cx:pt idx="13949">2.9500000000000002</cx:pt>
          <cx:pt idx="13950">6.75</cx:pt>
          <cx:pt idx="13951">2.9500000000000002</cx:pt>
          <cx:pt idx="13952">0.41999999999999998</cx:pt>
          <cx:pt idx="13953">8.5</cx:pt>
          <cx:pt idx="13954">2.9500000000000002</cx:pt>
          <cx:pt idx="13955">0.84999999999999998</cx:pt>
          <cx:pt idx="13956">3.75</cx:pt>
          <cx:pt idx="13957">6.75</cx:pt>
          <cx:pt idx="13958">1.45</cx:pt>
          <cx:pt idx="13959">1.8500000000000001</cx:pt>
          <cx:pt idx="13960">12.75</cx:pt>
          <cx:pt idx="13961">1.25</cx:pt>
          <cx:pt idx="13962">2.5499999999999998</cx:pt>
          <cx:pt idx="13963">2.1000000000000001</cx:pt>
          <cx:pt idx="13964">12.75</cx:pt>
          <cx:pt idx="13965">2.5499999999999998</cx:pt>
          <cx:pt idx="13966">12.75</cx:pt>
          <cx:pt idx="13967">2.9500000000000002</cx:pt>
          <cx:pt idx="13968">4.6500000000000004</cx:pt>
          <cx:pt idx="13969">2.9500000000000002</cx:pt>
          <cx:pt idx="13970">1.25</cx:pt>
          <cx:pt idx="13971">2.0800000000000001</cx:pt>
          <cx:pt idx="13972">7.9500000000000002</cx:pt>
          <cx:pt idx="13973">2.5499999999999998</cx:pt>
          <cx:pt idx="13974">2.5499999999999998</cx:pt>
          <cx:pt idx="13975">3.75</cx:pt>
          <cx:pt idx="13976">0.84999999999999998</cx:pt>
          <cx:pt idx="13977">8.5</cx:pt>
          <cx:pt idx="13978">1.45</cx:pt>
          <cx:pt idx="13979">2.25</cx:pt>
          <cx:pt idx="13980">2.9500000000000002</cx:pt>
          <cx:pt idx="13981">0.84999999999999998</cx:pt>
          <cx:pt idx="13982">0.65000000000000002</cx:pt>
          <cx:pt idx="13983">2.9500000000000002</cx:pt>
          <cx:pt idx="13984">12.75</cx:pt>
          <cx:pt idx="13985">1.6499999999999999</cx:pt>
          <cx:pt idx="13986">0.41999999999999998</cx:pt>
          <cx:pt idx="13987">0.55000000000000004</cx:pt>
          <cx:pt idx="13988">2.9500000000000002</cx:pt>
          <cx:pt idx="13989">2.0800000000000001</cx:pt>
          <cx:pt idx="13990">0.84999999999999998</cx:pt>
          <cx:pt idx="13991">7.9500000000000002</cx:pt>
          <cx:pt idx="13992">12.75</cx:pt>
          <cx:pt idx="13993">2.0800000000000001</cx:pt>
          <cx:pt idx="13994">2.0800000000000001</cx:pt>
          <cx:pt idx="13995">1.45</cx:pt>
          <cx:pt idx="13996">0.41999999999999998</cx:pt>
          <cx:pt idx="13997">2.0800000000000001</cx:pt>
          <cx:pt idx="13998">0.41999999999999998</cx:pt>
          <cx:pt idx="13999">6.9500000000000002</cx:pt>
          <cx:pt idx="14000">4.6500000000000004</cx:pt>
          <cx:pt idx="14001">0.55000000000000004</cx:pt>
          <cx:pt idx="14002">7.9500000000000002</cx:pt>
          <cx:pt idx="14003">2.9500000000000002</cx:pt>
          <cx:pt idx="14004">1.6499999999999999</cx:pt>
          <cx:pt idx="14005">1.6499999999999999</cx:pt>
          <cx:pt idx="14006">1.6499999999999999</cx:pt>
          <cx:pt idx="14007">1.25</cx:pt>
          <cx:pt idx="14008">2.5499999999999998</cx:pt>
          <cx:pt idx="14009">0.84999999999999998</cx:pt>
          <cx:pt idx="14010">2.1000000000000001</cx:pt>
          <cx:pt idx="14011">2.5499999999999998</cx:pt>
          <cx:pt idx="14012">1.6499999999999999</cx:pt>
          <cx:pt idx="14013">9.9499999999999993</cx:pt>
          <cx:pt idx="14014">0.41999999999999998</cx:pt>
          <cx:pt idx="14015">1.25</cx:pt>
          <cx:pt idx="14016">8.5</cx:pt>
          <cx:pt idx="14017">2.9500000000000002</cx:pt>
          <cx:pt idx="14018">7.9500000000000002</cx:pt>
          <cx:pt idx="14019">2.9500000000000002</cx:pt>
          <cx:pt idx="14020">1.25</cx:pt>
          <cx:pt idx="14021">0.55000000000000004</cx:pt>
          <cx:pt idx="14022">7.9500000000000002</cx:pt>
          <cx:pt idx="14023">3.75</cx:pt>
          <cx:pt idx="14024">2.5499999999999998</cx:pt>
          <cx:pt idx="14025">2.1000000000000001</cx:pt>
          <cx:pt idx="14026">4.6500000000000004</cx:pt>
          <cx:pt idx="14027">4.1500000000000004</cx:pt>
          <cx:pt idx="14028">1.6499999999999999</cx:pt>
          <cx:pt idx="14029">0.84999999999999998</cx:pt>
          <cx:pt idx="14030">0.84999999999999998</cx:pt>
          <cx:pt idx="14031">2.5499999999999998</cx:pt>
          <cx:pt idx="14032">0.41999999999999998</cx:pt>
          <cx:pt idx="14033">8.5</cx:pt>
          <cx:pt idx="14034">0.41999999999999998</cx:pt>
          <cx:pt idx="14035">12.75</cx:pt>
          <cx:pt idx="14036">0.55000000000000004</cx:pt>
          <cx:pt idx="14037">1.45</cx:pt>
          <cx:pt idx="14038">2.1000000000000001</cx:pt>
          <cx:pt idx="14039">4.9500000000000002</cx:pt>
          <cx:pt idx="14040">0.84999999999999998</cx:pt>
          <cx:pt idx="14041">4.9500000000000002</cx:pt>
          <cx:pt idx="14042">6.75</cx:pt>
          <cx:pt idx="14043">2.5499999999999998</cx:pt>
          <cx:pt idx="14044">2.5499999999999998</cx:pt>
          <cx:pt idx="14045">1.25</cx:pt>
          <cx:pt idx="14046">2.9500000000000002</cx:pt>
          <cx:pt idx="14047">7.9500000000000002</cx:pt>
          <cx:pt idx="14048">0.41999999999999998</cx:pt>
          <cx:pt idx="14049">8.25</cx:pt>
          <cx:pt idx="14050">2.0800000000000001</cx:pt>
          <cx:pt idx="14051">2.9500000000000002</cx:pt>
          <cx:pt idx="14052">0.82999999999999996</cx:pt>
          <cx:pt idx="14053">1.6499999999999999</cx:pt>
          <cx:pt idx="14054">2.5499999999999998</cx:pt>
          <cx:pt idx="14055">0.84999999999999998</cx:pt>
          <cx:pt idx="14056">7.9500000000000002</cx:pt>
          <cx:pt idx="14057">2.0800000000000001</cx:pt>
          <cx:pt idx="14058">3.75</cx:pt>
          <cx:pt idx="14059">1.6499999999999999</cx:pt>
          <cx:pt idx="14060">7.9500000000000002</cx:pt>
          <cx:pt idx="14061">7.9500000000000002</cx:pt>
          <cx:pt idx="14062">0.41999999999999998</cx:pt>
          <cx:pt idx="14063">0.84999999999999998</cx:pt>
          <cx:pt idx="14064">2.5499999999999998</cx:pt>
          <cx:pt idx="14065">7.9500000000000002</cx:pt>
          <cx:pt idx="14066">7.9500000000000002</cx:pt>
          <cx:pt idx="14067">4.9500000000000002</cx:pt>
          <cx:pt idx="14068">1.6499999999999999</cx:pt>
          <cx:pt idx="14069">12.75</cx:pt>
          <cx:pt idx="14070">1.25</cx:pt>
          <cx:pt idx="14071">0.71999999999999997</cx:pt>
          <cx:pt idx="14072">1.8500000000000001</cx:pt>
          <cx:pt idx="14073">1.45</cx:pt>
          <cx:pt idx="14074">8.5</cx:pt>
          <cx:pt idx="14075">1.25</cx:pt>
          <cx:pt idx="14076">1.25</cx:pt>
          <cx:pt idx="14077">3.75</cx:pt>
          <cx:pt idx="14078">0.55000000000000004</cx:pt>
          <cx:pt idx="14079">1.6499999999999999</cx:pt>
          <cx:pt idx="14080">1.6499999999999999</cx:pt>
          <cx:pt idx="14081">0.84999999999999998</cx:pt>
          <cx:pt idx="14082">0.84999999999999998</cx:pt>
          <cx:pt idx="14083">1.25</cx:pt>
          <cx:pt idx="14084">12.75</cx:pt>
          <cx:pt idx="14085">2.0800000000000001</cx:pt>
          <cx:pt idx="14086">1.6499999999999999</cx:pt>
          <cx:pt idx="14087">0.84999999999999998</cx:pt>
          <cx:pt idx="14088">0.41999999999999998</cx:pt>
          <cx:pt idx="14089">2.9500000000000002</cx:pt>
          <cx:pt idx="14090">6.9500000000000002</cx:pt>
          <cx:pt idx="14091">0.41999999999999998</cx:pt>
          <cx:pt idx="14092">0.84999999999999998</cx:pt>
          <cx:pt idx="14093">8.5</cx:pt>
          <cx:pt idx="14094">2.9500000000000002</cx:pt>
          <cx:pt idx="14095">2.9500000000000002</cx:pt>
          <cx:pt idx="14096">3.75</cx:pt>
          <cx:pt idx="14097">0.41999999999999998</cx:pt>
          <cx:pt idx="14098">0.28999999999999998</cx:pt>
          <cx:pt idx="14099">0.55000000000000004</cx:pt>
          <cx:pt idx="14100">7.9500000000000002</cx:pt>
          <cx:pt idx="14101">2.5499999999999998</cx:pt>
          <cx:pt idx="14102">1.45</cx:pt>
          <cx:pt idx="14103">2.1000000000000001</cx:pt>
          <cx:pt idx="14104">2.9500000000000002</cx:pt>
          <cx:pt idx="14105">12.75</cx:pt>
          <cx:pt idx="14106">2.9500000000000002</cx:pt>
          <cx:pt idx="14107">6.75</cx:pt>
          <cx:pt idx="14108">8.25</cx:pt>
          <cx:pt idx="14109">8.5</cx:pt>
          <cx:pt idx="14110">1.25</cx:pt>
          <cx:pt idx="14111">2.9500000000000002</cx:pt>
          <cx:pt idx="14112">2.5499999999999998</cx:pt>
          <cx:pt idx="14113">4.6500000000000004</cx:pt>
          <cx:pt idx="14114">1.6499999999999999</cx:pt>
          <cx:pt idx="14115">12.75</cx:pt>
          <cx:pt idx="14116">7.9500000000000002</cx:pt>
          <cx:pt idx="14117">2.1000000000000001</cx:pt>
          <cx:pt idx="14118">1.95</cx:pt>
          <cx:pt idx="14119">1.6499999999999999</cx:pt>
          <cx:pt idx="14120">7.9500000000000002</cx:pt>
          <cx:pt idx="14121">9.9499999999999993</cx:pt>
          <cx:pt idx="14122">4.9500000000000002</cx:pt>
          <cx:pt idx="14123">2.9500000000000002</cx:pt>
          <cx:pt idx="14124">1.25</cx:pt>
          <cx:pt idx="14125">2.9500000000000002</cx:pt>
          <cx:pt idx="14126">0.55000000000000004</cx:pt>
          <cx:pt idx="14127">7.9500000000000002</cx:pt>
          <cx:pt idx="14128">1.6499999999999999</cx:pt>
          <cx:pt idx="14129">0.84999999999999998</cx:pt>
          <cx:pt idx="14130">1.25</cx:pt>
          <cx:pt idx="14131">2.1000000000000001</cx:pt>
          <cx:pt idx="14132">12.75</cx:pt>
          <cx:pt idx="14133">1.25</cx:pt>
          <cx:pt idx="14134">0.41999999999999998</cx:pt>
          <cx:pt idx="14135">2.0800000000000001</cx:pt>
          <cx:pt idx="14136">1.25</cx:pt>
          <cx:pt idx="14137">0.55000000000000004</cx:pt>
          <cx:pt idx="14138">2.1000000000000001</cx:pt>
          <cx:pt idx="14139">2.0800000000000001</cx:pt>
          <cx:pt idx="14140">1.6499999999999999</cx:pt>
          <cx:pt idx="14141">8.25</cx:pt>
          <cx:pt idx="14142">2.5499999999999998</cx:pt>
          <cx:pt idx="14143">1.6499999999999999</cx:pt>
          <cx:pt idx="14144">14.949999999999999</cx:pt>
          <cx:pt idx="14145">24.960000000000001</cx:pt>
          <cx:pt idx="14146">4.1299999999999999</cx:pt>
          <cx:pt idx="14147">4.1299999999999999</cx:pt>
          <cx:pt idx="14148">4.1299999999999999</cx:pt>
          <cx:pt idx="14149">5.79</cx:pt>
          <cx:pt idx="14150">2.5</cx:pt>
          <cx:pt idx="14151">4.1299999999999999</cx:pt>
          <cx:pt idx="14152">5.79</cx:pt>
          <cx:pt idx="14153">3.29</cx:pt>
          <cx:pt idx="14154">4.1299999999999999</cx:pt>
          <cx:pt idx="14155">14.130000000000001</cx:pt>
          <cx:pt idx="14156">4.96</cx:pt>
          <cx:pt idx="14157">4.1299999999999999</cx:pt>
          <cx:pt idx="14158">4.1299999999999999</cx:pt>
          <cx:pt idx="14159">16.629999999999999</cx:pt>
          <cx:pt idx="14160">4.96</cx:pt>
          <cx:pt idx="14161">4.1299999999999999</cx:pt>
          <cx:pt idx="14162">3.29</cx:pt>
          <cx:pt idx="14163">3.29</cx:pt>
          <cx:pt idx="14164">4.1299999999999999</cx:pt>
          <cx:pt idx="14165">4.1299999999999999</cx:pt>
          <cx:pt idx="14166">3.29</cx:pt>
          <cx:pt idx="14167">14.130000000000001</cx:pt>
          <cx:pt idx="14168">4.96</cx:pt>
          <cx:pt idx="14169">4.1299999999999999</cx:pt>
          <cx:pt idx="14170">4.1299999999999999</cx:pt>
          <cx:pt idx="14171">4.1299999999999999</cx:pt>
          <cx:pt idx="14172">4.1299999999999999</cx:pt>
          <cx:pt idx="14173">0.82999999999999996</cx:pt>
          <cx:pt idx="14174">16.629999999999999</cx:pt>
          <cx:pt idx="14175">4.96</cx:pt>
          <cx:pt idx="14176">2.5</cx:pt>
          <cx:pt idx="14177">10.789999999999999</cx:pt>
          <cx:pt idx="14178">3.29</cx:pt>
          <cx:pt idx="14179">5.79</cx:pt>
          <cx:pt idx="14180">3.29</cx:pt>
          <cx:pt idx="14181">4.1299999999999999</cx:pt>
          <cx:pt idx="14182">4.1299999999999999</cx:pt>
          <cx:pt idx="14183">14.130000000000001</cx:pt>
          <cx:pt idx="14184">4.1299999999999999</cx:pt>
          <cx:pt idx="14185">4.1299999999999999</cx:pt>
          <cx:pt idx="14186">4.1299999999999999</cx:pt>
          <cx:pt idx="14187">4.1299999999999999</cx:pt>
          <cx:pt idx="14188">5.79</cx:pt>
          <cx:pt idx="14189">16.629999999999999</cx:pt>
          <cx:pt idx="14190">3.29</cx:pt>
          <cx:pt idx="14191">7.46</cx:pt>
          <cx:pt idx="14192">24.960000000000001</cx:pt>
          <cx:pt idx="14193">4.1299999999999999</cx:pt>
          <cx:pt idx="14194">16.629999999999999</cx:pt>
          <cx:pt idx="14195">4.1299999999999999</cx:pt>
          <cx:pt idx="14196">8.2899999999999991</cx:pt>
          <cx:pt idx="14197">5.79</cx:pt>
          <cx:pt idx="14198">2.5</cx:pt>
          <cx:pt idx="14199">2.5</cx:pt>
          <cx:pt idx="14200">10.789999999999999</cx:pt>
          <cx:pt idx="14201">3.29</cx:pt>
          <cx:pt idx="14202">14.130000000000001</cx:pt>
          <cx:pt idx="14203">14.130000000000001</cx:pt>
          <cx:pt idx="14204">4.96</cx:pt>
          <cx:pt idx="14205">24.960000000000001</cx:pt>
          <cx:pt idx="14206">4.1299999999999999</cx:pt>
          <cx:pt idx="14207">2.5</cx:pt>
          <cx:pt idx="14208">5.79</cx:pt>
          <cx:pt idx="14209">3.29</cx:pt>
          <cx:pt idx="14210">24.960000000000001</cx:pt>
          <cx:pt idx="14211">24.960000000000001</cx:pt>
          <cx:pt idx="14212">0.82999999999999996</cx:pt>
          <cx:pt idx="14213">4.1299999999999999</cx:pt>
          <cx:pt idx="14214">16.629999999999999</cx:pt>
          <cx:pt idx="14215">19.960000000000001</cx:pt>
          <cx:pt idx="14216">12.460000000000001</cx:pt>
          <cx:pt idx="14217">4.1299999999999999</cx:pt>
          <cx:pt idx="14218">5.79</cx:pt>
          <cx:pt idx="14219">4.1299999999999999</cx:pt>
          <cx:pt idx="14220">14.130000000000001</cx:pt>
          <cx:pt idx="14221">2.1000000000000001</cx:pt>
          <cx:pt idx="14222">0.41999999999999998</cx:pt>
          <cx:pt idx="14223">7.9500000000000002</cx:pt>
          <cx:pt idx="14224">14.949999999999999</cx:pt>
          <cx:pt idx="14225">0.65000000000000002</cx:pt>
          <cx:pt idx="14226">2.9500000000000002</cx:pt>
          <cx:pt idx="14227">0.55000000000000004</cx:pt>
          <cx:pt idx="14228">7.9500000000000002</cx:pt>
          <cx:pt idx="14229">0.55000000000000004</cx:pt>
          <cx:pt idx="14230">1.45</cx:pt>
          <cx:pt idx="14231">0.71999999999999997</cx:pt>
          <cx:pt idx="14232">1.6499999999999999</cx:pt>
          <cx:pt idx="14233">0.41999999999999998</cx:pt>
          <cx:pt idx="14234">2.9500000000000002</cx:pt>
          <cx:pt idx="14235">2.9500000000000002</cx:pt>
          <cx:pt idx="14236">2.9500000000000002</cx:pt>
          <cx:pt idx="14237">7.9500000000000002</cx:pt>
          <cx:pt idx="14238">1.6499999999999999</cx:pt>
          <cx:pt idx="14239">0.84999999999999998</cx:pt>
          <cx:pt idx="14240">4.1500000000000004</cx:pt>
          <cx:pt idx="14241">14.949999999999999</cx:pt>
          <cx:pt idx="14242">1.25</cx:pt>
          <cx:pt idx="14243">1.25</cx:pt>
          <cx:pt idx="14244">2.1000000000000001</cx:pt>
          <cx:pt idx="14245">1.6499999999999999</cx:pt>
          <cx:pt idx="14246">4.1299999999999999</cx:pt>
          <cx:pt idx="14247">6.6299999999999999</cx:pt>
          <cx:pt idx="14248">2.46</cx:pt>
          <cx:pt idx="14249">8.2899999999999991</cx:pt>
          <cx:pt idx="14250">1.6299999999999999</cx:pt>
          <cx:pt idx="14251">6.6299999999999999</cx:pt>
          <cx:pt idx="14252">1.25</cx:pt>
          <cx:pt idx="14253">4.96</cx:pt>
          <cx:pt idx="14254">2.46</cx:pt>
          <cx:pt idx="14255">7.46</cx:pt>
          <cx:pt idx="14256">2.9500000000000002</cx:pt>
          <cx:pt idx="14257">1.25</cx:pt>
          <cx:pt idx="14258">0.84999999999999998</cx:pt>
          <cx:pt idx="14259">2.5499999999999998</cx:pt>
          <cx:pt idx="14260">1.6499999999999999</cx:pt>
          <cx:pt idx="14261">1.6499999999999999</cx:pt>
          <cx:pt idx="14262">0.84999999999999998</cx:pt>
          <cx:pt idx="14263">2.1000000000000001</cx:pt>
          <cx:pt idx="14264">2.9500000000000002</cx:pt>
          <cx:pt idx="14265">1.25</cx:pt>
          <cx:pt idx="14266">1.25</cx:pt>
          <cx:pt idx="14267">0.55000000000000004</cx:pt>
          <cx:pt idx="14268">4.1500000000000004</cx:pt>
          <cx:pt idx="14269">2.9500000000000002</cx:pt>
          <cx:pt idx="14270">3.75</cx:pt>
          <cx:pt idx="14271">12.75</cx:pt>
          <cx:pt idx="14272">6.9500000000000002</cx:pt>
          <cx:pt idx="14273">1.6499999999999999</cx:pt>
          <cx:pt idx="14274">0.41999999999999998</cx:pt>
          <cx:pt idx="14275">1.45</cx:pt>
          <cx:pt idx="14276">1.25</cx:pt>
          <cx:pt idx="14277">2.1000000000000001</cx:pt>
          <cx:pt idx="14278">9.9499999999999993</cx:pt>
          <cx:pt idx="14279">1.45</cx:pt>
          <cx:pt idx="14280">8.25</cx:pt>
          <cx:pt idx="14281">1.6499999999999999</cx:pt>
          <cx:pt idx="14282">7.9500000000000002</cx:pt>
          <cx:pt idx="14283">2.9500000000000002</cx:pt>
          <cx:pt idx="14284">7.9500000000000002</cx:pt>
          <cx:pt idx="14285">1.6499999999999999</cx:pt>
          <cx:pt idx="14286">2.0800000000000001</cx:pt>
          <cx:pt idx="14287">8.5</cx:pt>
          <cx:pt idx="14288">7.6500000000000004</cx:pt>
          <cx:pt idx="14289">12.75</cx:pt>
          <cx:pt idx="14290">2.9500000000000002</cx:pt>
          <cx:pt idx="14291">1.6499999999999999</cx:pt>
          <cx:pt idx="14292">1.6499999999999999</cx:pt>
          <cx:pt idx="14293">4.9500000000000002</cx:pt>
          <cx:pt idx="14294">12.75</cx:pt>
          <cx:pt idx="14295">2.9500000000000002</cx:pt>
          <cx:pt idx="14296">2.25</cx:pt>
          <cx:pt idx="14297">2.9500000000000002</cx:pt>
          <cx:pt idx="14298">0.41999999999999998</cx:pt>
          <cx:pt idx="14299">0.41999999999999998</cx:pt>
          <cx:pt idx="14300">1.45</cx:pt>
          <cx:pt idx="14301">2.9500000000000002</cx:pt>
          <cx:pt idx="14302">9.9499999999999993</cx:pt>
          <cx:pt idx="14303">2.5499999999999998</cx:pt>
          <cx:pt idx="14304">1.45</cx:pt>
          <cx:pt idx="14305">2.1000000000000001</cx:pt>
          <cx:pt idx="14306">2.5499999999999998</cx:pt>
          <cx:pt idx="14307">2.5499999999999998</cx:pt>
          <cx:pt idx="14308">2.9500000000000002</cx:pt>
          <cx:pt idx="14309">0.55000000000000004</cx:pt>
          <cx:pt idx="14310">0.65000000000000002</cx:pt>
          <cx:pt idx="14311">2.0800000000000001</cx:pt>
          <cx:pt idx="14312">0.41999999999999998</cx:pt>
          <cx:pt idx="14313">0.41999999999999998</cx:pt>
          <cx:pt idx="14314">0.84999999999999998</cx:pt>
          <cx:pt idx="14315">1.45</cx:pt>
          <cx:pt idx="14316">8.5</cx:pt>
          <cx:pt idx="14317">2.9500000000000002</cx:pt>
          <cx:pt idx="14318">2.1000000000000001</cx:pt>
          <cx:pt idx="14319">1.25</cx:pt>
          <cx:pt idx="14320">2.9500000000000002</cx:pt>
          <cx:pt idx="14321">2.5499999999999998</cx:pt>
          <cx:pt idx="14322">3.75</cx:pt>
          <cx:pt idx="14323">0.65000000000000002</cx:pt>
          <cx:pt idx="14324">1.45</cx:pt>
          <cx:pt idx="14325">1.25</cx:pt>
          <cx:pt idx="14326">1.25</cx:pt>
          <cx:pt idx="14327">2.9500000000000002</cx:pt>
          <cx:pt idx="14328">8.5</cx:pt>
          <cx:pt idx="14329">1.6499999999999999</cx:pt>
          <cx:pt idx="14330">2.9500000000000002</cx:pt>
          <cx:pt idx="14331">2.9500000000000002</cx:pt>
          <cx:pt idx="14332">3.75</cx:pt>
          <cx:pt idx="14333">4.1500000000000004</cx:pt>
          <cx:pt idx="14334">1.6499999999999999</cx:pt>
          <cx:pt idx="14335">1.6499999999999999</cx:pt>
          <cx:pt idx="14336">2.1000000000000001</cx:pt>
          <cx:pt idx="14337">4.9500000000000002</cx:pt>
          <cx:pt idx="14338">2.9500000000000002</cx:pt>
          <cx:pt idx="14339">2.9500000000000002</cx:pt>
          <cx:pt idx="14340">1.6499999999999999</cx:pt>
          <cx:pt idx="14341">0.84999999999999998</cx:pt>
          <cx:pt idx="14342">0.84999999999999998</cx:pt>
          <cx:pt idx="14343">3.75</cx:pt>
          <cx:pt idx="14344">3.75</cx:pt>
          <cx:pt idx="14345">2.5499999999999998</cx:pt>
          <cx:pt idx="14346">0.41999999999999998</cx:pt>
          <cx:pt idx="14347">0.41999999999999998</cx:pt>
          <cx:pt idx="14348">2.1000000000000001</cx:pt>
          <cx:pt idx="14349">2.1000000000000001</cx:pt>
          <cx:pt idx="14350">0.82999999999999996</cx:pt>
          <cx:pt idx="14351">1.25</cx:pt>
          <cx:pt idx="14352">1.25</cx:pt>
          <cx:pt idx="14353">0.82999999999999996</cx:pt>
          <cx:pt idx="14354">8.5</cx:pt>
          <cx:pt idx="14355">1.45</cx:pt>
          <cx:pt idx="14356">1.6499999999999999</cx:pt>
          <cx:pt idx="14357">0.65000000000000002</cx:pt>
          <cx:pt idx="14358">2.5499999999999998</cx:pt>
          <cx:pt idx="14359">0.41999999999999998</cx:pt>
          <cx:pt idx="14360">0.41999999999999998</cx:pt>
          <cx:pt idx="14361">1.25</cx:pt>
          <cx:pt idx="14362">1.6499999999999999</cx:pt>
          <cx:pt idx="14363">2.9500000000000002</cx:pt>
          <cx:pt idx="14364">1.25</cx:pt>
          <cx:pt idx="14365">7.9500000000000002</cx:pt>
          <cx:pt idx="14366">1.45</cx:pt>
          <cx:pt idx="14367">0.41999999999999998</cx:pt>
          <cx:pt idx="14368">1.6499999999999999</cx:pt>
          <cx:pt idx="14369">2.0800000000000001</cx:pt>
          <cx:pt idx="14370">1.25</cx:pt>
          <cx:pt idx="14371">1.25</cx:pt>
          <cx:pt idx="14372">1.6499999999999999</cx:pt>
          <cx:pt idx="14373">1.25</cx:pt>
          <cx:pt idx="14374">1.6499999999999999</cx:pt>
          <cx:pt idx="14375">4.9500000000000002</cx:pt>
          <cx:pt idx="14376">2.9500000000000002</cx:pt>
          <cx:pt idx="14377">0.55000000000000004</cx:pt>
          <cx:pt idx="14378">0.55000000000000004</cx:pt>
          <cx:pt idx="14379">0.55000000000000004</cx:pt>
          <cx:pt idx="14380">2.9500000000000002</cx:pt>
          <cx:pt idx="14381">0.65000000000000002</cx:pt>
          <cx:pt idx="14382">7.9500000000000002</cx:pt>
          <cx:pt idx="14383">7.9500000000000002</cx:pt>
          <cx:pt idx="14384">7.9500000000000002</cx:pt>
          <cx:pt idx="14385">2.1000000000000001</cx:pt>
          <cx:pt idx="14386">0.55000000000000004</cx:pt>
          <cx:pt idx="14387">7.9500000000000002</cx:pt>
          <cx:pt idx="14388">2.1000000000000001</cx:pt>
          <cx:pt idx="14389">7.9500000000000002</cx:pt>
          <cx:pt idx="14390">7.9500000000000002</cx:pt>
          <cx:pt idx="14391">7.9500000000000002</cx:pt>
          <cx:pt idx="14392">9.9499999999999993</cx:pt>
          <cx:pt idx="14393">4.9500000000000002</cx:pt>
          <cx:pt idx="14394">7.9500000000000002</cx:pt>
          <cx:pt idx="14395">8.25</cx:pt>
          <cx:pt idx="14396">12.75</cx:pt>
          <cx:pt idx="14397">2.9500000000000002</cx:pt>
          <cx:pt idx="14398">9.9499999999999993</cx:pt>
          <cx:pt idx="14399">1.45</cx:pt>
          <cx:pt idx="14400">2.0800000000000001</cx:pt>
          <cx:pt idx="14401">3.75</cx:pt>
          <cx:pt idx="14402">2.9500000000000002</cx:pt>
          <cx:pt idx="14403">0.65000000000000002</cx:pt>
          <cx:pt idx="14404">1.45</cx:pt>
          <cx:pt idx="14405">1.25</cx:pt>
          <cx:pt idx="14406">12.75</cx:pt>
          <cx:pt idx="14407">1.6499999999999999</cx:pt>
          <cx:pt idx="14408">2.9500000000000002</cx:pt>
          <cx:pt idx="14409">0.35999999999999999</cx:pt>
          <cx:pt idx="14410">7.9500000000000002</cx:pt>
          <cx:pt idx="14411">4.9500000000000002</cx:pt>
          <cx:pt idx="14412">1.6499999999999999</cx:pt>
          <cx:pt idx="14413">1.25</cx:pt>
          <cx:pt idx="14414">0.55000000000000004</cx:pt>
          <cx:pt idx="14415">0.65000000000000002</cx:pt>
          <cx:pt idx="14416">0.65000000000000002</cx:pt>
          <cx:pt idx="14417">12.75</cx:pt>
          <cx:pt idx="14418">2.9500000000000002</cx:pt>
          <cx:pt idx="14419">0.41999999999999998</cx:pt>
          <cx:pt idx="14420">14.949999999999999</cx:pt>
          <cx:pt idx="14421">12.75</cx:pt>
          <cx:pt idx="14422">1.25</cx:pt>
          <cx:pt idx="14423">8.5</cx:pt>
          <cx:pt idx="14424">2.5499999999999998</cx:pt>
          <cx:pt idx="14425">2.5499999999999998</cx:pt>
          <cx:pt idx="14426">4.6500000000000004</cx:pt>
          <cx:pt idx="14427">2.9500000000000002</cx:pt>
          <cx:pt idx="14428">1.25</cx:pt>
          <cx:pt idx="14429">0.84999999999999998</cx:pt>
          <cx:pt idx="14430">2.5499999999999998</cx:pt>
          <cx:pt idx="14431">0.84999999999999998</cx:pt>
          <cx:pt idx="14432">7.9500000000000002</cx:pt>
          <cx:pt idx="14433">7.9500000000000002</cx:pt>
          <cx:pt idx="14434">1.6499999999999999</cx:pt>
          <cx:pt idx="14435">7.9500000000000002</cx:pt>
          <cx:pt idx="14436">4.6500000000000004</cx:pt>
          <cx:pt idx="14437">8.25</cx:pt>
          <cx:pt idx="14438">2.5499999999999998</cx:pt>
          <cx:pt idx="14439">9.9499999999999993</cx:pt>
          <cx:pt idx="14440">2.25</cx:pt>
          <cx:pt idx="14441">2.25</cx:pt>
          <cx:pt idx="14442">0.65000000000000002</cx:pt>
          <cx:pt idx="14443">2.5499999999999998</cx:pt>
          <cx:pt idx="14444">0.55000000000000004</cx:pt>
          <cx:pt idx="14445">0.65000000000000002</cx:pt>
          <cx:pt idx="14446">2.0800000000000001</cx:pt>
          <cx:pt idx="14447">0.84999999999999998</cx:pt>
          <cx:pt idx="14448">1.6499999999999999</cx:pt>
          <cx:pt idx="14449">2.0800000000000001</cx:pt>
          <cx:pt idx="14450">1.6499999999999999</cx:pt>
          <cx:pt idx="14451">0.84999999999999998</cx:pt>
          <cx:pt idx="14452">8.25</cx:pt>
          <cx:pt idx="14453">2.9500000000000002</cx:pt>
          <cx:pt idx="14454">7.9500000000000002</cx:pt>
          <cx:pt idx="14455">8.25</cx:pt>
          <cx:pt idx="14456">7.9500000000000002</cx:pt>
          <cx:pt idx="14457">6.3499999999999996</cx:pt>
          <cx:pt idx="14458">2.9500000000000002</cx:pt>
          <cx:pt idx="14459">1.25</cx:pt>
          <cx:pt idx="14460">1.25</cx:pt>
          <cx:pt idx="14461">7.9500000000000002</cx:pt>
          <cx:pt idx="14462">1.25</cx:pt>
          <cx:pt idx="14463">7.9500000000000002</cx:pt>
          <cx:pt idx="14464">7.6500000000000004</cx:pt>
          <cx:pt idx="14465">2.5499999999999998</cx:pt>
          <cx:pt idx="14466">7.9500000000000002</cx:pt>
          <cx:pt idx="14467">9.9499999999999993</cx:pt>
          <cx:pt idx="14468">1.45</cx:pt>
          <cx:pt idx="14469">8.5</cx:pt>
          <cx:pt idx="14470">3.75</cx:pt>
          <cx:pt idx="14471">12.75</cx:pt>
          <cx:pt idx="14472">2.1000000000000001</cx:pt>
          <cx:pt idx="14473">9.9499999999999993</cx:pt>
          <cx:pt idx="14474">2.5499999999999998</cx:pt>
          <cx:pt idx="14475">4.9500000000000002</cx:pt>
          <cx:pt idx="14476">4.9500000000000002</cx:pt>
          <cx:pt idx="14477">6.3499999999999996</cx:pt>
          <cx:pt idx="14478">2.25</cx:pt>
          <cx:pt idx="14479">2.25</cx:pt>
          <cx:pt idx="14480">0.84999999999999998</cx:pt>
          <cx:pt idx="14481">6.75</cx:pt>
          <cx:pt idx="14482">6.75</cx:pt>
          <cx:pt idx="14483">1.45</cx:pt>
          <cx:pt idx="14484">4.1299999999999999</cx:pt>
          <cx:pt idx="14485">0.82999999999999996</cx:pt>
          <cx:pt idx="14486">2.46</cx:pt>
          <cx:pt idx="14487">4.1299999999999999</cx:pt>
          <cx:pt idx="14488">1.6299999999999999</cx:pt>
          <cx:pt idx="14489">2.46</cx:pt>
          <cx:pt idx="14490">5.79</cx:pt>
          <cx:pt idx="14491">0.82999999999999996</cx:pt>
          <cx:pt idx="14492">0.82999999999999996</cx:pt>
          <cx:pt idx="14493">15.789999999999999</cx:pt>
          <cx:pt idx="14494">4.96</cx:pt>
          <cx:pt idx="14495">0.82999999999999996</cx:pt>
          <cx:pt idx="14496">5.79</cx:pt>
          <cx:pt idx="14497">5.79</cx:pt>
          <cx:pt idx="14498">4.5800000000000001</cx:pt>
          <cx:pt idx="14499">2.46</cx:pt>
          <cx:pt idx="14500">0.82999999999999996</cx:pt>
          <cx:pt idx="14501">1.6299999999999999</cx:pt>
          <cx:pt idx="14502">4.5800000000000001</cx:pt>
          <cx:pt idx="14503">2.46</cx:pt>
          <cx:pt idx="14504">5.79</cx:pt>
          <cx:pt idx="14505">4.1299999999999999</cx:pt>
          <cx:pt idx="14506">2.46</cx:pt>
          <cx:pt idx="14507">1.25</cx:pt>
          <cx:pt idx="14508">0.82999999999999996</cx:pt>
          <cx:pt idx="14509">1.6299999999999999</cx:pt>
          <cx:pt idx="14510">4.1299999999999999</cx:pt>
          <cx:pt idx="14511">1.6299999999999999</cx:pt>
          <cx:pt idx="14512">3.29</cx:pt>
          <cx:pt idx="14513">1.6299999999999999</cx:pt>
          <cx:pt idx="14514">0.82999999999999996</cx:pt>
          <cx:pt idx="14515">7.9500000000000002</cx:pt>
          <cx:pt idx="14516">0.41999999999999998</cx:pt>
          <cx:pt idx="14517">7.9500000000000002</cx:pt>
          <cx:pt idx="14518">6.3499999999999996</cx:pt>
          <cx:pt idx="14519">2.0800000000000001</cx:pt>
          <cx:pt idx="14520">0.55000000000000004</cx:pt>
          <cx:pt idx="14521">0.84999999999999998</cx:pt>
          <cx:pt idx="14522">2.25</cx:pt>
          <cx:pt idx="14523">2.9500000000000002</cx:pt>
          <cx:pt idx="14524">2.9500000000000002</cx:pt>
          <cx:pt idx="14525">4.1500000000000004</cx:pt>
          <cx:pt idx="14526">1.25</cx:pt>
          <cx:pt idx="14527">0.55000000000000004</cx:pt>
          <cx:pt idx="14528">12.75</cx:pt>
          <cx:pt idx="14529">3.75</cx:pt>
          <cx:pt idx="14530">1.45</cx:pt>
          <cx:pt idx="14531">2.1000000000000001</cx:pt>
          <cx:pt idx="14532">7.6500000000000004</cx:pt>
          <cx:pt idx="14533">2.5499999999999998</cx:pt>
          <cx:pt idx="14534">1.45</cx:pt>
          <cx:pt idx="14535">2.9500000000000002</cx:pt>
          <cx:pt idx="14536">1.6499999999999999</cx:pt>
          <cx:pt idx="14537">0.41999999999999998</cx:pt>
          <cx:pt idx="14538">7.6500000000000004</cx:pt>
          <cx:pt idx="14539">2.5499999999999998</cx:pt>
          <cx:pt idx="14540">2.5499999999999998</cx:pt>
          <cx:pt idx="14541">1.6499999999999999</cx:pt>
          <cx:pt idx="14542">0.82999999999999996</cx:pt>
          <cx:pt idx="14543">0.82999999999999996</cx:pt>
          <cx:pt idx="14544">2.46</cx:pt>
          <cx:pt idx="14545">1.6299999999999999</cx:pt>
          <cx:pt idx="14546">2.46</cx:pt>
          <cx:pt idx="14547">5.79</cx:pt>
          <cx:pt idx="14548">1.25</cx:pt>
          <cx:pt idx="14549">4.96</cx:pt>
          <cx:pt idx="14550">2.46</cx:pt>
          <cx:pt idx="14551">2.46</cx:pt>
          <cx:pt idx="14552">7.46</cx:pt>
          <cx:pt idx="14553">1.6299999999999999</cx:pt>
          <cx:pt idx="14554">5.79</cx:pt>
          <cx:pt idx="14555">2.46</cx:pt>
          <cx:pt idx="14556">9.1300000000000008</cx:pt>
          <cx:pt idx="14557">1.25</cx:pt>
          <cx:pt idx="14558">4.1299999999999999</cx:pt>
          <cx:pt idx="14559">4.96</cx:pt>
          <cx:pt idx="14560">0.82999999999999996</cx:pt>
          <cx:pt idx="14561">4.1299999999999999</cx:pt>
          <cx:pt idx="14562">0.82999999999999996</cx:pt>
          <cx:pt idx="14563">4.1299999999999999</cx:pt>
          <cx:pt idx="14564">2.46</cx:pt>
          <cx:pt idx="14565">5.79</cx:pt>
          <cx:pt idx="14566">5.79</cx:pt>
          <cx:pt idx="14567">0.82999999999999996</cx:pt>
          <cx:pt idx="14568">0.82999999999999996</cx:pt>
          <cx:pt idx="14569">15.789999999999999</cx:pt>
          <cx:pt idx="14570">4.96</cx:pt>
          <cx:pt idx="14571">2.46</cx:pt>
          <cx:pt idx="14572">5.79</cx:pt>
          <cx:pt idx="14573">2.46</cx:pt>
          <cx:pt idx="14574">0.82999999999999996</cx:pt>
          <cx:pt idx="14575">7.46</cx:pt>
          <cx:pt idx="14576">4.1299999999999999</cx:pt>
          <cx:pt idx="14577">4.5800000000000001</cx:pt>
          <cx:pt idx="14578">4.1299999999999999</cx:pt>
          <cx:pt idx="14579">1.25</cx:pt>
          <cx:pt idx="14580">4.1299999999999999</cx:pt>
          <cx:pt idx="14581">1.6299999999999999</cx:pt>
          <cx:pt idx="14582">0.82999999999999996</cx:pt>
          <cx:pt idx="14583">12.75</cx:pt>
          <cx:pt idx="14584">2.0800000000000001</cx:pt>
          <cx:pt idx="14585">2.5499999999999998</cx:pt>
          <cx:pt idx="14586">2.0800000000000001</cx:pt>
          <cx:pt idx="14587">2.1000000000000001</cx:pt>
          <cx:pt idx="14588">5.79</cx:pt>
          <cx:pt idx="14589">24.960000000000001</cx:pt>
          <cx:pt idx="14590">0.82999999999999996</cx:pt>
          <cx:pt idx="14591">4.1299999999999999</cx:pt>
          <cx:pt idx="14592">4.1299999999999999</cx:pt>
          <cx:pt idx="14593">1.6299999999999999</cx:pt>
          <cx:pt idx="14594">2.46</cx:pt>
          <cx:pt idx="14595">5.79</cx:pt>
          <cx:pt idx="14596">15.789999999999999</cx:pt>
          <cx:pt idx="14597">2.46</cx:pt>
          <cx:pt idx="14598">5.79</cx:pt>
          <cx:pt idx="14599">5.79</cx:pt>
          <cx:pt idx="14600">0.82999999999999996</cx:pt>
          <cx:pt idx="14601">1.6699999999999999</cx:pt>
          <cx:pt idx="14602">1.6299999999999999</cx:pt>
          <cx:pt idx="14603">24.960000000000001</cx:pt>
          <cx:pt idx="14604">4.1299999999999999</cx:pt>
          <cx:pt idx="14605">0.82999999999999996</cx:pt>
          <cx:pt idx="14606">4.1299999999999999</cx:pt>
          <cx:pt idx="14607">1.6299999999999999</cx:pt>
          <cx:pt idx="14608">4.1299999999999999</cx:pt>
          <cx:pt idx="14609">1.8500000000000001</cx:pt>
          <cx:pt idx="14610">1.0600000000000001</cx:pt>
          <cx:pt idx="14611">1.0600000000000001</cx:pt>
          <cx:pt idx="14612">0.41999999999999998</cx:pt>
          <cx:pt idx="14613">0.71999999999999997</cx:pt>
          <cx:pt idx="14614">1.45</cx:pt>
          <cx:pt idx="14615">1.6499999999999999</cx:pt>
          <cx:pt idx="14616">7.9500000000000002</cx:pt>
          <cx:pt idx="14617">2.1000000000000001</cx:pt>
          <cx:pt idx="14618">2.9500000000000002</cx:pt>
          <cx:pt idx="14619">2.9500000000000002</cx:pt>
          <cx:pt idx="14620">1.25</cx:pt>
          <cx:pt idx="14621">8.5</cx:pt>
          <cx:pt idx="14622">1.25</cx:pt>
          <cx:pt idx="14623">2.5499999999999998</cx:pt>
          <cx:pt idx="14624">0.55000000000000004</cx:pt>
          <cx:pt idx="14625">1.25</cx:pt>
          <cx:pt idx="14626">2.1000000000000001</cx:pt>
          <cx:pt idx="14627">2.1000000000000001</cx:pt>
          <cx:pt idx="14628">1.6499999999999999</cx:pt>
          <cx:pt idx="14629">0.41999999999999998</cx:pt>
          <cx:pt idx="14630">0.84999999999999998</cx:pt>
          <cx:pt idx="14631">2.1000000000000001</cx:pt>
          <cx:pt idx="14632">1.25</cx:pt>
          <cx:pt idx="14633">0.82999999999999996</cx:pt>
          <cx:pt idx="14634">2.9500000000000002</cx:pt>
          <cx:pt idx="14635">0.41999999999999998</cx:pt>
          <cx:pt idx="14636">0.41999999999999998</cx:pt>
          <cx:pt idx="14637">1.6499999999999999</cx:pt>
          <cx:pt idx="14638">1.95</cx:pt>
          <cx:pt idx="14639">12.75</cx:pt>
          <cx:pt idx="14640">1.25</cx:pt>
          <cx:pt idx="14641">7.9500000000000002</cx:pt>
          <cx:pt idx="14642">12.75</cx:pt>
          <cx:pt idx="14643">4.9500000000000002</cx:pt>
          <cx:pt idx="14644">6.75</cx:pt>
          <cx:pt idx="14645">1.0600000000000001</cx:pt>
          <cx:pt idx="14646">2.0800000000000001</cx:pt>
          <cx:pt idx="14647">0.84999999999999998</cx:pt>
          <cx:pt idx="14648">1.8500000000000001</cx:pt>
          <cx:pt idx="14649">7.6500000000000004</cx:pt>
          <cx:pt idx="14650">2.0800000000000001</cx:pt>
          <cx:pt idx="14651">4.1299999999999999</cx:pt>
          <cx:pt idx="14652">0.82999999999999996</cx:pt>
          <cx:pt idx="14653">2.46</cx:pt>
          <cx:pt idx="14654">4.1299999999999999</cx:pt>
          <cx:pt idx="14655">0.82999999999999996</cx:pt>
          <cx:pt idx="14656">9.9600000000000009</cx:pt>
          <cx:pt idx="14657">4.96</cx:pt>
          <cx:pt idx="14658">2.46</cx:pt>
          <cx:pt idx="14659">2.46</cx:pt>
          <cx:pt idx="14660">1.25</cx:pt>
          <cx:pt idx="14661">2.46</cx:pt>
          <cx:pt idx="14662">4.1299999999999999</cx:pt>
          <cx:pt idx="14663">3.29</cx:pt>
          <cx:pt idx="14664">0.84999999999999998</cx:pt>
          <cx:pt idx="14665">0.82999999999999996</cx:pt>
          <cx:pt idx="14666">5.79</cx:pt>
          <cx:pt idx="14667">24.960000000000001</cx:pt>
          <cx:pt idx="14668">1.6299999999999999</cx:pt>
          <cx:pt idx="14669">2.46</cx:pt>
          <cx:pt idx="14670">0.82999999999999996</cx:pt>
          <cx:pt idx="14671">3.29</cx:pt>
          <cx:pt idx="14672">4.5800000000000001</cx:pt>
          <cx:pt idx="14673">4.96</cx:pt>
          <cx:pt idx="14674">3.29</cx:pt>
          <cx:pt idx="14675">4.96</cx:pt>
          <cx:pt idx="14676">3.29</cx:pt>
          <cx:pt idx="14677">1.25</cx:pt>
          <cx:pt idx="14678">4.1299999999999999</cx:pt>
          <cx:pt idx="14679">1.6299999999999999</cx:pt>
          <cx:pt idx="14680">4.1299999999999999</cx:pt>
          <cx:pt idx="14681">7.46</cx:pt>
          <cx:pt idx="14682">24.960000000000001</cx:pt>
          <cx:pt idx="14683">0.82999999999999996</cx:pt>
          <cx:pt idx="14684">3.29</cx:pt>
          <cx:pt idx="14685">2.46</cx:pt>
          <cx:pt idx="14686">4.1299999999999999</cx:pt>
          <cx:pt idx="14687">2.46</cx:pt>
          <cx:pt idx="14688">19.960000000000001</cx:pt>
          <cx:pt idx="14689">0.82999999999999996</cx:pt>
          <cx:pt idx="14690">2.46</cx:pt>
          <cx:pt idx="14691">0.82999999999999996</cx:pt>
          <cx:pt idx="14692">12.460000000000001</cx:pt>
          <cx:pt idx="14693">5.79</cx:pt>
          <cx:pt idx="14694">1.25</cx:pt>
          <cx:pt idx="14695">2.7599999999999998</cx:pt>
          <cx:pt idx="14696">4.1299999999999999</cx:pt>
          <cx:pt idx="14697">2.9500000000000002</cx:pt>
          <cx:pt idx="14698">9.9499999999999993</cx:pt>
          <cx:pt idx="14699">4.9500000000000002</cx:pt>
          <cx:pt idx="14700">2.9500000000000002</cx:pt>
          <cx:pt idx="14701">2.1000000000000001</cx:pt>
          <cx:pt idx="14702">8.25</cx:pt>
          <cx:pt idx="14703">0.41999999999999998</cx:pt>
          <cx:pt idx="14704">2.5499999999999998</cx:pt>
          <cx:pt idx="14705">8.5</cx:pt>
          <cx:pt idx="14706">0.65000000000000002</cx:pt>
          <cx:pt idx="14707">4.6500000000000004</cx:pt>
          <cx:pt idx="14708">1.6499999999999999</cx:pt>
          <cx:pt idx="14709">1.6499999999999999</cx:pt>
          <cx:pt idx="14710">0.84999999999999998</cx:pt>
          <cx:pt idx="14711">2.5499999999999998</cx:pt>
          <cx:pt idx="14712">2.0800000000000001</cx:pt>
          <cx:pt idx="14713">0.41999999999999998</cx:pt>
          <cx:pt idx="14714">3.75</cx:pt>
          <cx:pt idx="14715">12.75</cx:pt>
          <cx:pt idx="14716">4.9500000000000002</cx:pt>
          <cx:pt idx="14717">12.75</cx:pt>
          <cx:pt idx="14718">8.5</cx:pt>
          <cx:pt idx="14719">1.25</cx:pt>
          <cx:pt idx="14720">0.55000000000000004</cx:pt>
          <cx:pt idx="14721">9.9499999999999993</cx:pt>
          <cx:pt idx="14722">7.9500000000000002</cx:pt>
          <cx:pt idx="14723">1.45</cx:pt>
          <cx:pt idx="14724">7.9500000000000002</cx:pt>
          <cx:pt idx="14725">14.949999999999999</cx:pt>
          <cx:pt idx="14726">0.84999999999999998</cx:pt>
          <cx:pt idx="14727">2.9500000000000002</cx:pt>
          <cx:pt idx="14728">0.55000000000000004</cx:pt>
          <cx:pt idx="14729">1.6499999999999999</cx:pt>
          <cx:pt idx="14730">0.84999999999999998</cx:pt>
          <cx:pt idx="14731">2.5499999999999998</cx:pt>
          <cx:pt idx="14732">8.5</cx:pt>
          <cx:pt idx="14733">2.9500000000000002</cx:pt>
          <cx:pt idx="14734">0.65000000000000002</cx:pt>
          <cx:pt idx="14735">1.25</cx:pt>
          <cx:pt idx="14736">1.25</cx:pt>
          <cx:pt idx="14737">1.6499999999999999</cx:pt>
          <cx:pt idx="14738">2.1000000000000001</cx:pt>
          <cx:pt idx="14739">7.9500000000000002</cx:pt>
          <cx:pt idx="14740">2.5499999999999998</cx:pt>
          <cx:pt idx="14741">2.1000000000000001</cx:pt>
          <cx:pt idx="14742">8.5</cx:pt>
          <cx:pt idx="14743">3.75</cx:pt>
          <cx:pt idx="14744">1.45</cx:pt>
          <cx:pt idx="14745">2.5499999999999998</cx:pt>
          <cx:pt idx="14746">12.75</cx:pt>
          <cx:pt idx="14747">12.75</cx:pt>
          <cx:pt idx="14748">4.6500000000000004</cx:pt>
          <cx:pt idx="14749">7.9500000000000002</cx:pt>
          <cx:pt idx="14750">2.0800000000000001</cx:pt>
          <cx:pt idx="14751">4.9500000000000002</cx:pt>
          <cx:pt idx="14752">1.45</cx:pt>
          <cx:pt idx="14753">2.9500000000000002</cx:pt>
          <cx:pt idx="14754">2.1000000000000001</cx:pt>
          <cx:pt idx="14755">8.5</cx:pt>
          <cx:pt idx="14756">3.75</cx:pt>
          <cx:pt idx="14757">5.79</cx:pt>
          <cx:pt idx="14758">0.82999999999999996</cx:pt>
          <cx:pt idx="14759">3.29</cx:pt>
          <cx:pt idx="14760">4.96</cx:pt>
          <cx:pt idx="14761">2.46</cx:pt>
          <cx:pt idx="14762">0.82999999999999996</cx:pt>
          <cx:pt idx="14763">4.96</cx:pt>
          <cx:pt idx="14764">4.5800000000000001</cx:pt>
          <cx:pt idx="14765">4.96</cx:pt>
          <cx:pt idx="14766">2.46</cx:pt>
          <cx:pt idx="14767">5.79</cx:pt>
          <cx:pt idx="14768">0.82999999999999996</cx:pt>
          <cx:pt idx="14769">2.46</cx:pt>
          <cx:pt idx="14770">5.79</cx:pt>
          <cx:pt idx="14771">15.789999999999999</cx:pt>
          <cx:pt idx="14772">4.1299999999999999</cx:pt>
          <cx:pt idx="14773">4.96</cx:pt>
          <cx:pt idx="14774">2.46</cx:pt>
          <cx:pt idx="14775">0.41999999999999998</cx:pt>
          <cx:pt idx="14776">2.46</cx:pt>
          <cx:pt idx="14777">4.1299999999999999</cx:pt>
          <cx:pt idx="14778">0.82999999999999996</cx:pt>
          <cx:pt idx="14779">2.9500000000000002</cx:pt>
          <cx:pt idx="14780">0.84999999999999998</cx:pt>
          <cx:pt idx="14781">0.84999999999999998</cx:pt>
          <cx:pt idx="14782">7.9500000000000002</cx:pt>
          <cx:pt idx="14783">0.41999999999999998</cx:pt>
          <cx:pt idx="14784">0.84999999999999998</cx:pt>
          <cx:pt idx="14785">9.9499999999999993</cx:pt>
          <cx:pt idx="14786">9.9499999999999993</cx:pt>
          <cx:pt idx="14787">7.9500000000000002</cx:pt>
          <cx:pt idx="14788">8.25</cx:pt>
          <cx:pt idx="14789">2.9500000000000002</cx:pt>
          <cx:pt idx="14790">1.6499999999999999</cx:pt>
          <cx:pt idx="14791">0.65000000000000002</cx:pt>
          <cx:pt idx="14792">7.9500000000000002</cx:pt>
          <cx:pt idx="14793">9.9499999999999993</cx:pt>
          <cx:pt idx="14794">2.5499999999999998</cx:pt>
          <cx:pt idx="14795">1.25</cx:pt>
          <cx:pt idx="14796">2.0800000000000001</cx:pt>
          <cx:pt idx="14797">2.0800000000000001</cx:pt>
          <cx:pt idx="14798">2.9500000000000002</cx:pt>
          <cx:pt idx="14799">0.65000000000000002</cx:pt>
          <cx:pt idx="14800">1.6499999999999999</cx:pt>
          <cx:pt idx="14801">1.6499999999999999</cx:pt>
          <cx:pt idx="14802">12.75</cx:pt>
          <cx:pt idx="14803">1.6499999999999999</cx:pt>
          <cx:pt idx="14804">2.1000000000000001</cx:pt>
          <cx:pt idx="14805">0.41999999999999998</cx:pt>
          <cx:pt idx="14806">0.65000000000000002</cx:pt>
          <cx:pt idx="14807">1.25</cx:pt>
          <cx:pt idx="14808">2.0800000000000001</cx:pt>
          <cx:pt idx="14809">1.45</cx:pt>
          <cx:pt idx="14810">0.41999999999999998</cx:pt>
          <cx:pt idx="14811">2.25</cx:pt>
          <cx:pt idx="14812">2.5499999999999998</cx:pt>
          <cx:pt idx="14813">2.25</cx:pt>
          <cx:pt idx="14814">14.949999999999999</cx:pt>
          <cx:pt idx="14815">2.5499999999999998</cx:pt>
          <cx:pt idx="14816">0.55000000000000004</cx:pt>
          <cx:pt idx="14817">0.41999999999999998</cx:pt>
          <cx:pt idx="14818">1.95</cx:pt>
          <cx:pt idx="14819">0.41999999999999998</cx:pt>
          <cx:pt idx="14820">2.9500000000000002</cx:pt>
          <cx:pt idx="14821">14.949999999999999</cx:pt>
          <cx:pt idx="14822">0.84999999999999998</cx:pt>
          <cx:pt idx="14823">2.1000000000000001</cx:pt>
          <cx:pt idx="14824">9.9499999999999993</cx:pt>
          <cx:pt idx="14825">2.0800000000000001</cx:pt>
          <cx:pt idx="14826">0.41999999999999998</cx:pt>
          <cx:pt idx="14827">4.6500000000000004</cx:pt>
          <cx:pt idx="14828">0.65000000000000002</cx:pt>
          <cx:pt idx="14829">2.9500000000000002</cx:pt>
          <cx:pt idx="14830">2.1000000000000001</cx:pt>
          <cx:pt idx="14831">2.25</cx:pt>
          <cx:pt idx="14832">8.5</cx:pt>
          <cx:pt idx="14833">2.25</cx:pt>
          <cx:pt idx="14834">4.6500000000000004</cx:pt>
          <cx:pt idx="14835">2.1000000000000001</cx:pt>
          <cx:pt idx="14836">1.6499999999999999</cx:pt>
          <cx:pt idx="14837">2.0800000000000001</cx:pt>
          <cx:pt idx="14838">2.0800000000000001</cx:pt>
          <cx:pt idx="14839">5.79</cx:pt>
          <cx:pt idx="14840">24.960000000000001</cx:pt>
          <cx:pt idx="14841">0.82999999999999996</cx:pt>
          <cx:pt idx="14842">2.46</cx:pt>
          <cx:pt idx="14843">3.29</cx:pt>
          <cx:pt idx="14844">1.25</cx:pt>
          <cx:pt idx="14845">3.29</cx:pt>
          <cx:pt idx="14846">5.79</cx:pt>
          <cx:pt idx="14847">0.82999999999999996</cx:pt>
          <cx:pt idx="14848">1.25</cx:pt>
          <cx:pt idx="14849">2.7599999999999998</cx:pt>
          <cx:pt idx="14850">1.6299999999999999</cx:pt>
          <cx:pt idx="14851">2.0800000000000001</cx:pt>
          <cx:pt idx="14852">7.9500000000000002</cx:pt>
          <cx:pt idx="14853">0.82999999999999996</cx:pt>
          <cx:pt idx="14854">2.0800000000000001</cx:pt>
          <cx:pt idx="14855">1.6499999999999999</cx:pt>
          <cx:pt idx="14856">1.6499999999999999</cx:pt>
          <cx:pt idx="14857">9.9600000000000009</cx:pt>
          <cx:pt idx="14858">2.46</cx:pt>
          <cx:pt idx="14859">0.82999999999999996</cx:pt>
          <cx:pt idx="14860">3.29</cx:pt>
          <cx:pt idx="14861">5.79</cx:pt>
          <cx:pt idx="14862">0.82999999999999996</cx:pt>
          <cx:pt idx="14863">2.46</cx:pt>
          <cx:pt idx="14864">1.6299999999999999</cx:pt>
          <cx:pt idx="14865">0.84999999999999998</cx:pt>
          <cx:pt idx="14866">12.75</cx:pt>
          <cx:pt idx="14867">1.45</cx:pt>
          <cx:pt idx="14868">2.0800000000000001</cx:pt>
          <cx:pt idx="14869">3.75</cx:pt>
          <cx:pt idx="14870">0.84999999999999998</cx:pt>
          <cx:pt idx="14871">6.3499999999999996</cx:pt>
          <cx:pt idx="14872">1.6499999999999999</cx:pt>
          <cx:pt idx="14873">9.9499999999999993</cx:pt>
          <cx:pt idx="14874">2.1000000000000001</cx:pt>
          <cx:pt idx="14875">3.75</cx:pt>
          <cx:pt idx="14876">1.25</cx:pt>
          <cx:pt idx="14877">0.55000000000000004</cx:pt>
          <cx:pt idx="14878">0.65000000000000002</cx:pt>
          <cx:pt idx="14879">2.1000000000000001</cx:pt>
          <cx:pt idx="14880">1.6499999999999999</cx:pt>
          <cx:pt idx="14881">2.0800000000000001</cx:pt>
          <cx:pt idx="14882">3.75</cx:pt>
          <cx:pt idx="14883">0.82999999999999996</cx:pt>
          <cx:pt idx="14884">2.9500000000000002</cx:pt>
          <cx:pt idx="14885">0.41999999999999998</cx:pt>
          <cx:pt idx="14886">2.1000000000000001</cx:pt>
          <cx:pt idx="14887">2.9500000000000002</cx:pt>
          <cx:pt idx="14888">0.55000000000000004</cx:pt>
          <cx:pt idx="14889">1.6499999999999999</cx:pt>
          <cx:pt idx="14890">1.6499999999999999</cx:pt>
          <cx:pt idx="14891">2.0800000000000001</cx:pt>
          <cx:pt idx="14892">2.0800000000000001</cx:pt>
          <cx:pt idx="14893">1.6499999999999999</cx:pt>
          <cx:pt idx="14894">0.55000000000000004</cx:pt>
          <cx:pt idx="14895">1.6499999999999999</cx:pt>
          <cx:pt idx="14896">7.9500000000000002</cx:pt>
          <cx:pt idx="14897">2.9500000000000002</cx:pt>
          <cx:pt idx="14898">4.1500000000000004</cx:pt>
          <cx:pt idx="14899">0.84999999999999998</cx:pt>
          <cx:pt idx="14900">8.5</cx:pt>
          <cx:pt idx="14901">7.6500000000000004</cx:pt>
          <cx:pt idx="14902">0.40000000000000002</cx:pt>
          <cx:pt idx="14903">4.9500000000000002</cx:pt>
          <cx:pt idx="14904">2.9500000000000002</cx:pt>
          <cx:pt idx="14905">2.1000000000000001</cx:pt>
          <cx:pt idx="14906">1.25</cx:pt>
          <cx:pt idx="14907">1.25</cx:pt>
          <cx:pt idx="14908">1.48</cx:pt>
          <cx:pt idx="14909">6.75</cx:pt>
          <cx:pt idx="14910">1.95</cx:pt>
          <cx:pt idx="14911">3.8599999999999999</cx:pt>
          <cx:pt idx="14912">3.75</cx:pt>
          <cx:pt idx="14913">6.9500000000000002</cx:pt>
          <cx:pt idx="14914">6.75</cx:pt>
          <cx:pt idx="14915">1.6499999999999999</cx:pt>
          <cx:pt idx="14916">0.84999999999999998</cx:pt>
          <cx:pt idx="14917">0.65000000000000002</cx:pt>
          <cx:pt idx="14918">2.9500000000000002</cx:pt>
          <cx:pt idx="14919">6.6299999999999999</cx:pt>
          <cx:pt idx="14920">12.460000000000001</cx:pt>
          <cx:pt idx="14921">6.6299999999999999</cx:pt>
          <cx:pt idx="14922">8.2899999999999991</cx:pt>
          <cx:pt idx="14923">1.6299999999999999</cx:pt>
          <cx:pt idx="14924">1.25</cx:pt>
          <cx:pt idx="14925">3.29</cx:pt>
          <cx:pt idx="14926">2.46</cx:pt>
          <cx:pt idx="14927">4.96</cx:pt>
          <cx:pt idx="14928">2.46</cx:pt>
          <cx:pt idx="14929">1.25</cx:pt>
          <cx:pt idx="14930">8.5</cx:pt>
          <cx:pt idx="14931">8.25</cx:pt>
          <cx:pt idx="14932">1.45</cx:pt>
          <cx:pt idx="14933">0.65000000000000002</cx:pt>
          <cx:pt idx="14934">2.0800000000000001</cx:pt>
          <cx:pt idx="14935">7.9500000000000002</cx:pt>
          <cx:pt idx="14936">12.75</cx:pt>
          <cx:pt idx="14937">6.9500000000000002</cx:pt>
          <cx:pt idx="14938">1.25</cx:pt>
          <cx:pt idx="14939">1.6499999999999999</cx:pt>
          <cx:pt idx="14940">2.1000000000000001</cx:pt>
          <cx:pt idx="14941">1.6499999999999999</cx:pt>
          <cx:pt idx="14942">4.9500000000000002</cx:pt>
          <cx:pt idx="14943">4.6500000000000004</cx:pt>
          <cx:pt idx="14944">1.25</cx:pt>
          <cx:pt idx="14945">0.84999999999999998</cx:pt>
          <cx:pt idx="14946">1.25</cx:pt>
          <cx:pt idx="14947">1.25</cx:pt>
          <cx:pt idx="14948">2.9500000000000002</cx:pt>
          <cx:pt idx="14949">1.25</cx:pt>
          <cx:pt idx="14950">2.5499999999999998</cx:pt>
          <cx:pt idx="14951">3.75</cx:pt>
          <cx:pt idx="14952">12.75</cx:pt>
          <cx:pt idx="14953">2.5499999999999998</cx:pt>
          <cx:pt idx="14954">1.45</cx:pt>
          <cx:pt idx="14955">2.9500000000000002</cx:pt>
          <cx:pt idx="14956">7.6500000000000004</cx:pt>
          <cx:pt idx="14957">1.25</cx:pt>
          <cx:pt idx="14958">2.0800000000000001</cx:pt>
          <cx:pt idx="14959">0.55000000000000004</cx:pt>
          <cx:pt idx="14960">0.41999999999999998</cx:pt>
          <cx:pt idx="14961">1.45</cx:pt>
          <cx:pt idx="14962">0.84999999999999998</cx:pt>
          <cx:pt idx="14963">0.35999999999999999</cx:pt>
          <cx:pt idx="14964">2.5499999999999998</cx:pt>
          <cx:pt idx="14965">12.75</cx:pt>
          <cx:pt idx="14966">1.6499999999999999</cx:pt>
          <cx:pt idx="14967">3.75</cx:pt>
          <cx:pt idx="14968">8.5</cx:pt>
          <cx:pt idx="14969">0.55000000000000004</cx:pt>
          <cx:pt idx="14970">1.6499999999999999</cx:pt>
          <cx:pt idx="14971">2.0800000000000001</cx:pt>
          <cx:pt idx="14972">0.55000000000000004</cx:pt>
          <cx:pt idx="14973">7.9500000000000002</cx:pt>
          <cx:pt idx="14974">6.3499999999999996</cx:pt>
          <cx:pt idx="14975">8.5</cx:pt>
          <cx:pt idx="14976">2.9500000000000002</cx:pt>
          <cx:pt idx="14977">3.75</cx:pt>
          <cx:pt idx="14978">2.5499999999999998</cx:pt>
          <cx:pt idx="14979">6.9500000000000002</cx:pt>
          <cx:pt idx="14980">2.9500000000000002</cx:pt>
          <cx:pt idx="14981">2.5499999999999998</cx:pt>
          <cx:pt idx="14982">3.75</cx:pt>
          <cx:pt idx="14983">4.6500000000000004</cx:pt>
          <cx:pt idx="14984">2.5499999999999998</cx:pt>
          <cx:pt idx="14985">1.6499999999999999</cx:pt>
          <cx:pt idx="14986">0.55000000000000004</cx:pt>
          <cx:pt idx="14987">1.25</cx:pt>
          <cx:pt idx="14988">0.65000000000000002</cx:pt>
          <cx:pt idx="14989">8.5</cx:pt>
          <cx:pt idx="14990">0.84999999999999998</cx:pt>
          <cx:pt idx="14991">2.1000000000000001</cx:pt>
          <cx:pt idx="14992">1.79</cx:pt>
          <cx:pt idx="14993">1.25</cx:pt>
          <cx:pt idx="14994">12.75</cx:pt>
          <cx:pt idx="14995">2.5499999999999998</cx:pt>
          <cx:pt idx="14996">0.82999999999999996</cx:pt>
          <cx:pt idx="14997">0.41999999999999998</cx:pt>
          <cx:pt idx="14998">1.6499999999999999</cx:pt>
          <cx:pt idx="14999">2.5499999999999998</cx:pt>
          <cx:pt idx="15000">6.3499999999999996</cx:pt>
          <cx:pt idx="15001">6.9500000000000002</cx:pt>
          <cx:pt idx="15002">2.9500000000000002</cx:pt>
          <cx:pt idx="15003">7.9500000000000002</cx:pt>
          <cx:pt idx="15004">7.9500000000000002</cx:pt>
          <cx:pt idx="15005">2.0800000000000001</cx:pt>
          <cx:pt idx="15006">7.9500000000000002</cx:pt>
          <cx:pt idx="15007">6.75</cx:pt>
          <cx:pt idx="15008">7.9500000000000002</cx:pt>
          <cx:pt idx="15009">6.9500000000000002</cx:pt>
          <cx:pt idx="15010">3.75</cx:pt>
          <cx:pt idx="15011">8.5</cx:pt>
          <cx:pt idx="15012">12.75</cx:pt>
          <cx:pt idx="15013">1.6499999999999999</cx:pt>
          <cx:pt idx="15014">7.9500000000000002</cx:pt>
          <cx:pt idx="15015">9.9499999999999993</cx:pt>
          <cx:pt idx="15016">2.9500000000000002</cx:pt>
          <cx:pt idx="15017">0.82999999999999996</cx:pt>
          <cx:pt idx="15018">3.75</cx:pt>
          <cx:pt idx="15019">0.55000000000000004</cx:pt>
          <cx:pt idx="15020">0.65000000000000002</cx:pt>
          <cx:pt idx="15021">2.5499999999999998</cx:pt>
          <cx:pt idx="15022">3.75</cx:pt>
          <cx:pt idx="15023">12.75</cx:pt>
          <cx:pt idx="15024">4.9500000000000002</cx:pt>
          <cx:pt idx="15025">8.5</cx:pt>
          <cx:pt idx="15026">14.949999999999999</cx:pt>
          <cx:pt idx="15027">1.6499999999999999</cx:pt>
          <cx:pt idx="15028">1.6499999999999999</cx:pt>
          <cx:pt idx="15029">0.84999999999999998</cx:pt>
          <cx:pt idx="15030">2.1000000000000001</cx:pt>
          <cx:pt idx="15031">0.55000000000000004</cx:pt>
          <cx:pt idx="15032">7.9500000000000002</cx:pt>
          <cx:pt idx="15033">2.1000000000000001</cx:pt>
          <cx:pt idx="15034">2.5499999999999998</cx:pt>
          <cx:pt idx="15035">2.9500000000000002</cx:pt>
          <cx:pt idx="15036">0.84999999999999998</cx:pt>
          <cx:pt idx="15037">0.28999999999999998</cx:pt>
          <cx:pt idx="15038">1.25</cx:pt>
          <cx:pt idx="15039">0.84999999999999998</cx:pt>
          <cx:pt idx="15040">0.41999999999999998</cx:pt>
          <cx:pt idx="15041">9.9499999999999993</cx:pt>
          <cx:pt idx="15042">4.1500000000000004</cx:pt>
          <cx:pt idx="15043">0.84999999999999998</cx:pt>
          <cx:pt idx="15044">1.6499999999999999</cx:pt>
          <cx:pt idx="15045">0.41999999999999998</cx:pt>
          <cx:pt idx="15046">6.75</cx:pt>
          <cx:pt idx="15047">1.25</cx:pt>
          <cx:pt idx="15048">1.6499999999999999</cx:pt>
          <cx:pt idx="15049">12.75</cx:pt>
          <cx:pt idx="15050">2.1000000000000001</cx:pt>
          <cx:pt idx="15051">8.5</cx:pt>
          <cx:pt idx="15052">1.25</cx:pt>
          <cx:pt idx="15053">2.1000000000000001</cx:pt>
          <cx:pt idx="15054">9.9499999999999993</cx:pt>
          <cx:pt idx="15055">2.5499999999999998</cx:pt>
          <cx:pt idx="15056">6.75</cx:pt>
          <cx:pt idx="15057">1.6499999999999999</cx:pt>
          <cx:pt idx="15058">2.1000000000000001</cx:pt>
          <cx:pt idx="15059">2.9500000000000002</cx:pt>
          <cx:pt idx="15060">0.65000000000000002</cx:pt>
          <cx:pt idx="15061">2.9500000000000002</cx:pt>
          <cx:pt idx="15062">1.25</cx:pt>
          <cx:pt idx="15063">1.25</cx:pt>
          <cx:pt idx="15064">12.75</cx:pt>
          <cx:pt idx="15065">14.949999999999999</cx:pt>
          <cx:pt idx="15066">0.41999999999999998</cx:pt>
          <cx:pt idx="15067">7.9500000000000002</cx:pt>
          <cx:pt idx="15068">2.9500000000000002</cx:pt>
          <cx:pt idx="15069">1.25</cx:pt>
          <cx:pt idx="15070">3.75</cx:pt>
          <cx:pt idx="15071">2.9500000000000002</cx:pt>
          <cx:pt idx="15072">8.5</cx:pt>
          <cx:pt idx="15073">7.6500000000000004</cx:pt>
          <cx:pt idx="15074">2.9500000000000002</cx:pt>
          <cx:pt idx="15075">0.82999999999999996</cx:pt>
          <cx:pt idx="15076">12.75</cx:pt>
          <cx:pt idx="15077">2.9500000000000002</cx:pt>
          <cx:pt idx="15078">1.6499999999999999</cx:pt>
          <cx:pt idx="15079">7.9500000000000002</cx:pt>
          <cx:pt idx="15080">2.9500000000000002</cx:pt>
          <cx:pt idx="15081">2.25</cx:pt>
          <cx:pt idx="15082">2.9500000000000002</cx:pt>
          <cx:pt idx="15083">8.5</cx:pt>
          <cx:pt idx="15084">14.949999999999999</cx:pt>
          <cx:pt idx="15085">1.25</cx:pt>
          <cx:pt idx="15086">0.84999999999999998</cx:pt>
          <cx:pt idx="15087">24.960000000000001</cx:pt>
          <cx:pt idx="15088">2.46</cx:pt>
          <cx:pt idx="15089">9.9600000000000009</cx:pt>
          <cx:pt idx="15090">4.96</cx:pt>
          <cx:pt idx="15091">5.79</cx:pt>
          <cx:pt idx="15092">0.41999999999999998</cx:pt>
          <cx:pt idx="15093">7.46</cx:pt>
          <cx:pt idx="15094">1.6299999999999999</cx:pt>
          <cx:pt idx="15095">1.25</cx:pt>
          <cx:pt idx="15096">0.82999999999999996</cx:pt>
          <cx:pt idx="15097">2.9500000000000002</cx:pt>
          <cx:pt idx="15098">8.5</cx:pt>
          <cx:pt idx="15099">3.75</cx:pt>
          <cx:pt idx="15100">0.84999999999999998</cx:pt>
          <cx:pt idx="15101">2.9500000000000002</cx:pt>
          <cx:pt idx="15102">3.75</cx:pt>
          <cx:pt idx="15103">0.84999999999999998</cx:pt>
          <cx:pt idx="15104">0.84999999999999998</cx:pt>
          <cx:pt idx="15105">2.9500000000000002</cx:pt>
          <cx:pt idx="15106">2.0800000000000001</cx:pt>
          <cx:pt idx="15107">2.9500000000000002</cx:pt>
          <cx:pt idx="15108">4.1500000000000004</cx:pt>
          <cx:pt idx="15109">14.949999999999999</cx:pt>
          <cx:pt idx="15110">1.25</cx:pt>
          <cx:pt idx="15111">1.6499999999999999</cx:pt>
          <cx:pt idx="15112">0.55000000000000004</cx:pt>
          <cx:pt idx="15113">1.6499999999999999</cx:pt>
          <cx:pt idx="15114">0.84999999999999998</cx:pt>
          <cx:pt idx="15115">0.41999999999999998</cx:pt>
          <cx:pt idx="15116">2.0800000000000001</cx:pt>
          <cx:pt idx="15117">1.25</cx:pt>
          <cx:pt idx="15118">2.9500000000000002</cx:pt>
          <cx:pt idx="15119">2.9500000000000002</cx:pt>
          <cx:pt idx="15120">1.25</cx:pt>
          <cx:pt idx="15121">1.25</cx:pt>
          <cx:pt idx="15122">1.6499999999999999</cx:pt>
          <cx:pt idx="15123">0.84999999999999998</cx:pt>
          <cx:pt idx="15124">1.25</cx:pt>
          <cx:pt idx="15125">2.5499999999999998</cx:pt>
          <cx:pt idx="15126">12.75</cx:pt>
          <cx:pt idx="15127">2.9500000000000002</cx:pt>
          <cx:pt idx="15128">2.9500000000000002</cx:pt>
          <cx:pt idx="15129">5.79</cx:pt>
          <cx:pt idx="15130">4.1299999999999999</cx:pt>
          <cx:pt idx="15131">2.46</cx:pt>
          <cx:pt idx="15132">2.46</cx:pt>
          <cx:pt idx="15133">0.82999999999999996</cx:pt>
          <cx:pt idx="15134">5.79</cx:pt>
          <cx:pt idx="15135">2.46</cx:pt>
          <cx:pt idx="15136">24.960000000000001</cx:pt>
          <cx:pt idx="15137">3.2999999999999998</cx:pt>
          <cx:pt idx="15138">0.82999999999999996</cx:pt>
          <cx:pt idx="15139">4.1299999999999999</cx:pt>
          <cx:pt idx="15140">4.1299999999999999</cx:pt>
          <cx:pt idx="15141">2.1000000000000001</cx:pt>
          <cx:pt idx="15142">9.9600000000000009</cx:pt>
          <cx:pt idx="15143">3.29</cx:pt>
          <cx:pt idx="15144">15.789999999999999</cx:pt>
          <cx:pt idx="15145">4.1299999999999999</cx:pt>
          <cx:pt idx="15146">1.25</cx:pt>
          <cx:pt idx="15147">2.46</cx:pt>
          <cx:pt idx="15148">12.460000000000001</cx:pt>
          <cx:pt idx="15149">5.79</cx:pt>
          <cx:pt idx="15150">7.46</cx:pt>
          <cx:pt idx="15151">2.46</cx:pt>
          <cx:pt idx="15152">5.79</cx:pt>
          <cx:pt idx="15153">24.960000000000001</cx:pt>
          <cx:pt idx="15154">9.1300000000000008</cx:pt>
          <cx:pt idx="15155">4.1299999999999999</cx:pt>
          <cx:pt idx="15156">1.25</cx:pt>
          <cx:pt idx="15157">1.25</cx:pt>
          <cx:pt idx="15158">5.79</cx:pt>
          <cx:pt idx="15159">2.46</cx:pt>
          <cx:pt idx="15160">4.1299999999999999</cx:pt>
          <cx:pt idx="15161">3.29</cx:pt>
          <cx:pt idx="15162">1.95</cx:pt>
          <cx:pt idx="15163">0.82999999999999996</cx:pt>
          <cx:pt idx="15164">2.9500000000000002</cx:pt>
          <cx:pt idx="15165">4.6500000000000004</cx:pt>
          <cx:pt idx="15166">0.41999999999999998</cx:pt>
          <cx:pt idx="15167">0.84999999999999998</cx:pt>
          <cx:pt idx="15168">0.84999999999999998</cx:pt>
          <cx:pt idx="15169">1.95</cx:pt>
          <cx:pt idx="15170">0.84999999999999998</cx:pt>
          <cx:pt idx="15171">2.9500000000000002</cx:pt>
          <cx:pt idx="15172">1.6499999999999999</cx:pt>
          <cx:pt idx="15173">1.6499999999999999</cx:pt>
          <cx:pt idx="15174">1.45</cx:pt>
          <cx:pt idx="15175">1.45</cx:pt>
          <cx:pt idx="15176">1.45</cx:pt>
          <cx:pt idx="15177">0.55000000000000004</cx:pt>
          <cx:pt idx="15178">2.1000000000000001</cx:pt>
          <cx:pt idx="15179">2.0800000000000001</cx:pt>
          <cx:pt idx="15180">7.9500000000000002</cx:pt>
          <cx:pt idx="15181">24.960000000000001</cx:pt>
          <cx:pt idx="15182">4.1299999999999999</cx:pt>
          <cx:pt idx="15183">4.1299999999999999</cx:pt>
          <cx:pt idx="15184">4.1299999999999999</cx:pt>
          <cx:pt idx="15185">4.1299999999999999</cx:pt>
          <cx:pt idx="15186">16.629999999999999</cx:pt>
          <cx:pt idx="15187">5.79</cx:pt>
          <cx:pt idx="15188">4.1299999999999999</cx:pt>
          <cx:pt idx="15189">4.5800000000000001</cx:pt>
          <cx:pt idx="15190">16.629999999999999</cx:pt>
          <cx:pt idx="15191">12.460000000000001</cx:pt>
          <cx:pt idx="15192">3.29</cx:pt>
          <cx:pt idx="15193">3.29</cx:pt>
          <cx:pt idx="15194">3.29</cx:pt>
          <cx:pt idx="15195">14.130000000000001</cx:pt>
          <cx:pt idx="15196">24.960000000000001</cx:pt>
          <cx:pt idx="15197">4.1299999999999999</cx:pt>
          <cx:pt idx="15198">10.789999999999999</cx:pt>
          <cx:pt idx="15199">16.629999999999999</cx:pt>
          <cx:pt idx="15200">24.960000000000001</cx:pt>
          <cx:pt idx="15201">4.1299999999999999</cx:pt>
          <cx:pt idx="15202">4.1299999999999999</cx:pt>
          <cx:pt idx="15203">4.1299999999999999</cx:pt>
          <cx:pt idx="15204">8.2899999999999991</cx:pt>
          <cx:pt idx="15205">2.5</cx:pt>
          <cx:pt idx="15206">3.29</cx:pt>
          <cx:pt idx="15207">4.96</cx:pt>
          <cx:pt idx="15208">4.1299999999999999</cx:pt>
          <cx:pt idx="15209">4.1299999999999999</cx:pt>
          <cx:pt idx="15210">5.79</cx:pt>
          <cx:pt idx="15211">3.29</cx:pt>
          <cx:pt idx="15212">2.5499999999999998</cx:pt>
          <cx:pt idx="15213">1.45</cx:pt>
          <cx:pt idx="15214">4.1299999999999999</cx:pt>
          <cx:pt idx="15215">6.6299999999999999</cx:pt>
          <cx:pt idx="15216">12.460000000000001</cx:pt>
          <cx:pt idx="15217">4.96</cx:pt>
          <cx:pt idx="15218">3.29</cx:pt>
          <cx:pt idx="15219">6.6299999999999999</cx:pt>
          <cx:pt idx="15220">8.2899999999999991</cx:pt>
          <cx:pt idx="15221">8.2899999999999991</cx:pt>
          <cx:pt idx="15222">1.6299999999999999</cx:pt>
          <cx:pt idx="15223">3.29</cx:pt>
          <cx:pt idx="15224">6.6299999999999999</cx:pt>
          <cx:pt idx="15225">1.25</cx:pt>
          <cx:pt idx="15226">4.96</cx:pt>
          <cx:pt idx="15227">2.46</cx:pt>
          <cx:pt idx="15228">12.75</cx:pt>
          <cx:pt idx="15229">8.5</cx:pt>
          <cx:pt idx="15230">1.25</cx:pt>
          <cx:pt idx="15231">1.95</cx:pt>
          <cx:pt idx="15232">2.9500000000000002</cx:pt>
          <cx:pt idx="15233">2.25</cx:pt>
          <cx:pt idx="15234">3.75</cx:pt>
          <cx:pt idx="15235">0.28999999999999998</cx:pt>
          <cx:pt idx="15236">1.6499999999999999</cx:pt>
          <cx:pt idx="15237">7.9500000000000002</cx:pt>
          <cx:pt idx="15238">2.1000000000000001</cx:pt>
          <cx:pt idx="15239">1.6499999999999999</cx:pt>
          <cx:pt idx="15240">0.84999999999999998</cx:pt>
          <cx:pt idx="15241">0.84999999999999998</cx:pt>
          <cx:pt idx="15242">0.41999999999999998</cx:pt>
          <cx:pt idx="15243">2.5499999999999998</cx:pt>
          <cx:pt idx="15244">2.1000000000000001</cx:pt>
          <cx:pt idx="15245">2.25</cx:pt>
          <cx:pt idx="15246">2.1000000000000001</cx:pt>
          <cx:pt idx="15247">5.9500000000000002</cx:pt>
          <cx:pt idx="15248">0.55000000000000004</cx:pt>
          <cx:pt idx="15249">5.9500000000000002</cx:pt>
          <cx:pt idx="15250">2.5499999999999998</cx:pt>
          <cx:pt idx="15251">7.9500000000000002</cx:pt>
          <cx:pt idx="15252">7.9500000000000002</cx:pt>
          <cx:pt idx="15253">7.9500000000000002</cx:pt>
          <cx:pt idx="15254">0.41999999999999998</cx:pt>
          <cx:pt idx="15255">12.75</cx:pt>
          <cx:pt idx="15256">1.25</cx:pt>
          <cx:pt idx="15257">7.9500000000000002</cx:pt>
          <cx:pt idx="15258">2.25</cx:pt>
          <cx:pt idx="15259">1.25</cx:pt>
          <cx:pt idx="15260">2.9500000000000002</cx:pt>
          <cx:pt idx="15261">8.25</cx:pt>
          <cx:pt idx="15262">7.9500000000000002</cx:pt>
          <cx:pt idx="15263">4.9500000000000002</cx:pt>
          <cx:pt idx="15264">0.65000000000000002</cx:pt>
          <cx:pt idx="15265">7.9500000000000002</cx:pt>
          <cx:pt idx="15266">0.41999999999999998</cx:pt>
          <cx:pt idx="15267">7.9500000000000002</cx:pt>
          <cx:pt idx="15268">9.9499999999999993</cx:pt>
          <cx:pt idx="15269">4.9500000000000002</cx:pt>
          <cx:pt idx="15270">2.9500000000000002</cx:pt>
          <cx:pt idx="15271">2.5499999999999998</cx:pt>
          <cx:pt idx="15272">2.9500000000000002</cx:pt>
          <cx:pt idx="15273">1.6499999999999999</cx:pt>
          <cx:pt idx="15274">2.5499999999999998</cx:pt>
          <cx:pt idx="15275">0.65000000000000002</cx:pt>
          <cx:pt idx="15276">14.949999999999999</cx:pt>
          <cx:pt idx="15277">12.75</cx:pt>
          <cx:pt idx="15278">2.9500000000000002</cx:pt>
          <cx:pt idx="15279">1.25</cx:pt>
          <cx:pt idx="15280">0.84999999999999998</cx:pt>
          <cx:pt idx="15281">1.6499999999999999</cx:pt>
          <cx:pt idx="15282">2.9500000000000002</cx:pt>
          <cx:pt idx="15283">8.5</cx:pt>
          <cx:pt idx="15284">0.41999999999999998</cx:pt>
          <cx:pt idx="15285">1.25</cx:pt>
          <cx:pt idx="15286">1.6499999999999999</cx:pt>
          <cx:pt idx="15287">1.6499999999999999</cx:pt>
          <cx:pt idx="15288">2.9500000000000002</cx:pt>
          <cx:pt idx="15289">12.75</cx:pt>
          <cx:pt idx="15290">1.6499999999999999</cx:pt>
          <cx:pt idx="15291">7.9500000000000002</cx:pt>
          <cx:pt idx="15292">0.84999999999999998</cx:pt>
          <cx:pt idx="15293">0.55000000000000004</cx:pt>
          <cx:pt idx="15294">2.9500000000000002</cx:pt>
          <cx:pt idx="15295">1.6499999999999999</cx:pt>
          <cx:pt idx="15296">2.1000000000000001</cx:pt>
          <cx:pt idx="15297">8.25</cx:pt>
          <cx:pt idx="15298">12.75</cx:pt>
          <cx:pt idx="15299">2.9500000000000002</cx:pt>
          <cx:pt idx="15300">0.55000000000000004</cx:pt>
          <cx:pt idx="15301">4.9500000000000002</cx:pt>
          <cx:pt idx="15302">7.9500000000000002</cx:pt>
          <cx:pt idx="15303">1.95</cx:pt>
          <cx:pt idx="15304">7.9500000000000002</cx:pt>
          <cx:pt idx="15305">2.9500000000000002</cx:pt>
          <cx:pt idx="15306">7.9500000000000002</cx:pt>
          <cx:pt idx="15307">2.5499999999999998</cx:pt>
          <cx:pt idx="15308">1.25</cx:pt>
          <cx:pt idx="15309">1.25</cx:pt>
          <cx:pt idx="15310">1.6499999999999999</cx:pt>
          <cx:pt idx="15311">0.55000000000000004</cx:pt>
          <cx:pt idx="15312">2.9500000000000002</cx:pt>
          <cx:pt idx="15313">2.9500000000000002</cx:pt>
          <cx:pt idx="15314">8.25</cx:pt>
          <cx:pt idx="15315">2.5499999999999998</cx:pt>
          <cx:pt idx="15316">2.9500000000000002</cx:pt>
          <cx:pt idx="15317">2.25</cx:pt>
          <cx:pt idx="15318">3.75</cx:pt>
          <cx:pt idx="15319">0.41999999999999998</cx:pt>
          <cx:pt idx="15320">1.25</cx:pt>
          <cx:pt idx="15321">0.41999999999999998</cx:pt>
          <cx:pt idx="15322">0.84999999999999998</cx:pt>
          <cx:pt idx="15323">2.9500000000000002</cx:pt>
          <cx:pt idx="15324">1.8500000000000001</cx:pt>
          <cx:pt idx="15325">2.9500000000000002</cx:pt>
          <cx:pt idx="15326">6.9500000000000002</cx:pt>
          <cx:pt idx="15327">2.5499999999999998</cx:pt>
          <cx:pt idx="15328">6.3499999999999996</cx:pt>
          <cx:pt idx="15329">1.6499999999999999</cx:pt>
          <cx:pt idx="15330">0.82999999999999996</cx:pt>
          <cx:pt idx="15331">2.9500000000000002</cx:pt>
          <cx:pt idx="15332">2.9500000000000002</cx:pt>
          <cx:pt idx="15333">0.65000000000000002</cx:pt>
          <cx:pt idx="15334">1.25</cx:pt>
          <cx:pt idx="15335">1.25</cx:pt>
          <cx:pt idx="15336">0.55000000000000004</cx:pt>
          <cx:pt idx="15337">2.0800000000000001</cx:pt>
          <cx:pt idx="15338">1.6299999999999999</cx:pt>
          <cx:pt idx="15339">2.46</cx:pt>
          <cx:pt idx="15340">5.79</cx:pt>
          <cx:pt idx="15341">1.25</cx:pt>
          <cx:pt idx="15342">1.25</cx:pt>
          <cx:pt idx="15343">1.25</cx:pt>
          <cx:pt idx="15344">2.0800000000000001</cx:pt>
          <cx:pt idx="15345">4.1299999999999999</cx:pt>
          <cx:pt idx="15346">2.46</cx:pt>
          <cx:pt idx="15347">5.79</cx:pt>
          <cx:pt idx="15348">2.46</cx:pt>
          <cx:pt idx="15349">5.79</cx:pt>
          <cx:pt idx="15350">1.6299999999999999</cx:pt>
          <cx:pt idx="15351">2.46</cx:pt>
          <cx:pt idx="15352">1.25</cx:pt>
          <cx:pt idx="15353">5.79</cx:pt>
          <cx:pt idx="15354">0.82999999999999996</cx:pt>
          <cx:pt idx="15355">1.6299999999999999</cx:pt>
          <cx:pt idx="15356">4.9500000000000002</cx:pt>
          <cx:pt idx="15357">0.84999999999999998</cx:pt>
          <cx:pt idx="15358">2.9500000000000002</cx:pt>
          <cx:pt idx="15359">1.0600000000000001</cx:pt>
          <cx:pt idx="15360">1.0600000000000001</cx:pt>
          <cx:pt idx="15361">8.25</cx:pt>
          <cx:pt idx="15362">2.1000000000000001</cx:pt>
          <cx:pt idx="15363">12.75</cx:pt>
          <cx:pt idx="15364">1.6499999999999999</cx:pt>
          <cx:pt idx="15365">1.6499999999999999</cx:pt>
          <cx:pt idx="15366">2.9500000000000002</cx:pt>
          <cx:pt idx="15367">0.41999999999999998</cx:pt>
          <cx:pt idx="15368">1.6499999999999999</cx:pt>
          <cx:pt idx="15369">1.6499999999999999</cx:pt>
          <cx:pt idx="15370">7.6500000000000004</cx:pt>
          <cx:pt idx="15371">1.95</cx:pt>
          <cx:pt idx="15372">2.25</cx:pt>
          <cx:pt idx="15373">2.25</cx:pt>
          <cx:pt idx="15374">1.25</cx:pt>
          <cx:pt idx="15375">2.5499999999999998</cx:pt>
          <cx:pt idx="15376">2.5499999999999998</cx:pt>
          <cx:pt idx="15377">0.65000000000000002</cx:pt>
          <cx:pt idx="15378">2.9500000000000002</cx:pt>
          <cx:pt idx="15379">2.9500000000000002</cx:pt>
          <cx:pt idx="15380">12.75</cx:pt>
          <cx:pt idx="15381">0.55000000000000004</cx:pt>
          <cx:pt idx="15382">0.41999999999999998</cx:pt>
          <cx:pt idx="15383">0.84999999999999998</cx:pt>
          <cx:pt idx="15384">2.5499999999999998</cx:pt>
          <cx:pt idx="15385">2.5499999999999998</cx:pt>
          <cx:pt idx="15386">2.9500000000000002</cx:pt>
          <cx:pt idx="15387">0.84999999999999998</cx:pt>
          <cx:pt idx="15388">12.75</cx:pt>
          <cx:pt idx="15389">1.25</cx:pt>
          <cx:pt idx="15390">1.6499999999999999</cx:pt>
          <cx:pt idx="15391">1.6499999999999999</cx:pt>
          <cx:pt idx="15392">2.5499999999999998</cx:pt>
          <cx:pt idx="15393">0.41999999999999998</cx:pt>
          <cx:pt idx="15394">6.9500000000000002</cx:pt>
          <cx:pt idx="15395">2.5499999999999998</cx:pt>
          <cx:pt idx="15396">2.9500000000000002</cx:pt>
          <cx:pt idx="15397">1.25</cx:pt>
          <cx:pt idx="15398">2.0800000000000001</cx:pt>
          <cx:pt idx="15399">2.0800000000000001</cx:pt>
          <cx:pt idx="15400">0.55000000000000004</cx:pt>
          <cx:pt idx="15401">12.75</cx:pt>
          <cx:pt idx="15402">2.1000000000000001</cx:pt>
          <cx:pt idx="15403">1.6499999999999999</cx:pt>
          <cx:pt idx="15404">1.6499999999999999</cx:pt>
          <cx:pt idx="15405">2.9500000000000002</cx:pt>
          <cx:pt idx="15406">2.9500000000000002</cx:pt>
          <cx:pt idx="15407">0.84999999999999998</cx:pt>
          <cx:pt idx="15408">0.65000000000000002</cx:pt>
          <cx:pt idx="15409">0.55000000000000004</cx:pt>
          <cx:pt idx="15410">1.6499999999999999</cx:pt>
          <cx:pt idx="15411">1.6499999999999999</cx:pt>
          <cx:pt idx="15412">4.1500000000000004</cx:pt>
          <cx:pt idx="15413">1.6499999999999999</cx:pt>
          <cx:pt idx="15414">2.5499999999999998</cx:pt>
          <cx:pt idx="15415">2.1000000000000001</cx:pt>
          <cx:pt idx="15416">0.84999999999999998</cx:pt>
          <cx:pt idx="15417">2.1000000000000001</cx:pt>
          <cx:pt idx="15418">0.41999999999999998</cx:pt>
          <cx:pt idx="15419">0.55000000000000004</cx:pt>
          <cx:pt idx="15420">7.9500000000000002</cx:pt>
          <cx:pt idx="15421">2.9500000000000002</cx:pt>
          <cx:pt idx="15422">7.9500000000000002</cx:pt>
          <cx:pt idx="15423">7.6500000000000004</cx:pt>
          <cx:pt idx="15424">2.9500000000000002</cx:pt>
          <cx:pt idx="15425">2.0800000000000001</cx:pt>
          <cx:pt idx="15426">3.75</cx:pt>
          <cx:pt idx="15427">1.25</cx:pt>
          <cx:pt idx="15428">1.45</cx:pt>
          <cx:pt idx="15429">4.9500000000000002</cx:pt>
          <cx:pt idx="15430">0.65000000000000002</cx:pt>
          <cx:pt idx="15431">2.9500000000000002</cx:pt>
          <cx:pt idx="15432">6.9500000000000002</cx:pt>
          <cx:pt idx="15433">1.25</cx:pt>
          <cx:pt idx="15434">0.84999999999999998</cx:pt>
          <cx:pt idx="15435">6.9500000000000002</cx:pt>
          <cx:pt idx="15436">2.9500000000000002</cx:pt>
          <cx:pt idx="15437">2.0800000000000001</cx:pt>
          <cx:pt idx="15438">1.6499999999999999</cx:pt>
          <cx:pt idx="15439">1.8500000000000001</cx:pt>
          <cx:pt idx="15440">0.53000000000000003</cx:pt>
          <cx:pt idx="15441">1.0600000000000001</cx:pt>
          <cx:pt idx="15442">0.55000000000000004</cx:pt>
          <cx:pt idx="15443">0.35999999999999999</cx:pt>
          <cx:pt idx="15444">0.71999999999999997</cx:pt>
          <cx:pt idx="15445">8.5</cx:pt>
          <cx:pt idx="15446">1.25</cx:pt>
          <cx:pt idx="15447">2.1000000000000001</cx:pt>
          <cx:pt idx="15448">3.75</cx:pt>
          <cx:pt idx="15449">2.0800000000000001</cx:pt>
          <cx:pt idx="15450">2.9500000000000002</cx:pt>
          <cx:pt idx="15451">1.25</cx:pt>
          <cx:pt idx="15452">1.25</cx:pt>
          <cx:pt idx="15453">4.6500000000000004</cx:pt>
          <cx:pt idx="15454">1.0600000000000001</cx:pt>
          <cx:pt idx="15455">2.1000000000000001</cx:pt>
          <cx:pt idx="15456">2.1000000000000001</cx:pt>
          <cx:pt idx="15457">2.9500000000000002</cx:pt>
          <cx:pt idx="15458">2.46</cx:pt>
          <cx:pt idx="15459">5.79</cx:pt>
          <cx:pt idx="15460">5.79</cx:pt>
          <cx:pt idx="15461">1.6299999999999999</cx:pt>
          <cx:pt idx="15462">3.29</cx:pt>
          <cx:pt idx="15463">4.1299999999999999</cx:pt>
          <cx:pt idx="15464">4.96</cx:pt>
          <cx:pt idx="15465">0.82999999999999996</cx:pt>
          <cx:pt idx="15466">3.29</cx:pt>
          <cx:pt idx="15467">4.1299999999999999</cx:pt>
          <cx:pt idx="15468">1.6299999999999999</cx:pt>
          <cx:pt idx="15469">2.46</cx:pt>
          <cx:pt idx="15470">5.79</cx:pt>
          <cx:pt idx="15471">5.79</cx:pt>
          <cx:pt idx="15472">4.1299999999999999</cx:pt>
          <cx:pt idx="15473">4.96</cx:pt>
          <cx:pt idx="15474">0.82999999999999996</cx:pt>
          <cx:pt idx="15475">0.65000000000000002</cx:pt>
          <cx:pt idx="15476">1.45</cx:pt>
          <cx:pt idx="15477">2.9500000000000002</cx:pt>
          <cx:pt idx="15478">2.0800000000000001</cx:pt>
          <cx:pt idx="15479">1.0600000000000001</cx:pt>
          <cx:pt idx="15480">0.71999999999999997</cx:pt>
          <cx:pt idx="15481">1.6499999999999999</cx:pt>
          <cx:pt idx="15482">0.84999999999999998</cx:pt>
          <cx:pt idx="15483">6.75</cx:pt>
          <cx:pt idx="15484">9.9499999999999993</cx:pt>
          <cx:pt idx="15485">1.6899999999999999</cx:pt>
          <cx:pt idx="15486">1.45</cx:pt>
          <cx:pt idx="15487">1.0600000000000001</cx:pt>
          <cx:pt idx="15488">1.0600000000000001</cx:pt>
          <cx:pt idx="15489">5</cx:pt>
          <cx:pt idx="15490">0.71999999999999997</cx:pt>
          <cx:pt idx="15491">2.9500000000000002</cx:pt>
          <cx:pt idx="15492">2.9500000000000002</cx:pt>
          <cx:pt idx="15493">3.8100000000000001</cx:pt>
          <cx:pt idx="15494">0.41999999999999998</cx:pt>
          <cx:pt idx="15495">1.25</cx:pt>
          <cx:pt idx="15496">1.45</cx:pt>
          <cx:pt idx="15497">1.8500000000000001</cx:pt>
          <cx:pt idx="15498">1.25</cx:pt>
          <cx:pt idx="15499">0.65000000000000002</cx:pt>
          <cx:pt idx="15500">2.9500000000000002</cx:pt>
          <cx:pt idx="15501">1.25</cx:pt>
          <cx:pt idx="15502">1.25</cx:pt>
          <cx:pt idx="15503">7.9500000000000002</cx:pt>
          <cx:pt idx="15504">1.45</cx:pt>
          <cx:pt idx="15505">12.75</cx:pt>
          <cx:pt idx="15506">1.6499999999999999</cx:pt>
          <cx:pt idx="15507">1.45</cx:pt>
          <cx:pt idx="15508">0.55000000000000004</cx:pt>
          <cx:pt idx="15509">7.6500000000000004</cx:pt>
          <cx:pt idx="15510">1.6499999999999999</cx:pt>
          <cx:pt idx="15511">0.84999999999999998</cx:pt>
          <cx:pt idx="15512">2.9500000000000002</cx:pt>
          <cx:pt idx="15513">1.25</cx:pt>
          <cx:pt idx="15514">2.9500000000000002</cx:pt>
          <cx:pt idx="15515">2.0800000000000001</cx:pt>
          <cx:pt idx="15516">0.65000000000000002</cx:pt>
          <cx:pt idx="15517">2.1000000000000001</cx:pt>
          <cx:pt idx="15518">0.82999999999999996</cx:pt>
          <cx:pt idx="15519">2.9500000000000002</cx:pt>
          <cx:pt idx="15520">2.9500000000000002</cx:pt>
          <cx:pt idx="15521">12.75</cx:pt>
          <cx:pt idx="15522">6.75</cx:pt>
          <cx:pt idx="15523">7.9500000000000002</cx:pt>
          <cx:pt idx="15524">0.65000000000000002</cx:pt>
          <cx:pt idx="15525">0.65000000000000002</cx:pt>
          <cx:pt idx="15526">1.6499999999999999</cx:pt>
          <cx:pt idx="15527">0.41999999999999998</cx:pt>
          <cx:pt idx="15528">0.41999999999999998</cx:pt>
          <cx:pt idx="15529">9.9499999999999993</cx:pt>
          <cx:pt idx="15530">2.5499999999999998</cx:pt>
          <cx:pt idx="15531">2.0800000000000001</cx:pt>
          <cx:pt idx="15532">6.9500000000000002</cx:pt>
          <cx:pt idx="15533">1.45</cx:pt>
          <cx:pt idx="15534">3.75</cx:pt>
          <cx:pt idx="15535">2.1000000000000001</cx:pt>
          <cx:pt idx="15536">1.6499999999999999</cx:pt>
          <cx:pt idx="15537">7.6500000000000004</cx:pt>
          <cx:pt idx="15538">1.25</cx:pt>
          <cx:pt idx="15539">1.6499999999999999</cx:pt>
          <cx:pt idx="15540">1.25</cx:pt>
          <cx:pt idx="15541">1.25</cx:pt>
          <cx:pt idx="15542">0.41999999999999998</cx:pt>
          <cx:pt idx="15543">2.0800000000000001</cx:pt>
          <cx:pt idx="15544">2.1000000000000001</cx:pt>
          <cx:pt idx="15545">2.5499999999999998</cx:pt>
          <cx:pt idx="15546">0.82999999999999996</cx:pt>
          <cx:pt idx="15547">2.0800000000000001</cx:pt>
          <cx:pt idx="15548">1.45</cx:pt>
          <cx:pt idx="15549">1.45</cx:pt>
          <cx:pt idx="15550">2.9500000000000002</cx:pt>
          <cx:pt idx="15551">1.6499999999999999</cx:pt>
          <cx:pt idx="15552">0.84999999999999998</cx:pt>
          <cx:pt idx="15553">2.9500000000000002</cx:pt>
          <cx:pt idx="15554">2.0800000000000001</cx:pt>
          <cx:pt idx="15555">1.45</cx:pt>
          <cx:pt idx="15556">2.9500000000000002</cx:pt>
          <cx:pt idx="15557">2.46</cx:pt>
          <cx:pt idx="15558">15.789999999999999</cx:pt>
          <cx:pt idx="15559">4.1299999999999999</cx:pt>
          <cx:pt idx="15560">8.2899999999999991</cx:pt>
          <cx:pt idx="15561">9.1300000000000008</cx:pt>
          <cx:pt idx="15562">15.789999999999999</cx:pt>
          <cx:pt idx="15563">4.1299999999999999</cx:pt>
          <cx:pt idx="15564">1.95</cx:pt>
          <cx:pt idx="15565">2.9500000000000002</cx:pt>
          <cx:pt idx="15566">2.9500000000000002</cx:pt>
          <cx:pt idx="15567">2.9500000000000002</cx:pt>
          <cx:pt idx="15568">1.6499999999999999</cx:pt>
          <cx:pt idx="15569">4.9500000000000002</cx:pt>
          <cx:pt idx="15570">0.41999999999999998</cx:pt>
          <cx:pt idx="15571">0.55000000000000004</cx:pt>
          <cx:pt idx="15572">0.84999999999999998</cx:pt>
          <cx:pt idx="15573">1.25</cx:pt>
          <cx:pt idx="15574">2.25</cx:pt>
          <cx:pt idx="15575">12.75</cx:pt>
          <cx:pt idx="15576">2.0800000000000001</cx:pt>
          <cx:pt idx="15577">1.25</cx:pt>
          <cx:pt idx="15578">1.45</cx:pt>
          <cx:pt idx="15579">2.0800000000000001</cx:pt>
          <cx:pt idx="15580">2.0800000000000001</cx:pt>
          <cx:pt idx="15581">2.25</cx:pt>
          <cx:pt idx="15582">2.0800000000000001</cx:pt>
          <cx:pt idx="15583">2.25</cx:pt>
          <cx:pt idx="15584">2.5499999999999998</cx:pt>
          <cx:pt idx="15585">0.41999999999999998</cx:pt>
          <cx:pt idx="15586">1.95</cx:pt>
          <cx:pt idx="15587">1.45</cx:pt>
          <cx:pt idx="15588">2.9500000000000002</cx:pt>
          <cx:pt idx="15589">0.41999999999999998</cx:pt>
          <cx:pt idx="15590">8.5</cx:pt>
          <cx:pt idx="15591">3.75</cx:pt>
          <cx:pt idx="15592">4.1500000000000004</cx:pt>
          <cx:pt idx="15593">1.45</cx:pt>
          <cx:pt idx="15594">1.6499999999999999</cx:pt>
          <cx:pt idx="15595">7.9500000000000002</cx:pt>
          <cx:pt idx="15596">7.9500000000000002</cx:pt>
          <cx:pt idx="15597">1.6499999999999999</cx:pt>
          <cx:pt idx="15598">1.6499999999999999</cx:pt>
          <cx:pt idx="15599">1.6499999999999999</cx:pt>
          <cx:pt idx="15600">1.25</cx:pt>
          <cx:pt idx="15601">0.55000000000000004</cx:pt>
          <cx:pt idx="15602">2.5499999999999998</cx:pt>
          <cx:pt idx="15603">7.9500000000000002</cx:pt>
          <cx:pt idx="15604">2.1000000000000001</cx:pt>
          <cx:pt idx="15605">2.1000000000000001</cx:pt>
          <cx:pt idx="15606">4.9500000000000002</cx:pt>
          <cx:pt idx="15607">2.0800000000000001</cx:pt>
          <cx:pt idx="15608">2.1000000000000001</cx:pt>
          <cx:pt idx="15609">2.1000000000000001</cx:pt>
          <cx:pt idx="15610">3.75</cx:pt>
          <cx:pt idx="15611">7.6500000000000004</cx:pt>
          <cx:pt idx="15612">2.9500000000000002</cx:pt>
          <cx:pt idx="15613">2.9500000000000002</cx:pt>
          <cx:pt idx="15614">0.84999999999999998</cx:pt>
          <cx:pt idx="15615">1.6499999999999999</cx:pt>
          <cx:pt idx="15616">2.0800000000000001</cx:pt>
          <cx:pt idx="15617">9.9499999999999993</cx:pt>
          <cx:pt idx="15618">0.65000000000000002</cx:pt>
          <cx:pt idx="15619">2.0800000000000001</cx:pt>
          <cx:pt idx="15620">12.75</cx:pt>
          <cx:pt idx="15621">2.0800000000000001</cx:pt>
          <cx:pt idx="15622">1.8500000000000001</cx:pt>
          <cx:pt idx="15623">4.1500000000000004</cx:pt>
          <cx:pt idx="15624">0.84999999999999998</cx:pt>
          <cx:pt idx="15625">2.1000000000000001</cx:pt>
          <cx:pt idx="15626">8.5</cx:pt>
          <cx:pt idx="15627">2.0800000000000001</cx:pt>
          <cx:pt idx="15628">1.6499999999999999</cx:pt>
          <cx:pt idx="15629">2.5499999999999998</cx:pt>
          <cx:pt idx="15630">8.25</cx:pt>
          <cx:pt idx="15631">14.949999999999999</cx:pt>
          <cx:pt idx="15632">4.1299999999999999</cx:pt>
          <cx:pt idx="15633">6.6299999999999999</cx:pt>
          <cx:pt idx="15634">12.460000000000001</cx:pt>
          <cx:pt idx="15635">3.29</cx:pt>
          <cx:pt idx="15636">1.6499999999999999</cx:pt>
          <cx:pt idx="15637">6.6299999999999999</cx:pt>
          <cx:pt idx="15638">2.9500000000000002</cx:pt>
          <cx:pt idx="15639">4.1299999999999999</cx:pt>
          <cx:pt idx="15640">7.46</cx:pt>
          <cx:pt idx="15641">8.2899999999999991</cx:pt>
          <cx:pt idx="15642">4.1299999999999999</cx:pt>
          <cx:pt idx="15643">1.6299999999999999</cx:pt>
          <cx:pt idx="15644">3.29</cx:pt>
          <cx:pt idx="15645">6.6299999999999999</cx:pt>
          <cx:pt idx="15646">1.25</cx:pt>
          <cx:pt idx="15647">2.46</cx:pt>
          <cx:pt idx="15648">4.96</cx:pt>
          <cx:pt idx="15649">2.46</cx:pt>
          <cx:pt idx="15650">7.46</cx:pt>
          <cx:pt idx="15651">2.1000000000000001</cx:pt>
          <cx:pt idx="15652">0.55000000000000004</cx:pt>
          <cx:pt idx="15653">8.25</cx:pt>
          <cx:pt idx="15654">0.41999999999999998</cx:pt>
          <cx:pt idx="15655">4.9500000000000002</cx:pt>
          <cx:pt idx="15656">0.84999999999999998</cx:pt>
          <cx:pt idx="15657">0.82999999999999996</cx:pt>
          <cx:pt idx="15658">2.9500000000000002</cx:pt>
          <cx:pt idx="15659">2.9500000000000002</cx:pt>
          <cx:pt idx="15660">1.6499999999999999</cx:pt>
          <cx:pt idx="15661">0.55000000000000004</cx:pt>
          <cx:pt idx="15662">0.41999999999999998</cx:pt>
          <cx:pt idx="15663">1.6499999999999999</cx:pt>
          <cx:pt idx="15664">0.71999999999999997</cx:pt>
          <cx:pt idx="15665">6.3499999999999996</cx:pt>
          <cx:pt idx="15666">2.9500000000000002</cx:pt>
          <cx:pt idx="15667">4.1500000000000004</cx:pt>
          <cx:pt idx="15668">1.6499999999999999</cx:pt>
          <cx:pt idx="15669">7.9500000000000002</cx:pt>
          <cx:pt idx="15670">8.25</cx:pt>
          <cx:pt idx="15671">1.6499999999999999</cx:pt>
          <cx:pt idx="15672">0.84999999999999998</cx:pt>
          <cx:pt idx="15673">2.0800000000000001</cx:pt>
          <cx:pt idx="15674">2.9500000000000002</cx:pt>
          <cx:pt idx="15675">12.75</cx:pt>
          <cx:pt idx="15676">2.9500000000000002</cx:pt>
          <cx:pt idx="15677">3.75</cx:pt>
          <cx:pt idx="15678">0.41999999999999998</cx:pt>
          <cx:pt idx="15679">1.25</cx:pt>
          <cx:pt idx="15680">12.75</cx:pt>
          <cx:pt idx="15681">1.6499999999999999</cx:pt>
          <cx:pt idx="15682">2.9500000000000002</cx:pt>
          <cx:pt idx="15683">0.55000000000000004</cx:pt>
          <cx:pt idx="15684">2.5499999999999998</cx:pt>
          <cx:pt idx="15685">2.9500000000000002</cx:pt>
          <cx:pt idx="15686">8.5</cx:pt>
          <cx:pt idx="15687">3.75</cx:pt>
          <cx:pt idx="15688">0.84999999999999998</cx:pt>
          <cx:pt idx="15689">0.65000000000000002</cx:pt>
          <cx:pt idx="15690">2.9500000000000002</cx:pt>
          <cx:pt idx="15691">7.9500000000000002</cx:pt>
          <cx:pt idx="15692">4.9500000000000002</cx:pt>
          <cx:pt idx="15693">7.9500000000000002</cx:pt>
          <cx:pt idx="15694">14.949999999999999</cx:pt>
          <cx:pt idx="15695">1.49</cx:pt>
          <cx:pt idx="15696">2.9500000000000002</cx:pt>
          <cx:pt idx="15697">1.6499999999999999</cx:pt>
          <cx:pt idx="15698">2.0800000000000001</cx:pt>
          <cx:pt idx="15699">2.0800000000000001</cx:pt>
          <cx:pt idx="15700">1.25</cx:pt>
          <cx:pt idx="15701">1.25</cx:pt>
          <cx:pt idx="15702">1.6499999999999999</cx:pt>
          <cx:pt idx="15703">1.6499999999999999</cx:pt>
          <cx:pt idx="15704">0.84999999999999998</cx:pt>
          <cx:pt idx="15705">8.5</cx:pt>
          <cx:pt idx="15706">4.9500000000000002</cx:pt>
          <cx:pt idx="15707">2.0800000000000001</cx:pt>
          <cx:pt idx="15708">0.82999999999999996</cx:pt>
          <cx:pt idx="15709">3.75</cx:pt>
          <cx:pt idx="15710">0.84999999999999998</cx:pt>
          <cx:pt idx="15711">2.9500000000000002</cx:pt>
          <cx:pt idx="15712">2.1000000000000001</cx:pt>
          <cx:pt idx="15713">2.9500000000000002</cx:pt>
          <cx:pt idx="15714">2.0800000000000001</cx:pt>
          <cx:pt idx="15715">2.9500000000000002</cx:pt>
          <cx:pt idx="15716">0.55000000000000004</cx:pt>
          <cx:pt idx="15717">2.5499999999999998</cx:pt>
          <cx:pt idx="15718">1.25</cx:pt>
          <cx:pt idx="15719">0.41999999999999998</cx:pt>
          <cx:pt idx="15720">1.25</cx:pt>
          <cx:pt idx="15721">1.95</cx:pt>
          <cx:pt idx="15722">0.84999999999999998</cx:pt>
          <cx:pt idx="15723">4.9500000000000002</cx:pt>
          <cx:pt idx="15724">1.6499999999999999</cx:pt>
          <cx:pt idx="15725">12.75</cx:pt>
          <cx:pt idx="15726">1.6499999999999999</cx:pt>
          <cx:pt idx="15727">8.5</cx:pt>
          <cx:pt idx="15728">8.5</cx:pt>
          <cx:pt idx="15729">8.25</cx:pt>
          <cx:pt idx="15730">1.6499999999999999</cx:pt>
          <cx:pt idx="15731">0.82999999999999996</cx:pt>
          <cx:pt idx="15732">2.9500000000000002</cx:pt>
          <cx:pt idx="15733">0.41999999999999998</cx:pt>
          <cx:pt idx="15734">0.65000000000000002</cx:pt>
          <cx:pt idx="15735">0.55000000000000004</cx:pt>
          <cx:pt idx="15736">0.65000000000000002</cx:pt>
          <cx:pt idx="15737">5.79</cx:pt>
          <cx:pt idx="15738">0.82999999999999996</cx:pt>
          <cx:pt idx="15739">4.1299999999999999</cx:pt>
          <cx:pt idx="15740">2.46</cx:pt>
          <cx:pt idx="15741">5.79</cx:pt>
          <cx:pt idx="15742">5.79</cx:pt>
          <cx:pt idx="15743">9.9600000000000009</cx:pt>
          <cx:pt idx="15744">1.25</cx:pt>
          <cx:pt idx="15745">0.82999999999999996</cx:pt>
          <cx:pt idx="15746">1.25</cx:pt>
          <cx:pt idx="15747">5.79</cx:pt>
          <cx:pt idx="15748">3.29</cx:pt>
          <cx:pt idx="15749">0.82999999999999996</cx:pt>
          <cx:pt idx="15750">0.82999999999999996</cx:pt>
          <cx:pt idx="15751">2.46</cx:pt>
          <cx:pt idx="15752">0.82999999999999996</cx:pt>
          <cx:pt idx="15753">2.46</cx:pt>
          <cx:pt idx="15754">1.25</cx:pt>
          <cx:pt idx="15755">1.6299999999999999</cx:pt>
          <cx:pt idx="15756">1.6299999999999999</cx:pt>
          <cx:pt idx="15757">1.6499999999999999</cx:pt>
          <cx:pt idx="15758">0.82999999999999996</cx:pt>
          <cx:pt idx="15759">4.6500000000000004</cx:pt>
          <cx:pt idx="15760">1.45</cx:pt>
          <cx:pt idx="15761">1.45</cx:pt>
          <cx:pt idx="15762">0.41999999999999998</cx:pt>
          <cx:pt idx="15763">2.9500000000000002</cx:pt>
          <cx:pt idx="15764">1.6499999999999999</cx:pt>
          <cx:pt idx="15765">2.0800000000000001</cx:pt>
          <cx:pt idx="15766">6.75</cx:pt>
          <cx:pt idx="15767">1.0600000000000001</cx:pt>
          <cx:pt idx="15768">2.9500000000000002</cx:pt>
          <cx:pt idx="15769">1.6499999999999999</cx:pt>
          <cx:pt idx="15770">8.5</cx:pt>
          <cx:pt idx="15771">2.9500000000000002</cx:pt>
          <cx:pt idx="15772">0.55000000000000004</cx:pt>
          <cx:pt idx="15773">0.84999999999999998</cx:pt>
          <cx:pt idx="15774">6.75</cx:pt>
          <cx:pt idx="15775">6.75</cx:pt>
          <cx:pt idx="15776">7.9500000000000002</cx:pt>
          <cx:pt idx="15777">2.9500000000000002</cx:pt>
          <cx:pt idx="15778">12.75</cx:pt>
          <cx:pt idx="15779">0.65000000000000002</cx:pt>
          <cx:pt idx="15780">7.9500000000000002</cx:pt>
          <cx:pt idx="15781">1.45</cx:pt>
          <cx:pt idx="15782">1.25</cx:pt>
          <cx:pt idx="15783">1.6499999999999999</cx:pt>
          <cx:pt idx="15784">0.41999999999999998</cx:pt>
          <cx:pt idx="15785">1.6499999999999999</cx:pt>
          <cx:pt idx="15786">2.1000000000000001</cx:pt>
          <cx:pt idx="15787">2.9500000000000002</cx:pt>
          <cx:pt idx="15788">0.65000000000000002</cx:pt>
          <cx:pt idx="15789">0.65000000000000002</cx:pt>
          <cx:pt idx="15790">7.9500000000000002</cx:pt>
          <cx:pt idx="15791">8.5</cx:pt>
          <cx:pt idx="15792">2.9500000000000002</cx:pt>
          <cx:pt idx="15793">8.5</cx:pt>
          <cx:pt idx="15794">1.25</cx:pt>
          <cx:pt idx="15795">1.25</cx:pt>
          <cx:pt idx="15796">1.25</cx:pt>
          <cx:pt idx="15797">1.25</cx:pt>
          <cx:pt idx="15798">1.25</cx:pt>
          <cx:pt idx="15799">0.55000000000000004</cx:pt>
          <cx:pt idx="15800">9.9499999999999993</cx:pt>
          <cx:pt idx="15801">12.75</cx:pt>
          <cx:pt idx="15802">2.0800000000000001</cx:pt>
          <cx:pt idx="15803">1.95</cx:pt>
          <cx:pt idx="15804">6.75</cx:pt>
          <cx:pt idx="15805">2.1000000000000001</cx:pt>
          <cx:pt idx="15806">1.0600000000000001</cx:pt>
          <cx:pt idx="15807">0.55000000000000004</cx:pt>
          <cx:pt idx="15808">0.84999999999999998</cx:pt>
          <cx:pt idx="15809">2.0800000000000001</cx:pt>
          <cx:pt idx="15810">12.75</cx:pt>
          <cx:pt idx="15811">2.0800000000000001</cx:pt>
          <cx:pt idx="15812">7.9500000000000002</cx:pt>
          <cx:pt idx="15813">8.5</cx:pt>
          <cx:pt idx="15814">0.84999999999999998</cx:pt>
          <cx:pt idx="15815">1.6499999999999999</cx:pt>
          <cx:pt idx="15816">7.9500000000000002</cx:pt>
          <cx:pt idx="15817">7.9500000000000002</cx:pt>
          <cx:pt idx="15818">7.9500000000000002</cx:pt>
          <cx:pt idx="15819">2.1000000000000001</cx:pt>
          <cx:pt idx="15820">2.9500000000000002</cx:pt>
          <cx:pt idx="15821">1.25</cx:pt>
          <cx:pt idx="15822">1.25</cx:pt>
          <cx:pt idx="15823">7.9500000000000002</cx:pt>
          <cx:pt idx="15824">7.9500000000000002</cx:pt>
          <cx:pt idx="15825">2.5499999999999998</cx:pt>
          <cx:pt idx="15826">1.25</cx:pt>
          <cx:pt idx="15827">1.25</cx:pt>
          <cx:pt idx="15828">8.25</cx:pt>
          <cx:pt idx="15829">12.75</cx:pt>
          <cx:pt idx="15830">2.9500000000000002</cx:pt>
          <cx:pt idx="15831">8.5</cx:pt>
          <cx:pt idx="15832">1.25</cx:pt>
          <cx:pt idx="15833">0.55000000000000004</cx:pt>
          <cx:pt idx="15834">0.84999999999999998</cx:pt>
          <cx:pt idx="15835">2.9500000000000002</cx:pt>
          <cx:pt idx="15836">1.25</cx:pt>
          <cx:pt idx="15837">4.9500000000000002</cx:pt>
          <cx:pt idx="15838">6.3499999999999996</cx:pt>
          <cx:pt idx="15839">2.0800000000000001</cx:pt>
          <cx:pt idx="15840">2.1000000000000001</cx:pt>
          <cx:pt idx="15841">2.1000000000000001</cx:pt>
          <cx:pt idx="15842">6.75</cx:pt>
          <cx:pt idx="15843">1.6499999999999999</cx:pt>
          <cx:pt idx="15844">0.55000000000000004</cx:pt>
          <cx:pt idx="15845">0.82999999999999996</cx:pt>
          <cx:pt idx="15846">2.25</cx:pt>
          <cx:pt idx="15847">2.25</cx:pt>
          <cx:pt idx="15848">2.9500000000000002</cx:pt>
          <cx:pt idx="15849">2.9500000000000002</cx:pt>
          <cx:pt idx="15850">14.949999999999999</cx:pt>
          <cx:pt idx="15851">2.9500000000000002</cx:pt>
          <cx:pt idx="15852">7.9500000000000002</cx:pt>
          <cx:pt idx="15853">9.9499999999999993</cx:pt>
          <cx:pt idx="15854">6.3499999999999996</cx:pt>
          <cx:pt idx="15855">2.0800000000000001</cx:pt>
          <cx:pt idx="15856">0.41999999999999998</cx:pt>
          <cx:pt idx="15857">1.25</cx:pt>
          <cx:pt idx="15858">1.45</cx:pt>
          <cx:pt idx="15859">1.25</cx:pt>
          <cx:pt idx="15860">7.9500000000000002</cx:pt>
          <cx:pt idx="15861">1.25</cx:pt>
          <cx:pt idx="15862">1.25</cx:pt>
          <cx:pt idx="15863">2.9500000000000002</cx:pt>
          <cx:pt idx="15864">2.9500000000000002</cx:pt>
          <cx:pt idx="15865">1.6499999999999999</cx:pt>
          <cx:pt idx="15866">9.9499999999999993</cx:pt>
          <cx:pt idx="15867">1.45</cx:pt>
          <cx:pt idx="15868">1.25</cx:pt>
          <cx:pt idx="15869">0.41999999999999998</cx:pt>
          <cx:pt idx="15870">0.41999999999999998</cx:pt>
          <cx:pt idx="15871">0.41999999999999998</cx:pt>
          <cx:pt idx="15872">0.82999999999999996</cx:pt>
          <cx:pt idx="15873">1.25</cx:pt>
          <cx:pt idx="15874">0.84999999999999998</cx:pt>
          <cx:pt idx="15875">2.9500000000000002</cx:pt>
          <cx:pt idx="15876">7.9500000000000002</cx:pt>
          <cx:pt idx="15877">7.9500000000000002</cx:pt>
          <cx:pt idx="15878">1.25</cx:pt>
          <cx:pt idx="15879">1.25</cx:pt>
          <cx:pt idx="15880">1.45</cx:pt>
          <cx:pt idx="15881">0.41999999999999998</cx:pt>
          <cx:pt idx="15882">1.45</cx:pt>
          <cx:pt idx="15883">0.41999999999999998</cx:pt>
          <cx:pt idx="15884">1.6499999999999999</cx:pt>
          <cx:pt idx="15885">1.6499999999999999</cx:pt>
          <cx:pt idx="15886">0.65000000000000002</cx:pt>
          <cx:pt idx="15887">8.5</cx:pt>
          <cx:pt idx="15888">2.9500000000000002</cx:pt>
          <cx:pt idx="15889">0.41999999999999998</cx:pt>
          <cx:pt idx="15890">2.1000000000000001</cx:pt>
          <cx:pt idx="15891">0.41999999999999998</cx:pt>
          <cx:pt idx="15892">2.9500000000000002</cx:pt>
          <cx:pt idx="15893">1.45</cx:pt>
          <cx:pt idx="15894">1.0600000000000001</cx:pt>
          <cx:pt idx="15895">1.45</cx:pt>
          <cx:pt idx="15896">0.84999999999999998</cx:pt>
          <cx:pt idx="15897">2.5499999999999998</cx:pt>
          <cx:pt idx="15898">7.9500000000000002</cx:pt>
          <cx:pt idx="15899">2.0800000000000001</cx:pt>
          <cx:pt idx="15900">1.25</cx:pt>
          <cx:pt idx="15901">0.41999999999999998</cx:pt>
          <cx:pt idx="15902">0.84999999999999998</cx:pt>
          <cx:pt idx="15903">2.9500000000000002</cx:pt>
          <cx:pt idx="15904">0.41999999999999998</cx:pt>
          <cx:pt idx="15905">2.0800000000000001</cx:pt>
          <cx:pt idx="15906">2.9500000000000002</cx:pt>
          <cx:pt idx="15907">8.25</cx:pt>
          <cx:pt idx="15908">0.84999999999999998</cx:pt>
          <cx:pt idx="15909">2.1000000000000001</cx:pt>
          <cx:pt idx="15910">2.1000000000000001</cx:pt>
          <cx:pt idx="15911">6.75</cx:pt>
          <cx:pt idx="15912">1.45</cx:pt>
          <cx:pt idx="15913">0.41999999999999998</cx:pt>
          <cx:pt idx="15914">7.9500000000000002</cx:pt>
          <cx:pt idx="15915">7.9500000000000002</cx:pt>
          <cx:pt idx="15916">0.65000000000000002</cx:pt>
          <cx:pt idx="15917">7.9500000000000002</cx:pt>
          <cx:pt idx="15918">7.9500000000000002</cx:pt>
          <cx:pt idx="15919">0.65000000000000002</cx:pt>
          <cx:pt idx="15920">2.9500000000000002</cx:pt>
          <cx:pt idx="15921">12.75</cx:pt>
          <cx:pt idx="15922">1.45</cx:pt>
          <cx:pt idx="15923">14.949999999999999</cx:pt>
          <cx:pt idx="15924">1.25</cx:pt>
          <cx:pt idx="15925">4.6500000000000004</cx:pt>
          <cx:pt idx="15926">1.6499999999999999</cx:pt>
          <cx:pt idx="15927">2.0800000000000001</cx:pt>
          <cx:pt idx="15928">6.3499999999999996</cx:pt>
          <cx:pt idx="15929">12.75</cx:pt>
          <cx:pt idx="15930">1.6499999999999999</cx:pt>
          <cx:pt idx="15931">0.55000000000000004</cx:pt>
          <cx:pt idx="15932">0.84999999999999998</cx:pt>
          <cx:pt idx="15933">0.41999999999999998</cx:pt>
          <cx:pt idx="15934">1.45</cx:pt>
          <cx:pt idx="15935">4.9500000000000002</cx:pt>
          <cx:pt idx="15936">1.95</cx:pt>
          <cx:pt idx="15937">2.0800000000000001</cx:pt>
          <cx:pt idx="15938">0.55000000000000004</cx:pt>
          <cx:pt idx="15939">1.6499999999999999</cx:pt>
          <cx:pt idx="15940">0.84999999999999998</cx:pt>
          <cx:pt idx="15941">1.95</cx:pt>
          <cx:pt idx="15942">2.9500000000000002</cx:pt>
          <cx:pt idx="15943">24.960000000000001</cx:pt>
          <cx:pt idx="15944">0.82999999999999996</cx:pt>
          <cx:pt idx="15945">2.1000000000000001</cx:pt>
          <cx:pt idx="15946">2.46</cx:pt>
          <cx:pt idx="15947">0.82999999999999996</cx:pt>
          <cx:pt idx="15948">2.46</cx:pt>
          <cx:pt idx="15949">0.82999999999999996</cx:pt>
          <cx:pt idx="15950">1.45</cx:pt>
          <cx:pt idx="15951">2.9500000000000002</cx:pt>
          <cx:pt idx="15952">5.79</cx:pt>
          <cx:pt idx="15953">5.79</cx:pt>
          <cx:pt idx="15954">2.46</cx:pt>
          <cx:pt idx="15955">4.96</cx:pt>
          <cx:pt idx="15956">1.6299999999999999</cx:pt>
          <cx:pt idx="15957">2.46</cx:pt>
          <cx:pt idx="15958">4.1299999999999999</cx:pt>
          <cx:pt idx="15959">2.46</cx:pt>
          <cx:pt idx="15960">15.789999999999999</cx:pt>
          <cx:pt idx="15961">4.1299999999999999</cx:pt>
          <cx:pt idx="15962">4.1299999999999999</cx:pt>
          <cx:pt idx="15963">1.6299999999999999</cx:pt>
          <cx:pt idx="15964">3.29</cx:pt>
          <cx:pt idx="15965">0.82999999999999996</cx:pt>
          <cx:pt idx="15966">4.6500000000000004</cx:pt>
          <cx:pt idx="15967">1.25</cx:pt>
          <cx:pt idx="15968">0.84999999999999998</cx:pt>
          <cx:pt idx="15969">7.46</cx:pt>
          <cx:pt idx="15970">24.960000000000001</cx:pt>
          <cx:pt idx="15971">3.29</cx:pt>
          <cx:pt idx="15972">4.1299999999999999</cx:pt>
          <cx:pt idx="15973">4.1299999999999999</cx:pt>
          <cx:pt idx="15974">5.79</cx:pt>
          <cx:pt idx="15975">2.46</cx:pt>
          <cx:pt idx="15976">4.1299999999999999</cx:pt>
          <cx:pt idx="15977">5.79</cx:pt>
          <cx:pt idx="15978">5.79</cx:pt>
          <cx:pt idx="15979">2.46</cx:pt>
          <cx:pt idx="15980">0.41999999999999998</cx:pt>
          <cx:pt idx="15981">0.82999999999999996</cx:pt>
          <cx:pt idx="15982">4.96</cx:pt>
          <cx:pt idx="15983">9.1300000000000008</cx:pt>
          <cx:pt idx="15984">2.46</cx:pt>
          <cx:pt idx="15985">1.25</cx:pt>
          <cx:pt idx="15986">2.46</cx:pt>
          <cx:pt idx="15987">0.82999999999999996</cx:pt>
          <cx:pt idx="15988">1.6299999999999999</cx:pt>
          <cx:pt idx="15989">5.79</cx:pt>
          <cx:pt idx="15990">24.960000000000001</cx:pt>
          <cx:pt idx="15991">2.46</cx:pt>
          <cx:pt idx="15992">0.82999999999999996</cx:pt>
          <cx:pt idx="15993">2.46</cx:pt>
          <cx:pt idx="15994">9.1300000000000008</cx:pt>
          <cx:pt idx="15995">0.82999999999999996</cx:pt>
          <cx:pt idx="15996">7.46</cx:pt>
          <cx:pt idx="15997">4.96</cx:pt>
          <cx:pt idx="15998">16.629999999999999</cx:pt>
          <cx:pt idx="15999">24.960000000000001</cx:pt>
          <cx:pt idx="16000">4.96</cx:pt>
          <cx:pt idx="16001">3.29</cx:pt>
          <cx:pt idx="16002">0.82999999999999996</cx:pt>
          <cx:pt idx="16003">2.1000000000000001</cx:pt>
          <cx:pt idx="16004">12.75</cx:pt>
          <cx:pt idx="16005">2.0800000000000001</cx:pt>
          <cx:pt idx="16006">1.45</cx:pt>
          <cx:pt idx="16007">4.1500000000000004</cx:pt>
          <cx:pt idx="16008">14.949999999999999</cx:pt>
          <cx:pt idx="16009">2.1000000000000001</cx:pt>
          <cx:pt idx="16010">1.6499999999999999</cx:pt>
          <cx:pt idx="16011">0.84999999999999998</cx:pt>
          <cx:pt idx="16012">2.9500000000000002</cx:pt>
          <cx:pt idx="16013">6.3499999999999996</cx:pt>
          <cx:pt idx="16014">1.6499999999999999</cx:pt>
          <cx:pt idx="16015">1.6499999999999999</cx:pt>
          <cx:pt idx="16016">0.84999999999999998</cx:pt>
          <cx:pt idx="16017">7.9500000000000002</cx:pt>
          <cx:pt idx="16018">0.41999999999999998</cx:pt>
          <cx:pt idx="16019">2.0800000000000001</cx:pt>
          <cx:pt idx="16020">2.25</cx:pt>
          <cx:pt idx="16021">1.6499999999999999</cx:pt>
          <cx:pt idx="16022">0.65000000000000002</cx:pt>
          <cx:pt idx="16023">6.75</cx:pt>
          <cx:pt idx="16024">2.9500000000000002</cx:pt>
          <cx:pt idx="16025">6.75</cx:pt>
          <cx:pt idx="16026">2.1000000000000001</cx:pt>
          <cx:pt idx="16027">1.6499999999999999</cx:pt>
          <cx:pt idx="16028">2.9500000000000002</cx:pt>
          <cx:pt idx="16029">1.45</cx:pt>
          <cx:pt idx="16030">2.5499999999999998</cx:pt>
          <cx:pt idx="16031">0.41999999999999998</cx:pt>
          <cx:pt idx="16032">12.75</cx:pt>
          <cx:pt idx="16033">1.25</cx:pt>
          <cx:pt idx="16034">1.6499999999999999</cx:pt>
          <cx:pt idx="16035">2.9500000000000002</cx:pt>
          <cx:pt idx="16036">0.41999999999999998</cx:pt>
          <cx:pt idx="16037">2.1000000000000001</cx:pt>
          <cx:pt idx="16038">1.6499999999999999</cx:pt>
          <cx:pt idx="16039">7.9500000000000002</cx:pt>
          <cx:pt idx="16040">7.9500000000000002</cx:pt>
          <cx:pt idx="16041">3.75</cx:pt>
          <cx:pt idx="16042">6.75</cx:pt>
          <cx:pt idx="16043">2.9500000000000002</cx:pt>
          <cx:pt idx="16044">4.9500000000000002</cx:pt>
          <cx:pt idx="16045">1.45</cx:pt>
          <cx:pt idx="16046">2.9500000000000002</cx:pt>
          <cx:pt idx="16047">1.25</cx:pt>
          <cx:pt idx="16048">2.9500000000000002</cx:pt>
          <cx:pt idx="16049">0.55000000000000004</cx:pt>
          <cx:pt idx="16050">2.5499999999999998</cx:pt>
          <cx:pt idx="16051">2.5499999999999998</cx:pt>
          <cx:pt idx="16052">0.55000000000000004</cx:pt>
          <cx:pt idx="16053">7.9500000000000002</cx:pt>
          <cx:pt idx="16054">0.55000000000000004</cx:pt>
          <cx:pt idx="16055">7.9500000000000002</cx:pt>
          <cx:pt idx="16056">0.65000000000000002</cx:pt>
          <cx:pt idx="16057">7.9500000000000002</cx:pt>
          <cx:pt idx="16058">2.1000000000000001</cx:pt>
          <cx:pt idx="16059">1.45</cx:pt>
          <cx:pt idx="16060">1.25</cx:pt>
          <cx:pt idx="16061">0.41999999999999998</cx:pt>
          <cx:pt idx="16062">1.25</cx:pt>
          <cx:pt idx="16063">0.55000000000000004</cx:pt>
          <cx:pt idx="16064">4.9500000000000002</cx:pt>
          <cx:pt idx="16065">2.9500000000000002</cx:pt>
          <cx:pt idx="16066">2.9500000000000002</cx:pt>
          <cx:pt idx="16067">0.65000000000000002</cx:pt>
          <cx:pt idx="16068">8.5</cx:pt>
          <cx:pt idx="16069">1.95</cx:pt>
          <cx:pt idx="16070">1.6499999999999999</cx:pt>
          <cx:pt idx="16071">2.0800000000000001</cx:pt>
          <cx:pt idx="16072">0.65000000000000002</cx:pt>
          <cx:pt idx="16073">2.9500000000000002</cx:pt>
          <cx:pt idx="16074">1.25</cx:pt>
          <cx:pt idx="16075">2.0800000000000001</cx:pt>
          <cx:pt idx="16076">2.9500000000000002</cx:pt>
          <cx:pt idx="16077">8.5</cx:pt>
          <cx:pt idx="16078">1.6499999999999999</cx:pt>
          <cx:pt idx="16079">3.75</cx:pt>
          <cx:pt idx="16080">1.6499999999999999</cx:pt>
          <cx:pt idx="16081">2.0800000000000001</cx:pt>
          <cx:pt idx="16082">12.75</cx:pt>
          <cx:pt idx="16083">0.55000000000000004</cx:pt>
          <cx:pt idx="16084">0.41999999999999998</cx:pt>
          <cx:pt idx="16085">1.6499999999999999</cx:pt>
          <cx:pt idx="16086">2.1000000000000001</cx:pt>
          <cx:pt idx="16087">4.6500000000000004</cx:pt>
          <cx:pt idx="16088">0.55000000000000004</cx:pt>
          <cx:pt idx="16089">2.9500000000000002</cx:pt>
          <cx:pt idx="16090">1.6499999999999999</cx:pt>
          <cx:pt idx="16091">0.55000000000000004</cx:pt>
          <cx:pt idx="16092">1.25</cx:pt>
          <cx:pt idx="16093">7.9500000000000002</cx:pt>
          <cx:pt idx="16094">1.25</cx:pt>
          <cx:pt idx="16095">7.9500000000000002</cx:pt>
          <cx:pt idx="16096">0.41999999999999998</cx:pt>
          <cx:pt idx="16097">1.25</cx:pt>
          <cx:pt idx="16098">12.75</cx:pt>
          <cx:pt idx="16099">1.45</cx:pt>
          <cx:pt idx="16100">1.45</cx:pt>
          <cx:pt idx="16101">1.45</cx:pt>
          <cx:pt idx="16102">1.6499999999999999</cx:pt>
          <cx:pt idx="16103">0.84999999999999998</cx:pt>
          <cx:pt idx="16104">2.9500000000000002</cx:pt>
          <cx:pt idx="16105">4.1500000000000004</cx:pt>
          <cx:pt idx="16106">0.55000000000000004</cx:pt>
          <cx:pt idx="16107">1.6499999999999999</cx:pt>
          <cx:pt idx="16108">2.1000000000000001</cx:pt>
          <cx:pt idx="16109">0.55000000000000004</cx:pt>
          <cx:pt idx="16110">1.45</cx:pt>
          <cx:pt idx="16111">7.6500000000000004</cx:pt>
          <cx:pt idx="16112">1.6499999999999999</cx:pt>
          <cx:pt idx="16113">1.45</cx:pt>
          <cx:pt idx="16114">1.6499999999999999</cx:pt>
          <cx:pt idx="16115">2.1000000000000001</cx:pt>
          <cx:pt idx="16116">2.1000000000000001</cx:pt>
          <cx:pt idx="16117">2.1000000000000001</cx:pt>
          <cx:pt idx="16118">2.25</cx:pt>
          <cx:pt idx="16119">1.25</cx:pt>
          <cx:pt idx="16120">0.55000000000000004</cx:pt>
          <cx:pt idx="16121">2.0800000000000001</cx:pt>
          <cx:pt idx="16122">2.9500000000000002</cx:pt>
          <cx:pt idx="16123">4.1500000000000004</cx:pt>
          <cx:pt idx="16124">0.84999999999999998</cx:pt>
          <cx:pt idx="16125">0.55000000000000004</cx:pt>
          <cx:pt idx="16126">1.6499999999999999</cx:pt>
          <cx:pt idx="16127">2.9500000000000002</cx:pt>
          <cx:pt idx="16128">0.84999999999999998</cx:pt>
          <cx:pt idx="16129">7.9500000000000002</cx:pt>
          <cx:pt idx="16130">4.9500000000000002</cx:pt>
          <cx:pt idx="16131">7.9500000000000002</cx:pt>
          <cx:pt idx="16132">0.28999999999999998</cx:pt>
          <cx:pt idx="16133">7.9500000000000002</cx:pt>
          <cx:pt idx="16134">2.5499999999999998</cx:pt>
          <cx:pt idx="16135">0.84999999999999998</cx:pt>
          <cx:pt idx="16136">2.1000000000000001</cx:pt>
          <cx:pt idx="16137">2.46</cx:pt>
          <cx:pt idx="16138">0.82999999999999996</cx:pt>
          <cx:pt idx="16139">3.29</cx:pt>
          <cx:pt idx="16140">1.25</cx:pt>
          <cx:pt idx="16141">2.46</cx:pt>
          <cx:pt idx="16142">0.82999999999999996</cx:pt>
          <cx:pt idx="16143">5.79</cx:pt>
          <cx:pt idx="16144">0.41999999999999998</cx:pt>
          <cx:pt idx="16145">0.82999999999999996</cx:pt>
          <cx:pt idx="16146">1.6299999999999999</cx:pt>
          <cx:pt idx="16147">3.29</cx:pt>
          <cx:pt idx="16148">0.82999999999999996</cx:pt>
          <cx:pt idx="16149">4.1299999999999999</cx:pt>
          <cx:pt idx="16150">4.1299999999999999</cx:pt>
          <cx:pt idx="16151">1.6499999999999999</cx:pt>
          <cx:pt idx="16152">1.6299999999999999</cx:pt>
          <cx:pt idx="16153">3.75</cx:pt>
          <cx:pt idx="16154">9.9499999999999993</cx:pt>
          <cx:pt idx="16155">2.9500000000000002</cx:pt>
          <cx:pt idx="16156">2.9500000000000002</cx:pt>
          <cx:pt idx="16157">1.6499999999999999</cx:pt>
          <cx:pt idx="16158">2.1000000000000001</cx:pt>
          <cx:pt idx="16159">5.79</cx:pt>
          <cx:pt idx="16160">0.82999999999999996</cx:pt>
          <cx:pt idx="16161">4.1299999999999999</cx:pt>
          <cx:pt idx="16162">5.79</cx:pt>
          <cx:pt idx="16163">0.82999999999999996</cx:pt>
          <cx:pt idx="16164">0.82999999999999996</cx:pt>
          <cx:pt idx="16165">15.789999999999999</cx:pt>
          <cx:pt idx="16166">1.25</cx:pt>
          <cx:pt idx="16167">2.46</cx:pt>
          <cx:pt idx="16168">0.82999999999999996</cx:pt>
          <cx:pt idx="16169">24.960000000000001</cx:pt>
          <cx:pt idx="16170">10.789999999999999</cx:pt>
          <cx:pt idx="16171">5.79</cx:pt>
          <cx:pt idx="16172">2.46</cx:pt>
          <cx:pt idx="16173">0.82999999999999996</cx:pt>
          <cx:pt idx="16174">4.1299999999999999</cx:pt>
          <cx:pt idx="16175">2.0800000000000001</cx:pt>
          <cx:pt idx="16176">2.46</cx:pt>
          <cx:pt idx="16177">5.79</cx:pt>
          <cx:pt idx="16178">1.25</cx:pt>
          <cx:pt idx="16179">1.6499999999999999</cx:pt>
          <cx:pt idx="16180">1.6299999999999999</cx:pt>
          <cx:pt idx="16181">3.29</cx:pt>
          <cx:pt idx="16182">1.6299999999999999</cx:pt>
          <cx:pt idx="16183">4.1299999999999999</cx:pt>
          <cx:pt idx="16184">0.82999999999999996</cx:pt>
          <cx:pt idx="16185">5.79</cx:pt>
          <cx:pt idx="16186">2.0800000000000001</cx:pt>
          <cx:pt idx="16187">0.82999999999999996</cx:pt>
          <cx:pt idx="16188">9.9600000000000009</cx:pt>
          <cx:pt idx="16189">3.29</cx:pt>
          <cx:pt idx="16190">15.789999999999999</cx:pt>
          <cx:pt idx="16191">3.29</cx:pt>
          <cx:pt idx="16192">2.0800000000000001</cx:pt>
          <cx:pt idx="16193">24.960000000000001</cx:pt>
          <cx:pt idx="16194">2.46</cx:pt>
          <cx:pt idx="16195">0.82999999999999996</cx:pt>
          <cx:pt idx="16196">2.1000000000000001</cx:pt>
          <cx:pt idx="16197">8.25</cx:pt>
          <cx:pt idx="16198">1.6499999999999999</cx:pt>
          <cx:pt idx="16199">7.9500000000000002</cx:pt>
          <cx:pt idx="16200">2.9500000000000002</cx:pt>
          <cx:pt idx="16201">0.28999999999999998</cx:pt>
          <cx:pt idx="16202">1.6499999999999999</cx:pt>
          <cx:pt idx="16203">7.9500000000000002</cx:pt>
          <cx:pt idx="16204">1.6499999999999999</cx:pt>
          <cx:pt idx="16205">2.1000000000000001</cx:pt>
          <cx:pt idx="16206">2.0800000000000001</cx:pt>
          <cx:pt idx="16207">2.0800000000000001</cx:pt>
          <cx:pt idx="16208">2.9500000000000002</cx:pt>
          <cx:pt idx="16209">2.0800000000000001</cx:pt>
          <cx:pt idx="16210">0.65000000000000002</cx:pt>
          <cx:pt idx="16211">1.25</cx:pt>
          <cx:pt idx="16212">1.6499999999999999</cx:pt>
          <cx:pt idx="16213">2.9500000000000002</cx:pt>
          <cx:pt idx="16214">0.65000000000000002</cx:pt>
          <cx:pt idx="16215">0.84999999999999998</cx:pt>
          <cx:pt idx="16216">0.84999999999999998</cx:pt>
          <cx:pt idx="16217">2.0800000000000001</cx:pt>
          <cx:pt idx="16218">2.9500000000000002</cx:pt>
          <cx:pt idx="16219">12.75</cx:pt>
          <cx:pt idx="16220">2.0800000000000001</cx:pt>
          <cx:pt idx="16221">2.5499999999999998</cx:pt>
          <cx:pt idx="16222">2.25</cx:pt>
          <cx:pt idx="16223">2.25</cx:pt>
          <cx:pt idx="16224">2.1000000000000001</cx:pt>
          <cx:pt idx="16225">7.6500000000000004</cx:pt>
          <cx:pt idx="16226">0.65000000000000002</cx:pt>
          <cx:pt idx="16227">2.5499999999999998</cx:pt>
          <cx:pt idx="16228">2.1000000000000001</cx:pt>
          <cx:pt idx="16229">2.9500000000000002</cx:pt>
          <cx:pt idx="16230">1.45</cx:pt>
          <cx:pt idx="16231">2.0800000000000001</cx:pt>
          <cx:pt idx="16232">7.9500000000000002</cx:pt>
          <cx:pt idx="16233">0.84999999999999998</cx:pt>
          <cx:pt idx="16234">2.9500000000000002</cx:pt>
          <cx:pt idx="16235">7.9500000000000002</cx:pt>
          <cx:pt idx="16236">0.82999999999999996</cx:pt>
          <cx:pt idx="16237">2.9500000000000002</cx:pt>
          <cx:pt idx="16238">0.65000000000000002</cx:pt>
          <cx:pt idx="16239">2.0800000000000001</cx:pt>
          <cx:pt idx="16240">2.0800000000000001</cx:pt>
          <cx:pt idx="16241">0.65000000000000002</cx:pt>
          <cx:pt idx="16242">0.65000000000000002</cx:pt>
          <cx:pt idx="16243">1.25</cx:pt>
          <cx:pt idx="16244">2.9500000000000002</cx:pt>
          <cx:pt idx="16245">1.0600000000000001</cx:pt>
          <cx:pt idx="16246">1.6499999999999999</cx:pt>
          <cx:pt idx="16247">2.0800000000000001</cx:pt>
          <cx:pt idx="16248">2.0800000000000001</cx:pt>
          <cx:pt idx="16249">0.41999999999999998</cx:pt>
          <cx:pt idx="16250">0.65000000000000002</cx:pt>
          <cx:pt idx="16251">7.9500000000000002</cx:pt>
          <cx:pt idx="16252">2.9500000000000002</cx:pt>
          <cx:pt idx="16253">2.1000000000000001</cx:pt>
          <cx:pt idx="16254">2.0800000000000001</cx:pt>
          <cx:pt idx="16255">2.0800000000000001</cx:pt>
          <cx:pt idx="16256">1.6499999999999999</cx:pt>
          <cx:pt idx="16257">2.0800000000000001</cx:pt>
          <cx:pt idx="16258">12.75</cx:pt>
          <cx:pt idx="16259">6.3499999999999996</cx:pt>
          <cx:pt idx="16260">7.9500000000000002</cx:pt>
          <cx:pt idx="16261">7.9500000000000002</cx:pt>
          <cx:pt idx="16262">3.75</cx:pt>
          <cx:pt idx="16263">0.82999999999999996</cx:pt>
          <cx:pt idx="16264">8.5</cx:pt>
          <cx:pt idx="16265">1.25</cx:pt>
          <cx:pt idx="16266">1.45</cx:pt>
          <cx:pt idx="16267">2.9500000000000002</cx:pt>
          <cx:pt idx="16268">0.55000000000000004</cx:pt>
          <cx:pt idx="16269">7.9500000000000002</cx:pt>
          <cx:pt idx="16270">7.9500000000000002</cx:pt>
          <cx:pt idx="16271">7.9500000000000002</cx:pt>
          <cx:pt idx="16272">7.9500000000000002</cx:pt>
          <cx:pt idx="16273">2.9500000000000002</cx:pt>
          <cx:pt idx="16274">7.9500000000000002</cx:pt>
          <cx:pt idx="16275">0.84999999999999998</cx:pt>
          <cx:pt idx="16276">0.65000000000000002</cx:pt>
          <cx:pt idx="16277">1.45</cx:pt>
          <cx:pt idx="16278">1.25</cx:pt>
          <cx:pt idx="16279">2.9500000000000002</cx:pt>
          <cx:pt idx="16280">0.55000000000000004</cx:pt>
          <cx:pt idx="16281">0.55000000000000004</cx:pt>
          <cx:pt idx="16282">2.1000000000000001</cx:pt>
          <cx:pt idx="16283">1.6499999999999999</cx:pt>
          <cx:pt idx="16284">2.0800000000000001</cx:pt>
          <cx:pt idx="16285">2.0800000000000001</cx:pt>
          <cx:pt idx="16286">8.5</cx:pt>
          <cx:pt idx="16287">4.1500000000000004</cx:pt>
          <cx:pt idx="16288">2.5499999999999998</cx:pt>
          <cx:pt idx="16289">2.0800000000000001</cx:pt>
          <cx:pt idx="16290">2.9500000000000002</cx:pt>
          <cx:pt idx="16291">1.45</cx:pt>
          <cx:pt idx="16292">2.0800000000000001</cx:pt>
          <cx:pt idx="16293">0.65000000000000002</cx:pt>
          <cx:pt idx="16294">2.0800000000000001</cx:pt>
          <cx:pt idx="16295">3.75</cx:pt>
          <cx:pt idx="16296">0.65000000000000002</cx:pt>
          <cx:pt idx="16297">0.65000000000000002</cx:pt>
          <cx:pt idx="16298">2.0800000000000001</cx:pt>
          <cx:pt idx="16299">0.84999999999999998</cx:pt>
          <cx:pt idx="16300">7.9500000000000002</cx:pt>
          <cx:pt idx="16301">2.0800000000000001</cx:pt>
          <cx:pt idx="16302">7.9500000000000002</cx:pt>
          <cx:pt idx="16303">4.1500000000000004</cx:pt>
          <cx:pt idx="16304">0.84999999999999998</cx:pt>
          <cx:pt idx="16305">2.9500000000000002</cx:pt>
          <cx:pt idx="16306">2.0800000000000001</cx:pt>
          <cx:pt idx="16307">2.5499999999999998</cx:pt>
          <cx:pt idx="16308">2.0800000000000001</cx:pt>
          <cx:pt idx="16309">0.55000000000000004</cx:pt>
          <cx:pt idx="16310">2.9500000000000002</cx:pt>
          <cx:pt idx="16311">6.3499999999999996</cx:pt>
          <cx:pt idx="16312">2.9500000000000002</cx:pt>
          <cx:pt idx="16313">2.0800000000000001</cx:pt>
          <cx:pt idx="16314">2.5499999999999998</cx:pt>
          <cx:pt idx="16315">0.41999999999999998</cx:pt>
          <cx:pt idx="16316">2.9500000000000002</cx:pt>
          <cx:pt idx="16317">1.6499999999999999</cx:pt>
          <cx:pt idx="16318">1.6499999999999999</cx:pt>
          <cx:pt idx="16319">1.6499999999999999</cx:pt>
          <cx:pt idx="16320">7.9500000000000002</cx:pt>
          <cx:pt idx="16321">12.75</cx:pt>
          <cx:pt idx="16322">12.75</cx:pt>
          <cx:pt idx="16323">2.5499999999999998</cx:pt>
          <cx:pt idx="16324">2.5499999999999998</cx:pt>
          <cx:pt idx="16325">1.25</cx:pt>
          <cx:pt idx="16326">1.25</cx:pt>
          <cx:pt idx="16327">2.9500000000000002</cx:pt>
          <cx:pt idx="16328">2.0800000000000001</cx:pt>
          <cx:pt idx="16329">1.25</cx:pt>
          <cx:pt idx="16330">0.28999999999999998</cx:pt>
          <cx:pt idx="16331">1.6499999999999999</cx:pt>
          <cx:pt idx="16332">0.41999999999999998</cx:pt>
          <cx:pt idx="16333">2.0800000000000001</cx:pt>
          <cx:pt idx="16334">1.6499999999999999</cx:pt>
          <cx:pt idx="16335">12.75</cx:pt>
          <cx:pt idx="16336">12.75</cx:pt>
          <cx:pt idx="16337">1.25</cx:pt>
          <cx:pt idx="16338">7.9500000000000002</cx:pt>
          <cx:pt idx="16339">3.75</cx:pt>
          <cx:pt idx="16340">7.9500000000000002</cx:pt>
          <cx:pt idx="16341">2.9500000000000002</cx:pt>
          <cx:pt idx="16342">3.75</cx:pt>
          <cx:pt idx="16343">1.6499999999999999</cx:pt>
          <cx:pt idx="16344">4.1500000000000004</cx:pt>
          <cx:pt idx="16345">2.0800000000000001</cx:pt>
          <cx:pt idx="16346">0.55000000000000004</cx:pt>
          <cx:pt idx="16347">2.1000000000000001</cx:pt>
          <cx:pt idx="16348">2.1000000000000001</cx:pt>
          <cx:pt idx="16349">1.6499999999999999</cx:pt>
          <cx:pt idx="16350">8.25</cx:pt>
          <cx:pt idx="16351">7.9500000000000002</cx:pt>
          <cx:pt idx="16352">0.82999999999999996</cx:pt>
          <cx:pt idx="16353">0.41999999999999998</cx:pt>
          <cx:pt idx="16354">2.5499999999999998</cx:pt>
          <cx:pt idx="16355">2.9500000000000002</cx:pt>
          <cx:pt idx="16356">4.1500000000000004</cx:pt>
          <cx:pt idx="16357">2.25</cx:pt>
          <cx:pt idx="16358">1.25</cx:pt>
          <cx:pt idx="16359">1.6499999999999999</cx:pt>
          <cx:pt idx="16360">2.1000000000000001</cx:pt>
          <cx:pt idx="16361">0.82999999999999996</cx:pt>
          <cx:pt idx="16362">0.65000000000000002</cx:pt>
          <cx:pt idx="16363">2.0800000000000001</cx:pt>
          <cx:pt idx="16364">1.25</cx:pt>
          <cx:pt idx="16365">0.84999999999999998</cx:pt>
          <cx:pt idx="16366">1.6499999999999999</cx:pt>
          <cx:pt idx="16367">1.6499999999999999</cx:pt>
          <cx:pt idx="16368">7.9500000000000002</cx:pt>
          <cx:pt idx="16369">7.9500000000000002</cx:pt>
          <cx:pt idx="16370">7.9500000000000002</cx:pt>
          <cx:pt idx="16371">4.9500000000000002</cx:pt>
          <cx:pt idx="16372">9.9499999999999993</cx:pt>
          <cx:pt idx="16373">2.5499999999999998</cx:pt>
          <cx:pt idx="16374">1.6499999999999999</cx:pt>
          <cx:pt idx="16375">0.84999999999999998</cx:pt>
          <cx:pt idx="16376">4.9500000000000002</cx:pt>
          <cx:pt idx="16377">1.6499999999999999</cx:pt>
          <cx:pt idx="16378">2.0800000000000001</cx:pt>
          <cx:pt idx="16379">1.6499999999999999</cx:pt>
          <cx:pt idx="16380">7.9500000000000002</cx:pt>
          <cx:pt idx="16381">7.9500000000000002</cx:pt>
          <cx:pt idx="16382">1.6499999999999999</cx:pt>
          <cx:pt idx="16383">2.9500000000000002</cx:pt>
          <cx:pt idx="16384">2.5499999999999998</cx:pt>
          <cx:pt idx="16385">0.84999999999999998</cx:pt>
          <cx:pt idx="16386">2.5499999999999998</cx:pt>
          <cx:pt idx="16387">12.75</cx:pt>
          <cx:pt idx="16388">7.6500000000000004</cx:pt>
          <cx:pt idx="16389">0.84999999999999998</cx:pt>
          <cx:pt idx="16390">1.6499999999999999</cx:pt>
          <cx:pt idx="16391">0.55000000000000004</cx:pt>
          <cx:pt idx="16392">1.95</cx:pt>
          <cx:pt idx="16393">2.9500000000000002</cx:pt>
          <cx:pt idx="16394">1.45</cx:pt>
          <cx:pt idx="16395">1.25</cx:pt>
          <cx:pt idx="16396">1.6499999999999999</cx:pt>
          <cx:pt idx="16397">2.5499999999999998</cx:pt>
          <cx:pt idx="16398">6.3499999999999996</cx:pt>
          <cx:pt idx="16399">2.9500000000000002</cx:pt>
          <cx:pt idx="16400">7.9500000000000002</cx:pt>
          <cx:pt idx="16401">7.9500000000000002</cx:pt>
          <cx:pt idx="16402">7.9500000000000002</cx:pt>
          <cx:pt idx="16403">2.5499999999999998</cx:pt>
          <cx:pt idx="16404">2.0800000000000001</cx:pt>
          <cx:pt idx="16405">6.3499999999999996</cx:pt>
          <cx:pt idx="16406">0.28999999999999998</cx:pt>
          <cx:pt idx="16407">0.65000000000000002</cx:pt>
          <cx:pt idx="16408">2.9500000000000002</cx:pt>
          <cx:pt idx="16409">2.0800000000000001</cx:pt>
          <cx:pt idx="16410">1.25</cx:pt>
          <cx:pt idx="16411">0.28999999999999998</cx:pt>
          <cx:pt idx="16412">0.55000000000000004</cx:pt>
          <cx:pt idx="16413">2.9500000000000002</cx:pt>
          <cx:pt idx="16414">2.1000000000000001</cx:pt>
          <cx:pt idx="16415">1.45</cx:pt>
          <cx:pt idx="16416">2.0800000000000001</cx:pt>
          <cx:pt idx="16417">1.25</cx:pt>
          <cx:pt idx="16418">0.41999999999999998</cx:pt>
          <cx:pt idx="16419">2.1000000000000001</cx:pt>
          <cx:pt idx="16420">7.9500000000000002</cx:pt>
          <cx:pt idx="16421">2.1000000000000001</cx:pt>
          <cx:pt idx="16422">7.6500000000000004</cx:pt>
          <cx:pt idx="16423">10.949999999999999</cx:pt>
          <cx:pt idx="16424">12.75</cx:pt>
          <cx:pt idx="16425">0.82999999999999996</cx:pt>
          <cx:pt idx="16426">2.9500000000000002</cx:pt>
          <cx:pt idx="16427">2.0800000000000001</cx:pt>
          <cx:pt idx="16428">12.75</cx:pt>
          <cx:pt idx="16429">2.9500000000000002</cx:pt>
          <cx:pt idx="16430">0.82999999999999996</cx:pt>
          <cx:pt idx="16431">4.1500000000000004</cx:pt>
          <cx:pt idx="16432">1.25</cx:pt>
          <cx:pt idx="16433">1.25</cx:pt>
          <cx:pt idx="16434">9.9499999999999993</cx:pt>
          <cx:pt idx="16435">2.0800000000000001</cx:pt>
          <cx:pt idx="16436">0.41999999999999998</cx:pt>
          <cx:pt idx="16437">3.75</cx:pt>
          <cx:pt idx="16438">0.55000000000000004</cx:pt>
          <cx:pt idx="16439">1.45</cx:pt>
          <cx:pt idx="16440">1.6499999999999999</cx:pt>
          <cx:pt idx="16441">7.9500000000000002</cx:pt>
          <cx:pt idx="16442">4.9500000000000002</cx:pt>
          <cx:pt idx="16443">2.9500000000000002</cx:pt>
          <cx:pt idx="16444">2.5499999999999998</cx:pt>
          <cx:pt idx="16445">1.0600000000000001</cx:pt>
          <cx:pt idx="16446">0.71999999999999997</cx:pt>
          <cx:pt idx="16447">2.9500000000000002</cx:pt>
          <cx:pt idx="16448">12.75</cx:pt>
          <cx:pt idx="16449">1.6499999999999999</cx:pt>
          <cx:pt idx="16450">1.6499999999999999</cx:pt>
          <cx:pt idx="16451">2.5499999999999998</cx:pt>
          <cx:pt idx="16452">2.0800000000000001</cx:pt>
          <cx:pt idx="16453">0.84999999999999998</cx:pt>
          <cx:pt idx="16454">2.9500000000000002</cx:pt>
          <cx:pt idx="16455">1.6499999999999999</cx:pt>
          <cx:pt idx="16456">1.6499999999999999</cx:pt>
          <cx:pt idx="16457">1.6499999999999999</cx:pt>
          <cx:pt idx="16458">2.0800000000000001</cx:pt>
          <cx:pt idx="16459">2.9500000000000002</cx:pt>
          <cx:pt idx="16460">2.0800000000000001</cx:pt>
          <cx:pt idx="16461">1.6499999999999999</cx:pt>
          <cx:pt idx="16462">2.5499999999999998</cx:pt>
          <cx:pt idx="16463">0.55000000000000004</cx:pt>
          <cx:pt idx="16464">1.45</cx:pt>
          <cx:pt idx="16465">7.9500000000000002</cx:pt>
          <cx:pt idx="16466">7.9500000000000002</cx:pt>
          <cx:pt idx="16467">2.0800000000000001</cx:pt>
          <cx:pt idx="16468">1.6499999999999999</cx:pt>
          <cx:pt idx="16469">1.6499999999999999</cx:pt>
          <cx:pt idx="16470">0.41999999999999998</cx:pt>
          <cx:pt idx="16471">2.0800000000000001</cx:pt>
          <cx:pt idx="16472">1.25</cx:pt>
          <cx:pt idx="16473">0.41999999999999998</cx:pt>
          <cx:pt idx="16474">1.6499999999999999</cx:pt>
          <cx:pt idx="16475">2.5499999999999998</cx:pt>
          <cx:pt idx="16476">2.0800000000000001</cx:pt>
          <cx:pt idx="16477">0.41999999999999998</cx:pt>
          <cx:pt idx="16478">2.0800000000000001</cx:pt>
          <cx:pt idx="16479">2.0800000000000001</cx:pt>
          <cx:pt idx="16480">1.25</cx:pt>
          <cx:pt idx="16481">0.55000000000000004</cx:pt>
          <cx:pt idx="16482">2.1000000000000001</cx:pt>
          <cx:pt idx="16483">1.6499999999999999</cx:pt>
          <cx:pt idx="16484">0.41999999999999998</cx:pt>
          <cx:pt idx="16485">7.6500000000000004</cx:pt>
          <cx:pt idx="16486">12.75</cx:pt>
          <cx:pt idx="16487">1.95</cx:pt>
          <cx:pt idx="16488">4.1299999999999999</cx:pt>
          <cx:pt idx="16489">2.0800000000000001</cx:pt>
          <cx:pt idx="16490">2.46</cx:pt>
          <cx:pt idx="16491">9.9600000000000009</cx:pt>
          <cx:pt idx="16492">3.29</cx:pt>
          <cx:pt idx="16493">2.46</cx:pt>
          <cx:pt idx="16494">1.25</cx:pt>
          <cx:pt idx="16495">15.789999999999999</cx:pt>
          <cx:pt idx="16496">4.1299999999999999</cx:pt>
          <cx:pt idx="16497">4.1299999999999999</cx:pt>
          <cx:pt idx="16498">1.6299999999999999</cx:pt>
          <cx:pt idx="16499">24.960000000000001</cx:pt>
          <cx:pt idx="16500">2.0800000000000001</cx:pt>
          <cx:pt idx="16501">4.1299999999999999</cx:pt>
          <cx:pt idx="16502">1.25</cx:pt>
          <cx:pt idx="16503">4.1299999999999999</cx:pt>
          <cx:pt idx="16504">5.79</cx:pt>
          <cx:pt idx="16505">16.629999999999999</cx:pt>
          <cx:pt idx="16506">1.6299999999999999</cx:pt>
          <cx:pt idx="16507">24.960000000000001</cx:pt>
          <cx:pt idx="16508">2.46</cx:pt>
          <cx:pt idx="16509">15.789999999999999</cx:pt>
          <cx:pt idx="16510">1.6299999999999999</cx:pt>
          <cx:pt idx="16511">4.1299999999999999</cx:pt>
          <cx:pt idx="16512">1.6299999999999999</cx:pt>
          <cx:pt idx="16513">4.1299999999999999</cx:pt>
          <cx:pt idx="16514">0.82999999999999996</cx:pt>
          <cx:pt idx="16515">15.789999999999999</cx:pt>
          <cx:pt idx="16516">24.960000000000001</cx:pt>
          <cx:pt idx="16517">2.46</cx:pt>
          <cx:pt idx="16518">5.79</cx:pt>
          <cx:pt idx="16519">15.789999999999999</cx:pt>
          <cx:pt idx="16520">15.789999999999999</cx:pt>
          <cx:pt idx="16521">2.46</cx:pt>
          <cx:pt idx="16522">5.79</cx:pt>
          <cx:pt idx="16523">4.1299999999999999</cx:pt>
          <cx:pt idx="16524">2.46</cx:pt>
          <cx:pt idx="16525">1.25</cx:pt>
          <cx:pt idx="16526">2.46</cx:pt>
          <cx:pt idx="16527">1.25</cx:pt>
          <cx:pt idx="16528">4.1299999999999999</cx:pt>
          <cx:pt idx="16529">15.789999999999999</cx:pt>
          <cx:pt idx="16530">1.25</cx:pt>
          <cx:pt idx="16531">2.46</cx:pt>
          <cx:pt idx="16532">4.5800000000000001</cx:pt>
          <cx:pt idx="16533">2.46</cx:pt>
          <cx:pt idx="16534">5.79</cx:pt>
          <cx:pt idx="16535">4.1299999999999999</cx:pt>
          <cx:pt idx="16536">5.79</cx:pt>
          <cx:pt idx="16537">0.82999999999999996</cx:pt>
          <cx:pt idx="16538">4.96</cx:pt>
          <cx:pt idx="16539">0.82999999999999996</cx:pt>
          <cx:pt idx="16540">4.1299999999999999</cx:pt>
          <cx:pt idx="16541">1.6499999999999999</cx:pt>
          <cx:pt idx="16542">3.75</cx:pt>
          <cx:pt idx="16543">14.949999999999999</cx:pt>
          <cx:pt idx="16544">1.45</cx:pt>
          <cx:pt idx="16545">2.9500000000000002</cx:pt>
          <cx:pt idx="16546">0.84999999999999998</cx:pt>
          <cx:pt idx="16547">2.1000000000000001</cx:pt>
          <cx:pt idx="16548">1.6499999999999999</cx:pt>
          <cx:pt idx="16549">0.65000000000000002</cx:pt>
          <cx:pt idx="16550">12.75</cx:pt>
          <cx:pt idx="16551">4.9500000000000002</cx:pt>
          <cx:pt idx="16552">3.75</cx:pt>
          <cx:pt idx="16553">1.25</cx:pt>
          <cx:pt idx="16554">2.9500000000000002</cx:pt>
          <cx:pt idx="16555">1.95</cx:pt>
          <cx:pt idx="16556">0.41999999999999998</cx:pt>
          <cx:pt idx="16557">2.0800000000000001</cx:pt>
          <cx:pt idx="16558">1.6499999999999999</cx:pt>
          <cx:pt idx="16559">1.45</cx:pt>
          <cx:pt idx="16560">0.55000000000000004</cx:pt>
          <cx:pt idx="16561">1.6499999999999999</cx:pt>
          <cx:pt idx="16562">2.5499999999999998</cx:pt>
          <cx:pt idx="16563">2.5499999999999998</cx:pt>
          <cx:pt idx="16564">1.6499999999999999</cx:pt>
          <cx:pt idx="16565">0.84999999999999998</cx:pt>
          <cx:pt idx="16566">6.75</cx:pt>
          <cx:pt idx="16567">3.25</cx:pt>
          <cx:pt idx="16568">1.6499999999999999</cx:pt>
          <cx:pt idx="16569">1.6499999999999999</cx:pt>
          <cx:pt idx="16570">7.9500000000000002</cx:pt>
          <cx:pt idx="16571">0.65000000000000002</cx:pt>
          <cx:pt idx="16572">1.6499999999999999</cx:pt>
          <cx:pt idx="16573">2.75</cx:pt>
          <cx:pt idx="16574">2.9500000000000002</cx:pt>
          <cx:pt idx="16575">0.41999999999999998</cx:pt>
          <cx:pt idx="16576">6.3499999999999996</cx:pt>
          <cx:pt idx="16577">2.9500000000000002</cx:pt>
          <cx:pt idx="16578">2.0800000000000001</cx:pt>
          <cx:pt idx="16579">2.0800000000000001</cx:pt>
          <cx:pt idx="16580">0.84999999999999998</cx:pt>
          <cx:pt idx="16581">1.95</cx:pt>
          <cx:pt idx="16582">1.6499999999999999</cx:pt>
          <cx:pt idx="16583">0.82999999999999996</cx:pt>
          <cx:pt idx="16584">2.9500000000000002</cx:pt>
          <cx:pt idx="16585">2.5499999999999998</cx:pt>
          <cx:pt idx="16586">2.1000000000000001</cx:pt>
          <cx:pt idx="16587">1.6499999999999999</cx:pt>
          <cx:pt idx="16588">0.82999999999999996</cx:pt>
          <cx:pt idx="16589">0.41999999999999998</cx:pt>
          <cx:pt idx="16590">2.5499999999999998</cx:pt>
          <cx:pt idx="16591">2.5499999999999998</cx:pt>
          <cx:pt idx="16592">1.79</cx:pt>
          <cx:pt idx="16593">2.1000000000000001</cx:pt>
          <cx:pt idx="16594">1.45</cx:pt>
          <cx:pt idx="16595">0.84999999999999998</cx:pt>
          <cx:pt idx="16596">6.9500000000000002</cx:pt>
          <cx:pt idx="16597">2.9500000000000002</cx:pt>
          <cx:pt idx="16598">2.0800000000000001</cx:pt>
          <cx:pt idx="16599">0.55000000000000004</cx:pt>
          <cx:pt idx="16600">1.6499999999999999</cx:pt>
          <cx:pt idx="16601">0.65000000000000002</cx:pt>
          <cx:pt idx="16602">8.25</cx:pt>
          <cx:pt idx="16603">1.25</cx:pt>
          <cx:pt idx="16604">2.0800000000000001</cx:pt>
          <cx:pt idx="16605">1.6499999999999999</cx:pt>
          <cx:pt idx="16606">0.65000000000000002</cx:pt>
          <cx:pt idx="16607">3.75</cx:pt>
          <cx:pt idx="16608">1.45</cx:pt>
          <cx:pt idx="16609">0.41999999999999998</cx:pt>
          <cx:pt idx="16610">2.9500000000000002</cx:pt>
          <cx:pt idx="16611">2.9500000000000002</cx:pt>
          <cx:pt idx="16612">4.6500000000000004</cx:pt>
          <cx:pt idx="16613">2.9500000000000002</cx:pt>
          <cx:pt idx="16614">2.9500000000000002</cx:pt>
          <cx:pt idx="16615">0.82999999999999996</cx:pt>
          <cx:pt idx="16616">2.25</cx:pt>
          <cx:pt idx="16617">2.0800000000000001</cx:pt>
          <cx:pt idx="16618">1.25</cx:pt>
          <cx:pt idx="16619">2.9500000000000002</cx:pt>
          <cx:pt idx="16620">1.6499999999999999</cx:pt>
          <cx:pt idx="16621">0.41999999999999998</cx:pt>
          <cx:pt idx="16622">2.9500000000000002</cx:pt>
          <cx:pt idx="16623">2.25</cx:pt>
          <cx:pt idx="16624">2.25</cx:pt>
          <cx:pt idx="16625">1.6499999999999999</cx:pt>
          <cx:pt idx="16626">0.55000000000000004</cx:pt>
          <cx:pt idx="16627">0.65000000000000002</cx:pt>
          <cx:pt idx="16628">0.84999999999999998</cx:pt>
          <cx:pt idx="16629">2.0800000000000001</cx:pt>
          <cx:pt idx="16630">2.9500000000000002</cx:pt>
          <cx:pt idx="16631">2.9500000000000002</cx:pt>
          <cx:pt idx="16632">2.9500000000000002</cx:pt>
          <cx:pt idx="16633">8.25</cx:pt>
          <cx:pt idx="16634">2.0800000000000001</cx:pt>
          <cx:pt idx="16635">0.84999999999999998</cx:pt>
          <cx:pt idx="16636">2.1000000000000001</cx:pt>
          <cx:pt idx="16637">2.9500000000000002</cx:pt>
          <cx:pt idx="16638">7.9500000000000002</cx:pt>
          <cx:pt idx="16639">1.45</cx:pt>
          <cx:pt idx="16640">1.25</cx:pt>
          <cx:pt idx="16641">0.84999999999999998</cx:pt>
          <cx:pt idx="16642">1.6499999999999999</cx:pt>
          <cx:pt idx="16643">0.55000000000000004</cx:pt>
          <cx:pt idx="16644">3.75</cx:pt>
          <cx:pt idx="16645">8.5</cx:pt>
          <cx:pt idx="16646">4.1299999999999999</cx:pt>
          <cx:pt idx="16647">6.6299999999999999</cx:pt>
          <cx:pt idx="16648">12.460000000000001</cx:pt>
          <cx:pt idx="16649">3.29</cx:pt>
          <cx:pt idx="16650">4.1299999999999999</cx:pt>
          <cx:pt idx="16651">5.79</cx:pt>
          <cx:pt idx="16652">4.1299999999999999</cx:pt>
          <cx:pt idx="16653">10.789999999999999</cx:pt>
          <cx:pt idx="16654">7.46</cx:pt>
          <cx:pt idx="16655">4.1299999999999999</cx:pt>
          <cx:pt idx="16656">8.2899999999999991</cx:pt>
          <cx:pt idx="16657">1.6299999999999999</cx:pt>
          <cx:pt idx="16658">24.960000000000001</cx:pt>
          <cx:pt idx="16659">3.29</cx:pt>
          <cx:pt idx="16660">3.29</cx:pt>
          <cx:pt idx="16661">6.6299999999999999</cx:pt>
          <cx:pt idx="16662">9.1300000000000008</cx:pt>
          <cx:pt idx="16663">1.25</cx:pt>
          <cx:pt idx="16664">4.1299999999999999</cx:pt>
          <cx:pt idx="16665">3.29</cx:pt>
          <cx:pt idx="16666">14.130000000000001</cx:pt>
          <cx:pt idx="16667">2.46</cx:pt>
          <cx:pt idx="16668">4.96</cx:pt>
          <cx:pt idx="16669">2.46</cx:pt>
          <cx:pt idx="16670">4.96</cx:pt>
          <cx:pt idx="16671">7.46</cx:pt>
          <cx:pt idx="16672">0.82999999999999996</cx:pt>
          <cx:pt idx="16673">12.460000000000001</cx:pt>
          <cx:pt idx="16674">4.1299999999999999</cx:pt>
          <cx:pt idx="16675">4.1299999999999999</cx:pt>
          <cx:pt idx="16676">3.25</cx:pt>
          <cx:pt idx="16677">2.5</cx:pt>
          <cx:pt idx="16678">5.79</cx:pt>
          <cx:pt idx="16679">5.79</cx:pt>
          <cx:pt idx="16680">3.29</cx:pt>
          <cx:pt idx="16681">4.1299999999999999</cx:pt>
          <cx:pt idx="16682">1.6499999999999999</cx:pt>
          <cx:pt idx="16683">14.130000000000001</cx:pt>
          <cx:pt idx="16684">24.960000000000001</cx:pt>
          <cx:pt idx="16685">24.960000000000001</cx:pt>
          <cx:pt idx="16686">0.41999999999999998</cx:pt>
          <cx:pt idx="16687">4.1299999999999999</cx:pt>
          <cx:pt idx="16688">4.1299999999999999</cx:pt>
          <cx:pt idx="16689">4.1299999999999999</cx:pt>
          <cx:pt idx="16690">4.1299999999999999</cx:pt>
          <cx:pt idx="16691">16.629999999999999</cx:pt>
          <cx:pt idx="16692">3.25</cx:pt>
          <cx:pt idx="16693">2.5</cx:pt>
          <cx:pt idx="16694">12.460000000000001</cx:pt>
          <cx:pt idx="16695">12.460000000000001</cx:pt>
          <cx:pt idx="16696">12.460000000000001</cx:pt>
          <cx:pt idx="16697">5.79</cx:pt>
          <cx:pt idx="16698">3.29</cx:pt>
          <cx:pt idx="16699">1.6299999999999999</cx:pt>
          <cx:pt idx="16700">14.130000000000001</cx:pt>
          <cx:pt idx="16701">14.130000000000001</cx:pt>
          <cx:pt idx="16702">14.130000000000001</cx:pt>
          <cx:pt idx="16703">4.96</cx:pt>
          <cx:pt idx="16704">4.1299999999999999</cx:pt>
          <cx:pt idx="16705">4.1299999999999999</cx:pt>
          <cx:pt idx="16706">4.1299999999999999</cx:pt>
          <cx:pt idx="16707">4.96</cx:pt>
          <cx:pt idx="16708">2.5</cx:pt>
          <cx:pt idx="16709">4.1299999999999999</cx:pt>
          <cx:pt idx="16710">24.960000000000001</cx:pt>
          <cx:pt idx="16711">4.1299999999999999</cx:pt>
          <cx:pt idx="16712">14.130000000000001</cx:pt>
          <cx:pt idx="16713">4.96</cx:pt>
          <cx:pt idx="16714">4.96</cx:pt>
          <cx:pt idx="16715">4.1299999999999999</cx:pt>
          <cx:pt idx="16716">4.1299999999999999</cx:pt>
          <cx:pt idx="16717">4.1299999999999999</cx:pt>
          <cx:pt idx="16718">4.1299999999999999</cx:pt>
          <cx:pt idx="16719">4.1299999999999999</cx:pt>
          <cx:pt idx="16720">4.1299999999999999</cx:pt>
          <cx:pt idx="16721">4.1299999999999999</cx:pt>
          <cx:pt idx="16722">14.960000000000001</cx:pt>
          <cx:pt idx="16723">16.629999999999999</cx:pt>
          <cx:pt idx="16724">2.5</cx:pt>
          <cx:pt idx="16725">4.1299999999999999</cx:pt>
          <cx:pt idx="16726">10.789999999999999</cx:pt>
          <cx:pt idx="16727">12.460000000000001</cx:pt>
          <cx:pt idx="16728">12.460000000000001</cx:pt>
          <cx:pt idx="16729">4.1299999999999999</cx:pt>
          <cx:pt idx="16730">16.629999999999999</cx:pt>
          <cx:pt idx="16731">1.6299999999999999</cx:pt>
          <cx:pt idx="16732">3.29</cx:pt>
          <cx:pt idx="16733">1.25</cx:pt>
          <cx:pt idx="16734">4.1299999999999999</cx:pt>
          <cx:pt idx="16735">4.1299999999999999</cx:pt>
          <cx:pt idx="16736">14.130000000000001</cx:pt>
          <cx:pt idx="16737">14.130000000000001</cx:pt>
          <cx:pt idx="16738">14.130000000000001</cx:pt>
          <cx:pt idx="16739">14.130000000000001</cx:pt>
          <cx:pt idx="16740">4.1299999999999999</cx:pt>
          <cx:pt idx="16741">4.1299999999999999</cx:pt>
          <cx:pt idx="16742">4.1299999999999999</cx:pt>
          <cx:pt idx="16743">4.1299999999999999</cx:pt>
          <cx:pt idx="16744">16.629999999999999</cx:pt>
          <cx:pt idx="16745">5.79</cx:pt>
          <cx:pt idx="16746">5.79</cx:pt>
          <cx:pt idx="16747">10.789999999999999</cx:pt>
          <cx:pt idx="16748">16.629999999999999</cx:pt>
          <cx:pt idx="16749">16.629999999999999</cx:pt>
          <cx:pt idx="16750">1.6299999999999999</cx:pt>
          <cx:pt idx="16751">4.5800000000000001</cx:pt>
          <cx:pt idx="16752">9.1300000000000008</cx:pt>
          <cx:pt idx="16753">14.130000000000001</cx:pt>
          <cx:pt idx="16754">14.130000000000001</cx:pt>
          <cx:pt idx="16755">24.960000000000001</cx:pt>
          <cx:pt idx="16756">4.1299999999999999</cx:pt>
          <cx:pt idx="16757">4.1299999999999999</cx:pt>
          <cx:pt idx="16758">4.1299999999999999</cx:pt>
          <cx:pt idx="16759">2.5</cx:pt>
          <cx:pt idx="16760">2.5</cx:pt>
          <cx:pt idx="16761">10.789999999999999</cx:pt>
          <cx:pt idx="16762">3.29</cx:pt>
          <cx:pt idx="16763">4.1299999999999999</cx:pt>
          <cx:pt idx="16764">4.1299999999999999</cx:pt>
          <cx:pt idx="16765">16.629999999999999</cx:pt>
          <cx:pt idx="16766">14.130000000000001</cx:pt>
          <cx:pt idx="16767">4.96</cx:pt>
          <cx:pt idx="16768">4.1299999999999999</cx:pt>
          <cx:pt idx="16769">12.75</cx:pt>
          <cx:pt idx="16770">8.5</cx:pt>
          <cx:pt idx="16771">1.6499999999999999</cx:pt>
          <cx:pt idx="16772">3.25</cx:pt>
          <cx:pt idx="16773">2.5499999999999998</cx:pt>
          <cx:pt idx="16774">2.9500000000000002</cx:pt>
          <cx:pt idx="16775">2.9500000000000002</cx:pt>
          <cx:pt idx="16776">8.5</cx:pt>
          <cx:pt idx="16777">1.6499999999999999</cx:pt>
          <cx:pt idx="16778">3.75</cx:pt>
          <cx:pt idx="16779">0.84999999999999998</cx:pt>
          <cx:pt idx="16780">12.75</cx:pt>
          <cx:pt idx="16781">1.45</cx:pt>
          <cx:pt idx="16782">14.949999999999999</cx:pt>
          <cx:pt idx="16783">1.95</cx:pt>
          <cx:pt idx="16784">4.9500000000000002</cx:pt>
          <cx:pt idx="16785">0.41999999999999998</cx:pt>
          <cx:pt idx="16786">5.79</cx:pt>
          <cx:pt idx="16787">5.79</cx:pt>
          <cx:pt idx="16788">16.629999999999999</cx:pt>
          <cx:pt idx="16789">4.1299999999999999</cx:pt>
          <cx:pt idx="16790">2.1000000000000001</cx:pt>
          <cx:pt idx="16791">0.82999999999999996</cx:pt>
          <cx:pt idx="16792">10.789999999999999</cx:pt>
          <cx:pt idx="16793">0.82999999999999996</cx:pt>
          <cx:pt idx="16794">2.46</cx:pt>
          <cx:pt idx="16795">12.75</cx:pt>
          <cx:pt idx="16796">3.29</cx:pt>
          <cx:pt idx="16797">4.1299999999999999</cx:pt>
          <cx:pt idx="16798">1.45</cx:pt>
          <cx:pt idx="16799">15.789999999999999</cx:pt>
          <cx:pt idx="16800">5.79</cx:pt>
          <cx:pt idx="16801">0.82999999999999996</cx:pt>
          <cx:pt idx="16802">4.1299999999999999</cx:pt>
          <cx:pt idx="16803">2.0800000000000001</cx:pt>
          <cx:pt idx="16804">0.82999999999999996</cx:pt>
          <cx:pt idx="16805">2.5499999999999998</cx:pt>
          <cx:pt idx="16806">7.9500000000000002</cx:pt>
          <cx:pt idx="16807">7.9500000000000002</cx:pt>
          <cx:pt idx="16808">7.9500000000000002</cx:pt>
          <cx:pt idx="16809">7.9500000000000002</cx:pt>
          <cx:pt idx="16810">1.45</cx:pt>
          <cx:pt idx="16811">8.25</cx:pt>
          <cx:pt idx="16812">6.75</cx:pt>
          <cx:pt idx="16813">3.25</cx:pt>
          <cx:pt idx="16814">2.5499999999999998</cx:pt>
          <cx:pt idx="16815">1.6499999999999999</cx:pt>
          <cx:pt idx="16816">0.41999999999999998</cx:pt>
          <cx:pt idx="16817">2.0800000000000001</cx:pt>
          <cx:pt idx="16818">1.6499999999999999</cx:pt>
          <cx:pt idx="16819">14.949999999999999</cx:pt>
          <cx:pt idx="16820">0.55000000000000004</cx:pt>
          <cx:pt idx="16821">1.6499999999999999</cx:pt>
          <cx:pt idx="16822">2.5499999999999998</cx:pt>
          <cx:pt idx="16823">0.55000000000000004</cx:pt>
          <cx:pt idx="16824">1.45</cx:pt>
          <cx:pt idx="16825">2.9500000000000002</cx:pt>
          <cx:pt idx="16826">1.6499999999999999</cx:pt>
          <cx:pt idx="16827">6.75</cx:pt>
          <cx:pt idx="16828">1.95</cx:pt>
          <cx:pt idx="16829">1.95</cx:pt>
          <cx:pt idx="16830">0.65000000000000002</cx:pt>
          <cx:pt idx="16831">0.84999999999999998</cx:pt>
          <cx:pt idx="16832">8.25</cx:pt>
          <cx:pt idx="16833">0.41999999999999998</cx:pt>
          <cx:pt idx="16834">3.75</cx:pt>
          <cx:pt idx="16835">0.41999999999999998</cx:pt>
          <cx:pt idx="16836">1.95</cx:pt>
          <cx:pt idx="16837">2.9500000000000002</cx:pt>
          <cx:pt idx="16838">2.5499999999999998</cx:pt>
          <cx:pt idx="16839">2.1000000000000001</cx:pt>
          <cx:pt idx="16840">1.49</cx:pt>
          <cx:pt idx="16841">2.25</cx:pt>
          <cx:pt idx="16842">14.949999999999999</cx:pt>
          <cx:pt idx="16843">1.45</cx:pt>
          <cx:pt idx="16844">1.6499999999999999</cx:pt>
          <cx:pt idx="16845">2.9500000000000002</cx:pt>
          <cx:pt idx="16846">2.9500000000000002</cx:pt>
          <cx:pt idx="16847">1.6499999999999999</cx:pt>
          <cx:pt idx="16848">1.6499999999999999</cx:pt>
          <cx:pt idx="16849">1.6499999999999999</cx:pt>
          <cx:pt idx="16850">4.9500000000000002</cx:pt>
          <cx:pt idx="16851">0.65000000000000002</cx:pt>
          <cx:pt idx="16852">1.79</cx:pt>
          <cx:pt idx="16853">2.5499999999999998</cx:pt>
          <cx:pt idx="16854">2.9500000000000002</cx:pt>
          <cx:pt idx="16855">1.45</cx:pt>
          <cx:pt idx="16856">1.25</cx:pt>
          <cx:pt idx="16857">7.9500000000000002</cx:pt>
          <cx:pt idx="16858">2.1000000000000001</cx:pt>
          <cx:pt idx="16859">2.0800000000000001</cx:pt>
          <cx:pt idx="16860">1.6499999999999999</cx:pt>
          <cx:pt idx="16861">0.55000000000000004</cx:pt>
          <cx:pt idx="16862">7.9500000000000002</cx:pt>
          <cx:pt idx="16863">1.6499999999999999</cx:pt>
          <cx:pt idx="16864">0.41999999999999998</cx:pt>
          <cx:pt idx="16865">1.6499999999999999</cx:pt>
          <cx:pt idx="16866">2.9500000000000002</cx:pt>
          <cx:pt idx="16867">1.53</cx:pt>
          <cx:pt idx="16868">2.0800000000000001</cx:pt>
          <cx:pt idx="16869">0.82999999999999996</cx:pt>
          <cx:pt idx="16870">1.6499999999999999</cx:pt>
          <cx:pt idx="16871">2.5499999999999998</cx:pt>
          <cx:pt idx="16872">12.75</cx:pt>
          <cx:pt idx="16873">2.5499999999999998</cx:pt>
          <cx:pt idx="16874">4.9500000000000002</cx:pt>
          <cx:pt idx="16875">2.9500000000000002</cx:pt>
          <cx:pt idx="16876">2.25</cx:pt>
          <cx:pt idx="16877">8.5</cx:pt>
          <cx:pt idx="16878">1.6499999999999999</cx:pt>
          <cx:pt idx="16879">0.55000000000000004</cx:pt>
          <cx:pt idx="16880">1.6499999999999999</cx:pt>
          <cx:pt idx="16881">2.9500000000000002</cx:pt>
          <cx:pt idx="16882">1.6499999999999999</cx:pt>
          <cx:pt idx="16883">1.6499999999999999</cx:pt>
          <cx:pt idx="16884">1.45</cx:pt>
          <cx:pt idx="16885">0.82999999999999996</cx:pt>
          <cx:pt idx="16886">2.9500000000000002</cx:pt>
          <cx:pt idx="16887">3.75</cx:pt>
          <cx:pt idx="16888">4.1500000000000004</cx:pt>
          <cx:pt idx="16889">2.0800000000000001</cx:pt>
          <cx:pt idx="16890">1.45</cx:pt>
          <cx:pt idx="16891">0.55000000000000004</cx:pt>
          <cx:pt idx="16892">2.9500000000000002</cx:pt>
          <cx:pt idx="16893">1.6499999999999999</cx:pt>
          <cx:pt idx="16894">8.25</cx:pt>
          <cx:pt idx="16895">4.25</cx:pt>
          <cx:pt idx="16896">1.8500000000000001</cx:pt>
          <cx:pt idx="16897">3.75</cx:pt>
          <cx:pt idx="16898">6.75</cx:pt>
          <cx:pt idx="16899">1.25</cx:pt>
          <cx:pt idx="16900">3.75</cx:pt>
          <cx:pt idx="16901">0.65000000000000002</cx:pt>
          <cx:pt idx="16902">2.9500000000000002</cx:pt>
          <cx:pt idx="16903">0.65000000000000002</cx:pt>
          <cx:pt idx="16904">1.45</cx:pt>
          <cx:pt idx="16905">2.9500000000000002</cx:pt>
          <cx:pt idx="16906">1.6499999999999999</cx:pt>
          <cx:pt idx="16907">2.0800000000000001</cx:pt>
          <cx:pt idx="16908">1.95</cx:pt>
          <cx:pt idx="16909">1.45</cx:pt>
          <cx:pt idx="16910">0.41999999999999998</cx:pt>
          <cx:pt idx="16911">8.25</cx:pt>
          <cx:pt idx="16912">2.0800000000000001</cx:pt>
          <cx:pt idx="16913">1.6499999999999999</cx:pt>
          <cx:pt idx="16914">2.9500000000000002</cx:pt>
          <cx:pt idx="16915">2.0800000000000001</cx:pt>
          <cx:pt idx="16916">0.65000000000000002</cx:pt>
          <cx:pt idx="16917">3.25</cx:pt>
          <cx:pt idx="16918">2.9500000000000002</cx:pt>
          <cx:pt idx="16919">2.0800000000000001</cx:pt>
          <cx:pt idx="16920">1.6499999999999999</cx:pt>
          <cx:pt idx="16921">1.6499999999999999</cx:pt>
          <cx:pt idx="16922">2.9500000000000002</cx:pt>
          <cx:pt idx="16923">1.25</cx:pt>
          <cx:pt idx="16924">4.9500000000000002</cx:pt>
          <cx:pt idx="16925">9.9499999999999993</cx:pt>
          <cx:pt idx="16926">4.9500000000000002</cx:pt>
          <cx:pt idx="16927">2.9500000000000002</cx:pt>
          <cx:pt idx="16928">2.5499999999999998</cx:pt>
          <cx:pt idx="16929">2.5499999999999998</cx:pt>
          <cx:pt idx="16930">4.6500000000000004</cx:pt>
          <cx:pt idx="16931">1.45</cx:pt>
          <cx:pt idx="16932">12.75</cx:pt>
          <cx:pt idx="16933">2.1000000000000001</cx:pt>
          <cx:pt idx="16934">2.0800000000000001</cx:pt>
          <cx:pt idx="16935">8.5</cx:pt>
          <cx:pt idx="16936">1.6499999999999999</cx:pt>
          <cx:pt idx="16937">2.0800000000000001</cx:pt>
          <cx:pt idx="16938">1.95</cx:pt>
          <cx:pt idx="16939">7.9500000000000002</cx:pt>
          <cx:pt idx="16940">7.9500000000000002</cx:pt>
          <cx:pt idx="16941">8.25</cx:pt>
          <cx:pt idx="16942">2.9500000000000002</cx:pt>
          <cx:pt idx="16943">0.41999999999999998</cx:pt>
          <cx:pt idx="16944">2.9500000000000002</cx:pt>
          <cx:pt idx="16945">7.9500000000000002</cx:pt>
          <cx:pt idx="16946">7.9500000000000002</cx:pt>
          <cx:pt idx="16947">7.9500000000000002</cx:pt>
          <cx:pt idx="16948">7.9500000000000002</cx:pt>
          <cx:pt idx="16949">7.9500000000000002</cx:pt>
          <cx:pt idx="16950">7.9500000000000002</cx:pt>
          <cx:pt idx="16951">1.6499999999999999</cx:pt>
          <cx:pt idx="16952">2.9500000000000002</cx:pt>
          <cx:pt idx="16953">2.1000000000000001</cx:pt>
          <cx:pt idx="16954">1.45</cx:pt>
          <cx:pt idx="16955">7.9500000000000002</cx:pt>
          <cx:pt idx="16956">2.9500000000000002</cx:pt>
          <cx:pt idx="16957">2.5499999999999998</cx:pt>
          <cx:pt idx="16958">2.0800000000000001</cx:pt>
          <cx:pt idx="16959">4.9500000000000002</cx:pt>
          <cx:pt idx="16960">1.6499999999999999</cx:pt>
          <cx:pt idx="16961">1.45</cx:pt>
          <cx:pt idx="16962">1.6499999999999999</cx:pt>
          <cx:pt idx="16963">12.75</cx:pt>
          <cx:pt idx="16964">8.25</cx:pt>
          <cx:pt idx="16965">9.9499999999999993</cx:pt>
          <cx:pt idx="16966">1.6499999999999999</cx:pt>
          <cx:pt idx="16967">1.6499999999999999</cx:pt>
          <cx:pt idx="16968">2.5499999999999998</cx:pt>
          <cx:pt idx="16969">1.6499999999999999</cx:pt>
          <cx:pt idx="16970">2.0800000000000001</cx:pt>
          <cx:pt idx="16971">1.6499999999999999</cx:pt>
          <cx:pt idx="16972">0.65000000000000002</cx:pt>
          <cx:pt idx="16973">24.960000000000001</cx:pt>
          <cx:pt idx="16974">0.82999999999999996</cx:pt>
          <cx:pt idx="16975">3.29</cx:pt>
          <cx:pt idx="16976">1.6299999999999999</cx:pt>
          <cx:pt idx="16977">0.82999999999999996</cx:pt>
          <cx:pt idx="16978">15.789999999999999</cx:pt>
          <cx:pt idx="16979">7.46</cx:pt>
          <cx:pt idx="16980">1.25</cx:pt>
          <cx:pt idx="16981">4.1299999999999999</cx:pt>
          <cx:pt idx="16982">5.79</cx:pt>
          <cx:pt idx="16983">2.46</cx:pt>
          <cx:pt idx="16984">4.1299999999999999</cx:pt>
          <cx:pt idx="16985">2.46</cx:pt>
          <cx:pt idx="16986">4.1299999999999999</cx:pt>
          <cx:pt idx="16987">4.1299999999999999</cx:pt>
          <cx:pt idx="16988">1.6299999999999999</cx:pt>
          <cx:pt idx="16989">1.6299999999999999</cx:pt>
          <cx:pt idx="16990">0.82999999999999996</cx:pt>
          <cx:pt idx="16991">0.41999999999999998</cx:pt>
          <cx:pt idx="16992">2.0800000000000001</cx:pt>
          <cx:pt idx="16993">2.9500000000000002</cx:pt>
          <cx:pt idx="16994">2.5499999999999998</cx:pt>
          <cx:pt idx="16995">0.84999999999999998</cx:pt>
          <cx:pt idx="16996">2.0800000000000001</cx:pt>
          <cx:pt idx="16997">0.55000000000000004</cx:pt>
          <cx:pt idx="16998">2.1000000000000001</cx:pt>
          <cx:pt idx="16999">0.41999999999999998</cx:pt>
          <cx:pt idx="17000">1.25</cx:pt>
          <cx:pt idx="17001">6.75</cx:pt>
          <cx:pt idx="17002">2.9500000000000002</cx:pt>
          <cx:pt idx="17003">3.75</cx:pt>
          <cx:pt idx="17004">0.41999999999999998</cx:pt>
          <cx:pt idx="17005">12.75</cx:pt>
          <cx:pt idx="17006">1.25</cx:pt>
          <cx:pt idx="17007">1.45</cx:pt>
          <cx:pt idx="17008">1.95</cx:pt>
          <cx:pt idx="17009">1.6499999999999999</cx:pt>
          <cx:pt idx="17010">6.75</cx:pt>
          <cx:pt idx="17011">6.75</cx:pt>
          <cx:pt idx="17012">1.95</cx:pt>
          <cx:pt idx="17013">2.5499999999999998</cx:pt>
          <cx:pt idx="17014">1.6499999999999999</cx:pt>
          <cx:pt idx="17015">2.5499999999999998</cx:pt>
          <cx:pt idx="17016">2.0800000000000001</cx:pt>
          <cx:pt idx="17017">1.45</cx:pt>
          <cx:pt idx="17018">2.0800000000000001</cx:pt>
          <cx:pt idx="17019">0.41999999999999998</cx:pt>
          <cx:pt idx="17020">0.84999999999999998</cx:pt>
          <cx:pt idx="17021">2.0800000000000001</cx:pt>
          <cx:pt idx="17022">0.41999999999999998</cx:pt>
          <cx:pt idx="17023">1.45</cx:pt>
          <cx:pt idx="17024">0.41999999999999998</cx:pt>
          <cx:pt idx="17025">0.41999999999999998</cx:pt>
          <cx:pt idx="17026">1.6499999999999999</cx:pt>
          <cx:pt idx="17027">1.6499999999999999</cx:pt>
          <cx:pt idx="17028">1.45</cx:pt>
          <cx:pt idx="17029">0.35999999999999999</cx:pt>
          <cx:pt idx="17030">2.75</cx:pt>
          <cx:pt idx="17031">0.35999999999999999</cx:pt>
          <cx:pt idx="17032">3.8100000000000001</cx:pt>
          <cx:pt idx="17033">1.45</cx:pt>
          <cx:pt idx="17034">0.71999999999999997</cx:pt>
          <cx:pt idx="17035">2.1000000000000001</cx:pt>
          <cx:pt idx="17036">0.41999999999999998</cx:pt>
          <cx:pt idx="17037">3.75</cx:pt>
          <cx:pt idx="17038">1.45</cx:pt>
          <cx:pt idx="17039">1.25</cx:pt>
          <cx:pt idx="17040">2.1000000000000001</cx:pt>
          <cx:pt idx="17041">6.75</cx:pt>
          <cx:pt idx="17042">1.45</cx:pt>
          <cx:pt idx="17043">0.34000000000000002</cx:pt>
          <cx:pt idx="17044">1.6499999999999999</cx:pt>
          <cx:pt idx="17045">1.6499999999999999</cx:pt>
          <cx:pt idx="17046">2.0800000000000001</cx:pt>
          <cx:pt idx="17047">0.41999999999999998</cx:pt>
          <cx:pt idx="17048">2.0800000000000001</cx:pt>
          <cx:pt idx="17049">0.65000000000000002</cx:pt>
          <cx:pt idx="17050">2.0800000000000001</cx:pt>
          <cx:pt idx="17051">2.75</cx:pt>
          <cx:pt idx="17052">1.25</cx:pt>
          <cx:pt idx="17053">4.6500000000000004</cx:pt>
          <cx:pt idx="17054">2.1000000000000001</cx:pt>
          <cx:pt idx="17055">2.1000000000000001</cx:pt>
          <cx:pt idx="17056">2.9500000000000002</cx:pt>
          <cx:pt idx="17057">6.3499999999999996</cx:pt>
          <cx:pt idx="17058">0.65000000000000002</cx:pt>
          <cx:pt idx="17059">0.55000000000000004</cx:pt>
          <cx:pt idx="17060">1.6499999999999999</cx:pt>
          <cx:pt idx="17061">2.0800000000000001</cx:pt>
          <cx:pt idx="17062">0.41999999999999998</cx:pt>
          <cx:pt idx="17063">1.25</cx:pt>
          <cx:pt idx="17064">2.0800000000000001</cx:pt>
          <cx:pt idx="17065">7.9500000000000002</cx:pt>
          <cx:pt idx="17066">2.9500000000000002</cx:pt>
          <cx:pt idx="17067">0.55000000000000004</cx:pt>
          <cx:pt idx="17068">1.25</cx:pt>
          <cx:pt idx="17069">6.75</cx:pt>
          <cx:pt idx="17070">2.0800000000000001</cx:pt>
          <cx:pt idx="17071">2.5499999999999998</cx:pt>
          <cx:pt idx="17072">2.25</cx:pt>
          <cx:pt idx="17073">3.25</cx:pt>
          <cx:pt idx="17074">1.79</cx:pt>
          <cx:pt idx="17075">2.1000000000000001</cx:pt>
          <cx:pt idx="17076">1.45</cx:pt>
          <cx:pt idx="17077">1.25</cx:pt>
          <cx:pt idx="17078">2.0800000000000001</cx:pt>
          <cx:pt idx="17079">1.25</cx:pt>
          <cx:pt idx="17080">0.55000000000000004</cx:pt>
          <cx:pt idx="17081">0.55000000000000004</cx:pt>
          <cx:pt idx="17082">2.9500000000000002</cx:pt>
          <cx:pt idx="17083">1.25</cx:pt>
          <cx:pt idx="17084">2.0800000000000001</cx:pt>
          <cx:pt idx="17085">1.6499999999999999</cx:pt>
          <cx:pt idx="17086">8.25</cx:pt>
          <cx:pt idx="17087">3.25</cx:pt>
          <cx:pt idx="17088">2.0800000000000001</cx:pt>
          <cx:pt idx="17089">1.25</cx:pt>
          <cx:pt idx="17090">1.25</cx:pt>
          <cx:pt idx="17091">6.3499999999999996</cx:pt>
          <cx:pt idx="17092">2.9500000000000002</cx:pt>
          <cx:pt idx="17093">0.65000000000000002</cx:pt>
          <cx:pt idx="17094">0.84999999999999998</cx:pt>
          <cx:pt idx="17095">1.25</cx:pt>
          <cx:pt idx="17096">6.75</cx:pt>
          <cx:pt idx="17097">6.75</cx:pt>
          <cx:pt idx="17098">1.45</cx:pt>
          <cx:pt idx="17099">6.75</cx:pt>
          <cx:pt idx="17100">1.8500000000000001</cx:pt>
          <cx:pt idx="17101">1.45</cx:pt>
          <cx:pt idx="17102">0.71999999999999997</cx:pt>
          <cx:pt idx="17103">2.1000000000000001</cx:pt>
          <cx:pt idx="17104">12.75</cx:pt>
          <cx:pt idx="17105">3.25</cx:pt>
          <cx:pt idx="17106">0.84999999999999998</cx:pt>
          <cx:pt idx="17107">1.95</cx:pt>
          <cx:pt idx="17108">1.6499999999999999</cx:pt>
          <cx:pt idx="17109">2.1000000000000001</cx:pt>
          <cx:pt idx="17110">2.9500000000000002</cx:pt>
          <cx:pt idx="17111">2.9500000000000002</cx:pt>
          <cx:pt idx="17112">0.41999999999999998</cx:pt>
          <cx:pt idx="17113">1.25</cx:pt>
          <cx:pt idx="17114">0.55000000000000004</cx:pt>
          <cx:pt idx="17115">2.0800000000000001</cx:pt>
          <cx:pt idx="17116">0.65000000000000002</cx:pt>
          <cx:pt idx="17117">8.5</cx:pt>
          <cx:pt idx="17118">1.25</cx:pt>
          <cx:pt idx="17119">7.9500000000000002</cx:pt>
          <cx:pt idx="17120">0.65000000000000002</cx:pt>
          <cx:pt idx="17121">0.41999999999999998</cx:pt>
          <cx:pt idx="17122">4.1500000000000004</cx:pt>
          <cx:pt idx="17123">0.41999999999999998</cx:pt>
          <cx:pt idx="17124">3.25</cx:pt>
          <cx:pt idx="17125">1.6499999999999999</cx:pt>
          <cx:pt idx="17126">1.6499999999999999</cx:pt>
          <cx:pt idx="17127">0.55000000000000004</cx:pt>
          <cx:pt idx="17128">0.84999999999999998</cx:pt>
          <cx:pt idx="17129">10.949999999999999</cx:pt>
          <cx:pt idx="17130">3.29</cx:pt>
          <cx:pt idx="17131">2.46</cx:pt>
          <cx:pt idx="17132">14.960000000000001</cx:pt>
          <cx:pt idx="17133">9.9600000000000009</cx:pt>
          <cx:pt idx="17134">7.46</cx:pt>
          <cx:pt idx="17135">5.79</cx:pt>
          <cx:pt idx="17136">3.29</cx:pt>
          <cx:pt idx="17137">4.1299999999999999</cx:pt>
          <cx:pt idx="17138">4.1299999999999999</cx:pt>
          <cx:pt idx="17139">1.25</cx:pt>
          <cx:pt idx="17140">1.95</cx:pt>
          <cx:pt idx="17141">2.9500000000000002</cx:pt>
          <cx:pt idx="17142">3.25</cx:pt>
          <cx:pt idx="17143">1.6499999999999999</cx:pt>
          <cx:pt idx="17144">2.0800000000000001</cx:pt>
          <cx:pt idx="17145">0.65000000000000002</cx:pt>
          <cx:pt idx="17146">1.25</cx:pt>
          <cx:pt idx="17147">0.55000000000000004</cx:pt>
          <cx:pt idx="17148">2.9500000000000002</cx:pt>
          <cx:pt idx="17149">1.6499999999999999</cx:pt>
          <cx:pt idx="17150">2.0800000000000001</cx:pt>
          <cx:pt idx="17151">2.0800000000000001</cx:pt>
          <cx:pt idx="17152">2.0800000000000001</cx:pt>
          <cx:pt idx="17153">1.6499999999999999</cx:pt>
          <cx:pt idx="17154">2.5499999999999998</cx:pt>
          <cx:pt idx="17155">2.0800000000000001</cx:pt>
          <cx:pt idx="17156">0.55000000000000004</cx:pt>
          <cx:pt idx="17157">0.65000000000000002</cx:pt>
          <cx:pt idx="17158">1.6499999999999999</cx:pt>
          <cx:pt idx="17159">7.9500000000000002</cx:pt>
          <cx:pt idx="17160">1.6499999999999999</cx:pt>
          <cx:pt idx="17161">2.0800000000000001</cx:pt>
          <cx:pt idx="17162">2.1000000000000001</cx:pt>
          <cx:pt idx="17163">2.1000000000000001</cx:pt>
          <cx:pt idx="17164">0.84999999999999998</cx:pt>
          <cx:pt idx="17165">2.5499999999999998</cx:pt>
          <cx:pt idx="17166">0.41999999999999998</cx:pt>
          <cx:pt idx="17167">3.75</cx:pt>
          <cx:pt idx="17168">0.41999999999999998</cx:pt>
          <cx:pt idx="17169">1.6499999999999999</cx:pt>
          <cx:pt idx="17170">2.9500000000000002</cx:pt>
          <cx:pt idx="17171">2.9500000000000002</cx:pt>
          <cx:pt idx="17172">3.25</cx:pt>
          <cx:pt idx="17173">0.28999999999999998</cx:pt>
          <cx:pt idx="17174">12.75</cx:pt>
          <cx:pt idx="17175">1.6499999999999999</cx:pt>
          <cx:pt idx="17176">0.41999999999999998</cx:pt>
          <cx:pt idx="17177">1.6499999999999999</cx:pt>
          <cx:pt idx="17178">0.41999999999999998</cx:pt>
          <cx:pt idx="17179">1.25</cx:pt>
          <cx:pt idx="17180">2.25</cx:pt>
          <cx:pt idx="17181">3.75</cx:pt>
          <cx:pt idx="17182">3.25</cx:pt>
          <cx:pt idx="17183">2.0800000000000001</cx:pt>
          <cx:pt idx="17184">7.9500000000000002</cx:pt>
          <cx:pt idx="17185">1.45</cx:pt>
          <cx:pt idx="17186">2.5499999999999998</cx:pt>
          <cx:pt idx="17187">1.6499999999999999</cx:pt>
          <cx:pt idx="17188">2.0800000000000001</cx:pt>
          <cx:pt idx="17189">1.6499999999999999</cx:pt>
          <cx:pt idx="17190">0.28999999999999998</cx:pt>
          <cx:pt idx="17191">1.6499999999999999</cx:pt>
          <cx:pt idx="17192">1.6499999999999999</cx:pt>
          <cx:pt idx="17193">0.41999999999999998</cx:pt>
          <cx:pt idx="17194">2.0800000000000001</cx:pt>
          <cx:pt idx="17195">1.6499999999999999</cx:pt>
          <cx:pt idx="17196">1.95</cx:pt>
          <cx:pt idx="17197">1.45</cx:pt>
          <cx:pt idx="17198">2.75</cx:pt>
          <cx:pt idx="17199">1.45</cx:pt>
          <cx:pt idx="17200">2.9500000000000002</cx:pt>
          <cx:pt idx="17201">8.5</cx:pt>
          <cx:pt idx="17202">4.6500000000000004</cx:pt>
          <cx:pt idx="17203">0.41999999999999998</cx:pt>
          <cx:pt idx="17204">0.55000000000000004</cx:pt>
          <cx:pt idx="17205">1.6499999999999999</cx:pt>
          <cx:pt idx="17206">1.6499999999999999</cx:pt>
          <cx:pt idx="17207">2.0800000000000001</cx:pt>
          <cx:pt idx="17208">1.6499999999999999</cx:pt>
          <cx:pt idx="17209">2.0800000000000001</cx:pt>
          <cx:pt idx="17210">1.6499999999999999</cx:pt>
          <cx:pt idx="17211">0.65000000000000002</cx:pt>
          <cx:pt idx="17212">0.55000000000000004</cx:pt>
          <cx:pt idx="17213">1.6499999999999999</cx:pt>
          <cx:pt idx="17214">4.9500000000000002</cx:pt>
          <cx:pt idx="17215">3.75</cx:pt>
          <cx:pt idx="17216">2.5499999999999998</cx:pt>
          <cx:pt idx="17217">1.25</cx:pt>
          <cx:pt idx="17218">8.5</cx:pt>
          <cx:pt idx="17219">1.25</cx:pt>
          <cx:pt idx="17220">0.55000000000000004</cx:pt>
          <cx:pt idx="17221">2.0800000000000001</cx:pt>
          <cx:pt idx="17222">2.1000000000000001</cx:pt>
          <cx:pt idx="17223">0.84999999999999998</cx:pt>
          <cx:pt idx="17224">0.65000000000000002</cx:pt>
          <cx:pt idx="17225">3.75</cx:pt>
          <cx:pt idx="17226">2.0800000000000001</cx:pt>
          <cx:pt idx="17227">0.28999999999999998</cx:pt>
          <cx:pt idx="17228">0.41999999999999998</cx:pt>
          <cx:pt idx="17229">1.6499999999999999</cx:pt>
          <cx:pt idx="17230">1.79</cx:pt>
          <cx:pt idx="17231">3.25</cx:pt>
          <cx:pt idx="17232">0.65000000000000002</cx:pt>
          <cx:pt idx="17233">0.84999999999999998</cx:pt>
          <cx:pt idx="17234">1.25</cx:pt>
          <cx:pt idx="17235">12.75</cx:pt>
          <cx:pt idx="17236">6.75</cx:pt>
          <cx:pt idx="17237">1.79</cx:pt>
          <cx:pt idx="17238">1.6499999999999999</cx:pt>
          <cx:pt idx="17239">6.75</cx:pt>
          <cx:pt idx="17240">0.41999999999999998</cx:pt>
          <cx:pt idx="17241">6.75</cx:pt>
          <cx:pt idx="17242">1.95</cx:pt>
          <cx:pt idx="17243">1.6499999999999999</cx:pt>
          <cx:pt idx="17244">2.0800000000000001</cx:pt>
          <cx:pt idx="17245">2.0800000000000001</cx:pt>
          <cx:pt idx="17246">1.6499999999999999</cx:pt>
          <cx:pt idx="17247">2.1000000000000001</cx:pt>
          <cx:pt idx="17248">2.9500000000000002</cx:pt>
          <cx:pt idx="17249">1.6499999999999999</cx:pt>
          <cx:pt idx="17250">2.9500000000000002</cx:pt>
          <cx:pt idx="17251">2.0800000000000001</cx:pt>
          <cx:pt idx="17252">1.95</cx:pt>
          <cx:pt idx="17253">1.6499999999999999</cx:pt>
          <cx:pt idx="17254">2.9500000000000002</cx:pt>
          <cx:pt idx="17255">0.41999999999999998</cx:pt>
          <cx:pt idx="17256">7.9500000000000002</cx:pt>
          <cx:pt idx="17257">7.9500000000000002</cx:pt>
          <cx:pt idx="17258">3.75</cx:pt>
          <cx:pt idx="17259">0.65000000000000002</cx:pt>
          <cx:pt idx="17260">0.65000000000000002</cx:pt>
          <cx:pt idx="17261">4.9500000000000002</cx:pt>
          <cx:pt idx="17262">2.0800000000000001</cx:pt>
          <cx:pt idx="17263">2.0800000000000001</cx:pt>
          <cx:pt idx="17264">2.9500000000000002</cx:pt>
          <cx:pt idx="17265">8.5</cx:pt>
          <cx:pt idx="17266">12.75</cx:pt>
          <cx:pt idx="17267">7.9500000000000002</cx:pt>
          <cx:pt idx="17268">1.79</cx:pt>
          <cx:pt idx="17269">0.41999999999999998</cx:pt>
          <cx:pt idx="17270">12.75</cx:pt>
          <cx:pt idx="17271">1.49</cx:pt>
          <cx:pt idx="17272">1.45</cx:pt>
          <cx:pt idx="17273">2.9500000000000002</cx:pt>
          <cx:pt idx="17274">1.6499999999999999</cx:pt>
          <cx:pt idx="17275">0.84999999999999998</cx:pt>
          <cx:pt idx="17276">4.1500000000000004</cx:pt>
          <cx:pt idx="17277">0.84999999999999998</cx:pt>
          <cx:pt idx="17278">0.55000000000000004</cx:pt>
          <cx:pt idx="17279">0.84999999999999998</cx:pt>
          <cx:pt idx="17280">2.5499999999999998</cx:pt>
          <cx:pt idx="17281">2.75</cx:pt>
          <cx:pt idx="17282">1.45</cx:pt>
          <cx:pt idx="17283">0.82999999999999996</cx:pt>
          <cx:pt idx="17284">1.25</cx:pt>
          <cx:pt idx="17285">1.6499999999999999</cx:pt>
          <cx:pt idx="17286">1.45</cx:pt>
          <cx:pt idx="17287">1.6499999999999999</cx:pt>
          <cx:pt idx="17288">0.41999999999999998</cx:pt>
          <cx:pt idx="17289">1.95</cx:pt>
          <cx:pt idx="17290">1.45</cx:pt>
          <cx:pt idx="17291">2.5499999999999998</cx:pt>
          <cx:pt idx="17292">0.82999999999999996</cx:pt>
          <cx:pt idx="17293">1.6499999999999999</cx:pt>
          <cx:pt idx="17294">2.9500000000000002</cx:pt>
          <cx:pt idx="17295">8.5</cx:pt>
          <cx:pt idx="17296">2.0800000000000001</cx:pt>
          <cx:pt idx="17297">4.9500000000000002</cx:pt>
          <cx:pt idx="17298">6.75</cx:pt>
          <cx:pt idx="17299">1.25</cx:pt>
          <cx:pt idx="17300">2.1000000000000001</cx:pt>
          <cx:pt idx="17301">0.82999999999999996</cx:pt>
          <cx:pt idx="17302">2.0800000000000001</cx:pt>
          <cx:pt idx="17303">2.9500000000000002</cx:pt>
          <cx:pt idx="17304">0.84999999999999998</cx:pt>
          <cx:pt idx="17305">16.629999999999999</cx:pt>
          <cx:pt idx="17306">7.46</cx:pt>
          <cx:pt idx="17307">24.960000000000001</cx:pt>
          <cx:pt idx="17308">0.82999999999999996</cx:pt>
          <cx:pt idx="17309">4.1299999999999999</cx:pt>
          <cx:pt idx="17310">9.9600000000000009</cx:pt>
          <cx:pt idx="17311">3.29</cx:pt>
          <cx:pt idx="17312">7.46</cx:pt>
          <cx:pt idx="17313">2.46</cx:pt>
          <cx:pt idx="17314">5.79</cx:pt>
          <cx:pt idx="17315">5.79</cx:pt>
          <cx:pt idx="17316">6.6299999999999999</cx:pt>
          <cx:pt idx="17317">3.29</cx:pt>
          <cx:pt idx="17318">1.6299999999999999</cx:pt>
          <cx:pt idx="17319">4.1299999999999999</cx:pt>
          <cx:pt idx="17320">3.29</cx:pt>
          <cx:pt idx="17321">4.1299999999999999</cx:pt>
          <cx:pt idx="17322">3.29</cx:pt>
          <cx:pt idx="17323">1.6499999999999999</cx:pt>
          <cx:pt idx="17324">14.949999999999999</cx:pt>
          <cx:pt idx="17325">1.25</cx:pt>
          <cx:pt idx="17326">12.75</cx:pt>
          <cx:pt idx="17327">7.9500000000000002</cx:pt>
          <cx:pt idx="17328">7.9500000000000002</cx:pt>
          <cx:pt idx="17329">6.6299999999999999</cx:pt>
          <cx:pt idx="17330">12.460000000000001</cx:pt>
          <cx:pt idx="17331">2.46</cx:pt>
          <cx:pt idx="17332">6.6299999999999999</cx:pt>
          <cx:pt idx="17333">7.46</cx:pt>
          <cx:pt idx="17334">8.2899999999999991</cx:pt>
          <cx:pt idx="17335">1.6299999999999999</cx:pt>
          <cx:pt idx="17336">3.29</cx:pt>
          <cx:pt idx="17337">6.6299999999999999</cx:pt>
          <cx:pt idx="17338">2.46</cx:pt>
          <cx:pt idx="17339">4.96</cx:pt>
          <cx:pt idx="17340">2.46</cx:pt>
          <cx:pt idx="17341">7.46</cx:pt>
          <cx:pt idx="17342">2.1000000000000001</cx:pt>
          <cx:pt idx="17343">8.25</cx:pt>
          <cx:pt idx="17344">1.45</cx:pt>
          <cx:pt idx="17345">7.9500000000000002</cx:pt>
          <cx:pt idx="17346">2.0800000000000001</cx:pt>
          <cx:pt idx="17347">2.1000000000000001</cx:pt>
          <cx:pt idx="17348">8.25</cx:pt>
          <cx:pt idx="17349">2.9500000000000002</cx:pt>
          <cx:pt idx="17350">1.25</cx:pt>
          <cx:pt idx="17351">2.25</cx:pt>
          <cx:pt idx="17352">2.0800000000000001</cx:pt>
          <cx:pt idx="17353">3.75</cx:pt>
          <cx:pt idx="17354">0.84999999999999998</cx:pt>
          <cx:pt idx="17355">2.1000000000000001</cx:pt>
          <cx:pt idx="17356">2.1000000000000001</cx:pt>
          <cx:pt idx="17357">2.9500000000000002</cx:pt>
          <cx:pt idx="17358">6.75</cx:pt>
          <cx:pt idx="17359">6.75</cx:pt>
          <cx:pt idx="17360">6.75</cx:pt>
          <cx:pt idx="17361">3.25</cx:pt>
          <cx:pt idx="17362">1.45</cx:pt>
          <cx:pt idx="17363">0.82999999999999996</cx:pt>
          <cx:pt idx="17364">2.9500000000000002</cx:pt>
          <cx:pt idx="17365">2.0800000000000001</cx:pt>
          <cx:pt idx="17366">1.25</cx:pt>
          <cx:pt idx="17367">1.6499999999999999</cx:pt>
          <cx:pt idx="17368">1.6499999999999999</cx:pt>
          <cx:pt idx="17369">0.55000000000000004</cx:pt>
          <cx:pt idx="17370">1.6499999999999999</cx:pt>
          <cx:pt idx="17371">2.0800000000000001</cx:pt>
          <cx:pt idx="17372">1.6499999999999999</cx:pt>
          <cx:pt idx="17373">2.1000000000000001</cx:pt>
          <cx:pt idx="17374">2.5499999999999998</cx:pt>
          <cx:pt idx="17375">6.3499999999999996</cx:pt>
          <cx:pt idx="17376">2.9500000000000002</cx:pt>
          <cx:pt idx="17377">0.55000000000000004</cx:pt>
          <cx:pt idx="17378">1.6499999999999999</cx:pt>
          <cx:pt idx="17379">1.6499999999999999</cx:pt>
          <cx:pt idx="17380">2.0800000000000001</cx:pt>
          <cx:pt idx="17381">0.82999999999999996</cx:pt>
          <cx:pt idx="17382">3.25</cx:pt>
          <cx:pt idx="17383">2.0800000000000001</cx:pt>
          <cx:pt idx="17384">0.55000000000000004</cx:pt>
          <cx:pt idx="17385">3.75</cx:pt>
          <cx:pt idx="17386">1.45</cx:pt>
          <cx:pt idx="17387">1.25</cx:pt>
          <cx:pt idx="17388">1.6499999999999999</cx:pt>
          <cx:pt idx="17389">2.1000000000000001</cx:pt>
          <cx:pt idx="17390">2.9500000000000002</cx:pt>
          <cx:pt idx="17391">1.25</cx:pt>
          <cx:pt idx="17392">1.6499999999999999</cx:pt>
          <cx:pt idx="17393">1.45</cx:pt>
          <cx:pt idx="17394">1.25</cx:pt>
          <cx:pt idx="17395">1.6499999999999999</cx:pt>
          <cx:pt idx="17396">2.9500000000000002</cx:pt>
          <cx:pt idx="17397">1.6499999999999999</cx:pt>
          <cx:pt idx="17398">2.5499999999999998</cx:pt>
          <cx:pt idx="17399">2.1000000000000001</cx:pt>
          <cx:pt idx="17400">8.25</cx:pt>
          <cx:pt idx="17401">1.6499999999999999</cx:pt>
          <cx:pt idx="17402">2.5499999999999998</cx:pt>
          <cx:pt idx="17403">0.84999999999999998</cx:pt>
          <cx:pt idx="17404">2.1000000000000001</cx:pt>
          <cx:pt idx="17405">4.9500000000000002</cx:pt>
          <cx:pt idx="17406">4.9500000000000002</cx:pt>
          <cx:pt idx="17407">1.25</cx:pt>
          <cx:pt idx="17408">0.65000000000000002</cx:pt>
          <cx:pt idx="17409">12.75</cx:pt>
          <cx:pt idx="17410">2.9500000000000002</cx:pt>
          <cx:pt idx="17411">0.41999999999999998</cx:pt>
          <cx:pt idx="17412">2.5499999999999998</cx:pt>
          <cx:pt idx="17413">0.82999999999999996</cx:pt>
          <cx:pt idx="17414">0.41999999999999998</cx:pt>
          <cx:pt idx="17415">9.9499999999999993</cx:pt>
          <cx:pt idx="17416">2.0800000000000001</cx:pt>
          <cx:pt idx="17417">2.0800000000000001</cx:pt>
          <cx:pt idx="17418">1.6499999999999999</cx:pt>
          <cx:pt idx="17419">1.6499999999999999</cx:pt>
          <cx:pt idx="17420">1.6499999999999999</cx:pt>
          <cx:pt idx="17421">4.9500000000000002</cx:pt>
          <cx:pt idx="17422">2.9500000000000002</cx:pt>
          <cx:pt idx="17423">2.9500000000000002</cx:pt>
          <cx:pt idx="17424">1.6499999999999999</cx:pt>
          <cx:pt idx="17425">0.55000000000000004</cx:pt>
          <cx:pt idx="17426">2.1000000000000001</cx:pt>
          <cx:pt idx="17427">9.9499999999999993</cx:pt>
          <cx:pt idx="17428">2.9500000000000002</cx:pt>
          <cx:pt idx="17429">0.65000000000000002</cx:pt>
          <cx:pt idx="17430">2.75</cx:pt>
          <cx:pt idx="17431">1.45</cx:pt>
          <cx:pt idx="17432">8.25</cx:pt>
          <cx:pt idx="17433">6.75</cx:pt>
          <cx:pt idx="17434">1.6499999999999999</cx:pt>
          <cx:pt idx="17435">1.25</cx:pt>
          <cx:pt idx="17436">2.0800000000000001</cx:pt>
          <cx:pt idx="17437">1.0600000000000001</cx:pt>
          <cx:pt idx="17438">1.45</cx:pt>
          <cx:pt idx="17439">2.9500000000000002</cx:pt>
          <cx:pt idx="17440">1.6499999999999999</cx:pt>
          <cx:pt idx="17441">2.9500000000000002</cx:pt>
          <cx:pt idx="17442">1.25</cx:pt>
          <cx:pt idx="17443">12.75</cx:pt>
          <cx:pt idx="17444">2.9500000000000002</cx:pt>
          <cx:pt idx="17445">1.6499999999999999</cx:pt>
          <cx:pt idx="17446">1.79</cx:pt>
          <cx:pt idx="17447">1.6499999999999999</cx:pt>
          <cx:pt idx="17448">3.25</cx:pt>
          <cx:pt idx="17449">4.9500000000000002</cx:pt>
          <cx:pt idx="17450">7.9500000000000002</cx:pt>
          <cx:pt idx="17451">2.75</cx:pt>
          <cx:pt idx="17452">2.0800000000000001</cx:pt>
          <cx:pt idx="17453">4.6500000000000004</cx:pt>
          <cx:pt idx="17454">1.6499999999999999</cx:pt>
          <cx:pt idx="17455">1.45</cx:pt>
          <cx:pt idx="17456">2.25</cx:pt>
          <cx:pt idx="17457">0.65000000000000002</cx:pt>
          <cx:pt idx="17458">2.0800000000000001</cx:pt>
          <cx:pt idx="17459">0.28999999999999998</cx:pt>
          <cx:pt idx="17460">1.6499999999999999</cx:pt>
          <cx:pt idx="17461">0.41999999999999998</cx:pt>
          <cx:pt idx="17462">3.75</cx:pt>
          <cx:pt idx="17463">2.0800000000000001</cx:pt>
          <cx:pt idx="17464">1.95</cx:pt>
          <cx:pt idx="17465">1.25</cx:pt>
          <cx:pt idx="17466">1.25</cx:pt>
          <cx:pt idx="17467">1.6499999999999999</cx:pt>
          <cx:pt idx="17468">12.75</cx:pt>
          <cx:pt idx="17469">2.0800000000000001</cx:pt>
          <cx:pt idx="17470">1.45</cx:pt>
          <cx:pt idx="17471">0.84999999999999998</cx:pt>
          <cx:pt idx="17472">2.0800000000000001</cx:pt>
          <cx:pt idx="17473">0.55000000000000004</cx:pt>
          <cx:pt idx="17474">1.6499999999999999</cx:pt>
          <cx:pt idx="17475">1.6499999999999999</cx:pt>
          <cx:pt idx="17476">6.75</cx:pt>
          <cx:pt idx="17477">8.25</cx:pt>
          <cx:pt idx="17478">2.1000000000000001</cx:pt>
          <cx:pt idx="17479">2.5499999999999998</cx:pt>
          <cx:pt idx="17480">1.6499999999999999</cx:pt>
          <cx:pt idx="17481">1.79</cx:pt>
          <cx:pt idx="17482">6.75</cx:pt>
          <cx:pt idx="17483">1.79</cx:pt>
          <cx:pt idx="17484">6.75</cx:pt>
          <cx:pt idx="17485">0.84999999999999998</cx:pt>
          <cx:pt idx="17486">12.75</cx:pt>
          <cx:pt idx="17487">4.1500000000000004</cx:pt>
          <cx:pt idx="17488">8.5</cx:pt>
          <cx:pt idx="17489">0.41999999999999998</cx:pt>
          <cx:pt idx="17490">1.6499999999999999</cx:pt>
          <cx:pt idx="17491">3.75</cx:pt>
          <cx:pt idx="17492">1.6499999999999999</cx:pt>
          <cx:pt idx="17493">7.9500000000000002</cx:pt>
          <cx:pt idx="17494">0.65000000000000002</cx:pt>
          <cx:pt idx="17495">7.9500000000000002</cx:pt>
          <cx:pt idx="17496">4.9500000000000002</cx:pt>
          <cx:pt idx="17497">2.1000000000000001</cx:pt>
          <cx:pt idx="17498">3.75</cx:pt>
          <cx:pt idx="17499">2.5499999999999998</cx:pt>
          <cx:pt idx="17500">12.75</cx:pt>
          <cx:pt idx="17501">1.25</cx:pt>
          <cx:pt idx="17502">2.9500000000000002</cx:pt>
          <cx:pt idx="17503">1.25</cx:pt>
          <cx:pt idx="17504">1.25</cx:pt>
          <cx:pt idx="17505">1.6499999999999999</cx:pt>
          <cx:pt idx="17506">2.1000000000000001</cx:pt>
          <cx:pt idx="17507">2.9500000000000002</cx:pt>
          <cx:pt idx="17508">0.65000000000000002</cx:pt>
          <cx:pt idx="17509">1.6499999999999999</cx:pt>
          <cx:pt idx="17510">2.5499999999999998</cx:pt>
          <cx:pt idx="17511">2.0800000000000001</cx:pt>
          <cx:pt idx="17512">7.9500000000000002</cx:pt>
          <cx:pt idx="17513">2.0800000000000001</cx:pt>
          <cx:pt idx="17514">2.9500000000000002</cx:pt>
          <cx:pt idx="17515">4.1500000000000004</cx:pt>
          <cx:pt idx="17516">0.84999999999999998</cx:pt>
          <cx:pt idx="17517">1.25</cx:pt>
          <cx:pt idx="17518">1.6499999999999999</cx:pt>
          <cx:pt idx="17519">0.55000000000000004</cx:pt>
          <cx:pt idx="17520">2.0800000000000001</cx:pt>
          <cx:pt idx="17521">4.5800000000000001</cx:pt>
          <cx:pt idx="17522">4.5800000000000001</cx:pt>
          <cx:pt idx="17523">4.5800000000000001</cx:pt>
          <cx:pt idx="17524">4.5800000000000001</cx:pt>
          <cx:pt idx="17525">4.5800000000000001</cx:pt>
          <cx:pt idx="17526">3.25</cx:pt>
          <cx:pt idx="17527">2.9500000000000002</cx:pt>
          <cx:pt idx="17528">1.6499999999999999</cx:pt>
          <cx:pt idx="17529">1.6499999999999999</cx:pt>
          <cx:pt idx="17530">0.84999999999999998</cx:pt>
          <cx:pt idx="17531">1.95</cx:pt>
          <cx:pt idx="17532">1.95</cx:pt>
          <cx:pt idx="17533">1.95</cx:pt>
          <cx:pt idx="17534">3.75</cx:pt>
          <cx:pt idx="17535">1.45</cx:pt>
          <cx:pt idx="17536">0.55000000000000004</cx:pt>
          <cx:pt idx="17537">0.41999999999999998</cx:pt>
          <cx:pt idx="17538">3.25</cx:pt>
          <cx:pt idx="17539">2.9500000000000002</cx:pt>
          <cx:pt idx="17540">0.84999999999999998</cx:pt>
          <cx:pt idx="17541">2.0800000000000001</cx:pt>
          <cx:pt idx="17542">1.6499999999999999</cx:pt>
          <cx:pt idx="17543">2.1000000000000001</cx:pt>
          <cx:pt idx="17544">2.9500000000000002</cx:pt>
          <cx:pt idx="17545">1.6499999999999999</cx:pt>
          <cx:pt idx="17546">0.41999999999999998</cx:pt>
          <cx:pt idx="17547">1.6499999999999999</cx:pt>
          <cx:pt idx="17548">1.6499999999999999</cx:pt>
          <cx:pt idx="17549">2.5499999999999998</cx:pt>
          <cx:pt idx="17550">1.6499999999999999</cx:pt>
          <cx:pt idx="17551">2.9500000000000002</cx:pt>
          <cx:pt idx="17552">3.75</cx:pt>
          <cx:pt idx="17553">0.65000000000000002</cx:pt>
          <cx:pt idx="17554">1.25</cx:pt>
          <cx:pt idx="17555">2.1000000000000001</cx:pt>
          <cx:pt idx="17556">8.5</cx:pt>
          <cx:pt idx="17557">15.789999999999999</cx:pt>
          <cx:pt idx="17558">1.6299999999999999</cx:pt>
          <cx:pt idx="17559">2.46</cx:pt>
          <cx:pt idx="17560">3.29</cx:pt>
          <cx:pt idx="17561">9.1300000000000008</cx:pt>
          <cx:pt idx="17562">12.460000000000001</cx:pt>
          <cx:pt idx="17563">5.79</cx:pt>
          <cx:pt idx="17564">4.1299999999999999</cx:pt>
          <cx:pt idx="17565">24.960000000000001</cx:pt>
          <cx:pt idx="17566">2.46</cx:pt>
          <cx:pt idx="17567">3.29</cx:pt>
          <cx:pt idx="17568">1.6299999999999999</cx:pt>
          <cx:pt idx="17569">15.789999999999999</cx:pt>
          <cx:pt idx="17570">1.6299999999999999</cx:pt>
          <cx:pt idx="17571">1.6299999999999999</cx:pt>
          <cx:pt idx="17572">4.96</cx:pt>
          <cx:pt idx="17573">8.5</cx:pt>
          <cx:pt idx="17574">2.0800000000000001</cx:pt>
          <cx:pt idx="17575">0.41999999999999998</cx:pt>
          <cx:pt idx="17576">8.5</cx:pt>
          <cx:pt idx="17577">24.960000000000001</cx:pt>
          <cx:pt idx="17578">4.1299999999999999</cx:pt>
          <cx:pt idx="17579">0.82999999999999996</cx:pt>
          <cx:pt idx="17580">12.460000000000001</cx:pt>
          <cx:pt idx="17581">4.5800000000000001</cx:pt>
          <cx:pt idx="17582">4.1299999999999999</cx:pt>
          <cx:pt idx="17583">4.96</cx:pt>
          <cx:pt idx="17584">3.29</cx:pt>
          <cx:pt idx="17585">1.6299999999999999</cx:pt>
          <cx:pt idx="17586">4.96</cx:pt>
          <cx:pt idx="17587">0.82999999999999996</cx:pt>
          <cx:pt idx="17588">2.9500000000000002</cx:pt>
          <cx:pt idx="17589">0.84999999999999998</cx:pt>
          <cx:pt idx="17590">7.9500000000000002</cx:pt>
          <cx:pt idx="17591">6.3499999999999996</cx:pt>
          <cx:pt idx="17592">1.25</cx:pt>
          <cx:pt idx="17593">1.25</cx:pt>
          <cx:pt idx="17594">12.75</cx:pt>
          <cx:pt idx="17595">0.55000000000000004</cx:pt>
          <cx:pt idx="17596">0.65000000000000002</cx:pt>
          <cx:pt idx="17597">1.6499999999999999</cx:pt>
          <cx:pt idx="17598">5.5499999999999998</cx:pt>
          <cx:pt idx="17599">16.629999999999999</cx:pt>
          <cx:pt idx="17600">14.960000000000001</cx:pt>
          <cx:pt idx="17601">24.960000000000001</cx:pt>
          <cx:pt idx="17602">7.46</cx:pt>
          <cx:pt idx="17603">4.1299999999999999</cx:pt>
          <cx:pt idx="17604">9.1300000000000008</cx:pt>
          <cx:pt idx="17605">4.1299999999999999</cx:pt>
          <cx:pt idx="17606">1.6299999999999999</cx:pt>
          <cx:pt idx="17607">0.41999999999999998</cx:pt>
          <cx:pt idx="17608">1.25</cx:pt>
          <cx:pt idx="17609">2.5499999999999998</cx:pt>
          <cx:pt idx="17610">4.9500000000000002</cx:pt>
          <cx:pt idx="17611">1.6499999999999999</cx:pt>
          <cx:pt idx="17612">0.84999999999999998</cx:pt>
          <cx:pt idx="17613">7.9500000000000002</cx:pt>
          <cx:pt idx="17614">1.45</cx:pt>
          <cx:pt idx="17615">8.25</cx:pt>
          <cx:pt idx="17616">1.6499999999999999</cx:pt>
          <cx:pt idx="17617">4.9500000000000002</cx:pt>
          <cx:pt idx="17618">2.0800000000000001</cx:pt>
          <cx:pt idx="17619">1.6499999999999999</cx:pt>
          <cx:pt idx="17620">2.9500000000000002</cx:pt>
          <cx:pt idx="17621">1.45</cx:pt>
          <cx:pt idx="17622">2.0800000000000001</cx:pt>
          <cx:pt idx="17623">3.25</cx:pt>
          <cx:pt idx="17624">2.0800000000000001</cx:pt>
          <cx:pt idx="17625">1.6499999999999999</cx:pt>
          <cx:pt idx="17626">0.82999999999999996</cx:pt>
          <cx:pt idx="17627">1.95</cx:pt>
          <cx:pt idx="17628">2.9500000000000002</cx:pt>
          <cx:pt idx="17629">1.6499999999999999</cx:pt>
          <cx:pt idx="17630">0.82999999999999996</cx:pt>
          <cx:pt idx="17631">8.25</cx:pt>
          <cx:pt idx="17632">0.84999999999999998</cx:pt>
          <cx:pt idx="17633">3.25</cx:pt>
          <cx:pt idx="17634">3.25</cx:pt>
          <cx:pt idx="17635">2.9500000000000002</cx:pt>
          <cx:pt idx="17636">2.9500000000000002</cx:pt>
          <cx:pt idx="17637">3.25</cx:pt>
          <cx:pt idx="17638">2.0800000000000001</cx:pt>
          <cx:pt idx="17639">2.25</cx:pt>
          <cx:pt idx="17640">1.25</cx:pt>
          <cx:pt idx="17641">7.9500000000000002</cx:pt>
          <cx:pt idx="17642">1.6499999999999999</cx:pt>
          <cx:pt idx="17643">0.41999999999999998</cx:pt>
          <cx:pt idx="17644">0.41999999999999998</cx:pt>
          <cx:pt idx="17645">3.25</cx:pt>
          <cx:pt idx="17646">2.25</cx:pt>
          <cx:pt idx="17647">2.25</cx:pt>
          <cx:pt idx="17648">1.6499999999999999</cx:pt>
          <cx:pt idx="17649">1.45</cx:pt>
          <cx:pt idx="17650">1.25</cx:pt>
          <cx:pt idx="17651">1.25</cx:pt>
          <cx:pt idx="17652">1.6499999999999999</cx:pt>
          <cx:pt idx="17653">1.53</cx:pt>
          <cx:pt idx="17654">6.3799999999999999</cx:pt>
          <cx:pt idx="17655">5.8799999999999999</cx:pt>
          <cx:pt idx="17656">9.4199999999999999</cx:pt>
          <cx:pt idx="17657">9.9499999999999993</cx:pt>
          <cx:pt idx="17658">0.41999999999999998</cx:pt>
          <cx:pt idx="17659">4.2699999999999996</cx:pt>
          <cx:pt idx="17660">3.25</cx:pt>
          <cx:pt idx="17661">12.75</cx:pt>
          <cx:pt idx="17662">0.41999999999999998</cx:pt>
          <cx:pt idx="17663">2.0800000000000001</cx:pt>
          <cx:pt idx="17664">0.55000000000000004</cx:pt>
          <cx:pt idx="17665">2.9500000000000002</cx:pt>
          <cx:pt idx="17666">8.5</cx:pt>
          <cx:pt idx="17667">1.6499999999999999</cx:pt>
          <cx:pt idx="17668">2.0800000000000001</cx:pt>
          <cx:pt idx="17669">2.0800000000000001</cx:pt>
          <cx:pt idx="17670">0.65000000000000002</cx:pt>
          <cx:pt idx="17671">1.25</cx:pt>
          <cx:pt idx="17672">0.84999999999999998</cx:pt>
          <cx:pt idx="17673">2.0800000000000001</cx:pt>
          <cx:pt idx="17674">2.0800000000000001</cx:pt>
          <cx:pt idx="17675">3.25</cx:pt>
          <cx:pt idx="17676">2.9500000000000002</cx:pt>
          <cx:pt idx="17677">3.75</cx:pt>
          <cx:pt idx="17678">1.6499999999999999</cx:pt>
          <cx:pt idx="17679">1.6499999999999999</cx:pt>
          <cx:pt idx="17680">3.25</cx:pt>
          <cx:pt idx="17681">7.9500000000000002</cx:pt>
          <cx:pt idx="17682">2.5499999999999998</cx:pt>
          <cx:pt idx="17683">2.5499999999999998</cx:pt>
          <cx:pt idx="17684">1.25</cx:pt>
          <cx:pt idx="17685">2.9500000000000002</cx:pt>
          <cx:pt idx="17686">9.9499999999999993</cx:pt>
          <cx:pt idx="17687">2.9500000000000002</cx:pt>
          <cx:pt idx="17688">1.45</cx:pt>
          <cx:pt idx="17689">6.3499999999999996</cx:pt>
          <cx:pt idx="17690">1.25</cx:pt>
          <cx:pt idx="17691">1.6499999999999999</cx:pt>
          <cx:pt idx="17692">1.6499999999999999</cx:pt>
          <cx:pt idx="17693">4.1500000000000004</cx:pt>
          <cx:pt idx="17694">1.95</cx:pt>
          <cx:pt idx="17695">4.9500000000000002</cx:pt>
          <cx:pt idx="17696">2.9500000000000002</cx:pt>
          <cx:pt idx="17697">0.41999999999999998</cx:pt>
          <cx:pt idx="17698">1.6499999999999999</cx:pt>
          <cx:pt idx="17699">1.6499999999999999</cx:pt>
          <cx:pt idx="17700">0.84999999999999998</cx:pt>
          <cx:pt idx="17701">0.41999999999999998</cx:pt>
          <cx:pt idx="17702">12.75</cx:pt>
          <cx:pt idx="17703">8.2899999999999991</cx:pt>
          <cx:pt idx="17704">8.2899999999999991</cx:pt>
          <cx:pt idx="17705">3.29</cx:pt>
          <cx:pt idx="17706">6.6299999999999999</cx:pt>
          <cx:pt idx="17707">2.46</cx:pt>
          <cx:pt idx="17708">4.96</cx:pt>
          <cx:pt idx="17709">2.46</cx:pt>
          <cx:pt idx="17710">7.46</cx:pt>
          <cx:pt idx="17711">1.25</cx:pt>
          <cx:pt idx="17712">7.9500000000000002</cx:pt>
          <cx:pt idx="17713">7.9500000000000002</cx:pt>
          <cx:pt idx="17714">1.45</cx:pt>
          <cx:pt idx="17715">1.6499999999999999</cx:pt>
          <cx:pt idx="17716">1.6499999999999999</cx:pt>
          <cx:pt idx="17717">6.75</cx:pt>
          <cx:pt idx="17718">2.9500000000000002</cx:pt>
          <cx:pt idx="17719">4.1500000000000004</cx:pt>
          <cx:pt idx="17720">2.5499999999999998</cx:pt>
          <cx:pt idx="17721">0.65000000000000002</cx:pt>
          <cx:pt idx="17722">12.75</cx:pt>
          <cx:pt idx="17723">3.25</cx:pt>
          <cx:pt idx="17724">2.9500000000000002</cx:pt>
          <cx:pt idx="17725">3.75</cx:pt>
          <cx:pt idx="17726">0.55000000000000004</cx:pt>
          <cx:pt idx="17727">1.25</cx:pt>
          <cx:pt idx="17728">0.35999999999999999</cx:pt>
          <cx:pt idx="17729">0.41999999999999998</cx:pt>
          <cx:pt idx="17730">3.25</cx:pt>
          <cx:pt idx="17731">0.35999999999999999</cx:pt>
          <cx:pt idx="17732">2.9500000000000002</cx:pt>
          <cx:pt idx="17733">1.6499999999999999</cx:pt>
          <cx:pt idx="17734">0.35999999999999999</cx:pt>
          <cx:pt idx="17735">4.1299999999999999</cx:pt>
          <cx:pt idx="17736">4.1299999999999999</cx:pt>
          <cx:pt idx="17737">3.75</cx:pt>
          <cx:pt idx="17738">10.789999999999999</cx:pt>
          <cx:pt idx="17739">5.79</cx:pt>
          <cx:pt idx="17740">3.29</cx:pt>
          <cx:pt idx="17741">14.130000000000001</cx:pt>
          <cx:pt idx="17742">4.1299999999999999</cx:pt>
          <cx:pt idx="17743">4.1299999999999999</cx:pt>
          <cx:pt idx="17744">2.5</cx:pt>
          <cx:pt idx="17745">16.629999999999999</cx:pt>
          <cx:pt idx="17746">3.29</cx:pt>
          <cx:pt idx="17747">14.130000000000001</cx:pt>
          <cx:pt idx="17748">4.1299999999999999</cx:pt>
          <cx:pt idx="17749">24.960000000000001</cx:pt>
          <cx:pt idx="17750">4.1299999999999999</cx:pt>
          <cx:pt idx="17751">4.1299999999999999</cx:pt>
          <cx:pt idx="17752">5.79</cx:pt>
          <cx:pt idx="17753">4.1299999999999999</cx:pt>
          <cx:pt idx="17754">4.96</cx:pt>
          <cx:pt idx="17755">4.1299999999999999</cx:pt>
          <cx:pt idx="17756">16.629999999999999</cx:pt>
          <cx:pt idx="17757">2.5</cx:pt>
          <cx:pt idx="17758">4.96</cx:pt>
          <cx:pt idx="17759">3.3900000000000001</cx:pt>
          <cx:pt idx="17760">1.25</cx:pt>
          <cx:pt idx="17761">6.75</cx:pt>
          <cx:pt idx="17762">6.75</cx:pt>
          <cx:pt idx="17763">2.75</cx:pt>
          <cx:pt idx="17764">4.25</cx:pt>
          <cx:pt idx="17765">2.5499999999999998</cx:pt>
          <cx:pt idx="17766">1.95</cx:pt>
          <cx:pt idx="17767">1.95</cx:pt>
          <cx:pt idx="17768">1.25</cx:pt>
          <cx:pt idx="17769">1.25</cx:pt>
          <cx:pt idx="17770">1.45</cx:pt>
          <cx:pt idx="17771">0.55000000000000004</cx:pt>
          <cx:pt idx="17772">2.5499999999999998</cx:pt>
          <cx:pt idx="17773">2.9500000000000002</cx:pt>
          <cx:pt idx="17774">1.6499999999999999</cx:pt>
          <cx:pt idx="17775">0.84999999999999998</cx:pt>
          <cx:pt idx="17776">5.79</cx:pt>
          <cx:pt idx="17777">16.629999999999999</cx:pt>
          <cx:pt idx="17778">7.46</cx:pt>
          <cx:pt idx="17779">3.29</cx:pt>
          <cx:pt idx="17780">4.1299999999999999</cx:pt>
          <cx:pt idx="17781">2.46</cx:pt>
          <cx:pt idx="17782">5.79</cx:pt>
          <cx:pt idx="17783">15.789999999999999</cx:pt>
          <cx:pt idx="17784">9.1300000000000008</cx:pt>
          <cx:pt idx="17785">4.5800000000000001</cx:pt>
          <cx:pt idx="17786">4.1299999999999999</cx:pt>
          <cx:pt idx="17787">4.1299999999999999</cx:pt>
          <cx:pt idx="17788">4.1500000000000004</cx:pt>
          <cx:pt idx="17789">2.0800000000000001</cx:pt>
          <cx:pt idx="17790">1.45</cx:pt>
          <cx:pt idx="17791">1.95</cx:pt>
          <cx:pt idx="17792">2.0800000000000001</cx:pt>
          <cx:pt idx="17793">2.0800000000000001</cx:pt>
          <cx:pt idx="17794">2.25</cx:pt>
          <cx:pt idx="17795">2.0800000000000001</cx:pt>
          <cx:pt idx="17796">1.6499999999999999</cx:pt>
          <cx:pt idx="17797">4.6500000000000004</cx:pt>
          <cx:pt idx="17798">1.6499999999999999</cx:pt>
          <cx:pt idx="17799">1.25</cx:pt>
          <cx:pt idx="17800">2.9500000000000002</cx:pt>
          <cx:pt idx="17801">9.9499999999999993</cx:pt>
          <cx:pt idx="17802">2.1000000000000001</cx:pt>
          <cx:pt idx="17803">6.3499999999999996</cx:pt>
          <cx:pt idx="17804">2.5499999999999998</cx:pt>
          <cx:pt idx="17805">0.84999999999999998</cx:pt>
          <cx:pt idx="17806">1.6499999999999999</cx:pt>
          <cx:pt idx="17807">2.0800000000000001</cx:pt>
          <cx:pt idx="17808">2.9500000000000002</cx:pt>
          <cx:pt idx="17809">1.6499999999999999</cx:pt>
          <cx:pt idx="17810">7.9500000000000002</cx:pt>
          <cx:pt idx="17811">2.1000000000000001</cx:pt>
          <cx:pt idx="17812">3.75</cx:pt>
          <cx:pt idx="17813">0.41999999999999998</cx:pt>
          <cx:pt idx="17814">1.45</cx:pt>
          <cx:pt idx="17815">2.9500000000000002</cx:pt>
          <cx:pt idx="17816">0.84999999999999998</cx:pt>
          <cx:pt idx="17817">2.0800000000000001</cx:pt>
          <cx:pt idx="17818">0.65000000000000002</cx:pt>
          <cx:pt idx="17819">3.25</cx:pt>
          <cx:pt idx="17820">2.9500000000000002</cx:pt>
          <cx:pt idx="17821">1.79</cx:pt>
          <cx:pt idx="17822">2.9500000000000002</cx:pt>
          <cx:pt idx="17823">3.75</cx:pt>
          <cx:pt idx="17824">7.9500000000000002</cx:pt>
          <cx:pt idx="17825">2.9500000000000002</cx:pt>
          <cx:pt idx="17826">1.6499999999999999</cx:pt>
          <cx:pt idx="17827">0.84999999999999998</cx:pt>
          <cx:pt idx="17828">0.41999999999999998</cx:pt>
          <cx:pt idx="17829">2.5499999999999998</cx:pt>
          <cx:pt idx="17830">1.79</cx:pt>
          <cx:pt idx="17831">2.75</cx:pt>
          <cx:pt idx="17832">2.9500000000000002</cx:pt>
          <cx:pt idx="17833">1.45</cx:pt>
          <cx:pt idx="17834">1.95</cx:pt>
          <cx:pt idx="17835">7.9500000000000002</cx:pt>
          <cx:pt idx="17836">0.65000000000000002</cx:pt>
          <cx:pt idx="17837">0.65000000000000002</cx:pt>
          <cx:pt idx="17838">0.41999999999999998</cx:pt>
          <cx:pt idx="17839">0.41999999999999998</cx:pt>
          <cx:pt idx="17840">4.1500000000000004</cx:pt>
          <cx:pt idx="17841">7.9500000000000002</cx:pt>
          <cx:pt idx="17842">7.9500000000000002</cx:pt>
          <cx:pt idx="17843">0.55000000000000004</cx:pt>
          <cx:pt idx="17844">2.75</cx:pt>
          <cx:pt idx="17845">2.9500000000000002</cx:pt>
          <cx:pt idx="17846">2.5499999999999998</cx:pt>
          <cx:pt idx="17847">1.6499999999999999</cx:pt>
          <cx:pt idx="17848">0.82999999999999996</cx:pt>
          <cx:pt idx="17849">7.9500000000000002</cx:pt>
          <cx:pt idx="17850">1.0600000000000001</cx:pt>
          <cx:pt idx="17851">7.9500000000000002</cx:pt>
          <cx:pt idx="17852">3.25</cx:pt>
          <cx:pt idx="17853">4.9500000000000002</cx:pt>
          <cx:pt idx="17854">1.95</cx:pt>
          <cx:pt idx="17855">7.9500000000000002</cx:pt>
          <cx:pt idx="17856">7.9500000000000002</cx:pt>
          <cx:pt idx="17857">1.45</cx:pt>
          <cx:pt idx="17858">1.25</cx:pt>
          <cx:pt idx="17859">1.25</cx:pt>
          <cx:pt idx="17860">2.9500000000000002</cx:pt>
          <cx:pt idx="17861">2.0800000000000001</cx:pt>
          <cx:pt idx="17862">2.1000000000000001</cx:pt>
          <cx:pt idx="17863">0.41999999999999998</cx:pt>
          <cx:pt idx="17864">4.9500000000000002</cx:pt>
          <cx:pt idx="17865">3.25</cx:pt>
          <cx:pt idx="17866">2.9500000000000002</cx:pt>
          <cx:pt idx="17867">8.5</cx:pt>
          <cx:pt idx="17868">1.25</cx:pt>
          <cx:pt idx="17869">0.82999999999999996</cx:pt>
          <cx:pt idx="17870">2.1000000000000001</cx:pt>
          <cx:pt idx="17871">2.75</cx:pt>
          <cx:pt idx="17872">1.95</cx:pt>
          <cx:pt idx="17873">0.55000000000000004</cx:pt>
          <cx:pt idx="17874">2.1000000000000001</cx:pt>
          <cx:pt idx="17875">1.6499999999999999</cx:pt>
          <cx:pt idx="17876">2.0800000000000001</cx:pt>
          <cx:pt idx="17877">1.6499999999999999</cx:pt>
          <cx:pt idx="17878">1.6499999999999999</cx:pt>
          <cx:pt idx="17879">2.1000000000000001</cx:pt>
          <cx:pt idx="17880">0.41999999999999998</cx:pt>
          <cx:pt idx="17881">3.25</cx:pt>
          <cx:pt idx="17882">2.5499999999999998</cx:pt>
          <cx:pt idx="17883">1.6499999999999999</cx:pt>
          <cx:pt idx="17884">2.25</cx:pt>
          <cx:pt idx="17885">2.25</cx:pt>
          <cx:pt idx="17886">12.75</cx:pt>
          <cx:pt idx="17887">0.55000000000000004</cx:pt>
          <cx:pt idx="17888">7.9500000000000002</cx:pt>
          <cx:pt idx="17889">2.9500000000000002</cx:pt>
          <cx:pt idx="17890">7.9500000000000002</cx:pt>
          <cx:pt idx="17891">3.75</cx:pt>
          <cx:pt idx="17892">9.9499999999999993</cx:pt>
          <cx:pt idx="17893">0.41999999999999998</cx:pt>
          <cx:pt idx="17894">14.949999999999999</cx:pt>
          <cx:pt idx="17895">7.9500000000000002</cx:pt>
          <cx:pt idx="17896">2.5499999999999998</cx:pt>
          <cx:pt idx="17897">2.0800000000000001</cx:pt>
          <cx:pt idx="17898">4.1500000000000004</cx:pt>
          <cx:pt idx="17899">1.6499999999999999</cx:pt>
          <cx:pt idx="17900">2.1000000000000001</cx:pt>
          <cx:pt idx="17901">0.41999999999999998</cx:pt>
          <cx:pt idx="17902">1.25</cx:pt>
          <cx:pt idx="17903">0.65000000000000002</cx:pt>
          <cx:pt idx="17904">3.25</cx:pt>
          <cx:pt idx="17905">7.9500000000000002</cx:pt>
          <cx:pt idx="17906">1.6499999999999999</cx:pt>
          <cx:pt idx="17907">1.45</cx:pt>
          <cx:pt idx="17908">6.75</cx:pt>
          <cx:pt idx="17909">2.5499999999999998</cx:pt>
          <cx:pt idx="17910">2.0800000000000001</cx:pt>
          <cx:pt idx="17911">2.5499999999999998</cx:pt>
          <cx:pt idx="17912">6.75</cx:pt>
          <cx:pt idx="17913">6.75</cx:pt>
          <cx:pt idx="17914">2.9500000000000002</cx:pt>
          <cx:pt idx="17915">2.1000000000000001</cx:pt>
          <cx:pt idx="17916">2.9500000000000002</cx:pt>
          <cx:pt idx="17917">2.5499999999999998</cx:pt>
          <cx:pt idx="17918">2.1000000000000001</cx:pt>
          <cx:pt idx="17919">1.95</cx:pt>
          <cx:pt idx="17920">1.6499999999999999</cx:pt>
          <cx:pt idx="17921">5.79</cx:pt>
          <cx:pt idx="17922">2.46</cx:pt>
          <cx:pt idx="17923">9.9600000000000009</cx:pt>
          <cx:pt idx="17924">0.82999999999999996</cx:pt>
          <cx:pt idx="17925">7.46</cx:pt>
          <cx:pt idx="17926">4.1299999999999999</cx:pt>
          <cx:pt idx="17927">5.79</cx:pt>
          <cx:pt idx="17928">0.82999999999999996</cx:pt>
          <cx:pt idx="17929">7.46</cx:pt>
          <cx:pt idx="17930">4.1299999999999999</cx:pt>
          <cx:pt idx="17931">3.29</cx:pt>
          <cx:pt idx="17932">4.1299999999999999</cx:pt>
          <cx:pt idx="17933">0.82999999999999996</cx:pt>
          <cx:pt idx="17934">8.25</cx:pt>
          <cx:pt idx="17935">1.95</cx:pt>
          <cx:pt idx="17936">2.1000000000000001</cx:pt>
          <cx:pt idx="17937">7.9500000000000002</cx:pt>
          <cx:pt idx="17938">0.41999999999999998</cx:pt>
          <cx:pt idx="17939">3.75</cx:pt>
          <cx:pt idx="17940">1.95</cx:pt>
          <cx:pt idx="17941">1.6499999999999999</cx:pt>
          <cx:pt idx="17942">1.95</cx:pt>
          <cx:pt idx="17943">7.9500000000000002</cx:pt>
          <cx:pt idx="17944">2.0800000000000001</cx:pt>
          <cx:pt idx="17945">12.75</cx:pt>
          <cx:pt idx="17946">1.6499999999999999</cx:pt>
          <cx:pt idx="17947">3.25</cx:pt>
          <cx:pt idx="17948">1.25</cx:pt>
          <cx:pt idx="17949">1.25</cx:pt>
          <cx:pt idx="17950">2.9500000000000002</cx:pt>
          <cx:pt idx="17951">1.6499999999999999</cx:pt>
          <cx:pt idx="17952">1.6499999999999999</cx:pt>
          <cx:pt idx="17953">1.25</cx:pt>
          <cx:pt idx="17954">1.45</cx:pt>
          <cx:pt idx="17955">0.84999999999999998</cx:pt>
          <cx:pt idx="17956">7.9500000000000002</cx:pt>
          <cx:pt idx="17957">2.1000000000000001</cx:pt>
          <cx:pt idx="17958">1.45</cx:pt>
          <cx:pt idx="17959">1.95</cx:pt>
          <cx:pt idx="17960">1.6499999999999999</cx:pt>
          <cx:pt idx="17961">4.1299999999999999</cx:pt>
          <cx:pt idx="17962">1.6299999999999999</cx:pt>
          <cx:pt idx="17963">5.79</cx:pt>
          <cx:pt idx="17964">4.5800000000000001</cx:pt>
          <cx:pt idx="17965">16.629999999999999</cx:pt>
          <cx:pt idx="17966">4.1299999999999999</cx:pt>
          <cx:pt idx="17967">2.5</cx:pt>
          <cx:pt idx="17968">4.1299999999999999</cx:pt>
          <cx:pt idx="17969">14.130000000000001</cx:pt>
          <cx:pt idx="17970">4.1299999999999999</cx:pt>
          <cx:pt idx="17971">1.6299999999999999</cx:pt>
          <cx:pt idx="17972">4.96</cx:pt>
          <cx:pt idx="17973">4.1299999999999999</cx:pt>
          <cx:pt idx="17974">2.5</cx:pt>
          <cx:pt idx="17975">5.79</cx:pt>
          <cx:pt idx="17976">4.1299999999999999</cx:pt>
          <cx:pt idx="17977">7.9500000000000002</cx:pt>
          <cx:pt idx="17978">1.25</cx:pt>
          <cx:pt idx="17979">2.1000000000000001</cx:pt>
          <cx:pt idx="17980">1.25</cx:pt>
          <cx:pt idx="17981">1.25</cx:pt>
          <cx:pt idx="17982">1.45</cx:pt>
          <cx:pt idx="17983">2.25</cx:pt>
          <cx:pt idx="17984">2.25</cx:pt>
          <cx:pt idx="17985">2.5499999999999998</cx:pt>
          <cx:pt idx="17986">12.75</cx:pt>
          <cx:pt idx="17987">8.5</cx:pt>
          <cx:pt idx="17988">0.41999999999999998</cx:pt>
          <cx:pt idx="17989">12.75</cx:pt>
          <cx:pt idx="17990">0.65000000000000002</cx:pt>
          <cx:pt idx="17991">2.5499999999999998</cx:pt>
          <cx:pt idx="17992">1.25</cx:pt>
          <cx:pt idx="17993">1.6499999999999999</cx:pt>
          <cx:pt idx="17994">0.84999999999999998</cx:pt>
          <cx:pt idx="17995">2.0800000000000001</cx:pt>
          <cx:pt idx="17996">3.25</cx:pt>
          <cx:pt idx="17997">1.6499999999999999</cx:pt>
          <cx:pt idx="17998">1.6499999999999999</cx:pt>
          <cx:pt idx="17999">1.6499999999999999</cx:pt>
          <cx:pt idx="18000">2.1000000000000001</cx:pt>
          <cx:pt idx="18001">9.9499999999999993</cx:pt>
          <cx:pt idx="18002">2.5499999999999998</cx:pt>
          <cx:pt idx="18003">1.6499999999999999</cx:pt>
          <cx:pt idx="18004">0.84999999999999998</cx:pt>
          <cx:pt idx="18005">0.28999999999999998</cx:pt>
          <cx:pt idx="18006">1.6499999999999999</cx:pt>
          <cx:pt idx="18007">4.1500000000000004</cx:pt>
          <cx:pt idx="18008">1.6499999999999999</cx:pt>
          <cx:pt idx="18009">2.5499999999999998</cx:pt>
          <cx:pt idx="18010">1.45</cx:pt>
          <cx:pt idx="18011">1.45</cx:pt>
          <cx:pt idx="18012">8.5</cx:pt>
          <cx:pt idx="18013">1.25</cx:pt>
          <cx:pt idx="18014">2.75</cx:pt>
          <cx:pt idx="18015">0.65000000000000002</cx:pt>
          <cx:pt idx="18016">2.1000000000000001</cx:pt>
          <cx:pt idx="18017">4.9500000000000002</cx:pt>
          <cx:pt idx="18018">0.84999999999999998</cx:pt>
          <cx:pt idx="18019">7.6500000000000004</cx:pt>
          <cx:pt idx="18020">2.5499999999999998</cx:pt>
          <cx:pt idx="18021">1.45</cx:pt>
          <cx:pt idx="18022">2.9500000000000002</cx:pt>
          <cx:pt idx="18023">2.75</cx:pt>
          <cx:pt idx="18024">2.5499999999999998</cx:pt>
          <cx:pt idx="18025">2.5499999999999998</cx:pt>
          <cx:pt idx="18026">2.9500000000000002</cx:pt>
          <cx:pt idx="18027">0.65000000000000002</cx:pt>
          <cx:pt idx="18028">0.55000000000000004</cx:pt>
          <cx:pt idx="18029">0.55000000000000004</cx:pt>
          <cx:pt idx="18030">0.55000000000000004</cx:pt>
          <cx:pt idx="18031">1.6499999999999999</cx:pt>
          <cx:pt idx="18032">0.84999999999999998</cx:pt>
          <cx:pt idx="18033">2.5499999999999998</cx:pt>
          <cx:pt idx="18034">1.6499999999999999</cx:pt>
          <cx:pt idx="18035">1.6499999999999999</cx:pt>
          <cx:pt idx="18036">2.0800000000000001</cx:pt>
          <cx:pt idx="18037">14.949999999999999</cx:pt>
          <cx:pt idx="18038">1.25</cx:pt>
          <cx:pt idx="18039">1.25</cx:pt>
          <cx:pt idx="18040">12.75</cx:pt>
          <cx:pt idx="18041">4.6500000000000004</cx:pt>
          <cx:pt idx="18042">1.6499999999999999</cx:pt>
          <cx:pt idx="18043">0.41999999999999998</cx:pt>
          <cx:pt idx="18044">2.9500000000000002</cx:pt>
          <cx:pt idx="18045">0.28999999999999998</cx:pt>
          <cx:pt idx="18046">8.25</cx:pt>
          <cx:pt idx="18047">3.25</cx:pt>
          <cx:pt idx="18048">8.25</cx:pt>
          <cx:pt idx="18049">1.6499999999999999</cx:pt>
          <cx:pt idx="18050">4.1500000000000004</cx:pt>
          <cx:pt idx="18051">2.0800000000000001</cx:pt>
          <cx:pt idx="18052">2.9500000000000002</cx:pt>
          <cx:pt idx="18053">0.41999999999999998</cx:pt>
          <cx:pt idx="18054">2.0800000000000001</cx:pt>
          <cx:pt idx="18055">2.0800000000000001</cx:pt>
          <cx:pt idx="18056">2.9500000000000002</cx:pt>
          <cx:pt idx="18057">2.0800000000000001</cx:pt>
          <cx:pt idx="18058">2.9500000000000002</cx:pt>
          <cx:pt idx="18059">2.9500000000000002</cx:pt>
          <cx:pt idx="18060">2.1000000000000001</cx:pt>
          <cx:pt idx="18061">2.0800000000000001</cx:pt>
          <cx:pt idx="18062">2.0800000000000001</cx:pt>
          <cx:pt idx="18063">1.6499999999999999</cx:pt>
          <cx:pt idx="18064">2.9500000000000002</cx:pt>
          <cx:pt idx="18065">6.75</cx:pt>
          <cx:pt idx="18066">2.75</cx:pt>
          <cx:pt idx="18067">2.0800000000000001</cx:pt>
          <cx:pt idx="18068">3.25</cx:pt>
          <cx:pt idx="18069">2.25</cx:pt>
          <cx:pt idx="18070">3.25</cx:pt>
          <cx:pt idx="18071">1.95</cx:pt>
          <cx:pt idx="18072">1.6499999999999999</cx:pt>
          <cx:pt idx="18073">1.25</cx:pt>
          <cx:pt idx="18074">1.25</cx:pt>
          <cx:pt idx="18075">1.45</cx:pt>
          <cx:pt idx="18076">2.1000000000000001</cx:pt>
          <cx:pt idx="18077">1.95</cx:pt>
          <cx:pt idx="18078">2.9500000000000002</cx:pt>
          <cx:pt idx="18079">1.6499999999999999</cx:pt>
          <cx:pt idx="18080">2.0800000000000001</cx:pt>
          <cx:pt idx="18081">0.55000000000000004</cx:pt>
          <cx:pt idx="18082">0.41999999999999998</cx:pt>
          <cx:pt idx="18083">12.75</cx:pt>
          <cx:pt idx="18084">2.0800000000000001</cx:pt>
          <cx:pt idx="18085">5.79</cx:pt>
          <cx:pt idx="18086">16.629999999999999</cx:pt>
          <cx:pt idx="18087">0.82999999999999996</cx:pt>
          <cx:pt idx="18088">3.29</cx:pt>
          <cx:pt idx="18089">2.46</cx:pt>
          <cx:pt idx="18090">24.960000000000001</cx:pt>
          <cx:pt idx="18091">9.1300000000000008</cx:pt>
          <cx:pt idx="18092">0.82999999999999996</cx:pt>
          <cx:pt idx="18093">1.6299999999999999</cx:pt>
          <cx:pt idx="18094">4.1299999999999999</cx:pt>
          <cx:pt idx="18095">2.46</cx:pt>
          <cx:pt idx="18096">5.79</cx:pt>
          <cx:pt idx="18097">3.29</cx:pt>
          <cx:pt idx="18098">1.25</cx:pt>
          <cx:pt idx="18099">1.6299999999999999</cx:pt>
          <cx:pt idx="18100">4.1299999999999999</cx:pt>
          <cx:pt idx="18101">4.1299999999999999</cx:pt>
          <cx:pt idx="18102">1.6299999999999999</cx:pt>
          <cx:pt idx="18103">2.9500000000000002</cx:pt>
          <cx:pt idx="18104">1.6499999999999999</cx:pt>
          <cx:pt idx="18105">1.6499999999999999</cx:pt>
          <cx:pt idx="18106">2.9500000000000002</cx:pt>
          <cx:pt idx="18107">8.25</cx:pt>
          <cx:pt idx="18108">1.25</cx:pt>
          <cx:pt idx="18109">2.0800000000000001</cx:pt>
          <cx:pt idx="18110">1.25</cx:pt>
          <cx:pt idx="18111">2.0800000000000001</cx:pt>
          <cx:pt idx="18112">14.949999999999999</cx:pt>
          <cx:pt idx="18113">1.25</cx:pt>
          <cx:pt idx="18114">2.9500000000000002</cx:pt>
          <cx:pt idx="18115">4.6500000000000004</cx:pt>
          <cx:pt idx="18116">1.25</cx:pt>
          <cx:pt idx="18117">3.25</cx:pt>
          <cx:pt idx="18118">2.9500000000000002</cx:pt>
          <cx:pt idx="18119">1.95</cx:pt>
          <cx:pt idx="18120">1.6499999999999999</cx:pt>
          <cx:pt idx="18121">3.25</cx:pt>
          <cx:pt idx="18122">2.5499999999999998</cx:pt>
          <cx:pt idx="18123">12.75</cx:pt>
          <cx:pt idx="18124">2.9500000000000002</cx:pt>
          <cx:pt idx="18125">1.6499999999999999</cx:pt>
          <cx:pt idx="18126">2.0800000000000001</cx:pt>
          <cx:pt idx="18127">10.949999999999999</cx:pt>
          <cx:pt idx="18128">1.6499999999999999</cx:pt>
          <cx:pt idx="18129">12.75</cx:pt>
          <cx:pt idx="18130">2.0800000000000001</cx:pt>
          <cx:pt idx="18131">2.0800000000000001</cx:pt>
          <cx:pt idx="18132">2.9500000000000002</cx:pt>
          <cx:pt idx="18133">0.65000000000000002</cx:pt>
          <cx:pt idx="18134">1.25</cx:pt>
          <cx:pt idx="18135">0.84999999999999998</cx:pt>
          <cx:pt idx="18136">4.6500000000000004</cx:pt>
          <cx:pt idx="18137">1.95</cx:pt>
          <cx:pt idx="18138">7.9500000000000002</cx:pt>
          <cx:pt idx="18139">7.9500000000000002</cx:pt>
          <cx:pt idx="18140">2.1000000000000001</cx:pt>
          <cx:pt idx="18141">2.0800000000000001</cx:pt>
          <cx:pt idx="18142">2.0800000000000001</cx:pt>
          <cx:pt idx="18143">2.1000000000000001</cx:pt>
          <cx:pt idx="18144">7.9500000000000002</cx:pt>
          <cx:pt idx="18145">1.25</cx:pt>
          <cx:pt idx="18146">1.45</cx:pt>
          <cx:pt idx="18147">1.6499999999999999</cx:pt>
          <cx:pt idx="18148">1.6499999999999999</cx:pt>
          <cx:pt idx="18149">2.1000000000000001</cx:pt>
          <cx:pt idx="18150">2.9500000000000002</cx:pt>
          <cx:pt idx="18151">1.6499999999999999</cx:pt>
          <cx:pt idx="18152">2.9500000000000002</cx:pt>
          <cx:pt idx="18153">2.9500000000000002</cx:pt>
          <cx:pt idx="18154">3.75</cx:pt>
          <cx:pt idx="18155">7.9500000000000002</cx:pt>
          <cx:pt idx="18156">3.3900000000000001</cx:pt>
          <cx:pt idx="18157">4.1500000000000004</cx:pt>
          <cx:pt idx="18158">1.6499999999999999</cx:pt>
          <cx:pt idx="18159">8.25</cx:pt>
          <cx:pt idx="18160">0.65000000000000002</cx:pt>
          <cx:pt idx="18161">0.65000000000000002</cx:pt>
          <cx:pt idx="18162">1.6499999999999999</cx:pt>
          <cx:pt idx="18163">7.6500000000000004</cx:pt>
          <cx:pt idx="18164">2.0800000000000001</cx:pt>
          <cx:pt idx="18165">2.1000000000000001</cx:pt>
          <cx:pt idx="18166">1.6499999999999999</cx:pt>
          <cx:pt idx="18167">0.55000000000000004</cx:pt>
          <cx:pt idx="18168">1.6499999999999999</cx:pt>
          <cx:pt idx="18169">0.41999999999999998</cx:pt>
          <cx:pt idx="18170">2.1000000000000001</cx:pt>
          <cx:pt idx="18171">2.1000000000000001</cx:pt>
          <cx:pt idx="18172">1.95</cx:pt>
          <cx:pt idx="18173">0.55000000000000004</cx:pt>
          <cx:pt idx="18174">0.41999999999999998</cx:pt>
          <cx:pt idx="18175">7.9500000000000002</cx:pt>
          <cx:pt idx="18176">2.1000000000000001</cx:pt>
          <cx:pt idx="18177">2.0800000000000001</cx:pt>
          <cx:pt idx="18178">2.5499999999999998</cx:pt>
          <cx:pt idx="18179">2.0800000000000001</cx:pt>
          <cx:pt idx="18180">2.0800000000000001</cx:pt>
          <cx:pt idx="18181">2.0800000000000001</cx:pt>
          <cx:pt idx="18182">2.0800000000000001</cx:pt>
          <cx:pt idx="18183">1.6499999999999999</cx:pt>
          <cx:pt idx="18184">1.6499999999999999</cx:pt>
          <cx:pt idx="18185">0.84999999999999998</cx:pt>
          <cx:pt idx="18186">3.75</cx:pt>
          <cx:pt idx="18187">3.25</cx:pt>
          <cx:pt idx="18188">2.5499999999999998</cx:pt>
          <cx:pt idx="18189">1.45</cx:pt>
          <cx:pt idx="18190">4.9500000000000002</cx:pt>
          <cx:pt idx="18191">2.9500000000000002</cx:pt>
          <cx:pt idx="18192">1.6499999999999999</cx:pt>
          <cx:pt idx="18193">7.9500000000000002</cx:pt>
          <cx:pt idx="18194">1.6499999999999999</cx:pt>
          <cx:pt idx="18195">0.41999999999999998</cx:pt>
          <cx:pt idx="18196">2.9500000000000002</cx:pt>
          <cx:pt idx="18197">8.5</cx:pt>
          <cx:pt idx="18198">1.25</cx:pt>
          <cx:pt idx="18199">1.6499999999999999</cx:pt>
          <cx:pt idx="18200">0.41999999999999998</cx:pt>
          <cx:pt idx="18201">1.6499999999999999</cx:pt>
          <cx:pt idx="18202">2.1000000000000001</cx:pt>
          <cx:pt idx="18203">8.25</cx:pt>
          <cx:pt idx="18204">1.6499999999999999</cx:pt>
          <cx:pt idx="18205">1.6499999999999999</cx:pt>
          <cx:pt idx="18206">1.6499999999999999</cx:pt>
          <cx:pt idx="18207">1.45</cx:pt>
          <cx:pt idx="18208">1.6499999999999999</cx:pt>
          <cx:pt idx="18209">0.55000000000000004</cx:pt>
          <cx:pt idx="18210">2.9500000000000002</cx:pt>
          <cx:pt idx="18211">1.6499999999999999</cx:pt>
          <cx:pt idx="18212">1.45</cx:pt>
          <cx:pt idx="18213">4.9500000000000002</cx:pt>
          <cx:pt idx="18214">2.9500000000000002</cx:pt>
          <cx:pt idx="18215">2.75</cx:pt>
          <cx:pt idx="18216">2.9500000000000002</cx:pt>
          <cx:pt idx="18217">2.9500000000000002</cx:pt>
          <cx:pt idx="18218">1.6499999999999999</cx:pt>
          <cx:pt idx="18219">0.84999999999999998</cx:pt>
          <cx:pt idx="18220">2.9500000000000002</cx:pt>
          <cx:pt idx="18221">7.9500000000000002</cx:pt>
          <cx:pt idx="18222">2.9500000000000002</cx:pt>
          <cx:pt idx="18223">4.1500000000000004</cx:pt>
          <cx:pt idx="18224">2.9500000000000002</cx:pt>
          <cx:pt idx="18225">0.84999999999999998</cx:pt>
          <cx:pt idx="18226">1.95</cx:pt>
          <cx:pt idx="18227">8.5</cx:pt>
          <cx:pt idx="18228">0.65000000000000002</cx:pt>
          <cx:pt idx="18229">1.45</cx:pt>
          <cx:pt idx="18230">3.25</cx:pt>
          <cx:pt idx="18231">2.9500000000000002</cx:pt>
          <cx:pt idx="18232">0.65000000000000002</cx:pt>
          <cx:pt idx="18233">1.25</cx:pt>
          <cx:pt idx="18234">0.41999999999999998</cx:pt>
          <cx:pt idx="18235">3.25</cx:pt>
          <cx:pt idx="18236">1.45</cx:pt>
          <cx:pt idx="18237">0.55000000000000004</cx:pt>
          <cx:pt idx="18238">2.0800000000000001</cx:pt>
          <cx:pt idx="18239">1.6499999999999999</cx:pt>
          <cx:pt idx="18240">1.45</cx:pt>
          <cx:pt idx="18241">2.1000000000000001</cx:pt>
          <cx:pt idx="18242">2.9500000000000002</cx:pt>
          <cx:pt idx="18243">0</cx:pt>
          <cx:pt idx="18244">1.25</cx:pt>
          <cx:pt idx="18245">7.9500000000000002</cx:pt>
          <cx:pt idx="18246">3.25</cx:pt>
          <cx:pt idx="18247">2.9500000000000002</cx:pt>
          <cx:pt idx="18248">2.9500000000000002</cx:pt>
          <cx:pt idx="18249">1.6499999999999999</cx:pt>
          <cx:pt idx="18250">0.41999999999999998</cx:pt>
          <cx:pt idx="18251">2.9500000000000002</cx:pt>
          <cx:pt idx="18252">1.6499999999999999</cx:pt>
          <cx:pt idx="18253">1.45</cx:pt>
          <cx:pt idx="18254">2.0800000000000001</cx:pt>
          <cx:pt idx="18255">5.79</cx:pt>
          <cx:pt idx="18256">16.629999999999999</cx:pt>
          <cx:pt idx="18257">0.82999999999999996</cx:pt>
          <cx:pt idx="18258">14.960000000000001</cx:pt>
          <cx:pt idx="18259">3.29</cx:pt>
          <cx:pt idx="18260">15.789999999999999</cx:pt>
          <cx:pt idx="18261">4.96</cx:pt>
          <cx:pt idx="18262">2.46</cx:pt>
          <cx:pt idx="18263">8.2899999999999991</cx:pt>
          <cx:pt idx="18264">1.6299999999999999</cx:pt>
          <cx:pt idx="18265">2.46</cx:pt>
          <cx:pt idx="18266">1.25</cx:pt>
          <cx:pt idx="18267">4.1299999999999999</cx:pt>
          <cx:pt idx="18268">1.25</cx:pt>
          <cx:pt idx="18269">1.6299999999999999</cx:pt>
          <cx:pt idx="18270">1.6299999999999999</cx:pt>
          <cx:pt idx="18271">0.82999999999999996</cx:pt>
          <cx:pt idx="18272">8.25</cx:pt>
          <cx:pt idx="18273">2.0800000000000001</cx:pt>
          <cx:pt idx="18274">2.1000000000000001</cx:pt>
          <cx:pt idx="18275">2.0800000000000001</cx:pt>
          <cx:pt idx="18276">14.949999999999999</cx:pt>
          <cx:pt idx="18277">6.25</cx:pt>
          <cx:pt idx="18278">0.84999999999999998</cx:pt>
          <cx:pt idx="18279">1.45</cx:pt>
          <cx:pt idx="18280">1.25</cx:pt>
          <cx:pt idx="18281">3.25</cx:pt>
          <cx:pt idx="18282">12.75</cx:pt>
          <cx:pt idx="18283">1.45</cx:pt>
          <cx:pt idx="18284">2.9500000000000002</cx:pt>
          <cx:pt idx="18285">1.25</cx:pt>
          <cx:pt idx="18286">1.25</cx:pt>
          <cx:pt idx="18287">2.9500000000000002</cx:pt>
          <cx:pt idx="18288">2.1000000000000001</cx:pt>
          <cx:pt idx="18289">2.5499999999999998</cx:pt>
          <cx:pt idx="18290">4.6500000000000004</cx:pt>
          <cx:pt idx="18291">2.5499999999999998</cx:pt>
          <cx:pt idx="18292">0.84999999999999998</cx:pt>
          <cx:pt idx="18293">2.1000000000000001</cx:pt>
          <cx:pt idx="18294">1.45</cx:pt>
          <cx:pt idx="18295">2.9500000000000002</cx:pt>
          <cx:pt idx="18296">1.45</cx:pt>
          <cx:pt idx="18297">7.9500000000000002</cx:pt>
          <cx:pt idx="18298">7.9500000000000002</cx:pt>
          <cx:pt idx="18299">4.9500000000000002</cx:pt>
          <cx:pt idx="18300">0.55000000000000004</cx:pt>
          <cx:pt idx="18301">2.1000000000000001</cx:pt>
          <cx:pt idx="18302">0.82999999999999996</cx:pt>
          <cx:pt idx="18303">8.5</cx:pt>
          <cx:pt idx="18304">0.41999999999999998</cx:pt>
          <cx:pt idx="18305">1.25</cx:pt>
          <cx:pt idx="18306">1.25</cx:pt>
          <cx:pt idx="18307">2.9500000000000002</cx:pt>
          <cx:pt idx="18308">0.84999999999999998</cx:pt>
          <cx:pt idx="18309">1.95</cx:pt>
          <cx:pt idx="18310">0.84999999999999998</cx:pt>
          <cx:pt idx="18311">1.95</cx:pt>
          <cx:pt idx="18312">2.75</cx:pt>
          <cx:pt idx="18313">1.25</cx:pt>
          <cx:pt idx="18314">2.1000000000000001</cx:pt>
          <cx:pt idx="18315">12.75</cx:pt>
          <cx:pt idx="18316">2.0800000000000001</cx:pt>
          <cx:pt idx="18317">2.1000000000000001</cx:pt>
          <cx:pt idx="18318">1.6499999999999999</cx:pt>
          <cx:pt idx="18319">2.9500000000000002</cx:pt>
          <cx:pt idx="18320">0.65000000000000002</cx:pt>
          <cx:pt idx="18321">1.45</cx:pt>
          <cx:pt idx="18322">1.6499999999999999</cx:pt>
          <cx:pt idx="18323">2.9500000000000002</cx:pt>
          <cx:pt idx="18324">1.25</cx:pt>
          <cx:pt idx="18325">1.45</cx:pt>
          <cx:pt idx="18326">3.75</cx:pt>
          <cx:pt idx="18327">12.75</cx:pt>
          <cx:pt idx="18328">1.45</cx:pt>
          <cx:pt idx="18329">8.25</cx:pt>
          <cx:pt idx="18330">8.25</cx:pt>
          <cx:pt idx="18331">0.84999999999999998</cx:pt>
          <cx:pt idx="18332">2.9500000000000002</cx:pt>
          <cx:pt idx="18333">9.9499999999999993</cx:pt>
          <cx:pt idx="18334">0.41999999999999998</cx:pt>
          <cx:pt idx="18335">0.41999999999999998</cx:pt>
          <cx:pt idx="18336">9.9499999999999993</cx:pt>
          <cx:pt idx="18337">3.25</cx:pt>
          <cx:pt idx="18338">2.5499999999999998</cx:pt>
          <cx:pt idx="18339">0.41999999999999998</cx:pt>
          <cx:pt idx="18340">1.45</cx:pt>
          <cx:pt idx="18341">4.9500000000000002</cx:pt>
          <cx:pt idx="18342">8.5</cx:pt>
          <cx:pt idx="18343">2.9500000000000002</cx:pt>
          <cx:pt idx="18344">2.9500000000000002</cx:pt>
          <cx:pt idx="18345">3.75</cx:pt>
          <cx:pt idx="18346">8.5</cx:pt>
          <cx:pt idx="18347">0.84999999999999998</cx:pt>
          <cx:pt idx="18348">12.75</cx:pt>
          <cx:pt idx="18349">1.25</cx:pt>
          <cx:pt idx="18350">2.9500000000000002</cx:pt>
          <cx:pt idx="18351">1.45</cx:pt>
          <cx:pt idx="18352">1.25</cx:pt>
          <cx:pt idx="18353">1.6499999999999999</cx:pt>
          <cx:pt idx="18354">2.1000000000000001</cx:pt>
          <cx:pt idx="18355">6.3499999999999996</cx:pt>
          <cx:pt idx="18356">1.25</cx:pt>
          <cx:pt idx="18357">0.55000000000000004</cx:pt>
          <cx:pt idx="18358">1.6499999999999999</cx:pt>
          <cx:pt idx="18359">2.0800000000000001</cx:pt>
          <cx:pt idx="18360">3.25</cx:pt>
          <cx:pt idx="18361">1.6499999999999999</cx:pt>
          <cx:pt idx="18362">2.9500000000000002</cx:pt>
          <cx:pt idx="18363">0.55000000000000004</cx:pt>
          <cx:pt idx="18364">0.41999999999999998</cx:pt>
          <cx:pt idx="18365">1.25</cx:pt>
          <cx:pt idx="18366">1.6499999999999999</cx:pt>
          <cx:pt idx="18367">1.45</cx:pt>
          <cx:pt idx="18368">2.0800000000000001</cx:pt>
          <cx:pt idx="18369">1.25</cx:pt>
          <cx:pt idx="18370">1.6499999999999999</cx:pt>
          <cx:pt idx="18371">0.41999999999999998</cx:pt>
          <cx:pt idx="18372">1.6499999999999999</cx:pt>
          <cx:pt idx="18373">0.41999999999999998</cx:pt>
          <cx:pt idx="18374">1.25</cx:pt>
          <cx:pt idx="18375">2.5499999999999998</cx:pt>
          <cx:pt idx="18376">0.41999999999999998</cx:pt>
          <cx:pt idx="18377">0.55000000000000004</cx:pt>
          <cx:pt idx="18378">9.9499999999999993</cx:pt>
          <cx:pt idx="18379">2.9500000000000002</cx:pt>
          <cx:pt idx="18380">4.1500000000000004</cx:pt>
          <cx:pt idx="18381">1.6499999999999999</cx:pt>
          <cx:pt idx="18382">2.5499999999999998</cx:pt>
          <cx:pt idx="18383">0.41999999999999998</cx:pt>
          <cx:pt idx="18384">7.9500000000000002</cx:pt>
          <cx:pt idx="18385">0.84999999999999998</cx:pt>
          <cx:pt idx="18386">2.5499999999999998</cx:pt>
          <cx:pt idx="18387">2.9500000000000002</cx:pt>
          <cx:pt idx="18388">1.25</cx:pt>
          <cx:pt idx="18389">3.25</cx:pt>
          <cx:pt idx="18390">1.6499999999999999</cx:pt>
          <cx:pt idx="18391">0.41999999999999998</cx:pt>
          <cx:pt idx="18392">12.75</cx:pt>
          <cx:pt idx="18393">2.1000000000000001</cx:pt>
          <cx:pt idx="18394">2.5499999999999998</cx:pt>
          <cx:pt idx="18395">2.9500000000000002</cx:pt>
          <cx:pt idx="18396">2.0800000000000001</cx:pt>
          <cx:pt idx="18397">1.6499999999999999</cx:pt>
          <cx:pt idx="18398">14.949999999999999</cx:pt>
          <cx:pt idx="18399">2.9500000000000002</cx:pt>
          <cx:pt idx="18400">1.6499999999999999</cx:pt>
          <cx:pt idx="18401">4.9500000000000002</cx:pt>
          <cx:pt idx="18402">2.0800000000000001</cx:pt>
          <cx:pt idx="18403">7.9500000000000002</cx:pt>
          <cx:pt idx="18404">2.1000000000000001</cx:pt>
          <cx:pt idx="18405">1.6499999999999999</cx:pt>
          <cx:pt idx="18406">14.949999999999999</cx:pt>
          <cx:pt idx="18407">1.6499999999999999</cx:pt>
          <cx:pt idx="18408">1.6499999999999999</cx:pt>
          <cx:pt idx="18409">2.0800000000000001</cx:pt>
          <cx:pt idx="18410">1.6499999999999999</cx:pt>
          <cx:pt idx="18411">7.9500000000000002</cx:pt>
          <cx:pt idx="18412">1.45</cx:pt>
          <cx:pt idx="18413">0.84999999999999998</cx:pt>
          <cx:pt idx="18414">12.75</cx:pt>
          <cx:pt idx="18415">1.45</cx:pt>
          <cx:pt idx="18416">7.9500000000000002</cx:pt>
          <cx:pt idx="18417">2.9500000000000002</cx:pt>
          <cx:pt idx="18418">12.75</cx:pt>
          <cx:pt idx="18419">4.1500000000000004</cx:pt>
          <cx:pt idx="18420">2.5499999999999998</cx:pt>
          <cx:pt idx="18421">0.84999999999999998</cx:pt>
          <cx:pt idx="18422">1.25</cx:pt>
          <cx:pt idx="18423">2.5499999999999998</cx:pt>
          <cx:pt idx="18424">0.84999999999999998</cx:pt>
          <cx:pt idx="18425">0.84999999999999998</cx:pt>
          <cx:pt idx="18426">8.25</cx:pt>
          <cx:pt idx="18427">1.25</cx:pt>
          <cx:pt idx="18428">3.75</cx:pt>
          <cx:pt idx="18429">12.75</cx:pt>
          <cx:pt idx="18430">3.25</cx:pt>
          <cx:pt idx="18431">2.9500000000000002</cx:pt>
          <cx:pt idx="18432">0.41999999999999998</cx:pt>
          <cx:pt idx="18433">3.75</cx:pt>
          <cx:pt idx="18434">2.0800000000000001</cx:pt>
          <cx:pt idx="18435">1.6499999999999999</cx:pt>
          <cx:pt idx="18436">2.5499999999999998</cx:pt>
          <cx:pt idx="18437">2.5499999999999998</cx:pt>
          <cx:pt idx="18438">7.9500000000000002</cx:pt>
          <cx:pt idx="18439">3.75</cx:pt>
          <cx:pt idx="18440">2.9500000000000002</cx:pt>
          <cx:pt idx="18441">0.41999999999999998</cx:pt>
          <cx:pt idx="18442">1.6499999999999999</cx:pt>
          <cx:pt idx="18443">0.41999999999999998</cx:pt>
          <cx:pt idx="18444">0.65000000000000002</cx:pt>
          <cx:pt idx="18445">0.41999999999999998</cx:pt>
          <cx:pt idx="18446">2.25</cx:pt>
          <cx:pt idx="18447">0.84999999999999998</cx:pt>
          <cx:pt idx="18448">2.25</cx:pt>
          <cx:pt idx="18449">14.949999999999999</cx:pt>
          <cx:pt idx="18450">1.6499999999999999</cx:pt>
          <cx:pt idx="18451">1.6499999999999999</cx:pt>
          <cx:pt idx="18452">1.25</cx:pt>
          <cx:pt idx="18453">2.1000000000000001</cx:pt>
          <cx:pt idx="18454">1.6499999999999999</cx:pt>
          <cx:pt idx="18455">2.5499999999999998</cx:pt>
          <cx:pt idx="18456">0.41999999999999998</cx:pt>
          <cx:pt idx="18457">2.0800000000000001</cx:pt>
          <cx:pt idx="18458">1.6499999999999999</cx:pt>
          <cx:pt idx="18459">1.6499999999999999</cx:pt>
          <cx:pt idx="18460">1.6499999999999999</cx:pt>
          <cx:pt idx="18461">0.84999999999999998</cx:pt>
          <cx:pt idx="18462">0.65000000000000002</cx:pt>
          <cx:pt idx="18463">2.9500000000000002</cx:pt>
          <cx:pt idx="18464">1.25</cx:pt>
          <cx:pt idx="18465">3.25</cx:pt>
          <cx:pt idx="18466">1.6499999999999999</cx:pt>
          <cx:pt idx="18467">2.5499999999999998</cx:pt>
          <cx:pt idx="18468">2.9500000000000002</cx:pt>
          <cx:pt idx="18469">2.1000000000000001</cx:pt>
          <cx:pt idx="18470">2.0800000000000001</cx:pt>
          <cx:pt idx="18471">4.9500000000000002</cx:pt>
          <cx:pt idx="18472">7.6500000000000004</cx:pt>
          <cx:pt idx="18473">0.82999999999999996</cx:pt>
          <cx:pt idx="18474">8.5</cx:pt>
          <cx:pt idx="18475">0.28999999999999998</cx:pt>
          <cx:pt idx="18476">12.75</cx:pt>
          <cx:pt idx="18477">7.9500000000000002</cx:pt>
          <cx:pt idx="18478">0.84999999999999998</cx:pt>
          <cx:pt idx="18479">2.5499999999999998</cx:pt>
          <cx:pt idx="18480">12.75</cx:pt>
          <cx:pt idx="18481">1.95</cx:pt>
          <cx:pt idx="18482">0.55000000000000004</cx:pt>
          <cx:pt idx="18483">1.6499999999999999</cx:pt>
          <cx:pt idx="18484">2.1000000000000001</cx:pt>
          <cx:pt idx="18485">12.75</cx:pt>
          <cx:pt idx="18486">1.95</cx:pt>
          <cx:pt idx="18487">4.9500000000000002</cx:pt>
          <cx:pt idx="18488">0.55000000000000004</cx:pt>
          <cx:pt idx="18489">2.1000000000000001</cx:pt>
          <cx:pt idx="18490">1.95</cx:pt>
          <cx:pt idx="18491">1.95</cx:pt>
          <cx:pt idx="18492">2.1000000000000001</cx:pt>
          <cx:pt idx="18493">4.9500000000000002</cx:pt>
          <cx:pt idx="18494">1.25</cx:pt>
          <cx:pt idx="18495">2.0800000000000001</cx:pt>
          <cx:pt idx="18496">2.0800000000000001</cx:pt>
          <cx:pt idx="18497">2.0800000000000001</cx:pt>
          <cx:pt idx="18498">1.6499999999999999</cx:pt>
          <cx:pt idx="18499">3.75</cx:pt>
          <cx:pt idx="18500">1.45</cx:pt>
          <cx:pt idx="18501">1.25</cx:pt>
          <cx:pt idx="18502">2.1000000000000001</cx:pt>
          <cx:pt idx="18503">1.6499999999999999</cx:pt>
          <cx:pt idx="18504">0.65000000000000002</cx:pt>
          <cx:pt idx="18505">0.35999999999999999</cx:pt>
          <cx:pt idx="18506">12.75</cx:pt>
          <cx:pt idx="18507">7.9500000000000002</cx:pt>
          <cx:pt idx="18508">2.1000000000000001</cx:pt>
          <cx:pt idx="18509">1.95</cx:pt>
          <cx:pt idx="18510">2.1000000000000001</cx:pt>
          <cx:pt idx="18511">1.45</cx:pt>
          <cx:pt idx="18512">0.41999999999999998</cx:pt>
          <cx:pt idx="18513">0.55000000000000004</cx:pt>
          <cx:pt idx="18514">0.84999999999999998</cx:pt>
          <cx:pt idx="18515">2.0800000000000001</cx:pt>
          <cx:pt idx="18516">12.75</cx:pt>
          <cx:pt idx="18517">2.25</cx:pt>
          <cx:pt idx="18518">8.5</cx:pt>
          <cx:pt idx="18519">2.25</cx:pt>
          <cx:pt idx="18520">1.45</cx:pt>
          <cx:pt idx="18521">1.25</cx:pt>
          <cx:pt idx="18522">2.0800000000000001</cx:pt>
          <cx:pt idx="18523">1.6499999999999999</cx:pt>
          <cx:pt idx="18524">0.84999999999999998</cx:pt>
          <cx:pt idx="18525">2.1000000000000001</cx:pt>
          <cx:pt idx="18526">2.0800000000000001</cx:pt>
          <cx:pt idx="18527">0.84999999999999998</cx:pt>
          <cx:pt idx="18528">2.0800000000000001</cx:pt>
          <cx:pt idx="18529">2.0800000000000001</cx:pt>
          <cx:pt idx="18530">4.1299999999999999</cx:pt>
          <cx:pt idx="18531">4.1299999999999999</cx:pt>
          <cx:pt idx="18532">4.5800000000000001</cx:pt>
          <cx:pt idx="18533">1.25</cx:pt>
          <cx:pt idx="18534">4.1299999999999999</cx:pt>
          <cx:pt idx="18535">2.46</cx:pt>
          <cx:pt idx="18536">1.6299999999999999</cx:pt>
          <cx:pt idx="18537">8.25</cx:pt>
          <cx:pt idx="18538">1.95</cx:pt>
          <cx:pt idx="18539">1.25</cx:pt>
          <cx:pt idx="18540">1.25</cx:pt>
          <cx:pt idx="18541">2.9500000000000002</cx:pt>
          <cx:pt idx="18542">4.1299999999999999</cx:pt>
          <cx:pt idx="18543">4.1299999999999999</cx:pt>
          <cx:pt idx="18544">4.96</cx:pt>
          <cx:pt idx="18545">4.1500000000000004</cx:pt>
          <cx:pt idx="18546">1.95</cx:pt>
          <cx:pt idx="18547">1.25</cx:pt>
          <cx:pt idx="18548">5.79</cx:pt>
          <cx:pt idx="18549">24.960000000000001</cx:pt>
          <cx:pt idx="18550">9.9600000000000009</cx:pt>
          <cx:pt idx="18551">2.46</cx:pt>
          <cx:pt idx="18552">5.79</cx:pt>
          <cx:pt idx="18553">0.82999999999999996</cx:pt>
          <cx:pt idx="18554">7.46</cx:pt>
          <cx:pt idx="18555">16.629999999999999</cx:pt>
          <cx:pt idx="18556">1.6299999999999999</cx:pt>
          <cx:pt idx="18557">4.1299999999999999</cx:pt>
          <cx:pt idx="18558">4.1299999999999999</cx:pt>
          <cx:pt idx="18559">4.1299999999999999</cx:pt>
          <cx:pt idx="18560">1.6299999999999999</cx:pt>
          <cx:pt idx="18561">1.6299999999999999</cx:pt>
          <cx:pt idx="18562">0.82999999999999996</cx:pt>
          <cx:pt idx="18563">0.41999999999999998</cx:pt>
          <cx:pt idx="18564">1.6499999999999999</cx:pt>
          <cx:pt idx="18565">3.75</cx:pt>
          <cx:pt idx="18566">0.41999999999999998</cx:pt>
          <cx:pt idx="18567">1.6499999999999999</cx:pt>
          <cx:pt idx="18568">1.6499999999999999</cx:pt>
          <cx:pt idx="18569">2.5499999999999998</cx:pt>
          <cx:pt idx="18570">2.9500000000000002</cx:pt>
          <cx:pt idx="18571">1.6499999999999999</cx:pt>
          <cx:pt idx="18572">8.5</cx:pt>
          <cx:pt idx="18573">2.9500000000000002</cx:pt>
          <cx:pt idx="18574">1.6499999999999999</cx:pt>
          <cx:pt idx="18575">2.5499999999999998</cx:pt>
          <cx:pt idx="18576">2.9500000000000002</cx:pt>
          <cx:pt idx="18577">1.6499999999999999</cx:pt>
          <cx:pt idx="18578">3.25</cx:pt>
          <cx:pt idx="18579">2.9500000000000002</cx:pt>
          <cx:pt idx="18580">1.6499999999999999</cx:pt>
          <cx:pt idx="18581">2.9500000000000002</cx:pt>
          <cx:pt idx="18582">8.5</cx:pt>
          <cx:pt idx="18583">3.75</cx:pt>
          <cx:pt idx="18584">2.0800000000000001</cx:pt>
          <cx:pt idx="18585">7.9500000000000002</cx:pt>
          <cx:pt idx="18586">1.6499999999999999</cx:pt>
          <cx:pt idx="18587">8.5</cx:pt>
          <cx:pt idx="18588">7.9500000000000002</cx:pt>
          <cx:pt idx="18589">12.75</cx:pt>
          <cx:pt idx="18590">8.25</cx:pt>
          <cx:pt idx="18591">6.3499999999999996</cx:pt>
          <cx:pt idx="18592">8.5</cx:pt>
          <cx:pt idx="18593">12.75</cx:pt>
          <cx:pt idx="18594">1.25</cx:pt>
          <cx:pt idx="18595">0.65000000000000002</cx:pt>
          <cx:pt idx="18596">4.9500000000000002</cx:pt>
          <cx:pt idx="18597">2.9500000000000002</cx:pt>
          <cx:pt idx="18598">0.55000000000000004</cx:pt>
          <cx:pt idx="18599">2.9500000000000002</cx:pt>
          <cx:pt idx="18600">2.5499999999999998</cx:pt>
          <cx:pt idx="18601">1.6499999999999999</cx:pt>
          <cx:pt idx="18602">8.25</cx:pt>
          <cx:pt idx="18603">1.6499999999999999</cx:pt>
          <cx:pt idx="18604">1.6499999999999999</cx:pt>
          <cx:pt idx="18605">2.5499999999999998</cx:pt>
          <cx:pt idx="18606">12.75</cx:pt>
          <cx:pt idx="18607">2.0800000000000001</cx:pt>
          <cx:pt idx="18608">1.6499999999999999</cx:pt>
          <cx:pt idx="18609">0.41999999999999998</cx:pt>
          <cx:pt idx="18610">2.9500000000000002</cx:pt>
          <cx:pt idx="18611">2.9500000000000002</cx:pt>
          <cx:pt idx="18612">1.6499999999999999</cx:pt>
          <cx:pt idx="18613">1.25</cx:pt>
          <cx:pt idx="18614">1.6499999999999999</cx:pt>
          <cx:pt idx="18615">1.25</cx:pt>
          <cx:pt idx="18616">3.25</cx:pt>
          <cx:pt idx="18617">1.45</cx:pt>
          <cx:pt idx="18618">2.9500000000000002</cx:pt>
          <cx:pt idx="18619">8.5</cx:pt>
          <cx:pt idx="18620">1.6499999999999999</cx:pt>
          <cx:pt idx="18621">0.41999999999999998</cx:pt>
          <cx:pt idx="18622">2.0800000000000001</cx:pt>
          <cx:pt idx="18623">1.95</cx:pt>
          <cx:pt idx="18624">2.1000000000000001</cx:pt>
          <cx:pt idx="18625">0.65000000000000002</cx:pt>
          <cx:pt idx="18626">0.41999999999999998</cx:pt>
          <cx:pt idx="18627">2.0800000000000001</cx:pt>
          <cx:pt idx="18628">7.9500000000000002</cx:pt>
          <cx:pt idx="18629">0.84999999999999998</cx:pt>
          <cx:pt idx="18630">2.0800000000000001</cx:pt>
          <cx:pt idx="18631">2.1000000000000001</cx:pt>
          <cx:pt idx="18632">12.75</cx:pt>
          <cx:pt idx="18633">2.75</cx:pt>
          <cx:pt idx="18634">1.6499999999999999</cx:pt>
          <cx:pt idx="18635">0.41999999999999998</cx:pt>
          <cx:pt idx="18636">2.5499999999999998</cx:pt>
          <cx:pt idx="18637">2.9500000000000002</cx:pt>
          <cx:pt idx="18638">4.1500000000000004</cx:pt>
          <cx:pt idx="18639">0.41999999999999998</cx:pt>
          <cx:pt idx="18640">1.25</cx:pt>
          <cx:pt idx="18641">1.25</cx:pt>
          <cx:pt idx="18642">9.9499999999999993</cx:pt>
          <cx:pt idx="18643">0.55000000000000004</cx:pt>
          <cx:pt idx="18644">8.25</cx:pt>
          <cx:pt idx="18645">3.25</cx:pt>
          <cx:pt idx="18646">8.5</cx:pt>
          <cx:pt idx="18647">2.9500000000000002</cx:pt>
          <cx:pt idx="18648">1.25</cx:pt>
          <cx:pt idx="18649">8.5</cx:pt>
          <cx:pt idx="18650">2.1000000000000001</cx:pt>
          <cx:pt idx="18651">0.82999999999999996</cx:pt>
          <cx:pt idx="18652">2.9500000000000002</cx:pt>
          <cx:pt idx="18653">7.9500000000000002</cx:pt>
          <cx:pt idx="18654">0.41999999999999998</cx:pt>
          <cx:pt idx="18655">7.9500000000000002</cx:pt>
          <cx:pt idx="18656">2.0800000000000001</cx:pt>
          <cx:pt idx="18657">1.6499999999999999</cx:pt>
          <cx:pt idx="18658">7.9500000000000002</cx:pt>
          <cx:pt idx="18659">2.9500000000000002</cx:pt>
          <cx:pt idx="18660">7.9500000000000002</cx:pt>
          <cx:pt idx="18661">2.9500000000000002</cx:pt>
          <cx:pt idx="18662">2.75</cx:pt>
          <cx:pt idx="18663">1.6499999999999999</cx:pt>
          <cx:pt idx="18664">2.9500000000000002</cx:pt>
          <cx:pt idx="18665">7.9500000000000002</cx:pt>
          <cx:pt idx="18666">6.9500000000000002</cx:pt>
          <cx:pt idx="18667">7.9500000000000002</cx:pt>
          <cx:pt idx="18668">0.41999999999999998</cx:pt>
          <cx:pt idx="18669">0.28999999999999998</cx:pt>
          <cx:pt idx="18670">1.45</cx:pt>
          <cx:pt idx="18671">4.9500000000000002</cx:pt>
          <cx:pt idx="18672">9.9499999999999993</cx:pt>
          <cx:pt idx="18673">8.5</cx:pt>
          <cx:pt idx="18674">2.1000000000000001</cx:pt>
          <cx:pt idx="18675">1.25</cx:pt>
          <cx:pt idx="18676">2.5499999999999998</cx:pt>
          <cx:pt idx="18677">1.6499999999999999</cx:pt>
          <cx:pt idx="18678">1.25</cx:pt>
          <cx:pt idx="18679">0.55000000000000004</cx:pt>
          <cx:pt idx="18680">1.6499999999999999</cx:pt>
          <cx:pt idx="18681">1.6499999999999999</cx:pt>
          <cx:pt idx="18682">0.84999999999999998</cx:pt>
          <cx:pt idx="18683">2.5499999999999998</cx:pt>
          <cx:pt idx="18684">0.84999999999999998</cx:pt>
          <cx:pt idx="18685">1.6499999999999999</cx:pt>
          <cx:pt idx="18686">0.65000000000000002</cx:pt>
          <cx:pt idx="18687">0.84999999999999998</cx:pt>
          <cx:pt idx="18688">8.5</cx:pt>
          <cx:pt idx="18689">12.75</cx:pt>
          <cx:pt idx="18690">6.3499999999999996</cx:pt>
          <cx:pt idx="18691">3.75</cx:pt>
          <cx:pt idx="18692">1.6499999999999999</cx:pt>
          <cx:pt idx="18693">2.9500000000000002</cx:pt>
          <cx:pt idx="18694">2.9500000000000002</cx:pt>
          <cx:pt idx="18695">4.9500000000000002</cx:pt>
          <cx:pt idx="18696">2.0800000000000001</cx:pt>
          <cx:pt idx="18697">1.25</cx:pt>
          <cx:pt idx="18698">7.9500000000000002</cx:pt>
          <cx:pt idx="18699">0.41999999999999998</cx:pt>
          <cx:pt idx="18700">0.82999999999999996</cx:pt>
          <cx:pt idx="18701">4.1299999999999999</cx:pt>
          <cx:pt idx="18702">5.79</cx:pt>
          <cx:pt idx="18703">5.79</cx:pt>
          <cx:pt idx="18704">3.29</cx:pt>
          <cx:pt idx="18705">7.46</cx:pt>
          <cx:pt idx="18706">4.1299999999999999</cx:pt>
          <cx:pt idx="18707">2.9500000000000002</cx:pt>
          <cx:pt idx="18708">2.46</cx:pt>
          <cx:pt idx="18709">4.1299999999999999</cx:pt>
          <cx:pt idx="18710">2.46</cx:pt>
          <cx:pt idx="18711">5.79</cx:pt>
          <cx:pt idx="18712">3.29</cx:pt>
          <cx:pt idx="18713">0.82999999999999996</cx:pt>
          <cx:pt idx="18714">3.29</cx:pt>
          <cx:pt idx="18715">2.46</cx:pt>
          <cx:pt idx="18716">5.79</cx:pt>
          <cx:pt idx="18717">4.96</cx:pt>
          <cx:pt idx="18718">2.46</cx:pt>
          <cx:pt idx="18719">24.960000000000001</cx:pt>
          <cx:pt idx="18720">5.79</cx:pt>
          <cx:pt idx="18721">2.46</cx:pt>
          <cx:pt idx="18722">0.82999999999999996</cx:pt>
          <cx:pt idx="18723">7.46</cx:pt>
          <cx:pt idx="18724">4.1299999999999999</cx:pt>
          <cx:pt idx="18725">1.25</cx:pt>
          <cx:pt idx="18726">1.6299999999999999</cx:pt>
          <cx:pt idx="18727">4.1299999999999999</cx:pt>
          <cx:pt idx="18728">1.6299999999999999</cx:pt>
          <cx:pt idx="18729">0.41999999999999998</cx:pt>
          <cx:pt idx="18730">4.1299999999999999</cx:pt>
          <cx:pt idx="18731">4.1299999999999999</cx:pt>
          <cx:pt idx="18732">2.46</cx:pt>
          <cx:pt idx="18733">2.46</cx:pt>
          <cx:pt idx="18734">24.960000000000001</cx:pt>
          <cx:pt idx="18735">10.789999999999999</cx:pt>
          <cx:pt idx="18736">4.1299999999999999</cx:pt>
          <cx:pt idx="18737">5.79</cx:pt>
          <cx:pt idx="18738">0.82999999999999996</cx:pt>
          <cx:pt idx="18739">7.46</cx:pt>
          <cx:pt idx="18740">3.29</cx:pt>
          <cx:pt idx="18741">4.1299999999999999</cx:pt>
          <cx:pt idx="18742">2.46</cx:pt>
          <cx:pt idx="18743">1.25</cx:pt>
          <cx:pt idx="18744">2.46</cx:pt>
          <cx:pt idx="18745">3.29</cx:pt>
          <cx:pt idx="18746">1.6299999999999999</cx:pt>
          <cx:pt idx="18747">4.96</cx:pt>
          <cx:pt idx="18748">0.82999999999999996</cx:pt>
          <cx:pt idx="18749">12.75</cx:pt>
          <cx:pt idx="18750">1.25</cx:pt>
          <cx:pt idx="18751">1.6499999999999999</cx:pt>
          <cx:pt idx="18752">2.1000000000000001</cx:pt>
          <cx:pt idx="18753">7.9500000000000002</cx:pt>
          <cx:pt idx="18754">2.5499999999999998</cx:pt>
          <cx:pt idx="18755">0.28999999999999998</cx:pt>
          <cx:pt idx="18756">0.41999999999999998</cx:pt>
          <cx:pt idx="18757">0.84999999999999998</cx:pt>
          <cx:pt idx="18758">0.41999999999999998</cx:pt>
          <cx:pt idx="18759">1.45</cx:pt>
          <cx:pt idx="18760">2.1000000000000001</cx:pt>
          <cx:pt idx="18761">1.25</cx:pt>
          <cx:pt idx="18762">2.1000000000000001</cx:pt>
          <cx:pt idx="18763">3.25</cx:pt>
          <cx:pt idx="18764">1.45</cx:pt>
          <cx:pt idx="18765">2.9500000000000002</cx:pt>
          <cx:pt idx="18766">2.9500000000000002</cx:pt>
          <cx:pt idx="18767">1.6499999999999999</cx:pt>
          <cx:pt idx="18768">1.6499999999999999</cx:pt>
          <cx:pt idx="18769">0.41999999999999998</cx:pt>
          <cx:pt idx="18770">12.75</cx:pt>
          <cx:pt idx="18771">14.949999999999999</cx:pt>
          <cx:pt idx="18772">1.79</cx:pt>
          <cx:pt idx="18773">8.25</cx:pt>
          <cx:pt idx="18774">2.5499999999999998</cx:pt>
          <cx:pt idx="18775">1.6499999999999999</cx:pt>
          <cx:pt idx="18776">3.25</cx:pt>
          <cx:pt idx="18777">2.9500000000000002</cx:pt>
          <cx:pt idx="18778">1.6499999999999999</cx:pt>
          <cx:pt idx="18779">1.25</cx:pt>
          <cx:pt idx="18780">7.9500000000000002</cx:pt>
          <cx:pt idx="18781">2.0800000000000001</cx:pt>
          <cx:pt idx="18782">3.25</cx:pt>
          <cx:pt idx="18783">2.9500000000000002</cx:pt>
          <cx:pt idx="18784">3.25</cx:pt>
          <cx:pt idx="18785">2.0800000000000001</cx:pt>
          <cx:pt idx="18786">1.6499999999999999</cx:pt>
          <cx:pt idx="18787">1.6499999999999999</cx:pt>
          <cx:pt idx="18788">7.9500000000000002</cx:pt>
          <cx:pt idx="18789">7.9500000000000002</cx:pt>
          <cx:pt idx="18790">7.9500000000000002</cx:pt>
          <cx:pt idx="18791">1.6499999999999999</cx:pt>
          <cx:pt idx="18792">2.1000000000000001</cx:pt>
          <cx:pt idx="18793">2.9500000000000002</cx:pt>
          <cx:pt idx="18794">0.41999999999999998</cx:pt>
          <cx:pt idx="18795">1.6499999999999999</cx:pt>
          <cx:pt idx="18796">0.55000000000000004</cx:pt>
          <cx:pt idx="18797">0.65000000000000002</cx:pt>
          <cx:pt idx="18798">1.6499999999999999</cx:pt>
          <cx:pt idx="18799">1.25</cx:pt>
          <cx:pt idx="18800">0.41999999999999998</cx:pt>
          <cx:pt idx="18801">0.41999999999999998</cx:pt>
          <cx:pt idx="18802">1.6499999999999999</cx:pt>
          <cx:pt idx="18803">2.0800000000000001</cx:pt>
          <cx:pt idx="18804">2.0800000000000001</cx:pt>
          <cx:pt idx="18805">0.65000000000000002</cx:pt>
          <cx:pt idx="18806">1.6499999999999999</cx:pt>
          <cx:pt idx="18807">12.75</cx:pt>
          <cx:pt idx="18808">2.0800000000000001</cx:pt>
          <cx:pt idx="18809">12.75</cx:pt>
          <cx:pt idx="18810">2.0800000000000001</cx:pt>
          <cx:pt idx="18811">2.0800000000000001</cx:pt>
          <cx:pt idx="18812">7.9500000000000002</cx:pt>
          <cx:pt idx="18813">2.9500000000000002</cx:pt>
          <cx:pt idx="18814">1.45</cx:pt>
          <cx:pt idx="18815">0.41999999999999998</cx:pt>
          <cx:pt idx="18816">2.0800000000000001</cx:pt>
          <cx:pt idx="18817">1.6499999999999999</cx:pt>
          <cx:pt idx="18818">2.9500000000000002</cx:pt>
          <cx:pt idx="18819">0.41999999999999998</cx:pt>
          <cx:pt idx="18820">0.65000000000000002</cx:pt>
          <cx:pt idx="18821">4.1500000000000004</cx:pt>
          <cx:pt idx="18822">0.55000000000000004</cx:pt>
          <cx:pt idx="18823">0.82999999999999996</cx:pt>
          <cx:pt idx="18824">2.0800000000000001</cx:pt>
          <cx:pt idx="18825">2.0800000000000001</cx:pt>
          <cx:pt idx="18826">1.6499999999999999</cx:pt>
          <cx:pt idx="18827">1.6499999999999999</cx:pt>
          <cx:pt idx="18828">2.9500000000000002</cx:pt>
          <cx:pt idx="18829">1.45</cx:pt>
          <cx:pt idx="18830">2.75</cx:pt>
          <cx:pt idx="18831">2.5499999999999998</cx:pt>
          <cx:pt idx="18832">1.45</cx:pt>
          <cx:pt idx="18833">1.79</cx:pt>
          <cx:pt idx="18834">2.0800000000000001</cx:pt>
          <cx:pt idx="18835">2.1000000000000001</cx:pt>
          <cx:pt idx="18836">2.5499999999999998</cx:pt>
          <cx:pt idx="18837">1.6499999999999999</cx:pt>
          <cx:pt idx="18838">2.5499999999999998</cx:pt>
          <cx:pt idx="18839">8.5</cx:pt>
          <cx:pt idx="18840">8.5</cx:pt>
          <cx:pt idx="18841">1.6499999999999999</cx:pt>
          <cx:pt idx="18842">0.84999999999999998</cx:pt>
          <cx:pt idx="18843">3.25</cx:pt>
          <cx:pt idx="18844">1.25</cx:pt>
          <cx:pt idx="18845">1.25</cx:pt>
          <cx:pt idx="18846">0.84999999999999998</cx:pt>
          <cx:pt idx="18847">0.41999999999999998</cx:pt>
          <cx:pt idx="18848">2.5499999999999998</cx:pt>
          <cx:pt idx="18849">0.84999999999999998</cx:pt>
          <cx:pt idx="18850">1.6499999999999999</cx:pt>
          <cx:pt idx="18851">2.0800000000000001</cx:pt>
          <cx:pt idx="18852">2.0800000000000001</cx:pt>
          <cx:pt idx="18853">0.41999999999999998</cx:pt>
          <cx:pt idx="18854">0.41999999999999998</cx:pt>
          <cx:pt idx="18855">2.0800000000000001</cx:pt>
          <cx:pt idx="18856">0.41999999999999998</cx:pt>
          <cx:pt idx="18857">8.5</cx:pt>
          <cx:pt idx="18858">7.9500000000000002</cx:pt>
          <cx:pt idx="18859">0.65000000000000002</cx:pt>
          <cx:pt idx="18860">1.25</cx:pt>
          <cx:pt idx="18861">2.0800000000000001</cx:pt>
          <cx:pt idx="18862">2.0800000000000001</cx:pt>
          <cx:pt idx="18863">2.0800000000000001</cx:pt>
          <cx:pt idx="18864">3.25</cx:pt>
          <cx:pt idx="18865">12.75</cx:pt>
          <cx:pt idx="18866">2.5499999999999998</cx:pt>
          <cx:pt idx="18867">1.45</cx:pt>
          <cx:pt idx="18868">2.0800000000000001</cx:pt>
          <cx:pt idx="18869">0.82999999999999996</cx:pt>
          <cx:pt idx="18870">4.1299999999999999</cx:pt>
          <cx:pt idx="18871">2.46</cx:pt>
          <cx:pt idx="18872">5.79</cx:pt>
          <cx:pt idx="18873">5.79</cx:pt>
          <cx:pt idx="18874">3.29</cx:pt>
          <cx:pt idx="18875">15.789999999999999</cx:pt>
          <cx:pt idx="18876">7.46</cx:pt>
          <cx:pt idx="18877">3.25</cx:pt>
          <cx:pt idx="18878">5.79</cx:pt>
          <cx:pt idx="18879">0.82999999999999996</cx:pt>
          <cx:pt idx="18880">7.46</cx:pt>
          <cx:pt idx="18881">3.75</cx:pt>
          <cx:pt idx="18882">4.1299999999999999</cx:pt>
          <cx:pt idx="18883">1.25</cx:pt>
          <cx:pt idx="18884">3.29</cx:pt>
          <cx:pt idx="18885">1.25</cx:pt>
          <cx:pt idx="18886">0.82999999999999996</cx:pt>
          <cx:pt idx="18887">1.6299999999999999</cx:pt>
          <cx:pt idx="18888">15.789999999999999</cx:pt>
          <cx:pt idx="18889">1.6299999999999999</cx:pt>
          <cx:pt idx="18890">4.1299999999999999</cx:pt>
          <cx:pt idx="18891">2.9500000000000002</cx:pt>
          <cx:pt idx="18892">2.0800000000000001</cx:pt>
          <cx:pt idx="18893">1.25</cx:pt>
          <cx:pt idx="18894">2.1000000000000001</cx:pt>
          <cx:pt idx="18895">2.0800000000000001</cx:pt>
          <cx:pt idx="18896">1.6499999999999999</cx:pt>
          <cx:pt idx="18897">1.6499999999999999</cx:pt>
          <cx:pt idx="18898">2.9500000000000002</cx:pt>
          <cx:pt idx="18899">2.5499999999999998</cx:pt>
          <cx:pt idx="18900">2.1000000000000001</cx:pt>
          <cx:pt idx="18901">7.9500000000000002</cx:pt>
          <cx:pt idx="18902">0.65000000000000002</cx:pt>
          <cx:pt idx="18903">7.9500000000000002</cx:pt>
          <cx:pt idx="18904">3.25</cx:pt>
          <cx:pt idx="18905">2.9500000000000002</cx:pt>
          <cx:pt idx="18906">7.9500000000000002</cx:pt>
          <cx:pt idx="18907">1.6499999999999999</cx:pt>
          <cx:pt idx="18908">2.9500000000000002</cx:pt>
          <cx:pt idx="18909">8.5</cx:pt>
          <cx:pt idx="18910">6.3499999999999996</cx:pt>
          <cx:pt idx="18911">8.5</cx:pt>
          <cx:pt idx="18912">1.6499999999999999</cx:pt>
          <cx:pt idx="18913">6.6299999999999999</cx:pt>
          <cx:pt idx="18914">4.1299999999999999</cx:pt>
          <cx:pt idx="18915">5.79</cx:pt>
          <cx:pt idx="18916">3.29</cx:pt>
          <cx:pt idx="18917">4.1299999999999999</cx:pt>
          <cx:pt idx="18918">1.25</cx:pt>
          <cx:pt idx="18919">1.6499999999999999</cx:pt>
          <cx:pt idx="18920">3.25</cx:pt>
          <cx:pt idx="18921">1.6499999999999999</cx:pt>
          <cx:pt idx="18922">7.9500000000000002</cx:pt>
          <cx:pt idx="18923">1.6499999999999999</cx:pt>
          <cx:pt idx="18924">8.5</cx:pt>
          <cx:pt idx="18925">0.84999999999999998</cx:pt>
          <cx:pt idx="18926">8.5</cx:pt>
          <cx:pt idx="18927">1.6499999999999999</cx:pt>
          <cx:pt idx="18928">0.84999999999999998</cx:pt>
          <cx:pt idx="18929">2.1000000000000001</cx:pt>
          <cx:pt idx="18930">2.0800000000000001</cx:pt>
          <cx:pt idx="18931">0.84999999999999998</cx:pt>
          <cx:pt idx="18932">0.84999999999999998</cx:pt>
          <cx:pt idx="18933">2.0800000000000001</cx:pt>
          <cx:pt idx="18934">4.9500000000000002</cx:pt>
          <cx:pt idx="18935">2.5499999999999998</cx:pt>
          <cx:pt idx="18936">1.45</cx:pt>
          <cx:pt idx="18937">2.0800000000000001</cx:pt>
          <cx:pt idx="18938">9.9499999999999993</cx:pt>
          <cx:pt idx="18939">2.1000000000000001</cx:pt>
          <cx:pt idx="18940">2.0800000000000001</cx:pt>
          <cx:pt idx="18941">1.6499999999999999</cx:pt>
          <cx:pt idx="18942">1.6499999999999999</cx:pt>
          <cx:pt idx="18943">3.25</cx:pt>
          <cx:pt idx="18944">2.0800000000000001</cx:pt>
          <cx:pt idx="18945">1.95</cx:pt>
          <cx:pt idx="18946">2.0800000000000001</cx:pt>
          <cx:pt idx="18947">2.9500000000000002</cx:pt>
          <cx:pt idx="18948">0.41999999999999998</cx:pt>
          <cx:pt idx="18949">2.0800000000000001</cx:pt>
          <cx:pt idx="18950">1.25</cx:pt>
          <cx:pt idx="18951">0.84999999999999998</cx:pt>
          <cx:pt idx="18952">0.41999999999999998</cx:pt>
          <cx:pt idx="18953">12.75</cx:pt>
          <cx:pt idx="18954">2.9500000000000002</cx:pt>
          <cx:pt idx="18955">2.9500000000000002</cx:pt>
          <cx:pt idx="18956">12.75</cx:pt>
          <cx:pt idx="18957">2.9500000000000002</cx:pt>
          <cx:pt idx="18958">1.6499999999999999</cx:pt>
          <cx:pt idx="18959">1.95</cx:pt>
          <cx:pt idx="18960">4.1500000000000004</cx:pt>
          <cx:pt idx="18961">3.25</cx:pt>
          <cx:pt idx="18962">8.5</cx:pt>
          <cx:pt idx="18963">1.6499999999999999</cx:pt>
          <cx:pt idx="18964">1.95</cx:pt>
          <cx:pt idx="18965">2.9500000000000002</cx:pt>
          <cx:pt idx="18966">1.6499999999999999</cx:pt>
          <cx:pt idx="18967">7.9500000000000002</cx:pt>
          <cx:pt idx="18968">7.9500000000000002</cx:pt>
          <cx:pt idx="18969">2.0800000000000001</cx:pt>
          <cx:pt idx="18970">4.6500000000000004</cx:pt>
          <cx:pt idx="18971">1.6499999999999999</cx:pt>
          <cx:pt idx="18972">0.84999999999999998</cx:pt>
          <cx:pt idx="18973">2.9500000000000002</cx:pt>
          <cx:pt idx="18974">1.45</cx:pt>
          <cx:pt idx="18975">0.41999999999999998</cx:pt>
          <cx:pt idx="18976">6.3499999999999996</cx:pt>
          <cx:pt idx="18977">1.6499999999999999</cx:pt>
          <cx:pt idx="18978">1.45</cx:pt>
          <cx:pt idx="18979">6.75</cx:pt>
          <cx:pt idx="18980">0.41999999999999998</cx:pt>
          <cx:pt idx="18981">1.45</cx:pt>
          <cx:pt idx="18982">1.25</cx:pt>
          <cx:pt idx="18983">1.45</cx:pt>
          <cx:pt idx="18984">1.95</cx:pt>
          <cx:pt idx="18985">1.25</cx:pt>
          <cx:pt idx="18986">2.9500000000000002</cx:pt>
          <cx:pt idx="18987">6.3499999999999996</cx:pt>
          <cx:pt idx="18988">2.1000000000000001</cx:pt>
          <cx:pt idx="18989">1.6499999999999999</cx:pt>
          <cx:pt idx="18990">2.5499999999999998</cx:pt>
          <cx:pt idx="18991">6.3499999999999996</cx:pt>
          <cx:pt idx="18992">2.9500000000000002</cx:pt>
          <cx:pt idx="18993">2.9500000000000002</cx:pt>
          <cx:pt idx="18994">7.9500000000000002</cx:pt>
          <cx:pt idx="18995">0.65000000000000002</cx:pt>
          <cx:pt idx="18996">3.75</cx:pt>
          <cx:pt idx="18997">3.25</cx:pt>
          <cx:pt idx="18998">2.9500000000000002</cx:pt>
          <cx:pt idx="18999">1.6499999999999999</cx:pt>
          <cx:pt idx="19000">0.65000000000000002</cx:pt>
          <cx:pt idx="19001">0.72999999999999998</cx:pt>
          <cx:pt idx="19002">12.75</cx:pt>
          <cx:pt idx="19003">2.1000000000000001</cx:pt>
          <cx:pt idx="19004">1.0600000000000001</cx:pt>
          <cx:pt idx="19005">1.0600000000000001</cx:pt>
          <cx:pt idx="19006">1.79</cx:pt>
          <cx:pt idx="19007">2.9500000000000002</cx:pt>
          <cx:pt idx="19008">8.5</cx:pt>
          <cx:pt idx="19009">7.6500000000000004</cx:pt>
          <cx:pt idx="19010">7.9500000000000002</cx:pt>
          <cx:pt idx="19011">1.25</cx:pt>
          <cx:pt idx="19012">4.9500000000000002</cx:pt>
          <cx:pt idx="19013">1.6499999999999999</cx:pt>
          <cx:pt idx="19014">2.9500000000000002</cx:pt>
          <cx:pt idx="19015">2.5499999999999998</cx:pt>
          <cx:pt idx="19016">0.84999999999999998</cx:pt>
          <cx:pt idx="19017">12.75</cx:pt>
          <cx:pt idx="19018">1.6499999999999999</cx:pt>
          <cx:pt idx="19019">2.0800000000000001</cx:pt>
          <cx:pt idx="19020">0.84999999999999998</cx:pt>
          <cx:pt idx="19021">1.6499999999999999</cx:pt>
          <cx:pt idx="19022">4.25</cx:pt>
          <cx:pt idx="19023">3.25</cx:pt>
          <cx:pt idx="19024">3.25</cx:pt>
          <cx:pt idx="19025">1.6499999999999999</cx:pt>
          <cx:pt idx="19026">8.5</cx:pt>
          <cx:pt idx="19027">1.25</cx:pt>
          <cx:pt idx="19028">7.9500000000000002</cx:pt>
          <cx:pt idx="19029">2.9500000000000002</cx:pt>
          <cx:pt idx="19030">0.55000000000000004</cx:pt>
          <cx:pt idx="19031">2.9500000000000002</cx:pt>
          <cx:pt idx="19032">2.9500000000000002</cx:pt>
          <cx:pt idx="19033">7.9500000000000002</cx:pt>
          <cx:pt idx="19034">7.9500000000000002</cx:pt>
          <cx:pt idx="19035">12.75</cx:pt>
          <cx:pt idx="19036">7.9500000000000002</cx:pt>
          <cx:pt idx="19037">0.41999999999999998</cx:pt>
          <cx:pt idx="19038">2.5499999999999998</cx:pt>
          <cx:pt idx="19039">3.75</cx:pt>
          <cx:pt idx="19040">1.45</cx:pt>
          <cx:pt idx="19041">0.41999999999999998</cx:pt>
          <cx:pt idx="19042">0.41999999999999998</cx:pt>
          <cx:pt idx="19043">1.25</cx:pt>
          <cx:pt idx="19044">1.25</cx:pt>
          <cx:pt idx="19045">1.25</cx:pt>
          <cx:pt idx="19046">8.5</cx:pt>
          <cx:pt idx="19047">4.9500000000000002</cx:pt>
          <cx:pt idx="19048">2.9500000000000002</cx:pt>
          <cx:pt idx="19049">2.9500000000000002</cx:pt>
          <cx:pt idx="19050">0.55000000000000004</cx:pt>
          <cx:pt idx="19051">12.75</cx:pt>
          <cx:pt idx="19052">2.9500000000000002</cx:pt>
          <cx:pt idx="19053">0.55000000000000004</cx:pt>
          <cx:pt idx="19054">1.6499999999999999</cx:pt>
          <cx:pt idx="19055">1.45</cx:pt>
          <cx:pt idx="19056">1.45</cx:pt>
          <cx:pt idx="19057">1.6499999999999999</cx:pt>
          <cx:pt idx="19058">2.0800000000000001</cx:pt>
          <cx:pt idx="19059">0.55000000000000004</cx:pt>
          <cx:pt idx="19060">0.84999999999999998</cx:pt>
          <cx:pt idx="19061">4.1500000000000004</cx:pt>
          <cx:pt idx="19062">1.6499999999999999</cx:pt>
          <cx:pt idx="19063">0.84999999999999998</cx:pt>
          <cx:pt idx="19064">2.1000000000000001</cx:pt>
          <cx:pt idx="19065">2.5499999999999998</cx:pt>
          <cx:pt idx="19066">1.6499999999999999</cx:pt>
          <cx:pt idx="19067">2.9500000000000002</cx:pt>
          <cx:pt idx="19068">1.6499999999999999</cx:pt>
          <cx:pt idx="19069">6.75</cx:pt>
          <cx:pt idx="19070">1.45</cx:pt>
          <cx:pt idx="19071">0.71999999999999997</cx:pt>
          <cx:pt idx="19072">0.41999999999999998</cx:pt>
          <cx:pt idx="19073">1.45</cx:pt>
          <cx:pt idx="19074">7.9500000000000002</cx:pt>
          <cx:pt idx="19075">2.0800000000000001</cx:pt>
          <cx:pt idx="19076">7.9500000000000002</cx:pt>
          <cx:pt idx="19077">3.25</cx:pt>
          <cx:pt idx="19078">0.82999999999999996</cx:pt>
          <cx:pt idx="19079">2.0800000000000001</cx:pt>
          <cx:pt idx="19080">1.95</cx:pt>
          <cx:pt idx="19081">1.6499999999999999</cx:pt>
          <cx:pt idx="19082">4.1299999999999999</cx:pt>
          <cx:pt idx="19083">12.460000000000001</cx:pt>
          <cx:pt idx="19084">4.96</cx:pt>
          <cx:pt idx="19085">2.46</cx:pt>
          <cx:pt idx="19086">4.1299999999999999</cx:pt>
          <cx:pt idx="19087">4.1299999999999999</cx:pt>
          <cx:pt idx="19088">16.629999999999999</cx:pt>
          <cx:pt idx="19089">4.1299999999999999</cx:pt>
          <cx:pt idx="19090">6.6299999999999999</cx:pt>
          <cx:pt idx="19091">4.1299999999999999</cx:pt>
          <cx:pt idx="19092">7.46</cx:pt>
          <cx:pt idx="19093">4.1299999999999999</cx:pt>
          <cx:pt idx="19094">5.79</cx:pt>
          <cx:pt idx="19095">8.2899999999999991</cx:pt>
          <cx:pt idx="19096">8.2899999999999991</cx:pt>
          <cx:pt idx="19097">1.6299999999999999</cx:pt>
          <cx:pt idx="19098">3.29</cx:pt>
          <cx:pt idx="19099">6.6299999999999999</cx:pt>
          <cx:pt idx="19100">4.1299999999999999</cx:pt>
          <cx:pt idx="19101">14.130000000000001</cx:pt>
          <cx:pt idx="19102">2.46</cx:pt>
          <cx:pt idx="19103">4.96</cx:pt>
          <cx:pt idx="19104">2.46</cx:pt>
          <cx:pt idx="19105">4.96</cx:pt>
          <cx:pt idx="19106">4.96</cx:pt>
          <cx:pt idx="19107">7.46</cx:pt>
          <cx:pt idx="19108">4.1299999999999999</cx:pt>
          <cx:pt idx="19109">4.1299999999999999</cx:pt>
          <cx:pt idx="19110">12.460000000000001</cx:pt>
          <cx:pt idx="19111">5.79</cx:pt>
          <cx:pt idx="19112">4.1299999999999999</cx:pt>
          <cx:pt idx="19113">14.130000000000001</cx:pt>
          <cx:pt idx="19114">4.96</cx:pt>
          <cx:pt idx="19115">6.6299999999999999</cx:pt>
          <cx:pt idx="19116">4.1299999999999999</cx:pt>
          <cx:pt idx="19117">4.1299999999999999</cx:pt>
          <cx:pt idx="19118">4.1299999999999999</cx:pt>
          <cx:pt idx="19119">4.1299999999999999</cx:pt>
          <cx:pt idx="19120">4.9500000000000002</cx:pt>
          <cx:pt idx="19121">8.5</cx:pt>
          <cx:pt idx="19122">7.9500000000000002</cx:pt>
          <cx:pt idx="19123">7.9500000000000002</cx:pt>
          <cx:pt idx="19124">7.9500000000000002</cx:pt>
          <cx:pt idx="19125">2.5499999999999998</cx:pt>
          <cx:pt idx="19126">12.75</cx:pt>
          <cx:pt idx="19127">8.25</cx:pt>
          <cx:pt idx="19128">3.25</cx:pt>
          <cx:pt idx="19129">2.9500000000000002</cx:pt>
          <cx:pt idx="19130">12.75</cx:pt>
          <cx:pt idx="19131">1.6499999999999999</cx:pt>
          <cx:pt idx="19132">2.75</cx:pt>
          <cx:pt idx="19133">14.949999999999999</cx:pt>
          <cx:pt idx="19134">1.45</cx:pt>
          <cx:pt idx="19135">1.25</cx:pt>
          <cx:pt idx="19136">2.0800000000000001</cx:pt>
          <cx:pt idx="19137">4.6500000000000004</cx:pt>
          <cx:pt idx="19138">2.0800000000000001</cx:pt>
          <cx:pt idx="19139">2.1000000000000001</cx:pt>
          <cx:pt idx="19140">1.6499999999999999</cx:pt>
          <cx:pt idx="19141">9.9499999999999993</cx:pt>
          <cx:pt idx="19142">3.75</cx:pt>
          <cx:pt idx="19143">0.84999999999999998</cx:pt>
          <cx:pt idx="19144">1.6499999999999999</cx:pt>
          <cx:pt idx="19145">1.45</cx:pt>
          <cx:pt idx="19146">0.41999999999999998</cx:pt>
          <cx:pt idx="19147">2.0800000000000001</cx:pt>
          <cx:pt idx="19148">2.9500000000000002</cx:pt>
          <cx:pt idx="19149">2.9500000000000002</cx:pt>
          <cx:pt idx="19150">2.0800000000000001</cx:pt>
          <cx:pt idx="19151">1.95</cx:pt>
          <cx:pt idx="19152">2.9500000000000002</cx:pt>
          <cx:pt idx="19153">1.25</cx:pt>
          <cx:pt idx="19154">0.55000000000000004</cx:pt>
          <cx:pt idx="19155">6.3499999999999996</cx:pt>
          <cx:pt idx="19156">1.95</cx:pt>
          <cx:pt idx="19157">2.1000000000000001</cx:pt>
          <cx:pt idx="19158">2.9500000000000002</cx:pt>
          <cx:pt idx="19159">0.41999999999999998</cx:pt>
          <cx:pt idx="19160">8.5</cx:pt>
          <cx:pt idx="19161">1.25</cx:pt>
          <cx:pt idx="19162">1.6499999999999999</cx:pt>
          <cx:pt idx="19163">1.6499999999999999</cx:pt>
          <cx:pt idx="19164">2.0800000000000001</cx:pt>
          <cx:pt idx="19165">2.9500000000000002</cx:pt>
          <cx:pt idx="19166">1.6499999999999999</cx:pt>
          <cx:pt idx="19167">1.6499999999999999</cx:pt>
          <cx:pt idx="19168">0.41999999999999998</cx:pt>
          <cx:pt idx="19169">4.9500000000000002</cx:pt>
          <cx:pt idx="19170">2.9500000000000002</cx:pt>
          <cx:pt idx="19171">7.9500000000000002</cx:pt>
          <cx:pt idx="19172">1.45</cx:pt>
          <cx:pt idx="19173">1.6499999999999999</cx:pt>
          <cx:pt idx="19174">0.84999999999999998</cx:pt>
          <cx:pt idx="19175">1.45</cx:pt>
          <cx:pt idx="19176">1.6499999999999999</cx:pt>
          <cx:pt idx="19177">2.1000000000000001</cx:pt>
          <cx:pt idx="19178">2.1000000000000001</cx:pt>
          <cx:pt idx="19179">2.1000000000000001</cx:pt>
          <cx:pt idx="19180">1.95</cx:pt>
          <cx:pt idx="19181">2.9500000000000002</cx:pt>
          <cx:pt idx="19182">1.25</cx:pt>
          <cx:pt idx="19183">0.55000000000000004</cx:pt>
          <cx:pt idx="19184">1.6499999999999999</cx:pt>
          <cx:pt idx="19185">0.84999999999999998</cx:pt>
          <cx:pt idx="19186">0.84999999999999998</cx:pt>
          <cx:pt idx="19187">0.84999999999999998</cx:pt>
          <cx:pt idx="19188">2.5499999999999998</cx:pt>
          <cx:pt idx="19189">2.5499999999999998</cx:pt>
          <cx:pt idx="19190">4.9500000000000002</cx:pt>
          <cx:pt idx="19191">2.9500000000000002</cx:pt>
          <cx:pt idx="19192">0.65000000000000002</cx:pt>
          <cx:pt idx="19193">2.1000000000000001</cx:pt>
          <cx:pt idx="19194">2.0800000000000001</cx:pt>
          <cx:pt idx="19195">1.6499999999999999</cx:pt>
          <cx:pt idx="19196">2.1000000000000001</cx:pt>
          <cx:pt idx="19197">4.9500000000000002</cx:pt>
          <cx:pt idx="19198">7.9500000000000002</cx:pt>
          <cx:pt idx="19199">2.1000000000000001</cx:pt>
          <cx:pt idx="19200">2.9500000000000002</cx:pt>
          <cx:pt idx="19201">2.0800000000000001</cx:pt>
          <cx:pt idx="19202">0.55000000000000004</cx:pt>
          <cx:pt idx="19203">7.9500000000000002</cx:pt>
          <cx:pt idx="19204">2.0800000000000001</cx:pt>
          <cx:pt idx="19205">12.75</cx:pt>
          <cx:pt idx="19206">1.6499999999999999</cx:pt>
          <cx:pt idx="19207">1.6499999999999999</cx:pt>
          <cx:pt idx="19208">7.6500000000000004</cx:pt>
          <cx:pt idx="19209">2.5499999999999998</cx:pt>
          <cx:pt idx="19210">3.75</cx:pt>
          <cx:pt idx="19211">1.25</cx:pt>
          <cx:pt idx="19212">8.5</cx:pt>
          <cx:pt idx="19213">2.1000000000000001</cx:pt>
          <cx:pt idx="19214">4.9500000000000002</cx:pt>
          <cx:pt idx="19215">2.9500000000000002</cx:pt>
          <cx:pt idx="19216">0.41999999999999998</cx:pt>
          <cx:pt idx="19217">2.0800000000000001</cx:pt>
          <cx:pt idx="19218">1.6499999999999999</cx:pt>
          <cx:pt idx="19219">1.6499999999999999</cx:pt>
          <cx:pt idx="19220">0.84999999999999998</cx:pt>
          <cx:pt idx="19221">12.75</cx:pt>
          <cx:pt idx="19222">12.75</cx:pt>
          <cx:pt idx="19223">4.6500000000000004</cx:pt>
          <cx:pt idx="19224">4.9500000000000002</cx:pt>
          <cx:pt idx="19225">2.1000000000000001</cx:pt>
          <cx:pt idx="19226">8.25</cx:pt>
          <cx:pt idx="19227">3.25</cx:pt>
          <cx:pt idx="19228">2.5499999999999998</cx:pt>
          <cx:pt idx="19229">0.82999999999999996</cx:pt>
          <cx:pt idx="19230">1.25</cx:pt>
          <cx:pt idx="19231">0.65000000000000002</cx:pt>
          <cx:pt idx="19232">1.6499999999999999</cx:pt>
          <cx:pt idx="19233">1.6499999999999999</cx:pt>
          <cx:pt idx="19234">3.75</cx:pt>
          <cx:pt idx="19235">1.45</cx:pt>
          <cx:pt idx="19236">14.949999999999999</cx:pt>
          <cx:pt idx="19237">1.45</cx:pt>
          <cx:pt idx="19238">8.5</cx:pt>
          <cx:pt idx="19239">2.9500000000000002</cx:pt>
          <cx:pt idx="19240">1.6499999999999999</cx:pt>
          <cx:pt idx="19241">3.25</cx:pt>
          <cx:pt idx="19242">2.5499999999999998</cx:pt>
          <cx:pt idx="19243">9.9499999999999993</cx:pt>
          <cx:pt idx="19244">2.0800000000000001</cx:pt>
          <cx:pt idx="19245">0.28999999999999998</cx:pt>
          <cx:pt idx="19246">12.75</cx:pt>
          <cx:pt idx="19247">2.1000000000000001</cx:pt>
          <cx:pt idx="19248">2.0800000000000001</cx:pt>
          <cx:pt idx="19249">2.0800000000000001</cx:pt>
          <cx:pt idx="19250">2.1000000000000001</cx:pt>
          <cx:pt idx="19251">1.45</cx:pt>
          <cx:pt idx="19252">3.25</cx:pt>
          <cx:pt idx="19253">2.9500000000000002</cx:pt>
          <cx:pt idx="19254">2.25</cx:pt>
          <cx:pt idx="19255">0.84999999999999998</cx:pt>
          <cx:pt idx="19256">1.25</cx:pt>
          <cx:pt idx="19257">7.9500000000000002</cx:pt>
          <cx:pt idx="19258">3.25</cx:pt>
          <cx:pt idx="19259">4.9500000000000002</cx:pt>
          <cx:pt idx="19260">2.9500000000000002</cx:pt>
          <cx:pt idx="19261">14.949999999999999</cx:pt>
          <cx:pt idx="19262">1.25</cx:pt>
          <cx:pt idx="19263">0.84999999999999998</cx:pt>
          <cx:pt idx="19264">2.5499999999999998</cx:pt>
          <cx:pt idx="19265">2.0800000000000001</cx:pt>
          <cx:pt idx="19266">0.41999999999999998</cx:pt>
          <cx:pt idx="19267">1.6499999999999999</cx:pt>
          <cx:pt idx="19268">14.949999999999999</cx:pt>
          <cx:pt idx="19269">1.8500000000000001</cx:pt>
          <cx:pt idx="19270">3.25</cx:pt>
          <cx:pt idx="19271">12.75</cx:pt>
          <cx:pt idx="19272">0.84999999999999998</cx:pt>
          <cx:pt idx="19273">12.460000000000001</cx:pt>
          <cx:pt idx="19274">6.6299999999999999</cx:pt>
          <cx:pt idx="19275">4.1299999999999999</cx:pt>
          <cx:pt idx="19276">7.46</cx:pt>
          <cx:pt idx="19277">8.2899999999999991</cx:pt>
          <cx:pt idx="19278">1.6299999999999999</cx:pt>
          <cx:pt idx="19279">3.29</cx:pt>
          <cx:pt idx="19280">6.6299999999999999</cx:pt>
          <cx:pt idx="19281">4.96</cx:pt>
          <cx:pt idx="19282">2.46</cx:pt>
          <cx:pt idx="19283">7.9500000000000002</cx:pt>
          <cx:pt idx="19284">2.1000000000000001</cx:pt>
          <cx:pt idx="19285">0.41999999999999998</cx:pt>
          <cx:pt idx="19286">0.41999999999999998</cx:pt>
          <cx:pt idx="19287">7.9500000000000002</cx:pt>
          <cx:pt idx="19288">1.45</cx:pt>
          <cx:pt idx="19289">2.9500000000000002</cx:pt>
          <cx:pt idx="19290">2.9500000000000002</cx:pt>
          <cx:pt idx="19291">7.9500000000000002</cx:pt>
          <cx:pt idx="19292">1.6499999999999999</cx:pt>
          <cx:pt idx="19293">7.9500000000000002</cx:pt>
          <cx:pt idx="19294">0.65000000000000002</cx:pt>
          <cx:pt idx="19295">1.45</cx:pt>
          <cx:pt idx="19296">1.45</cx:pt>
          <cx:pt idx="19297">1.45</cx:pt>
          <cx:pt idx="19298">0.41999999999999998</cx:pt>
          <cx:pt idx="19299">0.65000000000000002</cx:pt>
          <cx:pt idx="19300">2.0800000000000001</cx:pt>
          <cx:pt idx="19301">1.25</cx:pt>
          <cx:pt idx="19302">2.9500000000000002</cx:pt>
          <cx:pt idx="19303">0.41999999999999998</cx:pt>
          <cx:pt idx="19304">0.41999999999999998</cx:pt>
          <cx:pt idx="19305">2.1000000000000001</cx:pt>
          <cx:pt idx="19306">4.6500000000000004</cx:pt>
          <cx:pt idx="19307">2.0800000000000001</cx:pt>
          <cx:pt idx="19308">2.1000000000000001</cx:pt>
          <cx:pt idx="19309">2.9500000000000002</cx:pt>
          <cx:pt idx="19310">3.25</cx:pt>
          <cx:pt idx="19311">2.9500000000000002</cx:pt>
          <cx:pt idx="19312">1.6499999999999999</cx:pt>
          <cx:pt idx="19313">1.6499999999999999</cx:pt>
          <cx:pt idx="19314">16.629999999999999</cx:pt>
          <cx:pt idx="19315">4.1299999999999999</cx:pt>
          <cx:pt idx="19316">2.46</cx:pt>
          <cx:pt idx="19317">3.29</cx:pt>
          <cx:pt idx="19318">0.82999999999999996</cx:pt>
          <cx:pt idx="19319">24.960000000000001</cx:pt>
          <cx:pt idx="19320">2.46</cx:pt>
          <cx:pt idx="19321">12.75</cx:pt>
          <cx:pt idx="19322">16.629999999999999</cx:pt>
          <cx:pt idx="19323">4.1299999999999999</cx:pt>
          <cx:pt idx="19324">14.960000000000001</cx:pt>
          <cx:pt idx="19325">1.25</cx:pt>
          <cx:pt idx="19326">7.46</cx:pt>
          <cx:pt idx="19327">1.25</cx:pt>
          <cx:pt idx="19328">4.96</cx:pt>
          <cx:pt idx="19329">2.46</cx:pt>
          <cx:pt idx="19330">5.79</cx:pt>
          <cx:pt idx="19331">7.46</cx:pt>
          <cx:pt idx="19332">2.5499999999999998</cx:pt>
          <cx:pt idx="19333">1.6299999999999999</cx:pt>
          <cx:pt idx="19334">4.1299999999999999</cx:pt>
          <cx:pt idx="19335">2.5499999999999998</cx:pt>
          <cx:pt idx="19336">0.55000000000000004</cx:pt>
          <cx:pt idx="19337">3.29</cx:pt>
          <cx:pt idx="19338">1.6299999999999999</cx:pt>
          <cx:pt idx="19339">0.41999999999999998</cx:pt>
          <cx:pt idx="19340">2.9500000000000002</cx:pt>
          <cx:pt idx="19341">1.6499999999999999</cx:pt>
          <cx:pt idx="19342">7.6500000000000004</cx:pt>
          <cx:pt idx="19343">2.5499999999999998</cx:pt>
          <cx:pt idx="19344">4.9500000000000002</cx:pt>
          <cx:pt idx="19345">2.9500000000000002</cx:pt>
          <cx:pt idx="19346">2.9500000000000002</cx:pt>
          <cx:pt idx="19347">3.75</cx:pt>
          <cx:pt idx="19348">1.6499999999999999</cx:pt>
          <cx:pt idx="19349">2.1000000000000001</cx:pt>
          <cx:pt idx="19350">2.5499999999999998</cx:pt>
          <cx:pt idx="19351">0.65000000000000002</cx:pt>
          <cx:pt idx="19352">8.5</cx:pt>
          <cx:pt idx="19353">0.84999999999999998</cx:pt>
          <cx:pt idx="19354">2.0800000000000001</cx:pt>
          <cx:pt idx="19355">2.75</cx:pt>
          <cx:pt idx="19356">1.45</cx:pt>
          <cx:pt idx="19357">0.71999999999999997</cx:pt>
          <cx:pt idx="19358">1.25</cx:pt>
          <cx:pt idx="19359">2.9500000000000002</cx:pt>
          <cx:pt idx="19360">2.0800000000000001</cx:pt>
          <cx:pt idx="19361">4.9500000000000002</cx:pt>
          <cx:pt idx="19362">8.5</cx:pt>
          <cx:pt idx="19363">2.0800000000000001</cx:pt>
          <cx:pt idx="19364">2.9500000000000002</cx:pt>
          <cx:pt idx="19365">4.9500000000000002</cx:pt>
          <cx:pt idx="19366">0.65000000000000002</cx:pt>
          <cx:pt idx="19367">2.9500000000000002</cx:pt>
          <cx:pt idx="19368">0.41999999999999998</cx:pt>
          <cx:pt idx="19369">7.9500000000000002</cx:pt>
          <cx:pt idx="19370">2.1000000000000001</cx:pt>
          <cx:pt idx="19371">1.25</cx:pt>
          <cx:pt idx="19372">0.55000000000000004</cx:pt>
          <cx:pt idx="19373">1.6499999999999999</cx:pt>
          <cx:pt idx="19374">2.0800000000000001</cx:pt>
          <cx:pt idx="19375">7.9500000000000002</cx:pt>
          <cx:pt idx="19376">8.5</cx:pt>
          <cx:pt idx="19377">0.65000000000000002</cx:pt>
          <cx:pt idx="19378">1.45</cx:pt>
          <cx:pt idx="19379">2.0800000000000001</cx:pt>
          <cx:pt idx="19380">2.25</cx:pt>
          <cx:pt idx="19381">1.6499999999999999</cx:pt>
          <cx:pt idx="19382">1.6499999999999999</cx:pt>
          <cx:pt idx="19383">4.1500000000000004</cx:pt>
          <cx:pt idx="19384">1.6499999999999999</cx:pt>
          <cx:pt idx="19385">0.65000000000000002</cx:pt>
          <cx:pt idx="19386">7.9500000000000002</cx:pt>
          <cx:pt idx="19387">0.82999999999999996</cx:pt>
          <cx:pt idx="19388">2.9500000000000002</cx:pt>
          <cx:pt idx="19389">0.55000000000000004</cx:pt>
          <cx:pt idx="19390">2.0800000000000001</cx:pt>
          <cx:pt idx="19391">7.9500000000000002</cx:pt>
          <cx:pt idx="19392">2.9500000000000002</cx:pt>
          <cx:pt idx="19393">3.25</cx:pt>
          <cx:pt idx="19394">2.9500000000000002</cx:pt>
          <cx:pt idx="19395">1.6499999999999999</cx:pt>
          <cx:pt idx="19396">1.6499999999999999</cx:pt>
          <cx:pt idx="19397">7.9500000000000002</cx:pt>
          <cx:pt idx="19398">0.65000000000000002</cx:pt>
          <cx:pt idx="19399">1.6499999999999999</cx:pt>
          <cx:pt idx="19400">2.1000000000000001</cx:pt>
          <cx:pt idx="19401">1.25</cx:pt>
          <cx:pt idx="19402">1.6499999999999999</cx:pt>
          <cx:pt idx="19403">0.41999999999999998</cx:pt>
          <cx:pt idx="19404">0.84999999999999998</cx:pt>
          <cx:pt idx="19405">3.29</cx:pt>
          <cx:pt idx="19406">3.29</cx:pt>
          <cx:pt idx="19407">2.46</cx:pt>
          <cx:pt idx="19408">5.79</cx:pt>
          <cx:pt idx="19409">0.82999999999999996</cx:pt>
          <cx:pt idx="19410">7.46</cx:pt>
          <cx:pt idx="19411">5.79</cx:pt>
          <cx:pt idx="19412">2.46</cx:pt>
          <cx:pt idx="19413">0.82999999999999996</cx:pt>
          <cx:pt idx="19414">4.1299999999999999</cx:pt>
          <cx:pt idx="19415">4.96</cx:pt>
          <cx:pt idx="19416">4.1299999999999999</cx:pt>
          <cx:pt idx="19417">3.29</cx:pt>
          <cx:pt idx="19418">3.29</cx:pt>
          <cx:pt idx="19419">1.6299999999999999</cx:pt>
          <cx:pt idx="19420">2.46</cx:pt>
          <cx:pt idx="19421">4.1299999999999999</cx:pt>
          <cx:pt idx="19422">3.29</cx:pt>
          <cx:pt idx="19423">2.46</cx:pt>
          <cx:pt idx="19424">14.960000000000001</cx:pt>
          <cx:pt idx="19425">5.79</cx:pt>
          <cx:pt idx="19426">1.25</cx:pt>
          <cx:pt idx="19427">5.79</cx:pt>
          <cx:pt idx="19428">4.96</cx:pt>
          <cx:pt idx="19429">4.1299999999999999</cx:pt>
          <cx:pt idx="19430">24.960000000000001</cx:pt>
          <cx:pt idx="19431">2.46</cx:pt>
          <cx:pt idx="19432">1.25</cx:pt>
          <cx:pt idx="19433">1.6299999999999999</cx:pt>
          <cx:pt idx="19434">0.82999999999999996</cx:pt>
          <cx:pt idx="19435">3.29</cx:pt>
          <cx:pt idx="19436">4.1299999999999999</cx:pt>
          <cx:pt idx="19437">0.82999999999999996</cx:pt>
          <cx:pt idx="19438">2.46</cx:pt>
          <cx:pt idx="19439">3.29</cx:pt>
          <cx:pt idx="19440">4.1299999999999999</cx:pt>
          <cx:pt idx="19441">2.46</cx:pt>
          <cx:pt idx="19442">3.29</cx:pt>
          <cx:pt idx="19443">5.79</cx:pt>
          <cx:pt idx="19444">5.79</cx:pt>
          <cx:pt idx="19445">1.6299999999999999</cx:pt>
          <cx:pt idx="19446">3.29</cx:pt>
          <cx:pt idx="19447">4.1299999999999999</cx:pt>
          <cx:pt idx="19448">1.25</cx:pt>
          <cx:pt idx="19449">3.29</cx:pt>
          <cx:pt idx="19450">0.82999999999999996</cx:pt>
          <cx:pt idx="19451">1.6299999999999999</cx:pt>
          <cx:pt idx="19452">4.1299999999999999</cx:pt>
          <cx:pt idx="19453">0.82999999999999996</cx:pt>
          <cx:pt idx="19454">3.29</cx:pt>
          <cx:pt idx="19455">9.9600000000000009</cx:pt>
          <cx:pt idx="19456">3.29</cx:pt>
          <cx:pt idx="19457">4.1299999999999999</cx:pt>
          <cx:pt idx="19458">2.46</cx:pt>
          <cx:pt idx="19459">3.29</cx:pt>
          <cx:pt idx="19460">4.96</cx:pt>
          <cx:pt idx="19461">5.79</cx:pt>
          <cx:pt idx="19462">2.46</cx:pt>
          <cx:pt idx="19463">0.41999999999999998</cx:pt>
          <cx:pt idx="19464">2.46</cx:pt>
          <cx:pt idx="19465">24.960000000000001</cx:pt>
          <cx:pt idx="19466">3.29</cx:pt>
          <cx:pt idx="19467">1.45</cx:pt>
          <cx:pt idx="19468">2.46</cx:pt>
          <cx:pt idx="19469">4.1299999999999999</cx:pt>
          <cx:pt idx="19470">1.6499999999999999</cx:pt>
          <cx:pt idx="19471">1.6299999999999999</cx:pt>
          <cx:pt idx="19472">9.9499999999999993</cx:pt>
          <cx:pt idx="19473">7.9500000000000002</cx:pt>
          <cx:pt idx="19474">7.9500000000000002</cx:pt>
          <cx:pt idx="19475">2.5499999999999998</cx:pt>
          <cx:pt idx="19476">0.55000000000000004</cx:pt>
          <cx:pt idx="19477">2.75</cx:pt>
          <cx:pt idx="19478">1.45</cx:pt>
          <cx:pt idx="19479">1.8500000000000001</cx:pt>
          <cx:pt idx="19480">1.45</cx:pt>
          <cx:pt idx="19481">1.25</cx:pt>
          <cx:pt idx="19482">2.5499999999999998</cx:pt>
          <cx:pt idx="19483">1.6499999999999999</cx:pt>
          <cx:pt idx="19484">2.0800000000000001</cx:pt>
          <cx:pt idx="19485">2.0800000000000001</cx:pt>
          <cx:pt idx="19486">2.0800000000000001</cx:pt>
          <cx:pt idx="19487">2.9500000000000002</cx:pt>
          <cx:pt idx="19488">4.1299999999999999</cx:pt>
          <cx:pt idx="19489">2.5</cx:pt>
          <cx:pt idx="19490">12.460000000000001</cx:pt>
          <cx:pt idx="19491">4.1299999999999999</cx:pt>
          <cx:pt idx="19492">4.1299999999999999</cx:pt>
          <cx:pt idx="19493">2.5</cx:pt>
          <cx:pt idx="19494">10.789999999999999</cx:pt>
          <cx:pt idx="19495">16.629999999999999</cx:pt>
          <cx:pt idx="19496">4.96</cx:pt>
          <cx:pt idx="19497">4.96</cx:pt>
          <cx:pt idx="19498">4.1299999999999999</cx:pt>
          <cx:pt idx="19499">4.96</cx:pt>
          <cx:pt idx="19500">10.789999999999999</cx:pt>
          <cx:pt idx="19501">4.1299999999999999</cx:pt>
          <cx:pt idx="19502">3.29</cx:pt>
          <cx:pt idx="19503">4.1299999999999999</cx:pt>
          <cx:pt idx="19504">4.1299999999999999</cx:pt>
          <cx:pt idx="19505">16.629999999999999</cx:pt>
          <cx:pt idx="19506">6.6299999999999999</cx:pt>
          <cx:pt idx="19507">12.460000000000001</cx:pt>
          <cx:pt idx="19508">4.1299999999999999</cx:pt>
          <cx:pt idx="19509">4.96</cx:pt>
          <cx:pt idx="19510">10.789999999999999</cx:pt>
          <cx:pt idx="19511">4.1299999999999999</cx:pt>
          <cx:pt idx="19512">5.79</cx:pt>
          <cx:pt idx="19513">4.1299999999999999</cx:pt>
          <cx:pt idx="19514">1.25</cx:pt>
          <cx:pt idx="19515">0.82999999999999996</cx:pt>
          <cx:pt idx="19516">14.130000000000001</cx:pt>
          <cx:pt idx="19517">4.96</cx:pt>
          <cx:pt idx="19518">3.29</cx:pt>
          <cx:pt idx="19519">8.25</cx:pt>
          <cx:pt idx="19520">0.65000000000000002</cx:pt>
          <cx:pt idx="19521">0.41999999999999998</cx:pt>
          <cx:pt idx="19522">4.9500000000000002</cx:pt>
          <cx:pt idx="19523">1.45</cx:pt>
          <cx:pt idx="19524">2.9500000000000002</cx:pt>
          <cx:pt idx="19525">0.84999999999999998</cx:pt>
          <cx:pt idx="19526">2.0800000000000001</cx:pt>
          <cx:pt idx="19527">1.25</cx:pt>
          <cx:pt idx="19528">2.5499999999999998</cx:pt>
          <cx:pt idx="19529">2.0800000000000001</cx:pt>
          <cx:pt idx="19530">6.3499999999999996</cx:pt>
          <cx:pt idx="19531">2.5499999999999998</cx:pt>
          <cx:pt idx="19532">2.5499999999999998</cx:pt>
          <cx:pt idx="19533">0.41999999999999998</cx:pt>
          <cx:pt idx="19534">2.0800000000000001</cx:pt>
          <cx:pt idx="19535">3.75</cx:pt>
          <cx:pt idx="19536">0.41999999999999998</cx:pt>
          <cx:pt idx="19537">1.6499999999999999</cx:pt>
          <cx:pt idx="19538">1.6499999999999999</cx:pt>
          <cx:pt idx="19539">2.9500000000000002</cx:pt>
          <cx:pt idx="19540">8.5</cx:pt>
          <cx:pt idx="19541">2.9500000000000002</cx:pt>
          <cx:pt idx="19542">0.41999999999999998</cx:pt>
          <cx:pt idx="19543">0.41999999999999998</cx:pt>
          <cx:pt idx="19544">8.5</cx:pt>
          <cx:pt idx="19545">2.0800000000000001</cx:pt>
          <cx:pt idx="19546">1.6499999999999999</cx:pt>
          <cx:pt idx="19547">1.6499999999999999</cx:pt>
          <cx:pt idx="19548">6.75</cx:pt>
          <cx:pt idx="19549">2.1000000000000001</cx:pt>
          <cx:pt idx="19550">2.9500000000000002</cx:pt>
          <cx:pt idx="19551">2.25</cx:pt>
          <cx:pt idx="19552">2.1000000000000001</cx:pt>
          <cx:pt idx="19553">1.6499999999999999</cx:pt>
          <cx:pt idx="19554">7.9500000000000002</cx:pt>
          <cx:pt idx="19555">7.9500000000000002</cx:pt>
          <cx:pt idx="19556">4.9500000000000002</cx:pt>
          <cx:pt idx="19557">6.3499999999999996</cx:pt>
          <cx:pt idx="19558">8.5</cx:pt>
          <cx:pt idx="19559">2.9500000000000002</cx:pt>
          <cx:pt idx="19560">3.75</cx:pt>
          <cx:pt idx="19561">2.9500000000000002</cx:pt>
          <cx:pt idx="19562">12.75</cx:pt>
          <cx:pt idx="19563">7.9500000000000002</cx:pt>
          <cx:pt idx="19564">0.41999999999999998</cx:pt>
          <cx:pt idx="19565">2.0800000000000001</cx:pt>
          <cx:pt idx="19566">7.9500000000000002</cx:pt>
          <cx:pt idx="19567">0.65000000000000002</cx:pt>
          <cx:pt idx="19568">0.82999999999999996</cx:pt>
          <cx:pt idx="19569">0.82999999999999996</cx:pt>
          <cx:pt idx="19570">1.45</cx:pt>
          <cx:pt idx="19571">1.25</cx:pt>
          <cx:pt idx="19572">2.0800000000000001</cx:pt>
          <cx:pt idx="19573">1.25</cx:pt>
          <cx:pt idx="19574">1.25</cx:pt>
          <cx:pt idx="19575">1.25</cx:pt>
          <cx:pt idx="19576">1.6499999999999999</cx:pt>
          <cx:pt idx="19577">0.55000000000000004</cx:pt>
          <cx:pt idx="19578">0.55000000000000004</cx:pt>
          <cx:pt idx="19579">1.6499999999999999</cx:pt>
          <cx:pt idx="19580">2.0800000000000001</cx:pt>
          <cx:pt idx="19581">3.25</cx:pt>
          <cx:pt idx="19582">8.5</cx:pt>
          <cx:pt idx="19583">3.75</cx:pt>
          <cx:pt idx="19584">1.25</cx:pt>
          <cx:pt idx="19585">3.25</cx:pt>
          <cx:pt idx="19586">1.6499999999999999</cx:pt>
          <cx:pt idx="19587">0.41999999999999998</cx:pt>
          <cx:pt idx="19588">7.9500000000000002</cx:pt>
          <cx:pt idx="19589">2.1000000000000001</cx:pt>
          <cx:pt idx="19590">1.45</cx:pt>
          <cx:pt idx="19591">4.9500000000000002</cx:pt>
          <cx:pt idx="19592">1.25</cx:pt>
          <cx:pt idx="19593">1.25</cx:pt>
          <cx:pt idx="19594">0.55000000000000004</cx:pt>
          <cx:pt idx="19595">3.29</cx:pt>
          <cx:pt idx="19596">4.1299999999999999</cx:pt>
          <cx:pt idx="19597">0.82999999999999996</cx:pt>
          <cx:pt idx="19598">16.629999999999999</cx:pt>
          <cx:pt idx="19599">9.9600000000000009</cx:pt>
          <cx:pt idx="19600">3.29</cx:pt>
          <cx:pt idx="19601">2.46</cx:pt>
          <cx:pt idx="19602">15.789999999999999</cx:pt>
          <cx:pt idx="19603">2.46</cx:pt>
          <cx:pt idx="19604">24.960000000000001</cx:pt>
          <cx:pt idx="19605">3.29</cx:pt>
          <cx:pt idx="19606">5.79</cx:pt>
          <cx:pt idx="19607">2.46</cx:pt>
          <cx:pt idx="19608">0.82999999999999996</cx:pt>
          <cx:pt idx="19609">4.1299999999999999</cx:pt>
          <cx:pt idx="19610">15.789999999999999</cx:pt>
          <cx:pt idx="19611">1.6299999999999999</cx:pt>
          <cx:pt idx="19612">1.45</cx:pt>
          <cx:pt idx="19613">1.6499999999999999</cx:pt>
          <cx:pt idx="19614">1.6499999999999999</cx:pt>
          <cx:pt idx="19615">10.949999999999999</cx:pt>
          <cx:pt idx="19616">7.4500000000000002</cx:pt>
          <cx:pt idx="19617">2.75</cx:pt>
          <cx:pt idx="19618">7.6500000000000004</cx:pt>
          <cx:pt idx="19619">2.5499999999999998</cx:pt>
          <cx:pt idx="19620">2.75</cx:pt>
          <cx:pt idx="19621">12.75</cx:pt>
          <cx:pt idx="19622">1.0600000000000001</cx:pt>
          <cx:pt idx="19623">6.75</cx:pt>
          <cx:pt idx="19624">2.1000000000000001</cx:pt>
          <cx:pt idx="19625">5.5499999999999998</cx:pt>
          <cx:pt idx="19626">10.949999999999999</cx:pt>
          <cx:pt idx="19627">2.5499999999999998</cx:pt>
          <cx:pt idx="19628">0.82999999999999996</cx:pt>
          <cx:pt idx="19629">0.41999999999999998</cx:pt>
          <cx:pt idx="19630">2.0800000000000001</cx:pt>
          <cx:pt idx="19631">1.25</cx:pt>
          <cx:pt idx="19632">1.6499999999999999</cx:pt>
          <cx:pt idx="19633">2.0800000000000001</cx:pt>
          <cx:pt idx="19634">2.5499999999999998</cx:pt>
          <cx:pt idx="19635">2.5499999999999998</cx:pt>
          <cx:pt idx="19636">6.3499999999999996</cx:pt>
          <cx:pt idx="19637">2.9500000000000002</cx:pt>
          <cx:pt idx="19638">2.5499999999999998</cx:pt>
          <cx:pt idx="19639">0.41999999999999998</cx:pt>
          <cx:pt idx="19640">1.6499999999999999</cx:pt>
          <cx:pt idx="19641">0.84999999999999998</cx:pt>
          <cx:pt idx="19642">12.75</cx:pt>
          <cx:pt idx="19643">2.1000000000000001</cx:pt>
          <cx:pt idx="19644">6.75</cx:pt>
          <cx:pt idx="19645">10.949999999999999</cx:pt>
          <cx:pt idx="19646">8.5</cx:pt>
          <cx:pt idx="19647">8.5</cx:pt>
          <cx:pt idx="19648">1.25</cx:pt>
          <cx:pt idx="19649">12.75</cx:pt>
          <cx:pt idx="19650">4.1500000000000004</cx:pt>
          <cx:pt idx="19651">2.0800000000000001</cx:pt>
          <cx:pt idx="19652">1.6499999999999999</cx:pt>
          <cx:pt idx="19653">1.45</cx:pt>
          <cx:pt idx="19654">0.41999999999999998</cx:pt>
          <cx:pt idx="19655">1.25</cx:pt>
          <cx:pt idx="19656">2.9500000000000002</cx:pt>
          <cx:pt idx="19657">1.25</cx:pt>
          <cx:pt idx="19658">1.6499999999999999</cx:pt>
          <cx:pt idx="19659">1.6499999999999999</cx:pt>
          <cx:pt idx="19660">0.84999999999999998</cx:pt>
          <cx:pt idx="19661">2.5499999999999998</cx:pt>
          <cx:pt idx="19662">7.9500000000000002</cx:pt>
          <cx:pt idx="19663">8.25</cx:pt>
          <cx:pt idx="19664">3.25</cx:pt>
          <cx:pt idx="19665">0.82999999999999996</cx:pt>
          <cx:pt idx="19666">2.9500000000000002</cx:pt>
          <cx:pt idx="19667">2.25</cx:pt>
          <cx:pt idx="19668">2.25</cx:pt>
          <cx:pt idx="19669">1.6499999999999999</cx:pt>
          <cx:pt idx="19670">4.9500000000000002</cx:pt>
          <cx:pt idx="19671">3.25</cx:pt>
          <cx:pt idx="19672">3.75</cx:pt>
          <cx:pt idx="19673">8.5</cx:pt>
          <cx:pt idx="19674">1.95</cx:pt>
          <cx:pt idx="19675">3.25</cx:pt>
          <cx:pt idx="19676">2.9500000000000002</cx:pt>
          <cx:pt idx="19677">2.0800000000000001</cx:pt>
          <cx:pt idx="19678">1.6499999999999999</cx:pt>
          <cx:pt idx="19679">1.6499999999999999</cx:pt>
          <cx:pt idx="19680">6.75</cx:pt>
          <cx:pt idx="19681">1.45</cx:pt>
          <cx:pt idx="19682">1.25</cx:pt>
          <cx:pt idx="19683">0.84999999999999998</cx:pt>
          <cx:pt idx="19684">8.5</cx:pt>
          <cx:pt idx="19685">1.6499999999999999</cx:pt>
          <cx:pt idx="19686">2.0800000000000001</cx:pt>
          <cx:pt idx="19687">0.41999999999999998</cx:pt>
          <cx:pt idx="19688">0.84999999999999998</cx:pt>
          <cx:pt idx="19689">2.9500000000000002</cx:pt>
          <cx:pt idx="19690">14.949999999999999</cx:pt>
          <cx:pt idx="19691">2.9500000000000002</cx:pt>
          <cx:pt idx="19692">2.5499999999999998</cx:pt>
          <cx:pt idx="19693">2.0800000000000001</cx:pt>
          <cx:pt idx="19694">2.0800000000000001</cx:pt>
          <cx:pt idx="19695">3.25</cx:pt>
          <cx:pt idx="19696">12.75</cx:pt>
          <cx:pt idx="19697">1.6499999999999999</cx:pt>
          <cx:pt idx="19698">0.65000000000000002</cx:pt>
          <cx:pt idx="19699">1.45</cx:pt>
          <cx:pt idx="19700">0.41999999999999998</cx:pt>
          <cx:pt idx="19701">0.41999999999999998</cx:pt>
          <cx:pt idx="19702">9.9499999999999993</cx:pt>
          <cx:pt idx="19703">0.65000000000000002</cx:pt>
          <cx:pt idx="19704">0.41999999999999998</cx:pt>
          <cx:pt idx="19705">3.29</cx:pt>
          <cx:pt idx="19706">0.82999999999999996</cx:pt>
          <cx:pt idx="19707">4.1299999999999999</cx:pt>
          <cx:pt idx="19708">0.82999999999999996</cx:pt>
          <cx:pt idx="19709">4.1299999999999999</cx:pt>
          <cx:pt idx="19710">1.25</cx:pt>
          <cx:pt idx="19711">5.79</cx:pt>
          <cx:pt idx="19712">5.79</cx:pt>
          <cx:pt idx="19713">6.6299999999999999</cx:pt>
          <cx:pt idx="19714">16.629999999999999</cx:pt>
          <cx:pt idx="19715">1.6299999999999999</cx:pt>
          <cx:pt idx="19716">24.960000000000001</cx:pt>
          <cx:pt idx="19717">1.25</cx:pt>
          <cx:pt idx="19718">3.29</cx:pt>
          <cx:pt idx="19719">1.25</cx:pt>
          <cx:pt idx="19720">1.6299999999999999</cx:pt>
          <cx:pt idx="19721">0.82999999999999996</cx:pt>
          <cx:pt idx="19722">2.5499999999999998</cx:pt>
          <cx:pt idx="19723">3.75</cx:pt>
          <cx:pt idx="19724">2.0800000000000001</cx:pt>
          <cx:pt idx="19725">8.5</cx:pt>
          <cx:pt idx="19726">12.75</cx:pt>
          <cx:pt idx="19727">12.75</cx:pt>
          <cx:pt idx="19728">8.5</cx:pt>
          <cx:pt idx="19729">8.5</cx:pt>
          <cx:pt idx="19730">3.75</cx:pt>
          <cx:pt idx="19731">2.0800000000000001</cx:pt>
          <cx:pt idx="19732">7.9500000000000002</cx:pt>
          <cx:pt idx="19733">2.0800000000000001</cx:pt>
          <cx:pt idx="19734">1.6499999999999999</cx:pt>
          <cx:pt idx="19735">2.0800000000000001</cx:pt>
          <cx:pt idx="19736">7.9500000000000002</cx:pt>
          <cx:pt idx="19737">4.1500000000000004</cx:pt>
          <cx:pt idx="19738">1.6499999999999999</cx:pt>
          <cx:pt idx="19739">0.28999999999999998</cx:pt>
          <cx:pt idx="19740">0.35999999999999999</cx:pt>
          <cx:pt idx="19741">1.6499999999999999</cx:pt>
          <cx:pt idx="19742">0.65000000000000002</cx:pt>
          <cx:pt idx="19743">3.25</cx:pt>
          <cx:pt idx="19744">2.0800000000000001</cx:pt>
          <cx:pt idx="19745">2.9500000000000002</cx:pt>
          <cx:pt idx="19746">2.5499999999999998</cx:pt>
          <cx:pt idx="19747">3.25</cx:pt>
          <cx:pt idx="19748">2.9500000000000002</cx:pt>
          <cx:pt idx="19749">2.9500000000000002</cx:pt>
          <cx:pt idx="19750">2.9500000000000002</cx:pt>
          <cx:pt idx="19751">1.25</cx:pt>
          <cx:pt idx="19752">1.6499999999999999</cx:pt>
          <cx:pt idx="19753">1.6499999999999999</cx:pt>
          <cx:pt idx="19754">1.6499999999999999</cx:pt>
          <cx:pt idx="19755">2.0800000000000001</cx:pt>
          <cx:pt idx="19756">2.0800000000000001</cx:pt>
          <cx:pt idx="19757">7.6500000000000004</cx:pt>
          <cx:pt idx="19758">2.0800000000000001</cx:pt>
          <cx:pt idx="19759">3.75</cx:pt>
          <cx:pt idx="19760">1.79</cx:pt>
          <cx:pt idx="19761">0.55000000000000004</cx:pt>
          <cx:pt idx="19762">9.9499999999999993</cx:pt>
          <cx:pt idx="19763">8.5</cx:pt>
          <cx:pt idx="19764">0.84999999999999998</cx:pt>
          <cx:pt idx="19765">2.1000000000000001</cx:pt>
          <cx:pt idx="19766">8.5</cx:pt>
          <cx:pt idx="19767">3.75</cx:pt>
          <cx:pt idx="19768">2.0800000000000001</cx:pt>
          <cx:pt idx="19769">1.45</cx:pt>
          <cx:pt idx="19770">0.41999999999999998</cx:pt>
          <cx:pt idx="19771">1.25</cx:pt>
          <cx:pt idx="19772">2.1000000000000001</cx:pt>
          <cx:pt idx="19773">3.25</cx:pt>
          <cx:pt idx="19774">2.5499999999999998</cx:pt>
          <cx:pt idx="19775">1.6499999999999999</cx:pt>
          <cx:pt idx="19776">0.55000000000000004</cx:pt>
          <cx:pt idx="19777">1.6499999999999999</cx:pt>
          <cx:pt idx="19778">2.9500000000000002</cx:pt>
          <cx:pt idx="19779">1.25</cx:pt>
          <cx:pt idx="19780">2.0800000000000001</cx:pt>
          <cx:pt idx="19781">2.0800000000000001</cx:pt>
          <cx:pt idx="19782">0.65000000000000002</cx:pt>
          <cx:pt idx="19783">2.9500000000000002</cx:pt>
          <cx:pt idx="19784">8.5</cx:pt>
          <cx:pt idx="19785">2.0800000000000001</cx:pt>
          <cx:pt idx="19786">1.6499999999999999</cx:pt>
          <cx:pt idx="19787">0.55000000000000004</cx:pt>
          <cx:pt idx="19788">2.1000000000000001</cx:pt>
          <cx:pt idx="19789">1.6499999999999999</cx:pt>
          <cx:pt idx="19790">0.41999999999999998</cx:pt>
          <cx:pt idx="19791">2.1000000000000001</cx:pt>
          <cx:pt idx="19792">0.65000000000000002</cx:pt>
          <cx:pt idx="19793">12.75</cx:pt>
          <cx:pt idx="19794">1.6499999999999999</cx:pt>
          <cx:pt idx="19795">0.65000000000000002</cx:pt>
          <cx:pt idx="19796">1.6499999999999999</cx:pt>
          <cx:pt idx="19797">1.6499999999999999</cx:pt>
          <cx:pt idx="19798">2.5499999999999998</cx:pt>
          <cx:pt idx="19799">1.6499999999999999</cx:pt>
          <cx:pt idx="19800">2.9500000000000002</cx:pt>
          <cx:pt idx="19801">1.6499999999999999</cx:pt>
          <cx:pt idx="19802">3.25</cx:pt>
          <cx:pt idx="19803">7.9500000000000002</cx:pt>
          <cx:pt idx="19804">0.84999999999999998</cx:pt>
          <cx:pt idx="19805">8.5</cx:pt>
          <cx:pt idx="19806">3.75</cx:pt>
          <cx:pt idx="19807">8.5</cx:pt>
          <cx:pt idx="19808">2.0800000000000001</cx:pt>
          <cx:pt idx="19809">1.45</cx:pt>
          <cx:pt idx="19810">0.84999999999999998</cx:pt>
          <cx:pt idx="19811">1.25</cx:pt>
          <cx:pt idx="19812">1.95</cx:pt>
          <cx:pt idx="19813">0.41999999999999998</cx:pt>
          <cx:pt idx="19814">0.41999999999999998</cx:pt>
          <cx:pt idx="19815">3.25</cx:pt>
          <cx:pt idx="19816">1.6499999999999999</cx:pt>
          <cx:pt idx="19817">2.0800000000000001</cx:pt>
          <cx:pt idx="19818">12.75</cx:pt>
          <cx:pt idx="19819">0.55000000000000004</cx:pt>
          <cx:pt idx="19820">0.55000000000000004</cx:pt>
          <cx:pt idx="19821">1.6499999999999999</cx:pt>
          <cx:pt idx="19822">0.84999999999999998</cx:pt>
          <cx:pt idx="19823">2.0800000000000001</cx:pt>
          <cx:pt idx="19824">1.6499999999999999</cx:pt>
          <cx:pt idx="19825">1.6499999999999999</cx:pt>
          <cx:pt idx="19826">0.84999999999999998</cx:pt>
          <cx:pt idx="19827">2.0800000000000001</cx:pt>
          <cx:pt idx="19828">1.25</cx:pt>
          <cx:pt idx="19829">2.0800000000000001</cx:pt>
          <cx:pt idx="19830">0.84999999999999998</cx:pt>
          <cx:pt idx="19831">0.84999999999999998</cx:pt>
          <cx:pt idx="19832">2.9500000000000002</cx:pt>
          <cx:pt idx="19833">2.5499999999999998</cx:pt>
          <cx:pt idx="19834">0.82999999999999996</cx:pt>
          <cx:pt idx="19835">2.9500000000000002</cx:pt>
          <cx:pt idx="19836">0.41999999999999998</cx:pt>
          <cx:pt idx="19837">2.1000000000000001</cx:pt>
          <cx:pt idx="19838">2.5499999999999998</cx:pt>
          <cx:pt idx="19839">2.0800000000000001</cx:pt>
          <cx:pt idx="19840">0.55000000000000004</cx:pt>
          <cx:pt idx="19841">0.55000000000000004</cx:pt>
          <cx:pt idx="19842">0.84999999999999998</cx:pt>
          <cx:pt idx="19843">0.41999999999999998</cx:pt>
          <cx:pt idx="19844">2.0800000000000001</cx:pt>
          <cx:pt idx="19845">2.9500000000000002</cx:pt>
          <cx:pt idx="19846">1.25</cx:pt>
          <cx:pt idx="19847">2.0800000000000001</cx:pt>
          <cx:pt idx="19848">1.25</cx:pt>
          <cx:pt idx="19849">7.9500000000000002</cx:pt>
          <cx:pt idx="19850">0.65000000000000002</cx:pt>
          <cx:pt idx="19851">2.0800000000000001</cx:pt>
          <cx:pt idx="19852">1.6499999999999999</cx:pt>
          <cx:pt idx="19853">2.9500000000000002</cx:pt>
          <cx:pt idx="19854">1.6499999999999999</cx:pt>
          <cx:pt idx="19855">2.9500000000000002</cx:pt>
          <cx:pt idx="19856">1.25</cx:pt>
          <cx:pt idx="19857">1.6499999999999999</cx:pt>
          <cx:pt idx="19858">1.6499999999999999</cx:pt>
          <cx:pt idx="19859">7.9500000000000002</cx:pt>
          <cx:pt idx="19860">12.75</cx:pt>
          <cx:pt idx="19861">1.25</cx:pt>
          <cx:pt idx="19862">7.9500000000000002</cx:pt>
          <cx:pt idx="19863">2.5499999999999998</cx:pt>
          <cx:pt idx="19864">6.3499999999999996</cx:pt>
          <cx:pt idx="19865">4.1500000000000004</cx:pt>
          <cx:pt idx="19866">0.84999999999999998</cx:pt>
          <cx:pt idx="19867">1.95</cx:pt>
          <cx:pt idx="19868">8.5</cx:pt>
          <cx:pt idx="19869">2.25</cx:pt>
          <cx:pt idx="19870">3.75</cx:pt>
          <cx:pt idx="19871">0.84999999999999998</cx:pt>
          <cx:pt idx="19872">7.9500000000000002</cx:pt>
          <cx:pt idx="19873">3.25</cx:pt>
          <cx:pt idx="19874">0.41999999999999998</cx:pt>
          <cx:pt idx="19875">2.9500000000000002</cx:pt>
          <cx:pt idx="19876">1.6499999999999999</cx:pt>
          <cx:pt idx="19877">4.9500000000000002</cx:pt>
          <cx:pt idx="19878">7.9500000000000002</cx:pt>
          <cx:pt idx="19879">2.9500000000000002</cx:pt>
          <cx:pt idx="19880">2.9500000000000002</cx:pt>
          <cx:pt idx="19881">1.6499999999999999</cx:pt>
          <cx:pt idx="19882">0.84999999999999998</cx:pt>
          <cx:pt idx="19883">2.0800000000000001</cx:pt>
          <cx:pt idx="19884">7.9500000000000002</cx:pt>
          <cx:pt idx="19885">2.0800000000000001</cx:pt>
          <cx:pt idx="19886">7.9500000000000002</cx:pt>
          <cx:pt idx="19887">12.75</cx:pt>
          <cx:pt idx="19888">6.9500000000000002</cx:pt>
          <cx:pt idx="19889">3.25</cx:pt>
          <cx:pt idx="19890">3.25</cx:pt>
          <cx:pt idx="19891">0.41999999999999998</cx:pt>
          <cx:pt idx="19892">1.25</cx:pt>
          <cx:pt idx="19893">1.25</cx:pt>
          <cx:pt idx="19894">1.6499999999999999</cx:pt>
          <cx:pt idx="19895">2.1000000000000001</cx:pt>
          <cx:pt idx="19896">3.75</cx:pt>
          <cx:pt idx="19897">1.25</cx:pt>
          <cx:pt idx="19898">1.45</cx:pt>
          <cx:pt idx="19899">2.9500000000000002</cx:pt>
          <cx:pt idx="19900">1.25</cx:pt>
          <cx:pt idx="19901">2.9500000000000002</cx:pt>
          <cx:pt idx="19902">8.5</cx:pt>
          <cx:pt idx="19903">2.0800000000000001</cx:pt>
          <cx:pt idx="19904">1.6499999999999999</cx:pt>
          <cx:pt idx="19905">2.0800000000000001</cx:pt>
          <cx:pt idx="19906">2.0800000000000001</cx:pt>
          <cx:pt idx="19907">2.5499999999999998</cx:pt>
          <cx:pt idx="19908">1.45</cx:pt>
          <cx:pt idx="19909">1.6499999999999999</cx:pt>
          <cx:pt idx="19910">1.95</cx:pt>
          <cx:pt idx="19911">2.9500000000000002</cx:pt>
          <cx:pt idx="19912">14.949999999999999</cx:pt>
          <cx:pt idx="19913">2.1000000000000001</cx:pt>
          <cx:pt idx="19914">2.9500000000000002</cx:pt>
          <cx:pt idx="19915">2.9500000000000002</cx:pt>
          <cx:pt idx="19916">1.25</cx:pt>
          <cx:pt idx="19917">0.65000000000000002</cx:pt>
          <cx:pt idx="19918">1.6499999999999999</cx:pt>
          <cx:pt idx="19919">0.55000000000000004</cx:pt>
          <cx:pt idx="19920">0.41999999999999998</cx:pt>
          <cx:pt idx="19921">1.95</cx:pt>
          <cx:pt idx="19922">4.6500000000000004</cx:pt>
          <cx:pt idx="19923">1.6499999999999999</cx:pt>
          <cx:pt idx="19924">1.6499999999999999</cx:pt>
          <cx:pt idx="19925">0.41999999999999998</cx:pt>
          <cx:pt idx="19926">3.25</cx:pt>
          <cx:pt idx="19927">8.5</cx:pt>
          <cx:pt idx="19928">2.0800000000000001</cx:pt>
          <cx:pt idx="19929">1.25</cx:pt>
          <cx:pt idx="19930">1.6499999999999999</cx:pt>
          <cx:pt idx="19931">0.65000000000000002</cx:pt>
          <cx:pt idx="19932">7.9500000000000002</cx:pt>
          <cx:pt idx="19933">0.84999999999999998</cx:pt>
          <cx:pt idx="19934">2.0800000000000001</cx:pt>
          <cx:pt idx="19935">2.0800000000000001</cx:pt>
          <cx:pt idx="19936">2.0800000000000001</cx:pt>
          <cx:pt idx="19937">4.9500000000000002</cx:pt>
          <cx:pt idx="19938">3.25</cx:pt>
          <cx:pt idx="19939">2.9500000000000002</cx:pt>
          <cx:pt idx="19940">12.75</cx:pt>
          <cx:pt idx="19941">1.6499999999999999</cx:pt>
          <cx:pt idx="19942">1.6499999999999999</cx:pt>
          <cx:pt idx="19943">8.5</cx:pt>
          <cx:pt idx="19944">1.45</cx:pt>
          <cx:pt idx="19945">1.25</cx:pt>
          <cx:pt idx="19946">1.45</cx:pt>
          <cx:pt idx="19947">0.41999999999999998</cx:pt>
          <cx:pt idx="19948">8.5</cx:pt>
          <cx:pt idx="19949">4.9500000000000002</cx:pt>
          <cx:pt idx="19950">0.82999999999999996</cx:pt>
          <cx:pt idx="19951">6.3499999999999996</cx:pt>
          <cx:pt idx="19952">2.25</cx:pt>
          <cx:pt idx="19953">12.75</cx:pt>
          <cx:pt idx="19954">2.5499999999999998</cx:pt>
          <cx:pt idx="19955">14.949999999999999</cx:pt>
          <cx:pt idx="19956">2.1000000000000001</cx:pt>
          <cx:pt idx="19957">3.25</cx:pt>
          <cx:pt idx="19958">1.6499999999999999</cx:pt>
          <cx:pt idx="19959">3.25</cx:pt>
          <cx:pt idx="19960">2.9500000000000002</cx:pt>
          <cx:pt idx="19961">1.6499999999999999</cx:pt>
          <cx:pt idx="19962">2.1000000000000001</cx:pt>
          <cx:pt idx="19963">2.0800000000000001</cx:pt>
          <cx:pt idx="19964">0.55000000000000004</cx:pt>
          <cx:pt idx="19965">1.45</cx:pt>
          <cx:pt idx="19966">6.9500000000000002</cx:pt>
          <cx:pt idx="19967">14.949999999999999</cx:pt>
          <cx:pt idx="19968">8.25</cx:pt>
          <cx:pt idx="19969">7.6500000000000004</cx:pt>
          <cx:pt idx="19970">2.5499999999999998</cx:pt>
          <cx:pt idx="19971">3.29</cx:pt>
          <cx:pt idx="19972">4.1299999999999999</cx:pt>
          <cx:pt idx="19973">3.29</cx:pt>
          <cx:pt idx="19974">15.789999999999999</cx:pt>
          <cx:pt idx="19975">4.1299999999999999</cx:pt>
          <cx:pt idx="19976">4.96</cx:pt>
          <cx:pt idx="19977">9.1300000000000008</cx:pt>
          <cx:pt idx="19978">0.82999999999999996</cx:pt>
          <cx:pt idx="19979">7.46</cx:pt>
          <cx:pt idx="19980">4.5800000000000001</cx:pt>
          <cx:pt idx="19981">24.960000000000001</cx:pt>
          <cx:pt idx="19982">1.6299999999999999</cx:pt>
          <cx:pt idx="19983">8.5</cx:pt>
          <cx:pt idx="19984">8.5</cx:pt>
          <cx:pt idx="19985">12.75</cx:pt>
          <cx:pt idx="19986">6.3499999999999996</cx:pt>
          <cx:pt idx="19987">3.75</cx:pt>
          <cx:pt idx="19988">8.5</cx:pt>
          <cx:pt idx="19989">8.5</cx:pt>
          <cx:pt idx="19990">8.5</cx:pt>
          <cx:pt idx="19991">2.1000000000000001</cx:pt>
          <cx:pt idx="19992">1.45</cx:pt>
          <cx:pt idx="19993">9.9499999999999993</cx:pt>
          <cx:pt idx="19994">2.1000000000000001</cx:pt>
          <cx:pt idx="19995">1.25</cx:pt>
          <cx:pt idx="19996">7.9500000000000002</cx:pt>
          <cx:pt idx="19997">7.9500000000000002</cx:pt>
          <cx:pt idx="19998">8.5</cx:pt>
          <cx:pt idx="19999">5.9500000000000002</cx:pt>
          <cx:pt idx="20000">0.41999999999999998</cx:pt>
          <cx:pt idx="20001">2.0800000000000001</cx:pt>
          <cx:pt idx="20002">1.45</cx:pt>
          <cx:pt idx="20003">2.9500000000000002</cx:pt>
          <cx:pt idx="20004">2.9500000000000002</cx:pt>
          <cx:pt idx="20005">1.6499999999999999</cx:pt>
          <cx:pt idx="20006">0.84999999999999998</cx:pt>
          <cx:pt idx="20007">7.9500000000000002</cx:pt>
          <cx:pt idx="20008">4.1500000000000004</cx:pt>
          <cx:pt idx="20009">1.6499999999999999</cx:pt>
          <cx:pt idx="20010">0.84999999999999998</cx:pt>
          <cx:pt idx="20011">2.0800000000000001</cx:pt>
          <cx:pt idx="20012">1.6499999999999999</cx:pt>
          <cx:pt idx="20013">2.9500000000000002</cx:pt>
          <cx:pt idx="20014">1.25</cx:pt>
          <cx:pt idx="20015">1.25</cx:pt>
          <cx:pt idx="20016">2.9500000000000002</cx:pt>
          <cx:pt idx="20017">1.25</cx:pt>
          <cx:pt idx="20018">8.5</cx:pt>
          <cx:pt idx="20019">12.75</cx:pt>
          <cx:pt idx="20020">1.25</cx:pt>
          <cx:pt idx="20021">1.6499999999999999</cx:pt>
          <cx:pt idx="20022">0.65000000000000002</cx:pt>
          <cx:pt idx="20023">2.0800000000000001</cx:pt>
          <cx:pt idx="20024">1.25</cx:pt>
          <cx:pt idx="20025">3.25</cx:pt>
          <cx:pt idx="20026">0.84999999999999998</cx:pt>
          <cx:pt idx="20027">2.0800000000000001</cx:pt>
          <cx:pt idx="20028">1.45</cx:pt>
          <cx:pt idx="20029">1.6499999999999999</cx:pt>
          <cx:pt idx="20030">0.84999999999999998</cx:pt>
          <cx:pt idx="20031">6.9500000000000002</cx:pt>
          <cx:pt idx="20032">12.75</cx:pt>
          <cx:pt idx="20033">1.6499999999999999</cx:pt>
          <cx:pt idx="20034">1.6499999999999999</cx:pt>
          <cx:pt idx="20035">0.84999999999999998</cx:pt>
          <cx:pt idx="20036">8.5</cx:pt>
          <cx:pt idx="20037">2.1000000000000001</cx:pt>
          <cx:pt idx="20038">2.9500000000000002</cx:pt>
          <cx:pt idx="20039">3.25</cx:pt>
          <cx:pt idx="20040">2.9500000000000002</cx:pt>
          <cx:pt idx="20041">1.45</cx:pt>
          <cx:pt idx="20042">2.0800000000000001</cx:pt>
          <cx:pt idx="20043">1.6499999999999999</cx:pt>
          <cx:pt idx="20044">2.5499999999999998</cx:pt>
          <cx:pt idx="20045">1.6499999999999999</cx:pt>
          <cx:pt idx="20046">0.84999999999999998</cx:pt>
          <cx:pt idx="20047">0.65000000000000002</cx:pt>
          <cx:pt idx="20048">2.9500000000000002</cx:pt>
          <cx:pt idx="20049">0.41999999999999998</cx:pt>
          <cx:pt idx="20050">7.9500000000000002</cx:pt>
          <cx:pt idx="20051">2.9500000000000002</cx:pt>
          <cx:pt idx="20052">1.6499999999999999</cx:pt>
          <cx:pt idx="20053">4.9500000000000002</cx:pt>
          <cx:pt idx="20054">1.6499999999999999</cx:pt>
          <cx:pt idx="20055">1.25</cx:pt>
          <cx:pt idx="20056">1.25</cx:pt>
          <cx:pt idx="20057">1.25</cx:pt>
          <cx:pt idx="20058">2.1000000000000001</cx:pt>
          <cx:pt idx="20059">1.45</cx:pt>
          <cx:pt idx="20060">0.65000000000000002</cx:pt>
          <cx:pt idx="20061">1.45</cx:pt>
          <cx:pt idx="20062">1.45</cx:pt>
          <cx:pt idx="20063">0.55000000000000004</cx:pt>
          <cx:pt idx="20064">0.65000000000000002</cx:pt>
          <cx:pt idx="20065">7.6500000000000004</cx:pt>
          <cx:pt idx="20066">0.41999999999999998</cx:pt>
          <cx:pt idx="20067">2.1000000000000001</cx:pt>
          <cx:pt idx="20068">1.6499999999999999</cx:pt>
          <cx:pt idx="20069">8.5</cx:pt>
          <cx:pt idx="20070">2.9500000000000002</cx:pt>
          <cx:pt idx="20071">1.25</cx:pt>
          <cx:pt idx="20072">3.25</cx:pt>
          <cx:pt idx="20073">1.45</cx:pt>
          <cx:pt idx="20074">2.9500000000000002</cx:pt>
          <cx:pt idx="20075">2.9500000000000002</cx:pt>
          <cx:pt idx="20076">2.25</cx:pt>
          <cx:pt idx="20077">1.25</cx:pt>
          <cx:pt idx="20078">3.75</cx:pt>
          <cx:pt idx="20079">1.6499999999999999</cx:pt>
          <cx:pt idx="20080">2.0800000000000001</cx:pt>
          <cx:pt idx="20081">1.6499999999999999</cx:pt>
          <cx:pt idx="20082">1.45</cx:pt>
          <cx:pt idx="20083">1.25</cx:pt>
          <cx:pt idx="20084">0.65000000000000002</cx:pt>
          <cx:pt idx="20085">1.45</cx:pt>
          <cx:pt idx="20086">2.0800000000000001</cx:pt>
          <cx:pt idx="20087">8.5</cx:pt>
          <cx:pt idx="20088">2.9500000000000002</cx:pt>
          <cx:pt idx="20089">2.9500000000000002</cx:pt>
          <cx:pt idx="20090">1.95</cx:pt>
          <cx:pt idx="20091">2.25</cx:pt>
          <cx:pt idx="20092">0.41999999999999998</cx:pt>
          <cx:pt idx="20093">1.6499999999999999</cx:pt>
          <cx:pt idx="20094">2.25</cx:pt>
          <cx:pt idx="20095">7.9500000000000002</cx:pt>
          <cx:pt idx="20096">2.9500000000000002</cx:pt>
          <cx:pt idx="20097">2.9500000000000002</cx:pt>
          <cx:pt idx="20098">2.0800000000000001</cx:pt>
          <cx:pt idx="20099">1.8500000000000001</cx:pt>
          <cx:pt idx="20100">2.0800000000000001</cx:pt>
          <cx:pt idx="20101">4.1500000000000004</cx:pt>
          <cx:pt idx="20102">1.45</cx:pt>
          <cx:pt idx="20103">0.71999999999999997</cx:pt>
          <cx:pt idx="20104">7.9500000000000002</cx:pt>
          <cx:pt idx="20105">4.6500000000000004</cx:pt>
          <cx:pt idx="20106">4.6500000000000004</cx:pt>
          <cx:pt idx="20107">4.1500000000000004</cx:pt>
          <cx:pt idx="20108">1.6499999999999999</cx:pt>
          <cx:pt idx="20109">0.41999999999999998</cx:pt>
          <cx:pt idx="20110">1.6499999999999999</cx:pt>
          <cx:pt idx="20111">2.0800000000000001</cx:pt>
          <cx:pt idx="20112">2.0800000000000001</cx:pt>
          <cx:pt idx="20113">1.6499999999999999</cx:pt>
          <cx:pt idx="20114">8.5</cx:pt>
          <cx:pt idx="20115">0.41999999999999998</cx:pt>
          <cx:pt idx="20116">2.9500000000000002</cx:pt>
          <cx:pt idx="20117">2.1000000000000001</cx:pt>
          <cx:pt idx="20118">1.45</cx:pt>
          <cx:pt idx="20119">0.41999999999999998</cx:pt>
          <cx:pt idx="20120">1.25</cx:pt>
          <cx:pt idx="20121">12.75</cx:pt>
          <cx:pt idx="20122">2.9500000000000002</cx:pt>
          <cx:pt idx="20123">2.9500000000000002</cx:pt>
          <cx:pt idx="20124">0.65000000000000002</cx:pt>
          <cx:pt idx="20125">2.0800000000000001</cx:pt>
          <cx:pt idx="20126">2.9500000000000002</cx:pt>
          <cx:pt idx="20127">2.9500000000000002</cx:pt>
          <cx:pt idx="20128">9.9499999999999993</cx:pt>
          <cx:pt idx="20129">2.0800000000000001</cx:pt>
          <cx:pt idx="20130">14.949999999999999</cx:pt>
          <cx:pt idx="20131">2.0800000000000001</cx:pt>
          <cx:pt idx="20132">4.5800000000000001</cx:pt>
          <cx:pt idx="20133">4.5800000000000001</cx:pt>
          <cx:pt idx="20134">4.5800000000000001</cx:pt>
          <cx:pt idx="20135">4.5800000000000001</cx:pt>
          <cx:pt idx="20136">4.5800000000000001</cx:pt>
          <cx:pt idx="20137">1.6499999999999999</cx:pt>
          <cx:pt idx="20138">2.9199999999999999</cx:pt>
          <cx:pt idx="20139">2.46</cx:pt>
          <cx:pt idx="20140">4.1299999999999999</cx:pt>
          <cx:pt idx="20141">2.46</cx:pt>
          <cx:pt idx="20142">0.82999999999999996</cx:pt>
          <cx:pt idx="20143">8.2899999999999991</cx:pt>
          <cx:pt idx="20144">4.96</cx:pt>
          <cx:pt idx="20145">0.82999999999999996</cx:pt>
          <cx:pt idx="20146">0.82999999999999996</cx:pt>
          <cx:pt idx="20147">1.6299999999999999</cx:pt>
          <cx:pt idx="20148">4.1299999999999999</cx:pt>
          <cx:pt idx="20149">5.79</cx:pt>
          <cx:pt idx="20150">2.46</cx:pt>
          <cx:pt idx="20151">1.6299999999999999</cx:pt>
          <cx:pt idx="20152">4.1299999999999999</cx:pt>
          <cx:pt idx="20153">0.82999999999999996</cx:pt>
          <cx:pt idx="20154">16.629999999999999</cx:pt>
          <cx:pt idx="20155">4.1299999999999999</cx:pt>
          <cx:pt idx="20156">2.46</cx:pt>
          <cx:pt idx="20157">14.960000000000001</cx:pt>
          <cx:pt idx="20158">15.789999999999999</cx:pt>
          <cx:pt idx="20159">2.46</cx:pt>
          <cx:pt idx="20160">0.82999999999999996</cx:pt>
          <cx:pt idx="20161">4.1299999999999999</cx:pt>
          <cx:pt idx="20162">4.1299999999999999</cx:pt>
          <cx:pt idx="20163">3.29</cx:pt>
          <cx:pt idx="20164">4.1299999999999999</cx:pt>
          <cx:pt idx="20165">4.1299999999999999</cx:pt>
          <cx:pt idx="20166">1.6299999999999999</cx:pt>
          <cx:pt idx="20167">4.1299999999999999</cx:pt>
          <cx:pt idx="20168">5.79</cx:pt>
          <cx:pt idx="20169">4.1299999999999999</cx:pt>
          <cx:pt idx="20170">16.629999999999999</cx:pt>
          <cx:pt idx="20171">4.1299999999999999</cx:pt>
          <cx:pt idx="20172">2.46</cx:pt>
          <cx:pt idx="20173">9.9600000000000009</cx:pt>
          <cx:pt idx="20174">8.2899999999999991</cx:pt>
          <cx:pt idx="20175">4.1299999999999999</cx:pt>
          <cx:pt idx="20176">5.79</cx:pt>
          <cx:pt idx="20177">0.82999999999999996</cx:pt>
          <cx:pt idx="20178">14.130000000000001</cx:pt>
          <cx:pt idx="20179">5.79</cx:pt>
          <cx:pt idx="20180">1.6299999999999999</cx:pt>
          <cx:pt idx="20181">0.41999999999999998</cx:pt>
          <cx:pt idx="20182">6.75</cx:pt>
          <cx:pt idx="20183">5.9500000000000002</cx:pt>
          <cx:pt idx="20184">0.84999999999999998</cx:pt>
          <cx:pt idx="20185">1.25</cx:pt>
          <cx:pt idx="20186">1.25</cx:pt>
          <cx:pt idx="20187">2.9500000000000002</cx:pt>
          <cx:pt idx="20188">1.45</cx:pt>
          <cx:pt idx="20189">6.75</cx:pt>
          <cx:pt idx="20190">2.1000000000000001</cx:pt>
          <cx:pt idx="20191">2.0800000000000001</cx:pt>
          <cx:pt idx="20192">2.5499999999999998</cx:pt>
          <cx:pt idx="20193">12.75</cx:pt>
          <cx:pt idx="20194">1.6499999999999999</cx:pt>
          <cx:pt idx="20195">1.45</cx:pt>
          <cx:pt idx="20196">12.75</cx:pt>
          <cx:pt idx="20197">7.9500000000000002</cx:pt>
          <cx:pt idx="20198">7.6500000000000004</cx:pt>
          <cx:pt idx="20199">2.9500000000000002</cx:pt>
          <cx:pt idx="20200">4.1500000000000004</cx:pt>
          <cx:pt idx="20201">0.84999999999999998</cx:pt>
          <cx:pt idx="20202">0.41999999999999998</cx:pt>
          <cx:pt idx="20203">1.95</cx:pt>
          <cx:pt idx="20204">2.5499999999999998</cx:pt>
          <cx:pt idx="20205">0.35999999999999999</cx:pt>
          <cx:pt idx="20206">1.25</cx:pt>
          <cx:pt idx="20207">6.3499999999999996</cx:pt>
          <cx:pt idx="20208">1.6499999999999999</cx:pt>
          <cx:pt idx="20209">10.949999999999999</cx:pt>
          <cx:pt idx="20210">1.6499999999999999</cx:pt>
          <cx:pt idx="20211">12.75</cx:pt>
          <cx:pt idx="20212">7.9500000000000002</cx:pt>
          <cx:pt idx="20213">2.1000000000000001</cx:pt>
          <cx:pt idx="20214">7.6500000000000004</cx:pt>
          <cx:pt idx="20215">2.9500000000000002</cx:pt>
          <cx:pt idx="20216">7.9500000000000002</cx:pt>
          <cx:pt idx="20217">2.5499999999999998</cx:pt>
          <cx:pt idx="20218">1.6499999999999999</cx:pt>
          <cx:pt idx="20219">2.5499999999999998</cx:pt>
          <cx:pt idx="20220">2.0800000000000001</cx:pt>
          <cx:pt idx="20221">0.55000000000000004</cx:pt>
          <cx:pt idx="20222">4.9500000000000002</cx:pt>
          <cx:pt idx="20223">3.25</cx:pt>
          <cx:pt idx="20224">1.6499999999999999</cx:pt>
          <cx:pt idx="20225">1.45</cx:pt>
          <cx:pt idx="20226">1.6499999999999999</cx:pt>
          <cx:pt idx="20227">2.1000000000000001</cx:pt>
          <cx:pt idx="20228">1.6499999999999999</cx:pt>
          <cx:pt idx="20229">4.9500000000000002</cx:pt>
          <cx:pt idx="20230">1.6499999999999999</cx:pt>
          <cx:pt idx="20231">8.5</cx:pt>
          <cx:pt idx="20232">12.75</cx:pt>
          <cx:pt idx="20233">7.9500000000000002</cx:pt>
          <cx:pt idx="20234">7.9500000000000002</cx:pt>
          <cx:pt idx="20235">9.9499999999999993</cx:pt>
          <cx:pt idx="20236">0.82999999999999996</cx:pt>
          <cx:pt idx="20237">6.3499999999999996</cx:pt>
          <cx:pt idx="20238">7.9500000000000002</cx:pt>
          <cx:pt idx="20239">2.9500000000000002</cx:pt>
          <cx:pt idx="20240">1.95</cx:pt>
          <cx:pt idx="20241">6.75</cx:pt>
          <cx:pt idx="20242">1.95</cx:pt>
          <cx:pt idx="20243">2.1000000000000001</cx:pt>
          <cx:pt idx="20244">4.9500000000000002</cx:pt>
          <cx:pt idx="20245">3.25</cx:pt>
          <cx:pt idx="20246">7.9500000000000002</cx:pt>
          <cx:pt idx="20247">2.9500000000000002</cx:pt>
          <cx:pt idx="20248">7.9500000000000002</cx:pt>
          <cx:pt idx="20249">2.9500000000000002</cx:pt>
          <cx:pt idx="20250">2.9500000000000002</cx:pt>
          <cx:pt idx="20251">2.0800000000000001</cx:pt>
          <cx:pt idx="20252">2.0800000000000001</cx:pt>
          <cx:pt idx="20253">2.9500000000000002</cx:pt>
          <cx:pt idx="20254">1.6499999999999999</cx:pt>
          <cx:pt idx="20255">1.45</cx:pt>
          <cx:pt idx="20256">8.5</cx:pt>
          <cx:pt idx="20257">1.6499999999999999</cx:pt>
          <cx:pt idx="20258">2.9500000000000002</cx:pt>
          <cx:pt idx="20259">2.1000000000000001</cx:pt>
          <cx:pt idx="20260">1.6499999999999999</cx:pt>
          <cx:pt idx="20261">1.6499999999999999</cx:pt>
          <cx:pt idx="20262">2.5499999999999998</cx:pt>
          <cx:pt idx="20263">4.1500000000000004</cx:pt>
          <cx:pt idx="20264">2.25</cx:pt>
          <cx:pt idx="20265">8.5</cx:pt>
          <cx:pt idx="20266">8.5</cx:pt>
          <cx:pt idx="20267">2.9500000000000002</cx:pt>
          <cx:pt idx="20268">1.6499999999999999</cx:pt>
          <cx:pt idx="20269">0.41999999999999998</cx:pt>
          <cx:pt idx="20270">1.25</cx:pt>
          <cx:pt idx="20271">7.9500000000000002</cx:pt>
          <cx:pt idx="20272">1.6499999999999999</cx:pt>
          <cx:pt idx="20273">0.84999999999999998</cx:pt>
          <cx:pt idx="20274">2.5499999999999998</cx:pt>
          <cx:pt idx="20275">0.82999999999999996</cx:pt>
          <cx:pt idx="20276">1.25</cx:pt>
          <cx:pt idx="20277">1.6499999999999999</cx:pt>
          <cx:pt idx="20278">0.41999999999999998</cx:pt>
          <cx:pt idx="20279">1.25</cx:pt>
          <cx:pt idx="20280">0.55000000000000004</cx:pt>
          <cx:pt idx="20281">2.9500000000000002</cx:pt>
          <cx:pt idx="20282">0.41999999999999998</cx:pt>
          <cx:pt idx="20283">0.65000000000000002</cx:pt>
          <cx:pt idx="20284">1.6499999999999999</cx:pt>
          <cx:pt idx="20285">1.6499999999999999</cx:pt>
          <cx:pt idx="20286">2.5499999999999998</cx:pt>
          <cx:pt idx="20287">2.9500000000000002</cx:pt>
          <cx:pt idx="20288">2.0800000000000001</cx:pt>
          <cx:pt idx="20289">2.9500000000000002</cx:pt>
          <cx:pt idx="20290">4.1500000000000004</cx:pt>
          <cx:pt idx="20291">1.6499999999999999</cx:pt>
          <cx:pt idx="20292">1.6499999999999999</cx:pt>
          <cx:pt idx="20293">10.949999999999999</cx:pt>
          <cx:pt idx="20294">1.45</cx:pt>
          <cx:pt idx="20295">4.1500000000000004</cx:pt>
          <cx:pt idx="20296">0.55000000000000004</cx:pt>
          <cx:pt idx="20297">1.6499999999999999</cx:pt>
          <cx:pt idx="20298">1.0600000000000001</cx:pt>
          <cx:pt idx="20299">9.9499999999999993</cx:pt>
          <cx:pt idx="20300">9.9499999999999993</cx:pt>
          <cx:pt idx="20301">9.9499999999999993</cx:pt>
          <cx:pt idx="20302">2.1000000000000001</cx:pt>
          <cx:pt idx="20303">1.45</cx:pt>
          <cx:pt idx="20304">2.1000000000000001</cx:pt>
          <cx:pt idx="20305">4.6500000000000004</cx:pt>
          <cx:pt idx="20306">2.9500000000000002</cx:pt>
          <cx:pt idx="20307">1.45</cx:pt>
          <cx:pt idx="20308">12.460000000000001</cx:pt>
          <cx:pt idx="20309">2.46</cx:pt>
          <cx:pt idx="20310">3.29</cx:pt>
          <cx:pt idx="20311">6.6299999999999999</cx:pt>
          <cx:pt idx="20312">4.1299999999999999</cx:pt>
          <cx:pt idx="20313">7.46</cx:pt>
          <cx:pt idx="20314">8.2899999999999991</cx:pt>
          <cx:pt idx="20315">8.2899999999999991</cx:pt>
          <cx:pt idx="20316">1.6299999999999999</cx:pt>
          <cx:pt idx="20317">3.29</cx:pt>
          <cx:pt idx="20318">6.6299999999999999</cx:pt>
          <cx:pt idx="20319">4.96</cx:pt>
          <cx:pt idx="20320">2.46</cx:pt>
          <cx:pt idx="20321">7.46</cx:pt>
          <cx:pt idx="20322">4.1299999999999999</cx:pt>
          <cx:pt idx="20323">4.1299999999999999</cx:pt>
          <cx:pt idx="20324">4.1299999999999999</cx:pt>
          <cx:pt idx="20325">16.629999999999999</cx:pt>
          <cx:pt idx="20326">10.789999999999999</cx:pt>
          <cx:pt idx="20327">4.1299999999999999</cx:pt>
          <cx:pt idx="20328">5.79</cx:pt>
          <cx:pt idx="20329">4.5800000000000001</cx:pt>
          <cx:pt idx="20330">3.29</cx:pt>
          <cx:pt idx="20331">9.1300000000000008</cx:pt>
          <cx:pt idx="20332">4.1299999999999999</cx:pt>
          <cx:pt idx="20333">4.1299999999999999</cx:pt>
          <cx:pt idx="20334">14.960000000000001</cx:pt>
          <cx:pt idx="20335">4.1299999999999999</cx:pt>
          <cx:pt idx="20336">14.949999999999999</cx:pt>
          <cx:pt idx="20337">4.1299999999999999</cx:pt>
          <cx:pt idx="20338">4.1299999999999999</cx:pt>
          <cx:pt idx="20339">4.1299999999999999</cx:pt>
          <cx:pt idx="20340">4.1299999999999999</cx:pt>
          <cx:pt idx="20341">16.629999999999999</cx:pt>
          <cx:pt idx="20342">12.460000000000001</cx:pt>
          <cx:pt idx="20343">4.1299999999999999</cx:pt>
          <cx:pt idx="20344">16.629999999999999</cx:pt>
          <cx:pt idx="20345">1.25</cx:pt>
          <cx:pt idx="20346">4.96</cx:pt>
          <cx:pt idx="20347">6.6299999999999999</cx:pt>
          <cx:pt idx="20348">6.6299999999999999</cx:pt>
          <cx:pt idx="20349">24.960000000000001</cx:pt>
          <cx:pt idx="20350">4.1299999999999999</cx:pt>
          <cx:pt idx="20351">4.1299999999999999</cx:pt>
          <cx:pt idx="20352">4.1299999999999999</cx:pt>
          <cx:pt idx="20353">4.1299999999999999</cx:pt>
          <cx:pt idx="20354">3.29</cx:pt>
          <cx:pt idx="20355">4.1299999999999999</cx:pt>
          <cx:pt idx="20356">4.1299999999999999</cx:pt>
          <cx:pt idx="20357">3.29</cx:pt>
          <cx:pt idx="20358">1.25</cx:pt>
          <cx:pt idx="20359">2.46</cx:pt>
          <cx:pt idx="20360">4.1299999999999999</cx:pt>
          <cx:pt idx="20361">4.1299999999999999</cx:pt>
          <cx:pt idx="20362">4.1299999999999999</cx:pt>
          <cx:pt idx="20363">10.789999999999999</cx:pt>
          <cx:pt idx="20364">4.1299999999999999</cx:pt>
          <cx:pt idx="20365">4.1299999999999999</cx:pt>
          <cx:pt idx="20366">14.130000000000001</cx:pt>
          <cx:pt idx="20367">4.96</cx:pt>
          <cx:pt idx="20368">4.1299999999999999</cx:pt>
          <cx:pt idx="20369">5.79</cx:pt>
          <cx:pt idx="20370">1.25</cx:pt>
          <cx:pt idx="20371">4.1299999999999999</cx:pt>
          <cx:pt idx="20372">1.95</cx:pt>
          <cx:pt idx="20373">0.65000000000000002</cx:pt>
          <cx:pt idx="20374">1.45</cx:pt>
          <cx:pt idx="20375">1.6499999999999999</cx:pt>
          <cx:pt idx="20376">2.25</cx:pt>
          <cx:pt idx="20377">2.25</cx:pt>
          <cx:pt idx="20378">1.6499999999999999</cx:pt>
          <cx:pt idx="20379">0.84999999999999998</cx:pt>
          <cx:pt idx="20380">2.0800000000000001</cx:pt>
          <cx:pt idx="20381">1.6499999999999999</cx:pt>
          <cx:pt idx="20382">2.5499999999999998</cx:pt>
          <cx:pt idx="20383">1.25</cx:pt>
          <cx:pt idx="20384">2.5499999999999998</cx:pt>
          <cx:pt idx="20385">2.9500000000000002</cx:pt>
          <cx:pt idx="20386">4.1500000000000004</cx:pt>
          <cx:pt idx="20387">4.9500000000000002</cx:pt>
          <cx:pt idx="20388">2.9500000000000002</cx:pt>
          <cx:pt idx="20389">0.65000000000000002</cx:pt>
          <cx:pt idx="20390">0.41999999999999998</cx:pt>
          <cx:pt idx="20391">3.75</cx:pt>
          <cx:pt idx="20392">5.79</cx:pt>
          <cx:pt idx="20393">15.789999999999999</cx:pt>
          <cx:pt idx="20394">7.46</cx:pt>
          <cx:pt idx="20395">0.82999999999999996</cx:pt>
          <cx:pt idx="20396">8.2899999999999991</cx:pt>
          <cx:pt idx="20397">2.46</cx:pt>
          <cx:pt idx="20398">5.79</cx:pt>
          <cx:pt idx="20399">0.82999999999999996</cx:pt>
          <cx:pt idx="20400">7.46</cx:pt>
          <cx:pt idx="20401">4.1299999999999999</cx:pt>
          <cx:pt idx="20402">2.46</cx:pt>
          <cx:pt idx="20403">9.1300000000000008</cx:pt>
          <cx:pt idx="20404">1.6299999999999999</cx:pt>
          <cx:pt idx="20405">4.1299999999999999</cx:pt>
          <cx:pt idx="20406">12.75</cx:pt>
          <cx:pt idx="20407">1.95</cx:pt>
          <cx:pt idx="20408">1.6499999999999999</cx:pt>
          <cx:pt idx="20409">7.9500000000000002</cx:pt>
          <cx:pt idx="20410">2.1000000000000001</cx:pt>
          <cx:pt idx="20411">3.25</cx:pt>
          <cx:pt idx="20412">0.65000000000000002</cx:pt>
          <cx:pt idx="20413">0.41999999999999998</cx:pt>
          <cx:pt idx="20414">7.9500000000000002</cx:pt>
          <cx:pt idx="20415">2.5499999999999998</cx:pt>
          <cx:pt idx="20416">0.41999999999999998</cx:pt>
          <cx:pt idx="20417">8.25</cx:pt>
          <cx:pt idx="20418">2.9500000000000002</cx:pt>
          <cx:pt idx="20419">2.9500000000000002</cx:pt>
          <cx:pt idx="20420">1.6499999999999999</cx:pt>
          <cx:pt idx="20421">2.1000000000000001</cx:pt>
          <cx:pt idx="20422">1.25</cx:pt>
          <cx:pt idx="20423">3.75</cx:pt>
          <cx:pt idx="20424">1.45</cx:pt>
          <cx:pt idx="20425">2.1000000000000001</cx:pt>
          <cx:pt idx="20426">1.45</cx:pt>
          <cx:pt idx="20427">1.45</cx:pt>
          <cx:pt idx="20428">2.0800000000000001</cx:pt>
          <cx:pt idx="20429">1.8500000000000001</cx:pt>
          <cx:pt idx="20430">3.75</cx:pt>
          <cx:pt idx="20431">0.41999999999999998</cx:pt>
          <cx:pt idx="20432">0.41999999999999998</cx:pt>
          <cx:pt idx="20433">0.82999999999999996</cx:pt>
          <cx:pt idx="20434">4.6500000000000004</cx:pt>
          <cx:pt idx="20435">0.65000000000000002</cx:pt>
          <cx:pt idx="20436">4.6500000000000004</cx:pt>
          <cx:pt idx="20437">0.65000000000000002</cx:pt>
          <cx:pt idx="20438">1.6499999999999999</cx:pt>
          <cx:pt idx="20439">2.9500000000000002</cx:pt>
          <cx:pt idx="20440">2.0800000000000001</cx:pt>
          <cx:pt idx="20441">1.25</cx:pt>
          <cx:pt idx="20442">0.84999999999999998</cx:pt>
          <cx:pt idx="20443">1.25</cx:pt>
          <cx:pt idx="20444">1.45</cx:pt>
          <cx:pt idx="20445">1.25</cx:pt>
          <cx:pt idx="20446">1.25</cx:pt>
          <cx:pt idx="20447">1.6499999999999999</cx:pt>
          <cx:pt idx="20448">1.6499999999999999</cx:pt>
          <cx:pt idx="20449">2.0800000000000001</cx:pt>
          <cx:pt idx="20450">4.1500000000000004</cx:pt>
          <cx:pt idx="20451">2.9500000000000002</cx:pt>
          <cx:pt idx="20452">4.9500000000000002</cx:pt>
          <cx:pt idx="20453">0.65000000000000002</cx:pt>
          <cx:pt idx="20454">6.9500000000000002</cx:pt>
          <cx:pt idx="20455">0.41999999999999998</cx:pt>
          <cx:pt idx="20456">0.55000000000000004</cx:pt>
          <cx:pt idx="20457">2.9500000000000002</cx:pt>
          <cx:pt idx="20458">0.41999999999999998</cx:pt>
          <cx:pt idx="20459">2.9500000000000002</cx:pt>
          <cx:pt idx="20460">2.0800000000000001</cx:pt>
          <cx:pt idx="20461">4.9500000000000002</cx:pt>
          <cx:pt idx="20462">2.0800000000000001</cx:pt>
          <cx:pt idx="20463">1.25</cx:pt>
          <cx:pt idx="20464">4.9500000000000002</cx:pt>
          <cx:pt idx="20465">0.55000000000000004</cx:pt>
          <cx:pt idx="20466">2.0800000000000001</cx:pt>
          <cx:pt idx="20467">1.6499999999999999</cx:pt>
          <cx:pt idx="20468">0.41999999999999998</cx:pt>
          <cx:pt idx="20469">1.6499999999999999</cx:pt>
          <cx:pt idx="20470">1.6499999999999999</cx:pt>
          <cx:pt idx="20471">0.84999999999999998</cx:pt>
          <cx:pt idx="20472">2.5499999999999998</cx:pt>
          <cx:pt idx="20473">1.6499999999999999</cx:pt>
          <cx:pt idx="20474">3.25</cx:pt>
          <cx:pt idx="20475">1.6499999999999999</cx:pt>
          <cx:pt idx="20476">1.45</cx:pt>
          <cx:pt idx="20477">2.1000000000000001</cx:pt>
          <cx:pt idx="20478">8.5</cx:pt>
          <cx:pt idx="20479">6.9500000000000002</cx:pt>
          <cx:pt idx="20480">1.6499999999999999</cx:pt>
          <cx:pt idx="20481">1.45</cx:pt>
          <cx:pt idx="20482">4.9500000000000002</cx:pt>
          <cx:pt idx="20483">0.84999999999999998</cx:pt>
          <cx:pt idx="20484">2.9500000000000002</cx:pt>
          <cx:pt idx="20485">4.9500000000000002</cx:pt>
          <cx:pt idx="20486">2.5499999999999998</cx:pt>
          <cx:pt idx="20487">1.6499999999999999</cx:pt>
          <cx:pt idx="20488">1.6499999999999999</cx:pt>
          <cx:pt idx="20489">2.0800000000000001</cx:pt>
          <cx:pt idx="20490">8.5</cx:pt>
          <cx:pt idx="20491">0.41999999999999998</cx:pt>
          <cx:pt idx="20492">0.84999999999999998</cx:pt>
          <cx:pt idx="20493">1.25</cx:pt>
          <cx:pt idx="20494">2.0800000000000001</cx:pt>
          <cx:pt idx="20495">1.6499999999999999</cx:pt>
          <cx:pt idx="20496">0.41999999999999998</cx:pt>
          <cx:pt idx="20497">2.9500000000000002</cx:pt>
          <cx:pt idx="20498">3.75</cx:pt>
          <cx:pt idx="20499">7.9500000000000002</cx:pt>
          <cx:pt idx="20500">2.0800000000000001</cx:pt>
          <cx:pt idx="20501">2.0800000000000001</cx:pt>
          <cx:pt idx="20502">3.75</cx:pt>
          <cx:pt idx="20503">2.0800000000000001</cx:pt>
          <cx:pt idx="20504">2.9500000000000002</cx:pt>
          <cx:pt idx="20505">1.25</cx:pt>
          <cx:pt idx="20506">5.79</cx:pt>
          <cx:pt idx="20507">4.1299999999999999</cx:pt>
          <cx:pt idx="20508">3.29</cx:pt>
          <cx:pt idx="20509">4.1299999999999999</cx:pt>
          <cx:pt idx="20510">3.29</cx:pt>
          <cx:pt idx="20511">2.46</cx:pt>
          <cx:pt idx="20512">5.79</cx:pt>
          <cx:pt idx="20513">1.25</cx:pt>
          <cx:pt idx="20514">8.2899999999999991</cx:pt>
          <cx:pt idx="20515">7.46</cx:pt>
          <cx:pt idx="20516">3.25</cx:pt>
          <cx:pt idx="20517">4.1299999999999999</cx:pt>
          <cx:pt idx="20518">2.46</cx:pt>
          <cx:pt idx="20519">3.29</cx:pt>
          <cx:pt idx="20520">5.79</cx:pt>
          <cx:pt idx="20521">5.79</cx:pt>
          <cx:pt idx="20522">0.41999999999999998</cx:pt>
          <cx:pt idx="20523">8.2899999999999991</cx:pt>
          <cx:pt idx="20524">1.6299999999999999</cx:pt>
          <cx:pt idx="20525">1.6299999999999999</cx:pt>
          <cx:pt idx="20526">4.1299999999999999</cx:pt>
          <cx:pt idx="20527">3.29</cx:pt>
          <cx:pt idx="20528">1.25</cx:pt>
          <cx:pt idx="20529">4.1299999999999999</cx:pt>
          <cx:pt idx="20530">1.6299999999999999</cx:pt>
          <cx:pt idx="20531">4.1299999999999999</cx:pt>
          <cx:pt idx="20532">3.75</cx:pt>
          <cx:pt idx="20533">1.45</cx:pt>
          <cx:pt idx="20534">2.9500000000000002</cx:pt>
          <cx:pt idx="20535">8.5</cx:pt>
          <cx:pt idx="20536">0.41999999999999998</cx:pt>
          <cx:pt idx="20537">2.0800000000000001</cx:pt>
          <cx:pt idx="20538">24.960000000000001</cx:pt>
          <cx:pt idx="20539">10.789999999999999</cx:pt>
          <cx:pt idx="20540">8.2899999999999991</cx:pt>
          <cx:pt idx="20541">15.789999999999999</cx:pt>
          <cx:pt idx="20542">1.25</cx:pt>
          <cx:pt idx="20543">5.79</cx:pt>
          <cx:pt idx="20544">3.29</cx:pt>
          <cx:pt idx="20545">5.79</cx:pt>
          <cx:pt idx="20546">24.960000000000001</cx:pt>
          <cx:pt idx="20547">5.79</cx:pt>
          <cx:pt idx="20548">1.25</cx:pt>
          <cx:pt idx="20549">1.6299999999999999</cx:pt>
          <cx:pt idx="20550">4.1299999999999999</cx:pt>
          <cx:pt idx="20551">1.6299999999999999</cx:pt>
          <cx:pt idx="20552">4.1299999999999999</cx:pt>
          <cx:pt idx="20553">7.9500000000000002</cx:pt>
          <cx:pt idx="20554">7.9500000000000002</cx:pt>
          <cx:pt idx="20555">2.5499999999999998</cx:pt>
          <cx:pt idx="20556">2.0800000000000001</cx:pt>
          <cx:pt idx="20557">7.9500000000000002</cx:pt>
          <cx:pt idx="20558">2.1000000000000001</cx:pt>
          <cx:pt idx="20559">2.0800000000000001</cx:pt>
          <cx:pt idx="20560">0.41999999999999998</cx:pt>
          <cx:pt idx="20561">1.6499999999999999</cx:pt>
          <cx:pt idx="20562">1.6499999999999999</cx:pt>
          <cx:pt idx="20563">2.0800000000000001</cx:pt>
          <cx:pt idx="20564">0.55000000000000004</cx:pt>
          <cx:pt idx="20565">7.9500000000000002</cx:pt>
          <cx:pt idx="20566">0.65000000000000002</cx:pt>
          <cx:pt idx="20567">1.45</cx:pt>
          <cx:pt idx="20568">1.45</cx:pt>
          <cx:pt idx="20569">4.1500000000000004</cx:pt>
          <cx:pt idx="20570">2.9500000000000002</cx:pt>
          <cx:pt idx="20571">0.55000000000000004</cx:pt>
          <cx:pt idx="20572">0.84999999999999998</cx:pt>
          <cx:pt idx="20573">0.65000000000000002</cx:pt>
          <cx:pt idx="20574">2.75</cx:pt>
          <cx:pt idx="20575">8.5</cx:pt>
          <cx:pt idx="20576">8.5</cx:pt>
          <cx:pt idx="20577">4.5800000000000001</cx:pt>
          <cx:pt idx="20578">4.5800000000000001</cx:pt>
          <cx:pt idx="20579">4.5800000000000001</cx:pt>
          <cx:pt idx="20580">4.5800000000000001</cx:pt>
          <cx:pt idx="20581">4.5800000000000001</cx:pt>
          <cx:pt idx="20582">2.9500000000000002</cx:pt>
          <cx:pt idx="20583">8.5</cx:pt>
          <cx:pt idx="20584">6.9500000000000002</cx:pt>
          <cx:pt idx="20585">0.55000000000000004</cx:pt>
          <cx:pt idx="20586">1.45</cx:pt>
          <cx:pt idx="20587">2.1000000000000001</cx:pt>
          <cx:pt idx="20588">2.9500000000000002</cx:pt>
          <cx:pt idx="20589">0.41999999999999998</cx:pt>
          <cx:pt idx="20590">8.5</cx:pt>
          <cx:pt idx="20591">2.0800000000000001</cx:pt>
          <cx:pt idx="20592">4.9500000000000002</cx:pt>
          <cx:pt idx="20593">1.95</cx:pt>
          <cx:pt idx="20594">2.25</cx:pt>
          <cx:pt idx="20595">3.75</cx:pt>
          <cx:pt idx="20596">2.25</cx:pt>
          <cx:pt idx="20597">2.0800000000000001</cx:pt>
          <cx:pt idx="20598">2.9500000000000002</cx:pt>
          <cx:pt idx="20599">1.6499999999999999</cx:pt>
          <cx:pt idx="20600">2.9500000000000002</cx:pt>
          <cx:pt idx="20601">2.1000000000000001</cx:pt>
          <cx:pt idx="20602">3.25</cx:pt>
          <cx:pt idx="20603">2.1000000000000001</cx:pt>
          <cx:pt idx="20604">1.25</cx:pt>
          <cx:pt idx="20605">2.0800000000000001</cx:pt>
          <cx:pt idx="20606">0.41999999999999998</cx:pt>
          <cx:pt idx="20607">0.41999999999999998</cx:pt>
          <cx:pt idx="20608">1.45</cx:pt>
          <cx:pt idx="20609">4.9500000000000002</cx:pt>
          <cx:pt idx="20610">3.25</cx:pt>
          <cx:pt idx="20611">2.9500000000000002</cx:pt>
          <cx:pt idx="20612">1.6499999999999999</cx:pt>
          <cx:pt idx="20613">0.84999999999999998</cx:pt>
          <cx:pt idx="20614">4.1500000000000004</cx:pt>
          <cx:pt idx="20615">0.41999999999999998</cx:pt>
          <cx:pt idx="20616">0.41999999999999998</cx:pt>
          <cx:pt idx="20617">12.75</cx:pt>
          <cx:pt idx="20618">0.65000000000000002</cx:pt>
          <cx:pt idx="20619">0.41999999999999998</cx:pt>
          <cx:pt idx="20620">2.9500000000000002</cx:pt>
          <cx:pt idx="20621">0.41999999999999998</cx:pt>
          <cx:pt idx="20622">2.0800000000000001</cx:pt>
          <cx:pt idx="20623">2.9500000000000002</cx:pt>
          <cx:pt idx="20624">1.6499999999999999</cx:pt>
          <cx:pt idx="20625">1.6499999999999999</cx:pt>
          <cx:pt idx="20626">2.5499999999999998</cx:pt>
          <cx:pt idx="20627">2.5499999999999998</cx:pt>
          <cx:pt idx="20628">0.82999999999999996</cx:pt>
          <cx:pt idx="20629">2.5499999999999998</cx:pt>
          <cx:pt idx="20630">0.41999999999999998</cx:pt>
          <cx:pt idx="20631">12.75</cx:pt>
          <cx:pt idx="20632">8.5</cx:pt>
          <cx:pt idx="20633">0.55000000000000004</cx:pt>
          <cx:pt idx="20634">0.41999999999999998</cx:pt>
          <cx:pt idx="20635">0.65000000000000002</cx:pt>
          <cx:pt idx="20636">7.9500000000000002</cx:pt>
          <cx:pt idx="20637">7.9500000000000002</cx:pt>
          <cx:pt idx="20638">7.9500000000000002</cx:pt>
          <cx:pt idx="20639">7.9500000000000002</cx:pt>
          <cx:pt idx="20640">0.65000000000000002</cx:pt>
          <cx:pt idx="20641">12.75</cx:pt>
          <cx:pt idx="20642">2.0800000000000001</cx:pt>
          <cx:pt idx="20643">2.9500000000000002</cx:pt>
          <cx:pt idx="20644">1.6499999999999999</cx:pt>
          <cx:pt idx="20645">4.9500000000000002</cx:pt>
          <cx:pt idx="20646">2.9500000000000002</cx:pt>
          <cx:pt idx="20647">8.5</cx:pt>
          <cx:pt idx="20648">0.55000000000000004</cx:pt>
          <cx:pt idx="20649">1.6499999999999999</cx:pt>
          <cx:pt idx="20650">0.84999999999999998</cx:pt>
          <cx:pt idx="20651">7.9500000000000002</cx:pt>
          <cx:pt idx="20652">1.45</cx:pt>
          <cx:pt idx="20653">2.1000000000000001</cx:pt>
          <cx:pt idx="20654">1.45</cx:pt>
          <cx:pt idx="20655">1.25</cx:pt>
          <cx:pt idx="20656">0.41999999999999998</cx:pt>
          <cx:pt idx="20657">0.65000000000000002</cx:pt>
          <cx:pt idx="20658">1.25</cx:pt>
          <cx:pt idx="20659">7.6500000000000004</cx:pt>
          <cx:pt idx="20660">1.95</cx:pt>
          <cx:pt idx="20661">2.9500000000000002</cx:pt>
          <cx:pt idx="20662">3.25</cx:pt>
          <cx:pt idx="20663">2.9500000000000002</cx:pt>
          <cx:pt idx="20664">7.6500000000000004</cx:pt>
          <cx:pt idx="20665">3.75</cx:pt>
          <cx:pt idx="20666">1.45</cx:pt>
          <cx:pt idx="20667">8.25</cx:pt>
          <cx:pt idx="20668">4.1500000000000004</cx:pt>
          <cx:pt idx="20669">4.9500000000000002</cx:pt>
          <cx:pt idx="20670">1.45</cx:pt>
          <cx:pt idx="20671">6.75</cx:pt>
          <cx:pt idx="20672">2.1000000000000001</cx:pt>
          <cx:pt idx="20673">2.5499999999999998</cx:pt>
          <cx:pt idx="20674">2.9500000000000002</cx:pt>
          <cx:pt idx="20675">2.0800000000000001</cx:pt>
          <cx:pt idx="20676">1.45</cx:pt>
          <cx:pt idx="20677">1.45</cx:pt>
          <cx:pt idx="20678">1.6499999999999999</cx:pt>
          <cx:pt idx="20679">0.71999999999999997</cx:pt>
          <cx:pt idx="20680">7.9500000000000002</cx:pt>
          <cx:pt idx="20681">2.9500000000000002</cx:pt>
          <cx:pt idx="20682">7.9500000000000002</cx:pt>
          <cx:pt idx="20683">2.1000000000000001</cx:pt>
          <cx:pt idx="20684">0.84999999999999998</cx:pt>
          <cx:pt idx="20685">0.41999999999999998</cx:pt>
          <cx:pt idx="20686">4.1500000000000004</cx:pt>
          <cx:pt idx="20687">0.41999999999999998</cx:pt>
          <cx:pt idx="20688">1.6499999999999999</cx:pt>
          <cx:pt idx="20689">4.1299999999999999</cx:pt>
          <cx:pt idx="20690">4.1299999999999999</cx:pt>
          <cx:pt idx="20691">4.1299999999999999</cx:pt>
          <cx:pt idx="20692">12.460000000000001</cx:pt>
          <cx:pt idx="20693">3.29</cx:pt>
          <cx:pt idx="20694">9.1300000000000008</cx:pt>
          <cx:pt idx="20695">4.1299999999999999</cx:pt>
          <cx:pt idx="20696">16.629999999999999</cx:pt>
          <cx:pt idx="20697">16.629999999999999</cx:pt>
          <cx:pt idx="20698">14.130000000000001</cx:pt>
          <cx:pt idx="20699">4.1299999999999999</cx:pt>
          <cx:pt idx="20700">8.25</cx:pt>
          <cx:pt idx="20701">0.65000000000000002</cx:pt>
          <cx:pt idx="20702">6.6299999999999999</cx:pt>
          <cx:pt idx="20703">7.46</cx:pt>
          <cx:pt idx="20704">8.2899999999999991</cx:pt>
          <cx:pt idx="20705">1.6299999999999999</cx:pt>
          <cx:pt idx="20706">3.29</cx:pt>
          <cx:pt idx="20707">6.6299999999999999</cx:pt>
          <cx:pt idx="20708">4.96</cx:pt>
          <cx:pt idx="20709">2.46</cx:pt>
          <cx:pt idx="20710">7.46</cx:pt>
          <cx:pt idx="20711">8.5</cx:pt>
          <cx:pt idx="20712">7.6500000000000004</cx:pt>
          <cx:pt idx="20713">4.9500000000000002</cx:pt>
          <cx:pt idx="20714">2.9500000000000002</cx:pt>
          <cx:pt idx="20715">0.41999999999999998</cx:pt>
          <cx:pt idx="20716">2.0800000000000001</cx:pt>
          <cx:pt idx="20717">4.9500000000000002</cx:pt>
          <cx:pt idx="20718">8.5</cx:pt>
          <cx:pt idx="20719">7.9500000000000002</cx:pt>
          <cx:pt idx="20720">1.95</cx:pt>
          <cx:pt idx="20721">5.9500000000000002</cx:pt>
          <cx:pt idx="20722">4.9500000000000002</cx:pt>
          <cx:pt idx="20723">7.9500000000000002</cx:pt>
          <cx:pt idx="20724">0.82999999999999996</cx:pt>
          <cx:pt idx="20725">2.5499999999999998</cx:pt>
          <cx:pt idx="20726">2.0800000000000001</cx:pt>
          <cx:pt idx="20727">2.5499999999999998</cx:pt>
          <cx:pt idx="20728">1.6499999999999999</cx:pt>
          <cx:pt idx="20729">8.25</cx:pt>
          <cx:pt idx="20730">0.41999999999999998</cx:pt>
          <cx:pt idx="20731">2.0800000000000001</cx:pt>
          <cx:pt idx="20732">5.9500000000000002</cx:pt>
          <cx:pt idx="20733">4.1299999999999999</cx:pt>
          <cx:pt idx="20734">16.629999999999999</cx:pt>
          <cx:pt idx="20735">0.82999999999999996</cx:pt>
          <cx:pt idx="20736">9.9600000000000009</cx:pt>
          <cx:pt idx="20737">10.789999999999999</cx:pt>
          <cx:pt idx="20738">2.46</cx:pt>
          <cx:pt idx="20739">8.2899999999999991</cx:pt>
          <cx:pt idx="20740">3.29</cx:pt>
          <cx:pt idx="20741">2.46</cx:pt>
          <cx:pt idx="20742">0.82999999999999996</cx:pt>
          <cx:pt idx="20743">7.46</cx:pt>
          <cx:pt idx="20744">4.1299999999999999</cx:pt>
          <cx:pt idx="20745">3.29</cx:pt>
          <cx:pt idx="20746">2.7599999999999998</cx:pt>
          <cx:pt idx="20747">2.46</cx:pt>
          <cx:pt idx="20748">4.1299999999999999</cx:pt>
          <cx:pt idx="20749">1.95</cx:pt>
          <cx:pt idx="20750">1.25</cx:pt>
          <cx:pt idx="20751">1.0600000000000001</cx:pt>
          <cx:pt idx="20752">0.71999999999999997</cx:pt>
          <cx:pt idx="20753">2.9500000000000002</cx:pt>
          <cx:pt idx="20754">1.45</cx:pt>
          <cx:pt idx="20755">0.84999999999999998</cx:pt>
          <cx:pt idx="20756">2.5499999999999998</cx:pt>
          <cx:pt idx="20757">1.6899999999999999</cx:pt>
          <cx:pt idx="20758">4.9500000000000002</cx:pt>
          <cx:pt idx="20759">6.3499999999999996</cx:pt>
          <cx:pt idx="20760">2.9500000000000002</cx:pt>
          <cx:pt idx="20761">0.55000000000000004</cx:pt>
          <cx:pt idx="20762">0.55000000000000004</cx:pt>
          <cx:pt idx="20763">2.0800000000000001</cx:pt>
          <cx:pt idx="20764">0.84999999999999998</cx:pt>
          <cx:pt idx="20765">6.3499999999999996</cx:pt>
          <cx:pt idx="20766">3.25</cx:pt>
          <cx:pt idx="20767">7.9500000000000002</cx:pt>
          <cx:pt idx="20768">2.1000000000000001</cx:pt>
          <cx:pt idx="20769">2.0800000000000001</cx:pt>
          <cx:pt idx="20770">1.45</cx:pt>
          <cx:pt idx="20771">2.9500000000000002</cx:pt>
          <cx:pt idx="20772">7.9500000000000002</cx:pt>
          <cx:pt idx="20773">1.25</cx:pt>
          <cx:pt idx="20774">4.9500000000000002</cx:pt>
          <cx:pt idx="20775">6.9500000000000002</cx:pt>
          <cx:pt idx="20776">2.0800000000000001</cx:pt>
          <cx:pt idx="20777">2.9500000000000002</cx:pt>
          <cx:pt idx="20778">2.9500000000000002</cx:pt>
          <cx:pt idx="20779">2.5499999999999998</cx:pt>
          <cx:pt idx="20780">0.82999999999999996</cx:pt>
          <cx:pt idx="20781">2.0800000000000001</cx:pt>
          <cx:pt idx="20782">3.75</cx:pt>
          <cx:pt idx="20783">6.9500000000000002</cx:pt>
          <cx:pt idx="20784">0.65000000000000002</cx:pt>
          <cx:pt idx="20785">2.0800000000000001</cx:pt>
          <cx:pt idx="20786">0.55000000000000004</cx:pt>
          <cx:pt idx="20787">0.84999999999999998</cx:pt>
          <cx:pt idx="20788">2.0800000000000001</cx:pt>
          <cx:pt idx="20789">7.9500000000000002</cx:pt>
          <cx:pt idx="20790">4.9500000000000002</cx:pt>
          <cx:pt idx="20791">7.9500000000000002</cx:pt>
          <cx:pt idx="20792">8.5</cx:pt>
          <cx:pt idx="20793">6.9500000000000002</cx:pt>
          <cx:pt idx="20794">1.6499999999999999</cx:pt>
          <cx:pt idx="20795">0.84999999999999998</cx:pt>
          <cx:pt idx="20796">2.9500000000000002</cx:pt>
          <cx:pt idx="20797">2.9500000000000002</cx:pt>
          <cx:pt idx="20798">1.25</cx:pt>
          <cx:pt idx="20799">2.0800000000000001</cx:pt>
          <cx:pt idx="20800">0.82999999999999996</cx:pt>
          <cx:pt idx="20801">0.82999999999999996</cx:pt>
          <cx:pt idx="20802">0.55000000000000004</cx:pt>
          <cx:pt idx="20803">3.75</cx:pt>
          <cx:pt idx="20804">1.45</cx:pt>
          <cx:pt idx="20805">2.5499999999999998</cx:pt>
          <cx:pt idx="20806">4.1500000000000004</cx:pt>
          <cx:pt idx="20807">1.6499999999999999</cx:pt>
          <cx:pt idx="20808">7.9500000000000002</cx:pt>
          <cx:pt idx="20809">0.82999999999999996</cx:pt>
          <cx:pt idx="20810">2.9500000000000002</cx:pt>
          <cx:pt idx="20811">0.55000000000000004</cx:pt>
          <cx:pt idx="20812">3.75</cx:pt>
          <cx:pt idx="20813">2.9500000000000002</cx:pt>
          <cx:pt idx="20814">1.45</cx:pt>
          <cx:pt idx="20815">1.45</cx:pt>
          <cx:pt idx="20816">1.25</cx:pt>
          <cx:pt idx="20817">4.9500000000000002</cx:pt>
          <cx:pt idx="20818">4.9500000000000002</cx:pt>
          <cx:pt idx="20819">2.9500000000000002</cx:pt>
          <cx:pt idx="20820">12.75</cx:pt>
          <cx:pt idx="20821">4.9500000000000002</cx:pt>
          <cx:pt idx="20822">4.1500000000000004</cx:pt>
          <cx:pt idx="20823">4.1500000000000004</cx:pt>
          <cx:pt idx="20824">0.41999999999999998</cx:pt>
          <cx:pt idx="20825">2.0800000000000001</cx:pt>
          <cx:pt idx="20826">0.41999999999999998</cx:pt>
          <cx:pt idx="20827">1.45</cx:pt>
          <cx:pt idx="20828">0.55000000000000004</cx:pt>
          <cx:pt idx="20829">2.9500000000000002</cx:pt>
          <cx:pt idx="20830">0.55000000000000004</cx:pt>
          <cx:pt idx="20831">7.9500000000000002</cx:pt>
          <cx:pt idx="20832">7.9500000000000002</cx:pt>
          <cx:pt idx="20833">7.9500000000000002</cx:pt>
          <cx:pt idx="20834">0.65000000000000002</cx:pt>
          <cx:pt idx="20835">2.0800000000000001</cx:pt>
          <cx:pt idx="20836">9.9499999999999993</cx:pt>
          <cx:pt idx="20837">6.3499999999999996</cx:pt>
          <cx:pt idx="20838">2.1000000000000001</cx:pt>
          <cx:pt idx="20839">1.25</cx:pt>
          <cx:pt idx="20840">2.9500000000000002</cx:pt>
          <cx:pt idx="20841">8.5</cx:pt>
          <cx:pt idx="20842">8.5</cx:pt>
          <cx:pt idx="20843">8.25</cx:pt>
          <cx:pt idx="20844">6.75</cx:pt>
          <cx:pt idx="20845">2.1000000000000001</cx:pt>
          <cx:pt idx="20846">1.25</cx:pt>
          <cx:pt idx="20847">1.25</cx:pt>
          <cx:pt idx="20848">1.6499999999999999</cx:pt>
          <cx:pt idx="20849">1.25</cx:pt>
          <cx:pt idx="20850">0.41999999999999998</cx:pt>
          <cx:pt idx="20851">1.6499999999999999</cx:pt>
          <cx:pt idx="20852">1.6499999999999999</cx:pt>
          <cx:pt idx="20853">1.6499999999999999</cx:pt>
          <cx:pt idx="20854">0.84999999999999998</cx:pt>
          <cx:pt idx="20855">8.5</cx:pt>
          <cx:pt idx="20856">6.9500000000000002</cx:pt>
          <cx:pt idx="20857">1.6499999999999999</cx:pt>
          <cx:pt idx="20858">2.0800000000000001</cx:pt>
          <cx:pt idx="20859">4.1500000000000004</cx:pt>
          <cx:pt idx="20860">0.41999999999999998</cx:pt>
          <cx:pt idx="20861">4.1500000000000004</cx:pt>
          <cx:pt idx="20862">6.9500000000000002</cx:pt>
          <cx:pt idx="20863">2.0800000000000001</cx:pt>
          <cx:pt idx="20864">1.25</cx:pt>
          <cx:pt idx="20865">1.6499999999999999</cx:pt>
          <cx:pt idx="20866">0.55000000000000004</cx:pt>
          <cx:pt idx="20867">1.6499999999999999</cx:pt>
          <cx:pt idx="20868">0.65000000000000002</cx:pt>
          <cx:pt idx="20869">2.0800000000000001</cx:pt>
          <cx:pt idx="20870">3.25</cx:pt>
          <cx:pt idx="20871">1.6499999999999999</cx:pt>
          <cx:pt idx="20872">0.41999999999999998</cx:pt>
          <cx:pt idx="20873">4.1500000000000004</cx:pt>
          <cx:pt idx="20874">2.9500000000000002</cx:pt>
          <cx:pt idx="20875">2.0800000000000001</cx:pt>
          <cx:pt idx="20876">1.6499999999999999</cx:pt>
          <cx:pt idx="20877">0.41999999999999998</cx:pt>
          <cx:pt idx="20878">2.5499999999999998</cx:pt>
          <cx:pt idx="20879">0.41999999999999998</cx:pt>
          <cx:pt idx="20880">1.45</cx:pt>
          <cx:pt idx="20881">1.95</cx:pt>
          <cx:pt idx="20882">2.1000000000000001</cx:pt>
          <cx:pt idx="20883">2.1000000000000001</cx:pt>
          <cx:pt idx="20884">0.41999999999999998</cx:pt>
          <cx:pt idx="20885">1.6499999999999999</cx:pt>
          <cx:pt idx="20886">7.9500000000000002</cx:pt>
          <cx:pt idx="20887">3.25</cx:pt>
          <cx:pt idx="20888">4.6500000000000004</cx:pt>
          <cx:pt idx="20889">2.9500000000000002</cx:pt>
          <cx:pt idx="20890">7.9500000000000002</cx:pt>
          <cx:pt idx="20891">1.45</cx:pt>
          <cx:pt idx="20892">1.6499999999999999</cx:pt>
          <cx:pt idx="20893">1.25</cx:pt>
          <cx:pt idx="20894">8.25</cx:pt>
          <cx:pt idx="20895">1.6499999999999999</cx:pt>
          <cx:pt idx="20896">7.6500000000000004</cx:pt>
          <cx:pt idx="20897">2.5499999999999998</cx:pt>
          <cx:pt idx="20898">9.9499999999999993</cx:pt>
          <cx:pt idx="20899">2.5499999999999998</cx:pt>
          <cx:pt idx="20900">4.9500000000000002</cx:pt>
          <cx:pt idx="20901">0.84999999999999998</cx:pt>
          <cx:pt idx="20902">4.9500000000000002</cx:pt>
          <cx:pt idx="20903">3.25</cx:pt>
          <cx:pt idx="20904">2.0800000000000001</cx:pt>
          <cx:pt idx="20905">12.75</cx:pt>
          <cx:pt idx="20906">0.41999999999999998</cx:pt>
          <cx:pt idx="20907">2.1000000000000001</cx:pt>
          <cx:pt idx="20908">1.6499999999999999</cx:pt>
          <cx:pt idx="20909">0.41999999999999998</cx:pt>
          <cx:pt idx="20910">0.82999999999999996</cx:pt>
          <cx:pt idx="20911">4.1299999999999999</cx:pt>
          <cx:pt idx="20912">4.1299999999999999</cx:pt>
          <cx:pt idx="20913">4.1299999999999999</cx:pt>
          <cx:pt idx="20914">14.130000000000001</cx:pt>
          <cx:pt idx="20915">4.96</cx:pt>
          <cx:pt idx="20916">4.1299999999999999</cx:pt>
          <cx:pt idx="20917">12.460000000000001</cx:pt>
          <cx:pt idx="20918">1.6299999999999999</cx:pt>
          <cx:pt idx="20919">4.9500000000000002</cx:pt>
          <cx:pt idx="20920">0.84999999999999998</cx:pt>
          <cx:pt idx="20921">2.5499999999999998</cx:pt>
          <cx:pt idx="20922">3.75</cx:pt>
          <cx:pt idx="20923">2.0800000000000001</cx:pt>
          <cx:pt idx="20924">0.65000000000000002</cx:pt>
          <cx:pt idx="20925">4.9500000000000002</cx:pt>
          <cx:pt idx="20926">0.55000000000000004</cx:pt>
          <cx:pt idx="20927">0.55000000000000004</cx:pt>
          <cx:pt idx="20928">0.65000000000000002</cx:pt>
          <cx:pt idx="20929">4.1500000000000004</cx:pt>
          <cx:pt idx="20930">0.41999999999999998</cx:pt>
          <cx:pt idx="20931">3.75</cx:pt>
          <cx:pt idx="20932">0.84999999999999998</cx:pt>
          <cx:pt idx="20933">2.0800000000000001</cx:pt>
          <cx:pt idx="20934">1.6499999999999999</cx:pt>
          <cx:pt idx="20935">2.9500000000000002</cx:pt>
          <cx:pt idx="20936">1.25</cx:pt>
          <cx:pt idx="20937">8.25</cx:pt>
          <cx:pt idx="20938">2.0800000000000001</cx:pt>
          <cx:pt idx="20939">2.5499999999999998</cx:pt>
          <cx:pt idx="20940">12.75</cx:pt>
          <cx:pt idx="20941">8.25</cx:pt>
          <cx:pt idx="20942">2.1000000000000001</cx:pt>
          <cx:pt idx="20943">12.75</cx:pt>
          <cx:pt idx="20944">1.6499999999999999</cx:pt>
          <cx:pt idx="20945">1.6499999999999999</cx:pt>
          <cx:pt idx="20946">1.6499999999999999</cx:pt>
          <cx:pt idx="20947">3.75</cx:pt>
          <cx:pt idx="20948">4.1500000000000004</cx:pt>
          <cx:pt idx="20949">1.6499999999999999</cx:pt>
          <cx:pt idx="20950">1.95</cx:pt>
          <cx:pt idx="20951">1.6499999999999999</cx:pt>
          <cx:pt idx="20952">2.5499999999999998</cx:pt>
          <cx:pt idx="20953">2.1000000000000001</cx:pt>
          <cx:pt idx="20954">0.82999999999999996</cx:pt>
          <cx:pt idx="20955">14.949999999999999</cx:pt>
          <cx:pt idx="20956">12.75</cx:pt>
          <cx:pt idx="20957">2.9500000000000002</cx:pt>
          <cx:pt idx="20958">0.41999999999999998</cx:pt>
          <cx:pt idx="20959">7.9500000000000002</cx:pt>
          <cx:pt idx="20960">0.55000000000000004</cx:pt>
          <cx:pt idx="20961">2.9500000000000002</cx:pt>
          <cx:pt idx="20962">1.25</cx:pt>
          <cx:pt idx="20963">2.9500000000000002</cx:pt>
          <cx:pt idx="20964">2.9500000000000002</cx:pt>
          <cx:pt idx="20965">9.9499999999999993</cx:pt>
          <cx:pt idx="20966">2.1000000000000001</cx:pt>
          <cx:pt idx="20967">2.9500000000000002</cx:pt>
          <cx:pt idx="20968">2.9500000000000002</cx:pt>
          <cx:pt idx="20969">2.9500000000000002</cx:pt>
          <cx:pt idx="20970">0.55000000000000004</cx:pt>
          <cx:pt idx="20971">4.9500000000000002</cx:pt>
          <cx:pt idx="20972">2.9500000000000002</cx:pt>
          <cx:pt idx="20973">1.6499999999999999</cx:pt>
          <cx:pt idx="20974">2.1000000000000001</cx:pt>
          <cx:pt idx="20975">1.25</cx:pt>
          <cx:pt idx="20976">1.6499999999999999</cx:pt>
          <cx:pt idx="20977">4.9500000000000002</cx:pt>
          <cx:pt idx="20978">2.5499999999999998</cx:pt>
          <cx:pt idx="20979">2.5499999999999998</cx:pt>
          <cx:pt idx="20980">2.5499999999999998</cx:pt>
          <cx:pt idx="20981">4.9500000000000002</cx:pt>
          <cx:pt idx="20982">9.9499999999999993</cx:pt>
          <cx:pt idx="20983">2.0800000000000001</cx:pt>
          <cx:pt idx="20984">8.5</cx:pt>
          <cx:pt idx="20985">6.3499999999999996</cx:pt>
          <cx:pt idx="20986">4.9500000000000002</cx:pt>
          <cx:pt idx="20987">3.25</cx:pt>
          <cx:pt idx="20988">2.0800000000000001</cx:pt>
          <cx:pt idx="20989">2.0800000000000001</cx:pt>
          <cx:pt idx="20990">1.6499999999999999</cx:pt>
          <cx:pt idx="20991">2.9500000000000002</cx:pt>
          <cx:pt idx="20992">7.46</cx:pt>
          <cx:pt idx="20993">4.1299999999999999</cx:pt>
          <cx:pt idx="20994">0.82999999999999996</cx:pt>
          <cx:pt idx="20995">2.9199999999999999</cx:pt>
          <cx:pt idx="20996">8.2899999999999991</cx:pt>
          <cx:pt idx="20997">10.789999999999999</cx:pt>
          <cx:pt idx="20998">4.1299999999999999</cx:pt>
          <cx:pt idx="20999">5.79</cx:pt>
          <cx:pt idx="21000">0.82999999999999996</cx:pt>
          <cx:pt idx="21001">9.9600000000000009</cx:pt>
          <cx:pt idx="21002">0.82999999999999996</cx:pt>
          <cx:pt idx="21003">15.789999999999999</cx:pt>
          <cx:pt idx="21004">7.46</cx:pt>
          <cx:pt idx="21005">5.79</cx:pt>
          <cx:pt idx="21006">0.82999999999999996</cx:pt>
          <cx:pt idx="21007">8.2899999999999991</cx:pt>
          <cx:pt idx="21008">0.82999999999999996</cx:pt>
          <cx:pt idx="21009">12.75</cx:pt>
          <cx:pt idx="21010">3.29</cx:pt>
          <cx:pt idx="21011">4.1299999999999999</cx:pt>
          <cx:pt idx="21012">4.1299999999999999</cx:pt>
          <cx:pt idx="21013">8.25</cx:pt>
          <cx:pt idx="21014">1.6499999999999999</cx:pt>
          <cx:pt idx="21015">1.45</cx:pt>
          <cx:pt idx="21016">2.9500000000000002</cx:pt>
          <cx:pt idx="21017">2.9500000000000002</cx:pt>
          <cx:pt idx="21018">2.75</cx:pt>
          <cx:pt idx="21019">12.75</cx:pt>
          <cx:pt idx="21020">1.25</cx:pt>
          <cx:pt idx="21021">2.1000000000000001</cx:pt>
          <cx:pt idx="21022">0.71999999999999997</cx:pt>
          <cx:pt idx="21023">0.84999999999999998</cx:pt>
          <cx:pt idx="21024">0.65000000000000002</cx:pt>
          <cx:pt idx="21025">3.75</cx:pt>
          <cx:pt idx="21026">4.9500000000000002</cx:pt>
          <cx:pt idx="21027">0.84999999999999998</cx:pt>
          <cx:pt idx="21028">0.84999999999999998</cx:pt>
          <cx:pt idx="21029">1.25</cx:pt>
          <cx:pt idx="21030">1.25</cx:pt>
          <cx:pt idx="21031">1.25</cx:pt>
          <cx:pt idx="21032">0.55000000000000004</cx:pt>
          <cx:pt idx="21033">7.9500000000000002</cx:pt>
          <cx:pt idx="21034">0.41999999999999998</cx:pt>
          <cx:pt idx="21035">0.65000000000000002</cx:pt>
          <cx:pt idx="21036">2.0800000000000001</cx:pt>
          <cx:pt idx="21037">4.9500000000000002</cx:pt>
          <cx:pt idx="21038">2.0800000000000001</cx:pt>
          <cx:pt idx="21039">7.9500000000000002</cx:pt>
          <cx:pt idx="21040">2.9500000000000002</cx:pt>
          <cx:pt idx="21041">2.75</cx:pt>
          <cx:pt idx="21042">2.75</cx:pt>
          <cx:pt idx="21043">8.5</cx:pt>
          <cx:pt idx="21044">2.75</cx:pt>
          <cx:pt idx="21045">4.1500000000000004</cx:pt>
          <cx:pt idx="21046">1.6499999999999999</cx:pt>
          <cx:pt idx="21047">2.0800000000000001</cx:pt>
          <cx:pt idx="21048">3.9100000000000001</cx:pt>
          <cx:pt idx="21049">5.8799999999999999</cx:pt>
          <cx:pt idx="21050">1.25</cx:pt>
          <cx:pt idx="21051">4.9500000000000002</cx:pt>
          <cx:pt idx="21052">2.9500000000000002</cx:pt>
          <cx:pt idx="21053">2.0800000000000001</cx:pt>
          <cx:pt idx="21054">6.4000000000000004</cx:pt>
          <cx:pt idx="21055">3.8999999999999999</cx:pt>
          <cx:pt idx="21056">5.8799999999999999</cx:pt>
          <cx:pt idx="21057">5.9500000000000002</cx:pt>
          <cx:pt idx="21058">8.5</cx:pt>
          <cx:pt idx="21059">4.9500000000000002</cx:pt>
          <cx:pt idx="21060">2.1000000000000001</cx:pt>
          <cx:pt idx="21061">8.5</cx:pt>
          <cx:pt idx="21062">3.75</cx:pt>
          <cx:pt idx="21063">2.0800000000000001</cx:pt>
          <cx:pt idx="21064">4.9500000000000002</cx:pt>
          <cx:pt idx="21065">0.41999999999999998</cx:pt>
          <cx:pt idx="21066">2.0800000000000001</cx:pt>
          <cx:pt idx="21067">1.25</cx:pt>
          <cx:pt idx="21068">0.55000000000000004</cx:pt>
          <cx:pt idx="21069">0.65000000000000002</cx:pt>
          <cx:pt idx="21070">1.6499999999999999</cx:pt>
          <cx:pt idx="21071">0.84999999999999998</cx:pt>
          <cx:pt idx="21072">2.0800000000000001</cx:pt>
          <cx:pt idx="21073">2.0800000000000001</cx:pt>
          <cx:pt idx="21074">1.6499999999999999</cx:pt>
          <cx:pt idx="21075">0.84999999999999998</cx:pt>
          <cx:pt idx="21076">12.75</cx:pt>
          <cx:pt idx="21077">1.95</cx:pt>
          <cx:pt idx="21078">4.1500000000000004</cx:pt>
          <cx:pt idx="21079">2.0800000000000001</cx:pt>
          <cx:pt idx="21080">1.6499999999999999</cx:pt>
          <cx:pt idx="21081">7.9500000000000002</cx:pt>
          <cx:pt idx="21082">2.1000000000000001</cx:pt>
          <cx:pt idx="21083">0.41999999999999998</cx:pt>
          <cx:pt idx="21084">7.9500000000000002</cx:pt>
          <cx:pt idx="21085">0.41999999999999998</cx:pt>
          <cx:pt idx="21086">3.25</cx:pt>
          <cx:pt idx="21087">6.3499999999999996</cx:pt>
          <cx:pt idx="21088">0.55000000000000004</cx:pt>
          <cx:pt idx="21089">1.6499999999999999</cx:pt>
          <cx:pt idx="21090">2.0800000000000001</cx:pt>
          <cx:pt idx="21091">4.1500000000000004</cx:pt>
          <cx:pt idx="21092">1.6499999999999999</cx:pt>
          <cx:pt idx="21093">2.0800000000000001</cx:pt>
          <cx:pt idx="21094">0.41999999999999998</cx:pt>
          <cx:pt idx="21095">0.84999999999999998</cx:pt>
          <cx:pt idx="21096">1.6499999999999999</cx:pt>
          <cx:pt idx="21097">4.1500000000000004</cx:pt>
          <cx:pt idx="21098">7.6500000000000004</cx:pt>
          <cx:pt idx="21099">2.9500000000000002</cx:pt>
          <cx:pt idx="21100">1.6499999999999999</cx:pt>
          <cx:pt idx="21101">6.9500000000000002</cx:pt>
          <cx:pt idx="21102">0.41999999999999998</cx:pt>
          <cx:pt idx="21103">4.9500000000000002</cx:pt>
          <cx:pt idx="21104">9.9499999999999993</cx:pt>
          <cx:pt idx="21105">2.8900000000000001</cx:pt>
          <cx:pt idx="21106">2.8900000000000001</cx:pt>
          <cx:pt idx="21107">2.8900000000000001</cx:pt>
          <cx:pt idx="21108">2.0800000000000001</cx:pt>
          <cx:pt idx="21109">1.45</cx:pt>
          <cx:pt idx="21110">1.25</cx:pt>
          <cx:pt idx="21111">1.25</cx:pt>
          <cx:pt idx="21112">1.6499999999999999</cx:pt>
          <cx:pt idx="21113">12.75</cx:pt>
          <cx:pt idx="21114">8.25</cx:pt>
          <cx:pt idx="21115">6.3499999999999996</cx:pt>
          <cx:pt idx="21116">8.5</cx:pt>
          <cx:pt idx="21117">2.9500000000000002</cx:pt>
          <cx:pt idx="21118">8.5</cx:pt>
          <cx:pt idx="21119">2.5499999999999998</cx:pt>
          <cx:pt idx="21120">6.3499999999999996</cx:pt>
          <cx:pt idx="21121">2.9500000000000002</cx:pt>
          <cx:pt idx="21122">2.1000000000000001</cx:pt>
          <cx:pt idx="21123">6.9500000000000002</cx:pt>
          <cx:pt idx="21124">2.0800000000000001</cx:pt>
          <cx:pt idx="21125">8.5</cx:pt>
          <cx:pt idx="21126">1.45</cx:pt>
          <cx:pt idx="21127">4.9500000000000002</cx:pt>
          <cx:pt idx="21128">0.65000000000000002</cx:pt>
          <cx:pt idx="21129">3.25</cx:pt>
          <cx:pt idx="21130">2.5499999999999998</cx:pt>
          <cx:pt idx="21131">2.5499999999999998</cx:pt>
          <cx:pt idx="21132">2.9500000000000002</cx:pt>
          <cx:pt idx="21133">3.75</cx:pt>
          <cx:pt idx="21134">4.1500000000000004</cx:pt>
          <cx:pt idx="21135">0.65000000000000002</cx:pt>
          <cx:pt idx="21136">1.25</cx:pt>
          <cx:pt idx="21137">2.1000000000000001</cx:pt>
          <cx:pt idx="21138">2.9500000000000002</cx:pt>
          <cx:pt idx="21139">1.6499999999999999</cx:pt>
          <cx:pt idx="21140">2.9500000000000002</cx:pt>
          <cx:pt idx="21141">4.9500000000000002</cx:pt>
          <cx:pt idx="21142">0.84999999999999998</cx:pt>
          <cx:pt idx="21143">0.41999999999999998</cx:pt>
          <cx:pt idx="21144">2.25</cx:pt>
          <cx:pt idx="21145">2.25</cx:pt>
          <cx:pt idx="21146">0.65000000000000002</cx:pt>
          <cx:pt idx="21147">12.460000000000001</cx:pt>
          <cx:pt idx="21148">4.96</cx:pt>
          <cx:pt idx="21149">2.46</cx:pt>
          <cx:pt idx="21150">3.29</cx:pt>
          <cx:pt idx="21151">6.6299999999999999</cx:pt>
          <cx:pt idx="21152">4.1299999999999999</cx:pt>
          <cx:pt idx="21153">7.46</cx:pt>
          <cx:pt idx="21154">8.2899999999999991</cx:pt>
          <cx:pt idx="21155">8.2899999999999991</cx:pt>
          <cx:pt idx="21156">1.6299999999999999</cx:pt>
          <cx:pt idx="21157">3.29</cx:pt>
          <cx:pt idx="21158">6.6299999999999999</cx:pt>
          <cx:pt idx="21159">4.96</cx:pt>
          <cx:pt idx="21160">2.46</cx:pt>
          <cx:pt idx="21161">1.45</cx:pt>
          <cx:pt idx="21162">2.0800000000000001</cx:pt>
          <cx:pt idx="21163">8.25</cx:pt>
          <cx:pt idx="21164">3.75</cx:pt>
          <cx:pt idx="21165">0.84999999999999998</cx:pt>
          <cx:pt idx="21166">4.1500000000000004</cx:pt>
          <cx:pt idx="21167">5.79</cx:pt>
          <cx:pt idx="21168">24.960000000000001</cx:pt>
          <cx:pt idx="21169">0.82999999999999996</cx:pt>
          <cx:pt idx="21170">16.629999999999999</cx:pt>
          <cx:pt idx="21171">2.46</cx:pt>
          <cx:pt idx="21172">8.2899999999999991</cx:pt>
          <cx:pt idx="21173">10.789999999999999</cx:pt>
          <cx:pt idx="21174">4.1299999999999999</cx:pt>
          <cx:pt idx="21175">2.46</cx:pt>
          <cx:pt idx="21176">5.79</cx:pt>
          <cx:pt idx="21177">9.9600000000000009</cx:pt>
          <cx:pt idx="21178">0.82999999999999996</cx:pt>
          <cx:pt idx="21179">4.96</cx:pt>
          <cx:pt idx="21180">0.82999999999999996</cx:pt>
          <cx:pt idx="21181">10.789999999999999</cx:pt>
          <cx:pt idx="21182">2.46</cx:pt>
          <cx:pt idx="21183">5.79</cx:pt>
          <cx:pt idx="21184">2.46</cx:pt>
          <cx:pt idx="21185">3.29</cx:pt>
          <cx:pt idx="21186">4.1299999999999999</cx:pt>
          <cx:pt idx="21187">0.82999999999999996</cx:pt>
          <cx:pt idx="21188">4.1299999999999999</cx:pt>
          <cx:pt idx="21189">1.25</cx:pt>
          <cx:pt idx="21190">15.789999999999999</cx:pt>
          <cx:pt idx="21191">0.82999999999999996</cx:pt>
          <cx:pt idx="21192">4.1299999999999999</cx:pt>
          <cx:pt idx="21193">1.6299999999999999</cx:pt>
          <cx:pt idx="21194">2.46</cx:pt>
          <cx:pt idx="21195">0.82999999999999996</cx:pt>
          <cx:pt idx="21196">4.1299999999999999</cx:pt>
          <cx:pt idx="21197">0.82999999999999996</cx:pt>
          <cx:pt idx="21198">10.789999999999999</cx:pt>
          <cx:pt idx="21199">4.1299999999999999</cx:pt>
          <cx:pt idx="21200">2.46</cx:pt>
          <cx:pt idx="21201">14.960000000000001</cx:pt>
          <cx:pt idx="21202">9.9600000000000009</cx:pt>
          <cx:pt idx="21203">4.1299999999999999</cx:pt>
          <cx:pt idx="21204">4.96</cx:pt>
          <cx:pt idx="21205">4.96</cx:pt>
          <cx:pt idx="21206">0.82999999999999996</cx:pt>
          <cx:pt idx="21207">5.79</cx:pt>
          <cx:pt idx="21208">0.82999999999999996</cx:pt>
          <cx:pt idx="21209">4.1299999999999999</cx:pt>
          <cx:pt idx="21210">2.46</cx:pt>
          <cx:pt idx="21211">3.29</cx:pt>
          <cx:pt idx="21212">4.1299999999999999</cx:pt>
          <cx:pt idx="21213">0.55000000000000004</cx:pt>
          <cx:pt idx="21214">1.6499999999999999</cx:pt>
          <cx:pt idx="21215">0.65000000000000002</cx:pt>
          <cx:pt idx="21216">1.6499999999999999</cx:pt>
          <cx:pt idx="21217">4.1500000000000004</cx:pt>
          <cx:pt idx="21218">4.9500000000000002</cx:pt>
          <cx:pt idx="21219">7.46</cx:pt>
          <cx:pt idx="21220">5.79</cx:pt>
          <cx:pt idx="21221">2.0800000000000001</cx:pt>
          <cx:pt idx="21222">24.960000000000001</cx:pt>
          <cx:pt idx="21223">0.55000000000000004</cx:pt>
          <cx:pt idx="21224">14.130000000000001</cx:pt>
          <cx:pt idx="21225">2.5499999999999998</cx:pt>
          <cx:pt idx="21226">4.1299999999999999</cx:pt>
          <cx:pt idx="21227">4.1299999999999999</cx:pt>
          <cx:pt idx="21228">4.1299999999999999</cx:pt>
          <cx:pt idx="21229">4.1299999999999999</cx:pt>
          <cx:pt idx="21230">12.460000000000001</cx:pt>
          <cx:pt idx="21231">4.1299999999999999</cx:pt>
          <cx:pt idx="21232">24.960000000000001</cx:pt>
          <cx:pt idx="21233">3.29</cx:pt>
          <cx:pt idx="21234">4.96</cx:pt>
          <cx:pt idx="21235">4.1299999999999999</cx:pt>
          <cx:pt idx="21236">4.1299999999999999</cx:pt>
          <cx:pt idx="21237">4.1299999999999999</cx:pt>
          <cx:pt idx="21238">4.1299999999999999</cx:pt>
          <cx:pt idx="21239">1.25</cx:pt>
          <cx:pt idx="21240">4.1299999999999999</cx:pt>
          <cx:pt idx="21241">2.25</cx:pt>
          <cx:pt idx="21242">3.25</cx:pt>
          <cx:pt idx="21243">1.45</cx:pt>
          <cx:pt idx="21244">0.41999999999999998</cx:pt>
          <cx:pt idx="21245">2.1000000000000001</cx:pt>
          <cx:pt idx="21246">1.25</cx:pt>
          <cx:pt idx="21247">4.9500000000000002</cx:pt>
          <cx:pt idx="21248">2.9500000000000002</cx:pt>
          <cx:pt idx="21249">7.6500000000000004</cx:pt>
          <cx:pt idx="21250">2.5499999999999998</cx:pt>
          <cx:pt idx="21251">3.75</cx:pt>
          <cx:pt idx="21252">0.41999999999999998</cx:pt>
          <cx:pt idx="21253">1.79</cx:pt>
          <cx:pt idx="21254">1.8500000000000001</cx:pt>
          <cx:pt idx="21255">2.9500000000000002</cx:pt>
          <cx:pt idx="21256">2.0800000000000001</cx:pt>
          <cx:pt idx="21257">1.45</cx:pt>
          <cx:pt idx="21258">1.25</cx:pt>
          <cx:pt idx="21259">1.95</cx:pt>
          <cx:pt idx="21260">0.65000000000000002</cx:pt>
          <cx:pt idx="21261">2.0800000000000001</cx:pt>
          <cx:pt idx="21262">1.6499999999999999</cx:pt>
          <cx:pt idx="21263">0.55000000000000004</cx:pt>
          <cx:pt idx="21264">1.6499999999999999</cx:pt>
          <cx:pt idx="21265">1.6499999999999999</cx:pt>
          <cx:pt idx="21266">2.9500000000000002</cx:pt>
          <cx:pt idx="21267">2.1000000000000001</cx:pt>
          <cx:pt idx="21268">2.1000000000000001</cx:pt>
          <cx:pt idx="21269">4.9500000000000002</cx:pt>
          <cx:pt idx="21270">4.6500000000000004</cx:pt>
          <cx:pt idx="21271">6.9500000000000002</cx:pt>
          <cx:pt idx="21272">6.9500000000000002</cx:pt>
          <cx:pt idx="21273">0.55000000000000004</cx:pt>
          <cx:pt idx="21274">2.0800000000000001</cx:pt>
          <cx:pt idx="21275">1.45</cx:pt>
          <cx:pt idx="21276">2.0800000000000001</cx:pt>
          <cx:pt idx="21277">4.9500000000000002</cx:pt>
          <cx:pt idx="21278">2.0800000000000001</cx:pt>
          <cx:pt idx="21279">2.0800000000000001</cx:pt>
          <cx:pt idx="21280">1.6499999999999999</cx:pt>
          <cx:pt idx="21281">0.65000000000000002</cx:pt>
          <cx:pt idx="21282">7.9500000000000002</cx:pt>
          <cx:pt idx="21283">2.1000000000000001</cx:pt>
          <cx:pt idx="21284">2.1000000000000001</cx:pt>
          <cx:pt idx="21285">2.5499999999999998</cx:pt>
          <cx:pt idx="21286">2.5499999999999998</cx:pt>
          <cx:pt idx="21287">0.41999999999999998</cx:pt>
          <cx:pt idx="21288">8.5</cx:pt>
          <cx:pt idx="21289">0.65000000000000002</cx:pt>
          <cx:pt idx="21290">2.0800000000000001</cx:pt>
          <cx:pt idx="21291">1.6499999999999999</cx:pt>
          <cx:pt idx="21292">2.0800000000000001</cx:pt>
          <cx:pt idx="21293">2.9500000000000002</cx:pt>
          <cx:pt idx="21294">1.6499999999999999</cx:pt>
          <cx:pt idx="21295">1.6899999999999999</cx:pt>
          <cx:pt idx="21296">4.1500000000000004</cx:pt>
          <cx:pt idx="21297">4.9500000000000002</cx:pt>
          <cx:pt idx="21298">1.25</cx:pt>
          <cx:pt idx="21299">1.95</cx:pt>
          <cx:pt idx="21300">4.9500000000000002</cx:pt>
          <cx:pt idx="21301">2.0800000000000001</cx:pt>
          <cx:pt idx="21302">0.41999999999999998</cx:pt>
          <cx:pt idx="21303">1.25</cx:pt>
          <cx:pt idx="21304">1.6499999999999999</cx:pt>
          <cx:pt idx="21305">2.0800000000000001</cx:pt>
          <cx:pt idx="21306">1.95</cx:pt>
          <cx:pt idx="21307">0.41999999999999998</cx:pt>
          <cx:pt idx="21308">6.9500000000000002</cx:pt>
          <cx:pt idx="21309">2.0800000000000001</cx:pt>
          <cx:pt idx="21310">2.0800000000000001</cx:pt>
          <cx:pt idx="21311">0.41999999999999998</cx:pt>
          <cx:pt idx="21312">1.6499999999999999</cx:pt>
          <cx:pt idx="21313">1.6499999999999999</cx:pt>
          <cx:pt idx="21314">1.6499999999999999</cx:pt>
          <cx:pt idx="21315">0.84999999999999998</cx:pt>
          <cx:pt idx="21316">2.0800000000000001</cx:pt>
          <cx:pt idx="21317">1.25</cx:pt>
          <cx:pt idx="21318">1.25</cx:pt>
          <cx:pt idx="21319">0.84999999999999998</cx:pt>
          <cx:pt idx="21320">0.82999999999999996</cx:pt>
          <cx:pt idx="21321">2.25</cx:pt>
          <cx:pt idx="21322">1.6499999999999999</cx:pt>
          <cx:pt idx="21323">0.65000000000000002</cx:pt>
          <cx:pt idx="21324">2.5499999999999998</cx:pt>
          <cx:pt idx="21325">1.6499999999999999</cx:pt>
          <cx:pt idx="21326">1.6499999999999999</cx:pt>
          <cx:pt idx="21327">2.5499999999999998</cx:pt>
          <cx:pt idx="21328">1.25</cx:pt>
          <cx:pt idx="21329">3.75</cx:pt>
          <cx:pt idx="21330">1.45</cx:pt>
          <cx:pt idx="21331">4.1500000000000004</cx:pt>
          <cx:pt idx="21332">1.25</cx:pt>
          <cx:pt idx="21333">4.9500000000000002</cx:pt>
          <cx:pt idx="21334">1.25</cx:pt>
          <cx:pt idx="21335">1.05</cx:pt>
          <cx:pt idx="21336">2.5499999999999998</cx:pt>
          <cx:pt idx="21337">3.75</cx:pt>
          <cx:pt idx="21338">1.79</cx:pt>
          <cx:pt idx="21339">2.5499999999999998</cx:pt>
          <cx:pt idx="21340">1.45</cx:pt>
          <cx:pt idx="21341">1.45</cx:pt>
          <cx:pt idx="21342">6.3499999999999996</cx:pt>
          <cx:pt idx="21343">2.0800000000000001</cx:pt>
          <cx:pt idx="21344">2.75</cx:pt>
          <cx:pt idx="21345">1.95</cx:pt>
          <cx:pt idx="21346">0.65000000000000002</cx:pt>
          <cx:pt idx="21347">1.45</cx:pt>
          <cx:pt idx="21348">1.45</cx:pt>
          <cx:pt idx="21349">1.6499999999999999</cx:pt>
          <cx:pt idx="21350">2.9500000000000002</cx:pt>
          <cx:pt idx="21351">2.1000000000000001</cx:pt>
          <cx:pt idx="21352">6.75</cx:pt>
          <cx:pt idx="21353">2.5499999999999998</cx:pt>
          <cx:pt idx="21354">3.75</cx:pt>
          <cx:pt idx="21355">0.41999999999999998</cx:pt>
          <cx:pt idx="21356">2.1000000000000001</cx:pt>
          <cx:pt idx="21357">1.45</cx:pt>
          <cx:pt idx="21358">5.79</cx:pt>
          <cx:pt idx="21359">2.9199999999999999</cx:pt>
          <cx:pt idx="21360">10.789999999999999</cx:pt>
          <cx:pt idx="21361">4.1299999999999999</cx:pt>
          <cx:pt idx="21362">1.6299999999999999</cx:pt>
          <cx:pt idx="21363">2.46</cx:pt>
          <cx:pt idx="21364">5.79</cx:pt>
          <cx:pt idx="21365">0.82999999999999996</cx:pt>
          <cx:pt idx="21366">2.46</cx:pt>
          <cx:pt idx="21367">0.82999999999999996</cx:pt>
          <cx:pt idx="21368">3.29</cx:pt>
          <cx:pt idx="21369">1.6299999999999999</cx:pt>
          <cx:pt idx="21370">0.82999999999999996</cx:pt>
          <cx:pt idx="21371">24.960000000000001</cx:pt>
          <cx:pt idx="21372">2.46</cx:pt>
          <cx:pt idx="21373">1.25</cx:pt>
          <cx:pt idx="21374">4.1299999999999999</cx:pt>
          <cx:pt idx="21375">0.41999999999999998</cx:pt>
          <cx:pt idx="21376">8.5</cx:pt>
          <cx:pt idx="21377">2.0800000000000001</cx:pt>
          <cx:pt idx="21378">0.84999999999999998</cx:pt>
          <cx:pt idx="21379">1.6499999999999999</cx:pt>
          <cx:pt idx="21380">2.5499999999999998</cx:pt>
          <cx:pt idx="21381">2.9500000000000002</cx:pt>
          <cx:pt idx="21382">2.9500000000000002</cx:pt>
          <cx:pt idx="21383">1.25</cx:pt>
          <cx:pt idx="21384">2.5499999999999998</cx:pt>
          <cx:pt idx="21385">0.82999999999999996</cx:pt>
          <cx:pt idx="21386">2.9500000000000002</cx:pt>
          <cx:pt idx="21387">3.75</cx:pt>
          <cx:pt idx="21388">1.6499999999999999</cx:pt>
          <cx:pt idx="21389">6.9500000000000002</cx:pt>
          <cx:pt idx="21390">0.41999999999999998</cx:pt>
          <cx:pt idx="21391">0.55000000000000004</cx:pt>
          <cx:pt idx="21392">7.9500000000000002</cx:pt>
          <cx:pt idx="21393">4.9500000000000002</cx:pt>
          <cx:pt idx="21394">7.9500000000000002</cx:pt>
          <cx:pt idx="21395">3.25</cx:pt>
          <cx:pt idx="21396">2.5499999999999998</cx:pt>
          <cx:pt idx="21397">7.9500000000000002</cx:pt>
          <cx:pt idx="21398">1.6499999999999999</cx:pt>
          <cx:pt idx="21399">7.9500000000000002</cx:pt>
          <cx:pt idx="21400">2.1000000000000001</cx:pt>
          <cx:pt idx="21401">2.1000000000000001</cx:pt>
          <cx:pt idx="21402">2.9500000000000002</cx:pt>
          <cx:pt idx="21403">1.6499999999999999</cx:pt>
          <cx:pt idx="21404">0.55000000000000004</cx:pt>
          <cx:pt idx="21405">2.1000000000000001</cx:pt>
          <cx:pt idx="21406">2.5499999999999998</cx:pt>
          <cx:pt idx="21407">4.9500000000000002</cx:pt>
          <cx:pt idx="21408">1.6499999999999999</cx:pt>
          <cx:pt idx="21409">8.5</cx:pt>
          <cx:pt idx="21410">2.9500000000000002</cx:pt>
          <cx:pt idx="21411">3.25</cx:pt>
          <cx:pt idx="21412">1.6499999999999999</cx:pt>
          <cx:pt idx="21413">2.5499999999999998</cx:pt>
          <cx:pt idx="21414">0.41999999999999998</cx:pt>
          <cx:pt idx="21415">3.75</cx:pt>
          <cx:pt idx="21416">1.8500000000000001</cx:pt>
          <cx:pt idx="21417">4.1500000000000004</cx:pt>
          <cx:pt idx="21418">4.9500000000000002</cx:pt>
          <cx:pt idx="21419">2.9500000000000002</cx:pt>
          <cx:pt idx="21420">4.1500000000000004</cx:pt>
          <cx:pt idx="21421">4.1500000000000004</cx:pt>
          <cx:pt idx="21422">8.5</cx:pt>
          <cx:pt idx="21423">1.95</cx:pt>
          <cx:pt idx="21424">1.6499999999999999</cx:pt>
          <cx:pt idx="21425">4.1500000000000004</cx:pt>
          <cx:pt idx="21426">8.5</cx:pt>
          <cx:pt idx="21427">2.0800000000000001</cx:pt>
          <cx:pt idx="21428">1.6499999999999999</cx:pt>
          <cx:pt idx="21429">0.84999999999999998</cx:pt>
          <cx:pt idx="21430">12.75</cx:pt>
          <cx:pt idx="21431">1.25</cx:pt>
          <cx:pt idx="21432">2.9500000000000002</cx:pt>
          <cx:pt idx="21433">1.45</cx:pt>
          <cx:pt idx="21434">1.45</cx:pt>
          <cx:pt idx="21435">1.6499999999999999</cx:pt>
          <cx:pt idx="21436">0.84999999999999998</cx:pt>
          <cx:pt idx="21437">4.1500000000000004</cx:pt>
          <cx:pt idx="21438">1.95</cx:pt>
          <cx:pt idx="21439">0.41999999999999998</cx:pt>
          <cx:pt idx="21440">1.6499999999999999</cx:pt>
          <cx:pt idx="21441">14.949999999999999</cx:pt>
          <cx:pt idx="21442">0.41999999999999998</cx:pt>
          <cx:pt idx="21443">0.41999999999999998</cx:pt>
          <cx:pt idx="21444">2.0800000000000001</cx:pt>
          <cx:pt idx="21445">4.6500000000000004</cx:pt>
          <cx:pt idx="21446">0.84999999999999998</cx:pt>
          <cx:pt idx="21447">2.0800000000000001</cx:pt>
          <cx:pt idx="21448">4.9500000000000002</cx:pt>
          <cx:pt idx="21449">3.25</cx:pt>
          <cx:pt idx="21450">2.0800000000000001</cx:pt>
          <cx:pt idx="21451">2.0800000000000001</cx:pt>
          <cx:pt idx="21452">1.25</cx:pt>
          <cx:pt idx="21453">2.0800000000000001</cx:pt>
          <cx:pt idx="21454">2.9500000000000002</cx:pt>
          <cx:pt idx="21455">7.9500000000000002</cx:pt>
          <cx:pt idx="21456">1.6499999999999999</cx:pt>
          <cx:pt idx="21457">2.8900000000000001</cx:pt>
          <cx:pt idx="21458">2.9500000000000002</cx:pt>
          <cx:pt idx="21459">2.0800000000000001</cx:pt>
          <cx:pt idx="21460">0.84999999999999998</cx:pt>
          <cx:pt idx="21461">2.0800000000000001</cx:pt>
          <cx:pt idx="21462">1.25</cx:pt>
          <cx:pt idx="21463">0.65000000000000002</cx:pt>
          <cx:pt idx="21464">1.25</cx:pt>
          <cx:pt idx="21465">0.84999999999999998</cx:pt>
          <cx:pt idx="21466">7.6500000000000004</cx:pt>
          <cx:pt idx="21467">2.5499999999999998</cx:pt>
          <cx:pt idx="21468">6.3499999999999996</cx:pt>
          <cx:pt idx="21469">2.5499999999999998</cx:pt>
          <cx:pt idx="21470">0.55000000000000004</cx:pt>
          <cx:pt idx="21471">3.25</cx:pt>
          <cx:pt idx="21472">2.9500000000000002</cx:pt>
          <cx:pt idx="21473">1.6499999999999999</cx:pt>
          <cx:pt idx="21474">1.6499999999999999</cx:pt>
          <cx:pt idx="21475">8.5</cx:pt>
          <cx:pt idx="21476">12.75</cx:pt>
          <cx:pt idx="21477">2.9500000000000002</cx:pt>
          <cx:pt idx="21478">7.9500000000000002</cx:pt>
          <cx:pt idx="21479">6.9500000000000002</cx:pt>
          <cx:pt idx="21480">1.6499999999999999</cx:pt>
          <cx:pt idx="21481">4.9500000000000002</cx:pt>
          <cx:pt idx="21482">2.0800000000000001</cx:pt>
          <cx:pt idx="21483">1.6499999999999999</cx:pt>
          <cx:pt idx="21484">2.5499999999999998</cx:pt>
          <cx:pt idx="21485">1.6499999999999999</cx:pt>
          <cx:pt idx="21486">4.9500000000000002</cx:pt>
          <cx:pt idx="21487">1.95</cx:pt>
          <cx:pt idx="21488">1.25</cx:pt>
          <cx:pt idx="21489">8.5</cx:pt>
          <cx:pt idx="21490">2.0800000000000001</cx:pt>
          <cx:pt idx="21491">1.6499999999999999</cx:pt>
          <cx:pt idx="21492">6.75</cx:pt>
          <cx:pt idx="21493">0.84999999999999998</cx:pt>
          <cx:pt idx="21494">0.41999999999999998</cx:pt>
          <cx:pt idx="21495">4.9500000000000002</cx:pt>
          <cx:pt idx="21496">2.1000000000000001</cx:pt>
          <cx:pt idx="21497">2.9500000000000002</cx:pt>
          <cx:pt idx="21498">0.41999999999999998</cx:pt>
          <cx:pt idx="21499">0.65000000000000002</cx:pt>
          <cx:pt idx="21500">1.6499999999999999</cx:pt>
          <cx:pt idx="21501">2.0800000000000001</cx:pt>
          <cx:pt idx="21502">1.6499999999999999</cx:pt>
          <cx:pt idx="21503">0.41999999999999998</cx:pt>
          <cx:pt idx="21504">6.9500000000000002</cx:pt>
          <cx:pt idx="21505">2.0800000000000001</cx:pt>
          <cx:pt idx="21506">8.25</cx:pt>
          <cx:pt idx="21507">1.45</cx:pt>
          <cx:pt idx="21508">4.1500000000000004</cx:pt>
          <cx:pt idx="21509">3.25</cx:pt>
          <cx:pt idx="21510">1.6499999999999999</cx:pt>
          <cx:pt idx="21511">0.41999999999999998</cx:pt>
          <cx:pt idx="21512">2.0800000000000001</cx:pt>
          <cx:pt idx="21513">2.0800000000000001</cx:pt>
          <cx:pt idx="21514">1.6499999999999999</cx:pt>
          <cx:pt idx="21515">4.9500000000000002</cx:pt>
          <cx:pt idx="21516">2.5499999999999998</cx:pt>
          <cx:pt idx="21517">4.9500000000000002</cx:pt>
          <cx:pt idx="21518">2.9500000000000002</cx:pt>
          <cx:pt idx="21519">8.5</cx:pt>
          <cx:pt idx="21520">24.960000000000001</cx:pt>
          <cx:pt idx="21521">0.82999999999999996</cx:pt>
          <cx:pt idx="21522">4.1299999999999999</cx:pt>
          <cx:pt idx="21523">0.82999999999999996</cx:pt>
          <cx:pt idx="21524">2.9199999999999999</cx:pt>
          <cx:pt idx="21525">10.789999999999999</cx:pt>
          <cx:pt idx="21526">1.6299999999999999</cx:pt>
          <cx:pt idx="21527">2.46</cx:pt>
          <cx:pt idx="21528">0.82999999999999996</cx:pt>
          <cx:pt idx="21529">1.25</cx:pt>
          <cx:pt idx="21530">1.25</cx:pt>
          <cx:pt idx="21531">2.46</cx:pt>
          <cx:pt idx="21532">9.1300000000000008</cx:pt>
          <cx:pt idx="21533">4.1299999999999999</cx:pt>
          <cx:pt idx="21534">5.79</cx:pt>
          <cx:pt idx="21535">4.5800000000000001</cx:pt>
          <cx:pt idx="21536">2.46</cx:pt>
          <cx:pt idx="21537">6.6299999999999999</cx:pt>
          <cx:pt idx="21538">4.1299999999999999</cx:pt>
          <cx:pt idx="21539">2.46</cx:pt>
          <cx:pt idx="21540">0.82999999999999996</cx:pt>
          <cx:pt idx="21541">9.1300000000000008</cx:pt>
          <cx:pt idx="21542">1.25</cx:pt>
          <cx:pt idx="21543">3.29</cx:pt>
          <cx:pt idx="21544">1.6299999999999999</cx:pt>
          <cx:pt idx="21545">2.46</cx:pt>
          <cx:pt idx="21546">4.1299999999999999</cx:pt>
          <cx:pt idx="21547">0.82999999999999996</cx:pt>
          <cx:pt idx="21548">4.9500000000000002</cx:pt>
          <cx:pt idx="21549">1.6499999999999999</cx:pt>
          <cx:pt idx="21550">3.25</cx:pt>
          <cx:pt idx="21551">2.9500000000000002</cx:pt>
          <cx:pt idx="21552">2.0800000000000001</cx:pt>
          <cx:pt idx="21553">0.55000000000000004</cx:pt>
          <cx:pt idx="21554">1.6499999999999999</cx:pt>
          <cx:pt idx="21555">1.45</cx:pt>
          <cx:pt idx="21556">2.25</cx:pt>
          <cx:pt idx="21557">2.1000000000000001</cx:pt>
          <cx:pt idx="21558">1.25</cx:pt>
          <cx:pt idx="21559">1.45</cx:pt>
          <cx:pt idx="21560">4.9500000000000002</cx:pt>
          <cx:pt idx="21561">2.0800000000000001</cx:pt>
          <cx:pt idx="21562">4.9500000000000002</cx:pt>
          <cx:pt idx="21563">8.5</cx:pt>
          <cx:pt idx="21564">2.0800000000000001</cx:pt>
          <cx:pt idx="21565">1.6499999999999999</cx:pt>
          <cx:pt idx="21566">0.41999999999999998</cx:pt>
          <cx:pt idx="21567">0.65000000000000002</cx:pt>
          <cx:pt idx="21568">2.0800000000000001</cx:pt>
          <cx:pt idx="21569">0.41999999999999998</cx:pt>
          <cx:pt idx="21570">1.6499999999999999</cx:pt>
          <cx:pt idx="21571">12.75</cx:pt>
          <cx:pt idx="21572">1.6499999999999999</cx:pt>
          <cx:pt idx="21573">12.75</cx:pt>
          <cx:pt idx="21574">4.9500000000000002</cx:pt>
          <cx:pt idx="21575">0.84999999999999998</cx:pt>
          <cx:pt idx="21576">7.6500000000000004</cx:pt>
          <cx:pt idx="21577">4.9500000000000002</cx:pt>
          <cx:pt idx="21578">0.82999999999999996</cx:pt>
          <cx:pt idx="21579">3.75</cx:pt>
          <cx:pt idx="21580">4.1500000000000004</cx:pt>
          <cx:pt idx="21581">8.5</cx:pt>
          <cx:pt idx="21582">1.6499999999999999</cx:pt>
          <cx:pt idx="21583">2.9500000000000002</cx:pt>
          <cx:pt idx="21584">2.9500000000000002</cx:pt>
          <cx:pt idx="21585">2.9500000000000002</cx:pt>
          <cx:pt idx="21586">1.6499999999999999</cx:pt>
          <cx:pt idx="21587">4.9500000000000002</cx:pt>
          <cx:pt idx="21588">3.75</cx:pt>
          <cx:pt idx="21589">1.25</cx:pt>
          <cx:pt idx="21590">1.45</cx:pt>
          <cx:pt idx="21591">1.0600000000000001</cx:pt>
          <cx:pt idx="21592">1.6499999999999999</cx:pt>
          <cx:pt idx="21593">1.25</cx:pt>
          <cx:pt idx="21594">4.9500000000000002</cx:pt>
          <cx:pt idx="21595">3.25</cx:pt>
          <cx:pt idx="21596">2.9500000000000002</cx:pt>
          <cx:pt idx="21597">1.6499999999999999</cx:pt>
          <cx:pt idx="21598">1.6499999999999999</cx:pt>
          <cx:pt idx="21599">0.84999999999999998</cx:pt>
          <cx:pt idx="21600">0.84999999999999998</cx:pt>
          <cx:pt idx="21601">2.25</cx:pt>
          <cx:pt idx="21602">2.25</cx:pt>
          <cx:pt idx="21603">0.65000000000000002</cx:pt>
          <cx:pt idx="21604">1.45</cx:pt>
          <cx:pt idx="21605">2.0800000000000001</cx:pt>
          <cx:pt idx="21606">2.0800000000000001</cx:pt>
          <cx:pt idx="21607">4.9500000000000002</cx:pt>
          <cx:pt idx="21608">4.1500000000000004</cx:pt>
          <cx:pt idx="21609">1.6499999999999999</cx:pt>
          <cx:pt idx="21610">4.9500000000000002</cx:pt>
          <cx:pt idx="21611">4.9500000000000002</cx:pt>
          <cx:pt idx="21612">3.25</cx:pt>
          <cx:pt idx="21613">1.25</cx:pt>
          <cx:pt idx="21614">2.25</cx:pt>
          <cx:pt idx="21615">2.5499999999999998</cx:pt>
          <cx:pt idx="21616">2.25</cx:pt>
          <cx:pt idx="21617">14.949999999999999</cx:pt>
          <cx:pt idx="21618">1.6499999999999999</cx:pt>
          <cx:pt idx="21619">0.84999999999999998</cx:pt>
          <cx:pt idx="21620">0.84999999999999998</cx:pt>
          <cx:pt idx="21621">2.0800000000000001</cx:pt>
          <cx:pt idx="21622">12.75</cx:pt>
          <cx:pt idx="21623">4.9500000000000002</cx:pt>
          <cx:pt idx="21624">6.75</cx:pt>
          <cx:pt idx="21625">2.9500000000000002</cx:pt>
          <cx:pt idx="21626">3.75</cx:pt>
          <cx:pt idx="21627">12.75</cx:pt>
          <cx:pt idx="21628">1.6499999999999999</cx:pt>
          <cx:pt idx="21629">2.5499999999999998</cx:pt>
          <cx:pt idx="21630">6.9500000000000002</cx:pt>
          <cx:pt idx="21631">0.84999999999999998</cx:pt>
          <cx:pt idx="21632">2.5499999999999998</cx:pt>
          <cx:pt idx="21633">0.41999999999999998</cx:pt>
          <cx:pt idx="21634">8.5</cx:pt>
          <cx:pt idx="21635">1.45</cx:pt>
          <cx:pt idx="21636">2.5499999999999998</cx:pt>
          <cx:pt idx="21637">3.75</cx:pt>
          <cx:pt idx="21638">1.79</cx:pt>
          <cx:pt idx="21639">2.9500000000000002</cx:pt>
          <cx:pt idx="21640">7.9500000000000002</cx:pt>
          <cx:pt idx="21641">2.0800000000000001</cx:pt>
          <cx:pt idx="21642">4.9500000000000002</cx:pt>
          <cx:pt idx="21643">1.6499999999999999</cx:pt>
          <cx:pt idx="21644">7.9500000000000002</cx:pt>
          <cx:pt idx="21645">3.25</cx:pt>
          <cx:pt idx="21646">8.5</cx:pt>
          <cx:pt idx="21647">12.75</cx:pt>
          <cx:pt idx="21648">0.55000000000000004</cx:pt>
          <cx:pt idx="21649">2.9500000000000002</cx:pt>
          <cx:pt idx="21650">1.6499999999999999</cx:pt>
          <cx:pt idx="21651">0.65000000000000002</cx:pt>
          <cx:pt idx="21652">0.41999999999999998</cx:pt>
          <cx:pt idx="21653">0.41999999999999998</cx:pt>
          <cx:pt idx="21654">0.65000000000000002</cx:pt>
          <cx:pt idx="21655">3.75</cx:pt>
          <cx:pt idx="21656">12.75</cx:pt>
          <cx:pt idx="21657">1.45</cx:pt>
          <cx:pt idx="21658">8.5</cx:pt>
          <cx:pt idx="21659">7.9500000000000002</cx:pt>
          <cx:pt idx="21660">7.9500000000000002</cx:pt>
          <cx:pt idx="21661">1.45</cx:pt>
          <cx:pt idx="21662">0.84999999999999998</cx:pt>
          <cx:pt idx="21663">7.9500000000000002</cx:pt>
          <cx:pt idx="21664">8.5</cx:pt>
          <cx:pt idx="21665">0.55000000000000004</cx:pt>
          <cx:pt idx="21666">2.9500000000000002</cx:pt>
          <cx:pt idx="21667">7.9500000000000002</cx:pt>
          <cx:pt idx="21668">1.6499999999999999</cx:pt>
          <cx:pt idx="21669">2.0800000000000001</cx:pt>
          <cx:pt idx="21670">5.9500000000000002</cx:pt>
          <cx:pt idx="21671">2.0800000000000001</cx:pt>
          <cx:pt idx="21672">2.75</cx:pt>
          <cx:pt idx="21673">4.9500000000000002</cx:pt>
          <cx:pt idx="21674">2.0800000000000001</cx:pt>
          <cx:pt idx="21675">12.460000000000001</cx:pt>
          <cx:pt idx="21676">4.96</cx:pt>
          <cx:pt idx="21677">6.6299999999999999</cx:pt>
          <cx:pt idx="21678">7.46</cx:pt>
          <cx:pt idx="21679">8.2899999999999991</cx:pt>
          <cx:pt idx="21680">3.29</cx:pt>
          <cx:pt idx="21681">6.6299999999999999</cx:pt>
          <cx:pt idx="21682">4.96</cx:pt>
          <cx:pt idx="21683">2.46</cx:pt>
          <cx:pt idx="21684">7.46</cx:pt>
          <cx:pt idx="21685">1.6499999999999999</cx:pt>
          <cx:pt idx="21686">4.9500000000000002</cx:pt>
          <cx:pt idx="21687">1.25</cx:pt>
          <cx:pt idx="21688">2.9500000000000002</cx:pt>
          <cx:pt idx="21689">2.0800000000000001</cx:pt>
          <cx:pt idx="21690">1.6499999999999999</cx:pt>
          <cx:pt idx="21691">2.1000000000000001</cx:pt>
          <cx:pt idx="21692">3.75</cx:pt>
          <cx:pt idx="21693">1.6499999999999999</cx:pt>
          <cx:pt idx="21694">0.41999999999999998</cx:pt>
          <cx:pt idx="21695">0.84999999999999998</cx:pt>
          <cx:pt idx="21696">2.9500000000000002</cx:pt>
          <cx:pt idx="21697">1.45</cx:pt>
          <cx:pt idx="21698">3.25</cx:pt>
          <cx:pt idx="21699">2.1000000000000001</cx:pt>
          <cx:pt idx="21700">1.6499999999999999</cx:pt>
          <cx:pt idx="21701">2.5499999999999998</cx:pt>
          <cx:pt idx="21702">12.75</cx:pt>
          <cx:pt idx="21703">0.65000000000000002</cx:pt>
          <cx:pt idx="21704">0.41999999999999998</cx:pt>
          <cx:pt idx="21705">0.41999999999999998</cx:pt>
          <cx:pt idx="21706">1.45</cx:pt>
          <cx:pt idx="21707">2.9500000000000002</cx:pt>
          <cx:pt idx="21708">2.5499999999999998</cx:pt>
          <cx:pt idx="21709">1.6499999999999999</cx:pt>
          <cx:pt idx="21710">6.3499999999999996</cx:pt>
          <cx:pt idx="21711">9.9499999999999993</cx:pt>
          <cx:pt idx="21712">1.45</cx:pt>
          <cx:pt idx="21713">4.9500000000000002</cx:pt>
          <cx:pt idx="21714">3.25</cx:pt>
          <cx:pt idx="21715">2.9500000000000002</cx:pt>
          <cx:pt idx="21716">1.45</cx:pt>
          <cx:pt idx="21717">2.1000000000000001</cx:pt>
          <cx:pt idx="21718">4.25</cx:pt>
          <cx:pt idx="21719">1.45</cx:pt>
          <cx:pt idx="21720">1.45</cx:pt>
          <cx:pt idx="21721">7.6500000000000004</cx:pt>
          <cx:pt idx="21722">2.1000000000000001</cx:pt>
          <cx:pt idx="21723">3.75</cx:pt>
          <cx:pt idx="21724">2.5499999999999998</cx:pt>
          <cx:pt idx="21725">0.41999999999999998</cx:pt>
          <cx:pt idx="21726">1.25</cx:pt>
          <cx:pt idx="21727">2.9500000000000002</cx:pt>
          <cx:pt idx="21728">2.9500000000000002</cx:pt>
          <cx:pt idx="21729">4.9500000000000002</cx:pt>
          <cx:pt idx="21730">2.1000000000000001</cx:pt>
          <cx:pt idx="21731">1.6499999999999999</cx:pt>
          <cx:pt idx="21732">8.5</cx:pt>
          <cx:pt idx="21733">2.25</cx:pt>
          <cx:pt idx="21734">7.6500000000000004</cx:pt>
          <cx:pt idx="21735">2.5499999999999998</cx:pt>
          <cx:pt idx="21736">3.75</cx:pt>
          <cx:pt idx="21737">7.9500000000000002</cx:pt>
          <cx:pt idx="21738">2.1000000000000001</cx:pt>
          <cx:pt idx="21739">6.3499999999999996</cx:pt>
          <cx:pt idx="21740">8.5</cx:pt>
          <cx:pt idx="21741">4.1500000000000004</cx:pt>
          <cx:pt idx="21742">14.949999999999999</cx:pt>
          <cx:pt idx="21743">2.1000000000000001</cx:pt>
          <cx:pt idx="21744">0.65000000000000002</cx:pt>
          <cx:pt idx="21745">0.41999999999999998</cx:pt>
          <cx:pt idx="21746">2.9500000000000002</cx:pt>
          <cx:pt idx="21747">1.25</cx:pt>
          <cx:pt idx="21748">4.9500000000000002</cx:pt>
          <cx:pt idx="21749">2.0800000000000001</cx:pt>
          <cx:pt idx="21750">0.41999999999999998</cx:pt>
          <cx:pt idx="21751">0.65000000000000002</cx:pt>
          <cx:pt idx="21752">4.1500000000000004</cx:pt>
          <cx:pt idx="21753">0.84999999999999998</cx:pt>
          <cx:pt idx="21754">0.41999999999999998</cx:pt>
          <cx:pt idx="21755">0.41999999999999998</cx:pt>
          <cx:pt idx="21756">4.6500000000000004</cx:pt>
          <cx:pt idx="21757">1.6499999999999999</cx:pt>
          <cx:pt idx="21758">2.9500000000000002</cx:pt>
          <cx:pt idx="21759">0.41999999999999998</cx:pt>
          <cx:pt idx="21760">1.6499999999999999</cx:pt>
          <cx:pt idx="21761">2.5499999999999998</cx:pt>
          <cx:pt idx="21762">2.1000000000000001</cx:pt>
          <cx:pt idx="21763">7.9500000000000002</cx:pt>
          <cx:pt idx="21764">2.5499999999999998</cx:pt>
          <cx:pt idx="21765">0.41999999999999998</cx:pt>
          <cx:pt idx="21766">0.65000000000000002</cx:pt>
          <cx:pt idx="21767">0.65000000000000002</cx:pt>
          <cx:pt idx="21768">2.9500000000000002</cx:pt>
          <cx:pt idx="21769">2.9500000000000002</cx:pt>
          <cx:pt idx="21770">1.6499999999999999</cx:pt>
          <cx:pt idx="21771">1.6499999999999999</cx:pt>
          <cx:pt idx="21772">2.1000000000000001</cx:pt>
          <cx:pt idx="21773">4.6500000000000004</cx:pt>
          <cx:pt idx="21774">4.9500000000000002</cx:pt>
          <cx:pt idx="21775">12.75</cx:pt>
          <cx:pt idx="21776">9.9499999999999993</cx:pt>
          <cx:pt idx="21777">0.82999999999999996</cx:pt>
          <cx:pt idx="21778">0.65000000000000002</cx:pt>
          <cx:pt idx="21779">0.65000000000000002</cx:pt>
          <cx:pt idx="21780">2.1000000000000001</cx:pt>
          <cx:pt idx="21781">2.0800000000000001</cx:pt>
          <cx:pt idx="21782">1.45</cx:pt>
          <cx:pt idx="21783">0.41999999999999998</cx:pt>
          <cx:pt idx="21784">2.0800000000000001</cx:pt>
          <cx:pt idx="21785">1.45</cx:pt>
          <cx:pt idx="21786">0.84999999999999998</cx:pt>
          <cx:pt idx="21787">1.25</cx:pt>
          <cx:pt idx="21788">1.45</cx:pt>
          <cx:pt idx="21789">0.41999999999999998</cx:pt>
          <cx:pt idx="21790">4.9500000000000002</cx:pt>
          <cx:pt idx="21791">3.25</cx:pt>
          <cx:pt idx="21792">2.9500000000000002</cx:pt>
          <cx:pt idx="21793">7.9500000000000002</cx:pt>
          <cx:pt idx="21794">4.6500000000000004</cx:pt>
          <cx:pt idx="21795">2.9500000000000002</cx:pt>
          <cx:pt idx="21796">7.9500000000000002</cx:pt>
          <cx:pt idx="21797">4.1500000000000004</cx:pt>
          <cx:pt idx="21798">2.0800000000000001</cx:pt>
          <cx:pt idx="21799">2.9500000000000002</cx:pt>
          <cx:pt idx="21800">8.25</cx:pt>
          <cx:pt idx="21801">2.5499999999999998</cx:pt>
          <cx:pt idx="21802">1.45</cx:pt>
          <cx:pt idx="21803">0.55000000000000004</cx:pt>
          <cx:pt idx="21804">14.949999999999999</cx:pt>
          <cx:pt idx="21805">7.9500000000000002</cx:pt>
          <cx:pt idx="21806">2.9500000000000002</cx:pt>
          <cx:pt idx="21807">2.0800000000000001</cx:pt>
          <cx:pt idx="21808">1.25</cx:pt>
          <cx:pt idx="21809">1.25</cx:pt>
          <cx:pt idx="21810">9.9499999999999993</cx:pt>
          <cx:pt idx="21811">1.45</cx:pt>
          <cx:pt idx="21812">2.5499999999999998</cx:pt>
          <cx:pt idx="21813">4.9500000000000002</cx:pt>
          <cx:pt idx="21814">0.41999999999999998</cx:pt>
          <cx:pt idx="21815">0.84999999999999998</cx:pt>
          <cx:pt idx="21816">2.0800000000000001</cx:pt>
          <cx:pt idx="21817">2.0800000000000001</cx:pt>
          <cx:pt idx="21818">1.45</cx:pt>
          <cx:pt idx="21819">2.0800000000000001</cx:pt>
          <cx:pt idx="21820">1.45</cx:pt>
          <cx:pt idx="21821">7.9500000000000002</cx:pt>
          <cx:pt idx="21822">7.9500000000000002</cx:pt>
          <cx:pt idx="21823">2.0800000000000001</cx:pt>
          <cx:pt idx="21824">0.41999999999999998</cx:pt>
          <cx:pt idx="21825">2.0800000000000001</cx:pt>
          <cx:pt idx="21826">7.9500000000000002</cx:pt>
          <cx:pt idx="21827">12.75</cx:pt>
          <cx:pt idx="21828">1.45</cx:pt>
          <cx:pt idx="21829">1.6499999999999999</cx:pt>
          <cx:pt idx="21830">2.1000000000000001</cx:pt>
          <cx:pt idx="21831">1.25</cx:pt>
          <cx:pt idx="21832">0.65000000000000002</cx:pt>
          <cx:pt idx="21833">2.75</cx:pt>
          <cx:pt idx="21834">1.6499999999999999</cx:pt>
          <cx:pt idx="21835">9.9499999999999993</cx:pt>
          <cx:pt idx="21836">2.25</cx:pt>
          <cx:pt idx="21837">2.25</cx:pt>
          <cx:pt idx="21838">8.2899999999999991</cx:pt>
          <cx:pt idx="21839">5.79</cx:pt>
          <cx:pt idx="21840">0.82999999999999996</cx:pt>
          <cx:pt idx="21841">3.29</cx:pt>
          <cx:pt idx="21842">1.25</cx:pt>
          <cx:pt idx="21843">3.29</cx:pt>
          <cx:pt idx="21844">2.46</cx:pt>
          <cx:pt idx="21845">0.41999999999999998</cx:pt>
          <cx:pt idx="21846">0.82999999999999996</cx:pt>
          <cx:pt idx="21847">16.629999999999999</cx:pt>
          <cx:pt idx="21848">4.1299999999999999</cx:pt>
          <cx:pt idx="21849">0.82999999999999996</cx:pt>
          <cx:pt idx="21850">24.960000000000001</cx:pt>
          <cx:pt idx="21851">9.1300000000000008</cx:pt>
          <cx:pt idx="21852">1.25</cx:pt>
          <cx:pt idx="21853">0.82999999999999996</cx:pt>
          <cx:pt idx="21854">1.6299999999999999</cx:pt>
          <cx:pt idx="21855">4.1299999999999999</cx:pt>
          <cx:pt idx="21856">0.82999999999999996</cx:pt>
          <cx:pt idx="21857">2.0800000000000001</cx:pt>
          <cx:pt idx="21858">4.9500000000000002</cx:pt>
          <cx:pt idx="21859">4.9500000000000002</cx:pt>
          <cx:pt idx="21860">2.0800000000000001</cx:pt>
          <cx:pt idx="21861">12.75</cx:pt>
          <cx:pt idx="21862">1.25</cx:pt>
          <cx:pt idx="21863">0.55000000000000004</cx:pt>
          <cx:pt idx="21864">4.1500000000000004</cx:pt>
          <cx:pt idx="21865">4.9500000000000002</cx:pt>
          <cx:pt idx="21866">1.25</cx:pt>
          <cx:pt idx="21867">2.0800000000000001</cx:pt>
          <cx:pt idx="21868">2.5499999999999998</cx:pt>
          <cx:pt idx="21869">2.5499999999999998</cx:pt>
          <cx:pt idx="21870">1.6499999999999999</cx:pt>
          <cx:pt idx="21871">2.5499999999999998</cx:pt>
          <cx:pt idx="21872">2.0800000000000001</cx:pt>
          <cx:pt idx="21873">4.9500000000000002</cx:pt>
          <cx:pt idx="21874">1.6499999999999999</cx:pt>
          <cx:pt idx="21875">2.9500000000000002</cx:pt>
          <cx:pt idx="21876">2.9500000000000002</cx:pt>
          <cx:pt idx="21877">1.6499999999999999</cx:pt>
          <cx:pt idx="21878">3.25</cx:pt>
          <cx:pt idx="21879">2.1000000000000001</cx:pt>
          <cx:pt idx="21880">3.25</cx:pt>
          <cx:pt idx="21881">3.25</cx:pt>
          <cx:pt idx="21882">0.82999999999999996</cx:pt>
          <cx:pt idx="21883">6.3499999999999996</cx:pt>
          <cx:pt idx="21884">0.65000000000000002</cx:pt>
          <cx:pt idx="21885">0.41999999999999998</cx:pt>
          <cx:pt idx="21886">4.9500000000000002</cx:pt>
          <cx:pt idx="21887">1.6499999999999999</cx:pt>
          <cx:pt idx="21888">1.6499999999999999</cx:pt>
          <cx:pt idx="21889">2.9500000000000002</cx:pt>
          <cx:pt idx="21890">1.6499999999999999</cx:pt>
          <cx:pt idx="21891">0.65000000000000002</cx:pt>
          <cx:pt idx="21892">2.25</cx:pt>
          <cx:pt idx="21893">1.6499999999999999</cx:pt>
          <cx:pt idx="21894">8.25</cx:pt>
          <cx:pt idx="21895">0.55000000000000004</cx:pt>
          <cx:pt idx="21896">4.1500000000000004</cx:pt>
          <cx:pt idx="21897">1.95</cx:pt>
          <cx:pt idx="21898">2.5499999999999998</cx:pt>
          <cx:pt idx="21899">3.75</cx:pt>
          <cx:pt idx="21900">4.9500000000000002</cx:pt>
          <cx:pt idx="21901">1.6499999999999999</cx:pt>
          <cx:pt idx="21902">2.9500000000000002</cx:pt>
          <cx:pt idx="21903">9.9499999999999993</cx:pt>
          <cx:pt idx="21904">0.41999999999999998</cx:pt>
          <cx:pt idx="21905">0.28999999999999998</cx:pt>
          <cx:pt idx="21906">2.1000000000000001</cx:pt>
          <cx:pt idx="21907">0.41999999999999998</cx:pt>
          <cx:pt idx="21908">2.0800000000000001</cx:pt>
          <cx:pt idx="21909">4.9500000000000002</cx:pt>
          <cx:pt idx="21910">1.25</cx:pt>
          <cx:pt idx="21911">0.41999999999999998</cx:pt>
          <cx:pt idx="21912">4.1500000000000004</cx:pt>
          <cx:pt idx="21913">0.84999999999999998</cx:pt>
          <cx:pt idx="21914">2.0800000000000001</cx:pt>
          <cx:pt idx="21915">0.84999999999999998</cx:pt>
          <cx:pt idx="21916">2.9500000000000002</cx:pt>
          <cx:pt idx="21917">0.41999999999999998</cx:pt>
          <cx:pt idx="21918">2.5499999999999998</cx:pt>
          <cx:pt idx="21919">0.41999999999999998</cx:pt>
          <cx:pt idx="21920">3.75</cx:pt>
          <cx:pt idx="21921">8.5</cx:pt>
          <cx:pt idx="21922">6.9500000000000002</cx:pt>
          <cx:pt idx="21923">0.55000000000000004</cx:pt>
          <cx:pt idx="21924">0.41999999999999998</cx:pt>
          <cx:pt idx="21925">1.6499999999999999</cx:pt>
          <cx:pt idx="21926">0.41999999999999998</cx:pt>
          <cx:pt idx="21927">2.1000000000000001</cx:pt>
          <cx:pt idx="21928">4.9500000000000002</cx:pt>
          <cx:pt idx="21929">12.75</cx:pt>
          <cx:pt idx="21930">6.75</cx:pt>
          <cx:pt idx="21931">3.75</cx:pt>
          <cx:pt idx="21932">8.25</cx:pt>
          <cx:pt idx="21933">8.5</cx:pt>
          <cx:pt idx="21934">1.95</cx:pt>
          <cx:pt idx="21935">12.75</cx:pt>
          <cx:pt idx="21936">0.84999999999999998</cx:pt>
          <cx:pt idx="21937">6.9500000000000002</cx:pt>
          <cx:pt idx="21938">4.9500000000000002</cx:pt>
          <cx:pt idx="21939">4.1299999999999999</cx:pt>
          <cx:pt idx="21940">14.130000000000001</cx:pt>
          <cx:pt idx="21941">4.1299999999999999</cx:pt>
          <cx:pt idx="21942">4.1299999999999999</cx:pt>
          <cx:pt idx="21943">4.1299999999999999</cx:pt>
          <cx:pt idx="21944">5.79</cx:pt>
          <cx:pt idx="21945">16.629999999999999</cx:pt>
          <cx:pt idx="21946">3.29</cx:pt>
          <cx:pt idx="21947">1.25</cx:pt>
          <cx:pt idx="21948">14.130000000000001</cx:pt>
          <cx:pt idx="21949">4.1500000000000004</cx:pt>
          <cx:pt idx="21950">4.9500000000000002</cx:pt>
          <cx:pt idx="21951">2.1000000000000001</cx:pt>
          <cx:pt idx="21952">1.45</cx:pt>
          <cx:pt idx="21953">12.75</cx:pt>
          <cx:pt idx="21954">0.41999999999999998</cx:pt>
          <cx:pt idx="21955">2.0800000000000001</cx:pt>
          <cx:pt idx="21956">1.25</cx:pt>
          <cx:pt idx="21957">1.25</cx:pt>
          <cx:pt idx="21958">0.55000000000000004</cx:pt>
          <cx:pt idx="21959">2.1000000000000001</cx:pt>
          <cx:pt idx="21960">4.1500000000000004</cx:pt>
          <cx:pt idx="21961">2.0800000000000001</cx:pt>
          <cx:pt idx="21962">2.5499999999999998</cx:pt>
          <cx:pt idx="21963">1.25</cx:pt>
          <cx:pt idx="21964">24.960000000000001</cx:pt>
          <cx:pt idx="21965">4.1299999999999999</cx:pt>
          <cx:pt idx="21966">12.460000000000001</cx:pt>
          <cx:pt idx="21967">4.1299999999999999</cx:pt>
          <cx:pt idx="21968">5.79</cx:pt>
          <cx:pt idx="21969">6.6299999999999999</cx:pt>
          <cx:pt idx="21970">7.46</cx:pt>
          <cx:pt idx="21971">4.1299999999999999</cx:pt>
          <cx:pt idx="21972">4.1299999999999999</cx:pt>
          <cx:pt idx="21973">16.629999999999999</cx:pt>
          <cx:pt idx="21974">4.1299999999999999</cx:pt>
          <cx:pt idx="21975">5.79</cx:pt>
          <cx:pt idx="21976">4.96</cx:pt>
          <cx:pt idx="21977">4.1299999999999999</cx:pt>
          <cx:pt idx="21978">4.9500000000000002</cx:pt>
          <cx:pt idx="21979">8.5</cx:pt>
          <cx:pt idx="21980">5.79</cx:pt>
          <cx:pt idx="21981">4.1299999999999999</cx:pt>
          <cx:pt idx="21982">2.46</cx:pt>
          <cx:pt idx="21983">5.79</cx:pt>
          <cx:pt idx="21984">3.29</cx:pt>
          <cx:pt idx="21985">2.46</cx:pt>
          <cx:pt idx="21986">6.3499999999999996</cx:pt>
          <cx:pt idx="21987">5.79</cx:pt>
          <cx:pt idx="21988">2.46</cx:pt>
          <cx:pt idx="21989">7.46</cx:pt>
          <cx:pt idx="21990">6.6299999999999999</cx:pt>
          <cx:pt idx="21991">1.6299999999999999</cx:pt>
          <cx:pt idx="21992">2.46</cx:pt>
          <cx:pt idx="21993">3.29</cx:pt>
          <cx:pt idx="21994">1.25</cx:pt>
          <cx:pt idx="21995">4.1299999999999999</cx:pt>
          <cx:pt idx="21996">0.82999999999999996</cx:pt>
          <cx:pt idx="21997">9.9600000000000009</cx:pt>
          <cx:pt idx="21998">10.789999999999999</cx:pt>
          <cx:pt idx="21999">2.46</cx:pt>
          <cx:pt idx="22000">9.9600000000000009</cx:pt>
          <cx:pt idx="22001">4.96</cx:pt>
          <cx:pt idx="22002">5.79</cx:pt>
          <cx:pt idx="22003">0.41999999999999998</cx:pt>
          <cx:pt idx="22004">16.629999999999999</cx:pt>
          <cx:pt idx="22005">1.6299999999999999</cx:pt>
          <cx:pt idx="22006">1.6299999999999999</cx:pt>
          <cx:pt idx="22007">4.5800000000000001</cx:pt>
          <cx:pt idx="22008">4.1299999999999999</cx:pt>
          <cx:pt idx="22009">3.29</cx:pt>
          <cx:pt idx="22010">1.25</cx:pt>
          <cx:pt idx="22011">1.25</cx:pt>
          <cx:pt idx="22012">3.29</cx:pt>
          <cx:pt idx="22013">1.6299999999999999</cx:pt>
          <cx:pt idx="22014">1.45</cx:pt>
          <cx:pt idx="22015">4.1500000000000004</cx:pt>
          <cx:pt idx="22016">1.6499999999999999</cx:pt>
          <cx:pt idx="22017">9.9499999999999993</cx:pt>
          <cx:pt idx="22018">2.75</cx:pt>
          <cx:pt idx="22019">1.25</cx:pt>
          <cx:pt idx="22020">1.6499999999999999</cx:pt>
          <cx:pt idx="22021">2.9500000000000002</cx:pt>
          <cx:pt idx="22022">1.25</cx:pt>
          <cx:pt idx="22023">0.84999999999999998</cx:pt>
          <cx:pt idx="22024">8.5</cx:pt>
          <cx:pt idx="22025">0.55000000000000004</cx:pt>
          <cx:pt idx="22026">2.9500000000000002</cx:pt>
          <cx:pt idx="22027">7.9500000000000002</cx:pt>
          <cx:pt idx="22028">4.1500000000000004</cx:pt>
          <cx:pt idx="22029">2.9500000000000002</cx:pt>
          <cx:pt idx="22030">3.25</cx:pt>
          <cx:pt idx="22031">0.82999999999999996</cx:pt>
          <cx:pt idx="22032">2.0800000000000001</cx:pt>
          <cx:pt idx="22033">12.75</cx:pt>
          <cx:pt idx="22034">1.6499999999999999</cx:pt>
          <cx:pt idx="22035">0.84999999999999998</cx:pt>
          <cx:pt idx="22036">4.1500000000000004</cx:pt>
          <cx:pt idx="22037">7.9500000000000002</cx:pt>
          <cx:pt idx="22038">4.9500000000000002</cx:pt>
          <cx:pt idx="22039">2.9500000000000002</cx:pt>
          <cx:pt idx="22040">1.25</cx:pt>
          <cx:pt idx="22041">1.6499999999999999</cx:pt>
          <cx:pt idx="22042">0.65000000000000002</cx:pt>
          <cx:pt idx="22043">0.65000000000000002</cx:pt>
          <cx:pt idx="22044">0.41999999999999998</cx:pt>
          <cx:pt idx="22045">0.41999999999999998</cx:pt>
          <cx:pt idx="22046">0.84999999999999998</cx:pt>
          <cx:pt idx="22047">4.9500000000000002</cx:pt>
          <cx:pt idx="22048">7.9500000000000002</cx:pt>
          <cx:pt idx="22049">2.5499999999999998</cx:pt>
          <cx:pt idx="22050">1.6499999999999999</cx:pt>
          <cx:pt idx="22051">0.41999999999999998</cx:pt>
          <cx:pt idx="22052">6.75</cx:pt>
          <cx:pt idx="22053">1.45</cx:pt>
          <cx:pt idx="22054">6.75</cx:pt>
          <cx:pt idx="22055">1.25</cx:pt>
          <cx:pt idx="22056">0.65000000000000002</cx:pt>
          <cx:pt idx="22057">1.25</cx:pt>
          <cx:pt idx="22058">2.1000000000000001</cx:pt>
          <cx:pt idx="22059">4.9500000000000002</cx:pt>
          <cx:pt idx="22060">4.9500000000000002</cx:pt>
          <cx:pt idx="22061">8.5</cx:pt>
          <cx:pt idx="22062">12.75</cx:pt>
          <cx:pt idx="22063">0.65000000000000002</cx:pt>
          <cx:pt idx="22064">1.6499999999999999</cx:pt>
          <cx:pt idx="22065">4.1500000000000004</cx:pt>
          <cx:pt idx="22066">12.75</cx:pt>
          <cx:pt idx="22067">2.0800000000000001</cx:pt>
          <cx:pt idx="22068">12.75</cx:pt>
          <cx:pt idx="22069">0.41999999999999998</cx:pt>
          <cx:pt idx="22070">2.0800000000000001</cx:pt>
          <cx:pt idx="22071">1.25</cx:pt>
          <cx:pt idx="22072">2.1000000000000001</cx:pt>
          <cx:pt idx="22073">0.41999999999999998</cx:pt>
          <cx:pt idx="22074">0.55000000000000004</cx:pt>
          <cx:pt idx="22075">0.41999999999999998</cx:pt>
          <cx:pt idx="22076">2.0800000000000001</cx:pt>
          <cx:pt idx="22077">1.6499999999999999</cx:pt>
          <cx:pt idx="22078">4.9500000000000002</cx:pt>
          <cx:pt idx="22079">12.75</cx:pt>
          <cx:pt idx="22080">2.9500000000000002</cx:pt>
          <cx:pt idx="22081">0.84999999999999998</cx:pt>
          <cx:pt idx="22082">3.75</cx:pt>
          <cx:pt idx="22083">0.84999999999999998</cx:pt>
          <cx:pt idx="22084">9.9499999999999993</cx:pt>
          <cx:pt idx="22085">2.1000000000000001</cx:pt>
          <cx:pt idx="22086">0.65000000000000002</cx:pt>
          <cx:pt idx="22087">12.75</cx:pt>
          <cx:pt idx="22088">4.9500000000000002</cx:pt>
          <cx:pt idx="22089">1.95</cx:pt>
          <cx:pt idx="22090">3.25</cx:pt>
          <cx:pt idx="22091">8.5</cx:pt>
          <cx:pt idx="22092">8.5</cx:pt>
          <cx:pt idx="22093">12.75</cx:pt>
          <cx:pt idx="22094">1.25</cx:pt>
          <cx:pt idx="22095">0.84999999999999998</cx:pt>
          <cx:pt idx="22096">2.1000000000000001</cx:pt>
          <cx:pt idx="22097">8.25</cx:pt>
          <cx:pt idx="22098">5.9500000000000002</cx:pt>
          <cx:pt idx="22099">1.6499999999999999</cx:pt>
          <cx:pt idx="22100">0.84999999999999998</cx:pt>
          <cx:pt idx="22101">3.25</cx:pt>
          <cx:pt idx="22102">0.41999999999999998</cx:pt>
          <cx:pt idx="22103">2.0800000000000001</cx:pt>
          <cx:pt idx="22104">3.75</cx:pt>
          <cx:pt idx="22105">2.9500000000000002</cx:pt>
          <cx:pt idx="22106">1.79</cx:pt>
          <cx:pt idx="22107">6.75</cx:pt>
          <cx:pt idx="22108">0.41999999999999998</cx:pt>
          <cx:pt idx="22109">2.0800000000000001</cx:pt>
          <cx:pt idx="22110">2.0800000000000001</cx:pt>
          <cx:pt idx="22111">1.6499999999999999</cx:pt>
          <cx:pt idx="22112">0.84999999999999998</cx:pt>
          <cx:pt idx="22113">2.0800000000000001</cx:pt>
          <cx:pt idx="22114">1.6499999999999999</cx:pt>
          <cx:pt idx="22115">4.9500000000000002</cx:pt>
          <cx:pt idx="22116">4.9500000000000002</cx:pt>
          <cx:pt idx="22117">1.45</cx:pt>
          <cx:pt idx="22118">4.9500000000000002</cx:pt>
          <cx:pt idx="22119">1.25</cx:pt>
          <cx:pt idx="22120">1.6499999999999999</cx:pt>
          <cx:pt idx="22121">0.55000000000000004</cx:pt>
          <cx:pt idx="22122">1.6499999999999999</cx:pt>
          <cx:pt idx="22123">2.9500000000000002</cx:pt>
          <cx:pt idx="22124">1.45</cx:pt>
          <cx:pt idx="22125">0.41999999999999998</cx:pt>
          <cx:pt idx="22126">2.9500000000000002</cx:pt>
          <cx:pt idx="22127">1.6499999999999999</cx:pt>
          <cx:pt idx="22128">12.460000000000001</cx:pt>
          <cx:pt idx="22129">2.46</cx:pt>
          <cx:pt idx="22130">4.1299999999999999</cx:pt>
          <cx:pt idx="22131">8.2899999999999991</cx:pt>
          <cx:pt idx="22132">1.6299999999999999</cx:pt>
          <cx:pt idx="22133">3.29</cx:pt>
          <cx:pt idx="22134">6.6299999999999999</cx:pt>
          <cx:pt idx="22135">4.96</cx:pt>
          <cx:pt idx="22136">2.46</cx:pt>
          <cx:pt idx="22137">7.46</cx:pt>
          <cx:pt idx="22138">4.1299999999999999</cx:pt>
          <cx:pt idx="22139">4.1299999999999999</cx:pt>
          <cx:pt idx="22140">5.79</cx:pt>
          <cx:pt idx="22141">2.46</cx:pt>
          <cx:pt idx="22142">4.1299999999999999</cx:pt>
          <cx:pt idx="22143">4.1299999999999999</cx:pt>
          <cx:pt idx="22144">1.6299999999999999</cx:pt>
          <cx:pt idx="22145">4.1299999999999999</cx:pt>
          <cx:pt idx="22146">4.96</cx:pt>
          <cx:pt idx="22147">5.79</cx:pt>
          <cx:pt idx="22148">0.82999999999999996</cx:pt>
          <cx:pt idx="22149">16.629999999999999</cx:pt>
          <cx:pt idx="22150">8.2899999999999991</cx:pt>
          <cx:pt idx="22151">9.9600000000000009</cx:pt>
          <cx:pt idx="22152">4.1299999999999999</cx:pt>
          <cx:pt idx="22153">1.6299999999999999</cx:pt>
          <cx:pt idx="22154">2.46</cx:pt>
          <cx:pt idx="22155">3.29</cx:pt>
          <cx:pt idx="22156">3.25</cx:pt>
          <cx:pt idx="22157">1.25</cx:pt>
          <cx:pt idx="22158">4.1299999999999999</cx:pt>
          <cx:pt idx="22159">4.1299999999999999</cx:pt>
          <cx:pt idx="22160">1.25</cx:pt>
          <cx:pt idx="22161">4.1299999999999999</cx:pt>
          <cx:pt idx="22162">3.29</cx:pt>
          <cx:pt idx="22163">4.1299999999999999</cx:pt>
          <cx:pt idx="22164">10.789999999999999</cx:pt>
          <cx:pt idx="22165">15.789999999999999</cx:pt>
          <cx:pt idx="22166">4.96</cx:pt>
          <cx:pt idx="22167">2.46</cx:pt>
          <cx:pt idx="22168">4.1299999999999999</cx:pt>
          <cx:pt idx="22169">24.960000000000001</cx:pt>
          <cx:pt idx="22170">1.25</cx:pt>
          <cx:pt idx="22171">3.29</cx:pt>
          <cx:pt idx="22172">2.75</cx:pt>
          <cx:pt idx="22173">1.6499999999999999</cx:pt>
          <cx:pt idx="22174">2.9500000000000002</cx:pt>
          <cx:pt idx="22175">1.95</cx:pt>
          <cx:pt idx="22176">12.75</cx:pt>
          <cx:pt idx="22177">1.6499999999999999</cx:pt>
          <cx:pt idx="22178">1.6499999999999999</cx:pt>
          <cx:pt idx="22179">0.41999999999999998</cx:pt>
          <cx:pt idx="22180">3.75</cx:pt>
          <cx:pt idx="22181">1.6499999999999999</cx:pt>
          <cx:pt idx="22182">1.6499999999999999</cx:pt>
          <cx:pt idx="22183">1.25</cx:pt>
          <cx:pt idx="22184">1.45</cx:pt>
          <cx:pt idx="22185">0.84999999999999998</cx:pt>
          <cx:pt idx="22186">1.6499999999999999</cx:pt>
          <cx:pt idx="22187">2.9500000000000002</cx:pt>
          <cx:pt idx="22188">2.9500000000000002</cx:pt>
          <cx:pt idx="22189">1.79</cx:pt>
          <cx:pt idx="22190">2.5499999999999998</cx:pt>
          <cx:pt idx="22191">1.45</cx:pt>
          <cx:pt idx="22192">9.9499999999999993</cx:pt>
          <cx:pt idx="22193">1.6499999999999999</cx:pt>
          <cx:pt idx="22194">0.65000000000000002</cx:pt>
          <cx:pt idx="22195">1.45</cx:pt>
          <cx:pt idx="22196">4.9500000000000002</cx:pt>
          <cx:pt idx="22197">2.9500000000000002</cx:pt>
          <cx:pt idx="22198">1.6499999999999999</cx:pt>
          <cx:pt idx="22199">1.25</cx:pt>
          <cx:pt idx="22200">4.9500000000000002</cx:pt>
          <cx:pt idx="22201">0.84999999999999998</cx:pt>
          <cx:pt idx="22202">0.41999999999999998</cx:pt>
          <cx:pt idx="22203">2.9500000000000002</cx:pt>
          <cx:pt idx="22204">2.0800000000000001</cx:pt>
          <cx:pt idx="22205">0.41999999999999998</cx:pt>
          <cx:pt idx="22206">4.1500000000000004</cx:pt>
          <cx:pt idx="22207">2.1000000000000001</cx:pt>
          <cx:pt idx="22208">4.6500000000000004</cx:pt>
          <cx:pt idx="22209">2.25</cx:pt>
          <cx:pt idx="22210">1.6499999999999999</cx:pt>
          <cx:pt idx="22211">2.25</cx:pt>
          <cx:pt idx="22212">0.41999999999999998</cx:pt>
          <cx:pt idx="22213">2.5499999999999998</cx:pt>
          <cx:pt idx="22214">7.6500000000000004</cx:pt>
          <cx:pt idx="22215">4.9500000000000002</cx:pt>
          <cx:pt idx="22216">1.6499999999999999</cx:pt>
          <cx:pt idx="22217">2.1000000000000001</cx:pt>
          <cx:pt idx="22218">0.65000000000000002</cx:pt>
          <cx:pt idx="22219">2.9500000000000002</cx:pt>
          <cx:pt idx="22220">2.1000000000000001</cx:pt>
          <cx:pt idx="22221">0.41999999999999998</cx:pt>
          <cx:pt idx="22222">2.9500000000000002</cx:pt>
          <cx:pt idx="22223">4.9500000000000002</cx:pt>
          <cx:pt idx="22224">2.9500000000000002</cx:pt>
          <cx:pt idx="22225">6.9500000000000002</cx:pt>
          <cx:pt idx="22226">1.25</cx:pt>
          <cx:pt idx="22227">1.95</cx:pt>
          <cx:pt idx="22228">1.45</cx:pt>
          <cx:pt idx="22229">1.25</cx:pt>
          <cx:pt idx="22230">1.25</cx:pt>
          <cx:pt idx="22231">3.25</cx:pt>
          <cx:pt idx="22232">14.949999999999999</cx:pt>
          <cx:pt idx="22233">1.25</cx:pt>
          <cx:pt idx="22234">1.25</cx:pt>
          <cx:pt idx="22235">4.9500000000000002</cx:pt>
          <cx:pt idx="22236">3.25</cx:pt>
          <cx:pt idx="22237">1.6499999999999999</cx:pt>
          <cx:pt idx="22238">0.41999999999999998</cx:pt>
          <cx:pt idx="22239">2.0800000000000001</cx:pt>
          <cx:pt idx="22240">4.1500000000000004</cx:pt>
          <cx:pt idx="22241">1.6499999999999999</cx:pt>
          <cx:pt idx="22242">1.25</cx:pt>
          <cx:pt idx="22243">1.6499999999999999</cx:pt>
          <cx:pt idx="22244">7.9500000000000002</cx:pt>
          <cx:pt idx="22245">1.6499999999999999</cx:pt>
          <cx:pt idx="22246">1.45</cx:pt>
          <cx:pt idx="22247">2.1000000000000001</cx:pt>
          <cx:pt idx="22248">4.9500000000000002</cx:pt>
          <cx:pt idx="22249">0.55000000000000004</cx:pt>
          <cx:pt idx="22250">0.84999999999999998</cx:pt>
          <cx:pt idx="22251">3.25</cx:pt>
          <cx:pt idx="22252">8.5</cx:pt>
          <cx:pt idx="22253">6.9500000000000002</cx:pt>
          <cx:pt idx="22254">0.65000000000000002</cx:pt>
          <cx:pt idx="22255">2.1000000000000001</cx:pt>
          <cx:pt idx="22256">3.25</cx:pt>
          <cx:pt idx="22257">0.41999999999999998</cx:pt>
          <cx:pt idx="22258">1.45</cx:pt>
          <cx:pt idx="22259">8.25</cx:pt>
          <cx:pt idx="22260">4.9500000000000002</cx:pt>
          <cx:pt idx="22261">1.6499999999999999</cx:pt>
          <cx:pt idx="22262">1.6499999999999999</cx:pt>
          <cx:pt idx="22263">0.84999999999999998</cx:pt>
          <cx:pt idx="22264">2.25</cx:pt>
          <cx:pt idx="22265">1.45</cx:pt>
          <cx:pt idx="22266">3.75</cx:pt>
          <cx:pt idx="22267">4.1500000000000004</cx:pt>
          <cx:pt idx="22268">2.5499999999999998</cx:pt>
          <cx:pt idx="22269">1.0600000000000001</cx:pt>
          <cx:pt idx="22270">10.949999999999999</cx:pt>
          <cx:pt idx="22271">2.5499999999999998</cx:pt>
          <cx:pt idx="22272">14.949999999999999</cx:pt>
          <cx:pt idx="22273">4.9500000000000002</cx:pt>
          <cx:pt idx="22274">0.65000000000000002</cx:pt>
          <cx:pt idx="22275">4.1500000000000004</cx:pt>
          <cx:pt idx="22276">2.1000000000000001</cx:pt>
          <cx:pt idx="22277">2.0800000000000001</cx:pt>
          <cx:pt idx="22278">3.25</cx:pt>
          <cx:pt idx="22279">0.55000000000000004</cx:pt>
          <cx:pt idx="22280">1.6499999999999999</cx:pt>
          <cx:pt idx="22281">0.84999999999999998</cx:pt>
          <cx:pt idx="22282">1.6499999999999999</cx:pt>
          <cx:pt idx="22283">2.5499999999999998</cx:pt>
          <cx:pt idx="22284">4.9500000000000002</cx:pt>
          <cx:pt idx="22285">1.6499999999999999</cx:pt>
          <cx:pt idx="22286">1.6499999999999999</cx:pt>
          <cx:pt idx="22287">8.25</cx:pt>
          <cx:pt idx="22288">8.5</cx:pt>
          <cx:pt idx="22289">0.41999999999999998</cx:pt>
          <cx:pt idx="22290">4.1500000000000004</cx:pt>
          <cx:pt idx="22291">1.6499999999999999</cx:pt>
          <cx:pt idx="22292">9.9499999999999993</cx:pt>
          <cx:pt idx="22293">0.41999999999999998</cx:pt>
          <cx:pt idx="22294">0.65000000000000002</cx:pt>
          <cx:pt idx="22295">0.41999999999999998</cx:pt>
          <cx:pt idx="22296">0.41999999999999998</cx:pt>
          <cx:pt idx="22297">1.45</cx:pt>
          <cx:pt idx="22298">4.9500000000000002</cx:pt>
          <cx:pt idx="22299">0.41999999999999998</cx:pt>
          <cx:pt idx="22300">0.28999999999999998</cx:pt>
          <cx:pt idx="22301">1.8500000000000001</cx:pt>
          <cx:pt idx="22302">2.9500000000000002</cx:pt>
          <cx:pt idx="22303">2.0800000000000001</cx:pt>
          <cx:pt idx="22304">2.9500000000000002</cx:pt>
          <cx:pt idx="22305">0.65000000000000002</cx:pt>
          <cx:pt idx="22306">1.25</cx:pt>
          <cx:pt idx="22307">1.25</cx:pt>
          <cx:pt idx="22308">1.6499999999999999</cx:pt>
          <cx:pt idx="22309">1.6499999999999999</cx:pt>
          <cx:pt idx="22310">0.55000000000000004</cx:pt>
          <cx:pt idx="22311">1.6499999999999999</cx:pt>
          <cx:pt idx="22312">4.1500000000000004</cx:pt>
          <cx:pt idx="22313">4.9500000000000002</cx:pt>
          <cx:pt idx="22314">0.84999999999999998</cx:pt>
          <cx:pt idx="22315">2.9500000000000002</cx:pt>
          <cx:pt idx="22316">1.6499999999999999</cx:pt>
          <cx:pt idx="22317">0.84999999999999998</cx:pt>
          <cx:pt idx="22318">1.6499999999999999</cx:pt>
          <cx:pt idx="22319">0.55000000000000004</cx:pt>
          <cx:pt idx="22320">0.55000000000000004</cx:pt>
          <cx:pt idx="22321">1.6499999999999999</cx:pt>
          <cx:pt idx="22322">0.84999999999999998</cx:pt>
          <cx:pt idx="22323">0.41999999999999998</cx:pt>
          <cx:pt idx="22324">8.25</cx:pt>
          <cx:pt idx="22325">14.949999999999999</cx:pt>
          <cx:pt idx="22326">2.9500000000000002</cx:pt>
          <cx:pt idx="22327">1.45</cx:pt>
          <cx:pt idx="22328">0.41999999999999998</cx:pt>
          <cx:pt idx="22329">2.1000000000000001</cx:pt>
          <cx:pt idx="22330">2.9500000000000002</cx:pt>
          <cx:pt idx="22331">1.45</cx:pt>
          <cx:pt idx="22332">1.45</cx:pt>
          <cx:pt idx="22333">1.45</cx:pt>
          <cx:pt idx="22334">2.0800000000000001</cx:pt>
          <cx:pt idx="22335">0.41999999999999998</cx:pt>
          <cx:pt idx="22336">4.9500000000000002</cx:pt>
          <cx:pt idx="22337">2.0800000000000001</cx:pt>
          <cx:pt idx="22338">4.9500000000000002</cx:pt>
          <cx:pt idx="22339">4.9500000000000002</cx:pt>
          <cx:pt idx="22340">2.0800000000000001</cx:pt>
          <cx:pt idx="22341">1.6499999999999999</cx:pt>
          <cx:pt idx="22342">1.6499999999999999</cx:pt>
          <cx:pt idx="22343">2.9500000000000002</cx:pt>
          <cx:pt idx="22344">1.6499999999999999</cx:pt>
          <cx:pt idx="22345">0.84999999999999998</cx:pt>
          <cx:pt idx="22346">2.5499999999999998</cx:pt>
          <cx:pt idx="22347">2.0800000000000001</cx:pt>
          <cx:pt idx="22348">2.1000000000000001</cx:pt>
          <cx:pt idx="22349">0.84999999999999998</cx:pt>
          <cx:pt idx="22350">2.5499999999999998</cx:pt>
          <cx:pt idx="22351">3.75</cx:pt>
          <cx:pt idx="22352">0.65000000000000002</cx:pt>
          <cx:pt idx="22353">14.949999999999999</cx:pt>
          <cx:pt idx="22354">1.25</cx:pt>
          <cx:pt idx="22355">2.9500000000000002</cx:pt>
          <cx:pt idx="22356">1.45</cx:pt>
          <cx:pt idx="22357">1.6499999999999999</cx:pt>
          <cx:pt idx="22358">1.45</cx:pt>
          <cx:pt idx="22359">1.25</cx:pt>
          <cx:pt idx="22360">1.25</cx:pt>
          <cx:pt idx="22361">1.25</cx:pt>
          <cx:pt idx="22362">1.45</cx:pt>
          <cx:pt idx="22363">2.9500000000000002</cx:pt>
          <cx:pt idx="22364">3.75</cx:pt>
          <cx:pt idx="22365">2.9500000000000002</cx:pt>
          <cx:pt idx="22366">0.41999999999999998</cx:pt>
          <cx:pt idx="22367">2.0800000000000001</cx:pt>
          <cx:pt idx="22368">1.6499999999999999</cx:pt>
          <cx:pt idx="22369">1.45</cx:pt>
          <cx:pt idx="22370">6.3499999999999996</cx:pt>
          <cx:pt idx="22371">3.75</cx:pt>
          <cx:pt idx="22372">0.65000000000000002</cx:pt>
          <cx:pt idx="22373">4.9500000000000002</cx:pt>
          <cx:pt idx="22374">1.6499999999999999</cx:pt>
          <cx:pt idx="22375">4.9500000000000002</cx:pt>
          <cx:pt idx="22376">1.45</cx:pt>
          <cx:pt idx="22377">2.9500000000000002</cx:pt>
          <cx:pt idx="22378">1.6499999999999999</cx:pt>
          <cx:pt idx="22379">0.41999999999999998</cx:pt>
          <cx:pt idx="22380">1.6499999999999999</cx:pt>
          <cx:pt idx="22381">1.45</cx:pt>
          <cx:pt idx="22382">8.25</cx:pt>
          <cx:pt idx="22383">1.45</cx:pt>
          <cx:pt idx="22384">4.1500000000000004</cx:pt>
          <cx:pt idx="22385">6.75</cx:pt>
          <cx:pt idx="22386">1.6499999999999999</cx:pt>
          <cx:pt idx="22387">8.5</cx:pt>
          <cx:pt idx="22388">9.9499999999999993</cx:pt>
          <cx:pt idx="22389">15.789999999999999</cx:pt>
          <cx:pt idx="22390">16.629999999999999</cx:pt>
          <cx:pt idx="22391">10.789999999999999</cx:pt>
          <cx:pt idx="22392">4.1299999999999999</cx:pt>
          <cx:pt idx="22393">2.46</cx:pt>
          <cx:pt idx="22394">5.79</cx:pt>
          <cx:pt idx="22395">5.79</cx:pt>
          <cx:pt idx="22396">9.9600000000000009</cx:pt>
          <cx:pt idx="22397">5.79</cx:pt>
          <cx:pt idx="22398">2.46</cx:pt>
          <cx:pt idx="22399">9.1300000000000008</cx:pt>
          <cx:pt idx="22400">2.9500000000000002</cx:pt>
          <cx:pt idx="22401">4.1299999999999999</cx:pt>
          <cx:pt idx="22402">1.25</cx:pt>
          <cx:pt idx="22403">5.79</cx:pt>
          <cx:pt idx="22404">2.46</cx:pt>
          <cx:pt idx="22405">1.6299999999999999</cx:pt>
          <cx:pt idx="22406">4.1299999999999999</cx:pt>
          <cx:pt idx="22407">4.1299999999999999</cx:pt>
          <cx:pt idx="22408">4.1299999999999999</cx:pt>
          <cx:pt idx="22409">2.9199999999999999</cx:pt>
          <cx:pt idx="22410">4.9500000000000002</cx:pt>
          <cx:pt idx="22411">1.6299999999999999</cx:pt>
          <cx:pt idx="22412">2.46</cx:pt>
          <cx:pt idx="22413">1.25</cx:pt>
          <cx:pt idx="22414">16.629999999999999</cx:pt>
          <cx:pt idx="22415">0.82999999999999996</cx:pt>
          <cx:pt idx="22416">1.6299999999999999</cx:pt>
          <cx:pt idx="22417">4.1299999999999999</cx:pt>
          <cx:pt idx="22418">24.960000000000001</cx:pt>
          <cx:pt idx="22419">1.25</cx:pt>
          <cx:pt idx="22420">15.789999999999999</cx:pt>
          <cx:pt idx="22421">3.29</cx:pt>
          <cx:pt idx="22422">1.6299999999999999</cx:pt>
          <cx:pt idx="22423">1.6299999999999999</cx:pt>
          <cx:pt idx="22424">8.5</cx:pt>
          <cx:pt idx="22425">2.5499999999999998</cx:pt>
          <cx:pt idx="22426">0.55000000000000004</cx:pt>
          <cx:pt idx="22427">0.65000000000000002</cx:pt>
          <cx:pt idx="22428">4.9500000000000002</cx:pt>
          <cx:pt idx="22429">3.25</cx:pt>
          <cx:pt idx="22430">12.75</cx:pt>
          <cx:pt idx="22431">1.6499999999999999</cx:pt>
          <cx:pt idx="22432">2.0800000000000001</cx:pt>
          <cx:pt idx="22433">1.25</cx:pt>
          <cx:pt idx="22434">1.45</cx:pt>
          <cx:pt idx="22435">4.9500000000000002</cx:pt>
          <cx:pt idx="22436">7.9500000000000002</cx:pt>
          <cx:pt idx="22437">12.75</cx:pt>
          <cx:pt idx="22438">1.45</cx:pt>
          <cx:pt idx="22439">4.9500000000000002</cx:pt>
          <cx:pt idx="22440">4.1500000000000004</cx:pt>
          <cx:pt idx="22441">2.0800000000000001</cx:pt>
          <cx:pt idx="22442">7.9500000000000002</cx:pt>
          <cx:pt idx="22443">2.9500000000000002</cx:pt>
          <cx:pt idx="22444">7.9500000000000002</cx:pt>
          <cx:pt idx="22445">1.6499999999999999</cx:pt>
          <cx:pt idx="22446">1.25</cx:pt>
          <cx:pt idx="22447">2.0800000000000001</cx:pt>
          <cx:pt idx="22448">0.84999999999999998</cx:pt>
          <cx:pt idx="22449">0.65000000000000002</cx:pt>
          <cx:pt idx="22450">0.65000000000000002</cx:pt>
          <cx:pt idx="22451">2.25</cx:pt>
          <cx:pt idx="22452">4.1500000000000004</cx:pt>
          <cx:pt idx="22453">2.0800000000000001</cx:pt>
          <cx:pt idx="22454">2.0800000000000001</cx:pt>
          <cx:pt idx="22455">1.45</cx:pt>
          <cx:pt idx="22456">2.1000000000000001</cx:pt>
          <cx:pt idx="22457">1.6499999999999999</cx:pt>
          <cx:pt idx="22458">1.6499999999999999</cx:pt>
          <cx:pt idx="22459">0.84999999999999998</cx:pt>
          <cx:pt idx="22460">0.84999999999999998</cx:pt>
          <cx:pt idx="22461">2.5499999999999998</cx:pt>
          <cx:pt idx="22462">1.25</cx:pt>
          <cx:pt idx="22463">1.6499999999999999</cx:pt>
          <cx:pt idx="22464">2.0800000000000001</cx:pt>
          <cx:pt idx="22465">7.9500000000000002</cx:pt>
          <cx:pt idx="22466">7.9500000000000002</cx:pt>
          <cx:pt idx="22467">8.5</cx:pt>
          <cx:pt idx="22468">0.65000000000000002</cx:pt>
          <cx:pt idx="22469">1.6499999999999999</cx:pt>
          <cx:pt idx="22470">8.5</cx:pt>
          <cx:pt idx="22471">1.25</cx:pt>
          <cx:pt idx="22472">1.95</cx:pt>
          <cx:pt idx="22473">1.45</cx:pt>
          <cx:pt idx="22474">4.9500000000000002</cx:pt>
          <cx:pt idx="22475">1.95</cx:pt>
          <cx:pt idx="22476">8.5</cx:pt>
          <cx:pt idx="22477">0.71999999999999997</cx:pt>
          <cx:pt idx="22478">2.9500000000000002</cx:pt>
          <cx:pt idx="22479">1.6499999999999999</cx:pt>
          <cx:pt idx="22480">4.1500000000000004</cx:pt>
          <cx:pt idx="22481">1.6499999999999999</cx:pt>
          <cx:pt idx="22482">2.0800000000000001</cx:pt>
          <cx:pt idx="22483">2.5499999999999998</cx:pt>
          <cx:pt idx="22484">0.65000000000000002</cx:pt>
          <cx:pt idx="22485">4.1500000000000004</cx:pt>
          <cx:pt idx="22486">2.5499999999999998</cx:pt>
          <cx:pt idx="22487">3.75</cx:pt>
          <cx:pt idx="22488">1.25</cx:pt>
          <cx:pt idx="22489">3.25</cx:pt>
          <cx:pt idx="22490">12.75</cx:pt>
          <cx:pt idx="22491">4.9500000000000002</cx:pt>
          <cx:pt idx="22492">7.9500000000000002</cx:pt>
          <cx:pt idx="22493">4.9500000000000002</cx:pt>
          <cx:pt idx="22494">7.9500000000000002</cx:pt>
          <cx:pt idx="22495">8.5</cx:pt>
          <cx:pt idx="22496">6.3499999999999996</cx:pt>
          <cx:pt idx="22497">2.5499999999999998</cx:pt>
          <cx:pt idx="22498">0.84999999999999998</cx:pt>
          <cx:pt idx="22499">1.45</cx:pt>
          <cx:pt idx="22500">2.9500000000000002</cx:pt>
          <cx:pt idx="22501">4.9500000000000002</cx:pt>
          <cx:pt idx="22502">2.5499999999999998</cx:pt>
          <cx:pt idx="22503">4.1500000000000004</cx:pt>
          <cx:pt idx="22504">3.25</cx:pt>
          <cx:pt idx="22505">2.1000000000000001</cx:pt>
          <cx:pt idx="22506">0.41999999999999998</cx:pt>
          <cx:pt idx="22507">0.65000000000000002</cx:pt>
          <cx:pt idx="22508">4.9500000000000002</cx:pt>
          <cx:pt idx="22509">0.41999999999999998</cx:pt>
          <cx:pt idx="22510">2.25</cx:pt>
          <cx:pt idx="22511">7.9500000000000002</cx:pt>
          <cx:pt idx="22512">2.9500000000000002</cx:pt>
          <cx:pt idx="22513">3.25</cx:pt>
          <cx:pt idx="22514">0.65000000000000002</cx:pt>
          <cx:pt idx="22515">7.9500000000000002</cx:pt>
          <cx:pt idx="22516">1.6499999999999999</cx:pt>
          <cx:pt idx="22517">0.41999999999999998</cx:pt>
          <cx:pt idx="22518">1.6499999999999999</cx:pt>
          <cx:pt idx="22519">14.949999999999999</cx:pt>
          <cx:pt idx="22520">12.75</cx:pt>
          <cx:pt idx="22521">1.25</cx:pt>
          <cx:pt idx="22522">1.25</cx:pt>
          <cx:pt idx="22523">1.25</cx:pt>
          <cx:pt idx="22524">1.6499999999999999</cx:pt>
          <cx:pt idx="22525">1.6499999999999999</cx:pt>
          <cx:pt idx="22526">1.6499999999999999</cx:pt>
          <cx:pt idx="22527">0.41999999999999998</cx:pt>
          <cx:pt idx="22528">4.9500000000000002</cx:pt>
          <cx:pt idx="22529">4.9500000000000002</cx:pt>
          <cx:pt idx="22530">2.5499999999999998</cx:pt>
          <cx:pt idx="22531">4.1500000000000004</cx:pt>
          <cx:pt idx="22532">0.41999999999999998</cx:pt>
          <cx:pt idx="22533">1.25</cx:pt>
          <cx:pt idx="22534">2.9500000000000002</cx:pt>
          <cx:pt idx="22535">2.1000000000000001</cx:pt>
          <cx:pt idx="22536">12.75</cx:pt>
          <cx:pt idx="22537">4.1299999999999999</cx:pt>
          <cx:pt idx="22538">5.79</cx:pt>
          <cx:pt idx="22539">10.789999999999999</cx:pt>
          <cx:pt idx="22540">1.6299999999999999</cx:pt>
          <cx:pt idx="22541">5.79</cx:pt>
          <cx:pt idx="22542">15.789999999999999</cx:pt>
          <cx:pt idx="22543">1.25</cx:pt>
          <cx:pt idx="22544">4.1299999999999999</cx:pt>
          <cx:pt idx="22545">2.46</cx:pt>
          <cx:pt idx="22546">0.41999999999999998</cx:pt>
          <cx:pt idx="22547">3.29</cx:pt>
          <cx:pt idx="22548">4.1299999999999999</cx:pt>
          <cx:pt idx="22549">2.46</cx:pt>
          <cx:pt idx="22550">2.5499999999999998</cx:pt>
          <cx:pt idx="22551">3.29</cx:pt>
          <cx:pt idx="22552">1.6299999999999999</cx:pt>
          <cx:pt idx="22553">1.6299999999999999</cx:pt>
          <cx:pt idx="22554">0.82999999999999996</cx:pt>
          <cx:pt idx="22555">1.45</cx:pt>
          <cx:pt idx="22556">4.9500000000000002</cx:pt>
          <cx:pt idx="22557">10.789999999999999</cx:pt>
          <cx:pt idx="22558">2.46</cx:pt>
          <cx:pt idx="22559">4.1299999999999999</cx:pt>
          <cx:pt idx="22560">5.79</cx:pt>
          <cx:pt idx="22561">5.79</cx:pt>
          <cx:pt idx="22562">1.0600000000000001</cx:pt>
          <cx:pt idx="22563">2.5499999999999998</cx:pt>
          <cx:pt idx="22564">4.6500000000000004</cx:pt>
          <cx:pt idx="22565">1.6499999999999999</cx:pt>
          <cx:pt idx="22566">4.1299999999999999</cx:pt>
          <cx:pt idx="22567">1.6299999999999999</cx:pt>
          <cx:pt idx="22568">1.6499999999999999</cx:pt>
          <cx:pt idx="22569">0.84999999999999998</cx:pt>
          <cx:pt idx="22570">1.6299999999999999</cx:pt>
          <cx:pt idx="22571">4.9500000000000002</cx:pt>
          <cx:pt idx="22572">7.9500000000000002</cx:pt>
          <cx:pt idx="22573">2.9500000000000002</cx:pt>
          <cx:pt idx="22574">0.41999999999999998</cx:pt>
          <cx:pt idx="22575">0.84999999999999998</cx:pt>
          <cx:pt idx="22576">0.71999999999999997</cx:pt>
          <cx:pt idx="22577">9.9499999999999993</cx:pt>
          <cx:pt idx="22578">6.9500000000000002</cx:pt>
          <cx:pt idx="22579">4.6500000000000004</cx:pt>
          <cx:pt idx="22580">2.0800000000000001</cx:pt>
          <cx:pt idx="22581">4.1500000000000004</cx:pt>
          <cx:pt idx="22582">4.9500000000000002</cx:pt>
          <cx:pt idx="22583">12.75</cx:pt>
          <cx:pt idx="22584">1.6499999999999999</cx:pt>
          <cx:pt idx="22585">3.75</cx:pt>
          <cx:pt idx="22586">9.9499999999999993</cx:pt>
          <cx:pt idx="22587">0.84999999999999998</cx:pt>
          <cx:pt idx="22588">2.8900000000000001</cx:pt>
          <cx:pt idx="22589">2.1000000000000001</cx:pt>
          <cx:pt idx="22590">2.25</cx:pt>
          <cx:pt idx="22591">2.0800000000000001</cx:pt>
          <cx:pt idx="22592">1.6499999999999999</cx:pt>
          <cx:pt idx="22593">2.1000000000000001</cx:pt>
          <cx:pt idx="22594">0.55000000000000004</cx:pt>
          <cx:pt idx="22595">2.0800000000000001</cx:pt>
          <cx:pt idx="22596">2.5499999999999998</cx:pt>
          <cx:pt idx="22597">8.5</cx:pt>
          <cx:pt idx="22598">8.5</cx:pt>
          <cx:pt idx="22599">1.25</cx:pt>
          <cx:pt idx="22600">1.25</cx:pt>
          <cx:pt idx="22601">0.84999999999999998</cx:pt>
          <cx:pt idx="22602">4.9500000000000002</cx:pt>
          <cx:pt idx="22603">2.9500000000000002</cx:pt>
          <cx:pt idx="22604">0.41999999999999998</cx:pt>
          <cx:pt idx="22605">1.6499999999999999</cx:pt>
          <cx:pt idx="22606">8.25</cx:pt>
          <cx:pt idx="22607">7.9500000000000002</cx:pt>
          <cx:pt idx="22608">4.9500000000000002</cx:pt>
          <cx:pt idx="22609">1.25</cx:pt>
          <cx:pt idx="22610">1.25</cx:pt>
          <cx:pt idx="22611">1.45</cx:pt>
          <cx:pt idx="22612">1.45</cx:pt>
          <cx:pt idx="22613">1.6499999999999999</cx:pt>
          <cx:pt idx="22614">6.9500000000000002</cx:pt>
          <cx:pt idx="22615">3.25</cx:pt>
          <cx:pt idx="22616">1.25</cx:pt>
          <cx:pt idx="22617">2.1000000000000001</cx:pt>
          <cx:pt idx="22618">0.82999999999999996</cx:pt>
          <cx:pt idx="22619">6.9500000000000002</cx:pt>
          <cx:pt idx="22620">7.9500000000000002</cx:pt>
          <cx:pt idx="22621">7.9500000000000002</cx:pt>
          <cx:pt idx="22622">0.41999999999999998</cx:pt>
          <cx:pt idx="22623">4.1500000000000004</cx:pt>
          <cx:pt idx="22624">4.9500000000000002</cx:pt>
          <cx:pt idx="22625">4.1500000000000004</cx:pt>
          <cx:pt idx="22626">4.1500000000000004</cx:pt>
          <cx:pt idx="22627">2.9500000000000002</cx:pt>
          <cx:pt idx="22628">3.75</cx:pt>
          <cx:pt idx="22629">4.9500000000000002</cx:pt>
          <cx:pt idx="22630">2.1000000000000001</cx:pt>
          <cx:pt idx="22631">2.5499999999999998</cx:pt>
          <cx:pt idx="22632">2.5499999999999998</cx:pt>
          <cx:pt idx="22633">2.0800000000000001</cx:pt>
          <cx:pt idx="22634">7.6500000000000004</cx:pt>
          <cx:pt idx="22635">1.95</cx:pt>
          <cx:pt idx="22636">1.6499999999999999</cx:pt>
          <cx:pt idx="22637">0.65000000000000002</cx:pt>
          <cx:pt idx="22638">2.5499999999999998</cx:pt>
          <cx:pt idx="22639">2.9500000000000002</cx:pt>
          <cx:pt idx="22640">0.41999999999999998</cx:pt>
          <cx:pt idx="22641">1.6499999999999999</cx:pt>
          <cx:pt idx="22642">1.6499999999999999</cx:pt>
          <cx:pt idx="22643">1.6499999999999999</cx:pt>
          <cx:pt idx="22644">0.55000000000000004</cx:pt>
          <cx:pt idx="22645">1.6499999999999999</cx:pt>
          <cx:pt idx="22646">2.5499999999999998</cx:pt>
          <cx:pt idx="22647">0.41999999999999998</cx:pt>
          <cx:pt idx="22648">0.41999999999999998</cx:pt>
          <cx:pt idx="22649">1.45</cx:pt>
          <cx:pt idx="22650">8.5</cx:pt>
          <cx:pt idx="22651">8.5</cx:pt>
          <cx:pt idx="22652">4.9500000000000002</cx:pt>
          <cx:pt idx="22653">3.25</cx:pt>
          <cx:pt idx="22654">0.41999999999999998</cx:pt>
          <cx:pt idx="22655">2.0800000000000001</cx:pt>
          <cx:pt idx="22656">4.1299999999999999</cx:pt>
          <cx:pt idx="22657">4.1299999999999999</cx:pt>
          <cx:pt idx="22658">4.1299999999999999</cx:pt>
          <cx:pt idx="22659">0.82999999999999996</cx:pt>
          <cx:pt idx="22660">8.2899999999999991</cx:pt>
          <cx:pt idx="22661">16.629999999999999</cx:pt>
          <cx:pt idx="22662">4.1299999999999999</cx:pt>
          <cx:pt idx="22663">4.1299999999999999</cx:pt>
          <cx:pt idx="22664">5.79</cx:pt>
          <cx:pt idx="22665">16.629999999999999</cx:pt>
          <cx:pt idx="22666">24.960000000000001</cx:pt>
          <cx:pt idx="22667">4.1299999999999999</cx:pt>
          <cx:pt idx="22668">4.1299999999999999</cx:pt>
          <cx:pt idx="22669">4.96</cx:pt>
          <cx:pt idx="22670">24.960000000000001</cx:pt>
          <cx:pt idx="22671">4.1299999999999999</cx:pt>
          <cx:pt idx="22672">5.79</cx:pt>
          <cx:pt idx="22673">5.79</cx:pt>
          <cx:pt idx="22674">24.960000000000001</cx:pt>
          <cx:pt idx="22675">4.1299999999999999</cx:pt>
          <cx:pt idx="22676">16.629999999999999</cx:pt>
          <cx:pt idx="22677">4.96</cx:pt>
          <cx:pt idx="22678">4.96</cx:pt>
          <cx:pt idx="22679">4.1299999999999999</cx:pt>
          <cx:pt idx="22680">2.5499999999999998</cx:pt>
          <cx:pt idx="22681">8.25</cx:pt>
          <cx:pt idx="22682">4.9500000000000002</cx:pt>
          <cx:pt idx="22683">2.5499999999999998</cx:pt>
          <cx:pt idx="22684">6.3499999999999996</cx:pt>
          <cx:pt idx="22685">6.8899999999999997</cx:pt>
          <cx:pt idx="22686">2.1000000000000001</cx:pt>
          <cx:pt idx="22687">2.5499999999999998</cx:pt>
          <cx:pt idx="22688">1.53</cx:pt>
          <cx:pt idx="22689">0.65000000000000002</cx:pt>
          <cx:pt idx="22690">2.9500000000000002</cx:pt>
          <cx:pt idx="22691">2.9500000000000002</cx:pt>
          <cx:pt idx="22692">0.55000000000000004</cx:pt>
          <cx:pt idx="22693">0.41999999999999998</cx:pt>
          <cx:pt idx="22694">2.0800000000000001</cx:pt>
          <cx:pt idx="22695">0.41999999999999998</cx:pt>
          <cx:pt idx="22696">1.6499999999999999</cx:pt>
          <cx:pt idx="22697">1.6499999999999999</cx:pt>
          <cx:pt idx="22698">2.5499999999999998</cx:pt>
          <cx:pt idx="22699">0.82999999999999996</cx:pt>
          <cx:pt idx="22700">2.25</cx:pt>
          <cx:pt idx="22701">2.25</cx:pt>
          <cx:pt idx="22702">1.25</cx:pt>
          <cx:pt idx="22703">1.25</cx:pt>
          <cx:pt idx="22704">7.6500000000000004</cx:pt>
          <cx:pt idx="22705">2.0800000000000001</cx:pt>
          <cx:pt idx="22706">1.45</cx:pt>
          <cx:pt idx="22707">1.25</cx:pt>
          <cx:pt idx="22708">1.25</cx:pt>
          <cx:pt idx="22709">2.1000000000000001</cx:pt>
          <cx:pt idx="22710">0.41999999999999998</cx:pt>
          <cx:pt idx="22711">1.6499999999999999</cx:pt>
          <cx:pt idx="22712">7.9500000000000002</cx:pt>
          <cx:pt idx="22713">2.1000000000000001</cx:pt>
          <cx:pt idx="22714">1.6499999999999999</cx:pt>
          <cx:pt idx="22715">1.25</cx:pt>
          <cx:pt idx="22716">14.949999999999999</cx:pt>
          <cx:pt idx="22717">1.6499999999999999</cx:pt>
          <cx:pt idx="22718">1.25</cx:pt>
          <cx:pt idx="22719">2.9500000000000002</cx:pt>
          <cx:pt idx="22720">2.9500000000000002</cx:pt>
          <cx:pt idx="22721">0.55000000000000004</cx:pt>
          <cx:pt idx="22722">0.84999999999999998</cx:pt>
          <cx:pt idx="22723">8.25</cx:pt>
          <cx:pt idx="22724">1.6499999999999999</cx:pt>
          <cx:pt idx="22725">7.9500000000000002</cx:pt>
          <cx:pt idx="22726">7.9500000000000002</cx:pt>
          <cx:pt idx="22727">2.0800000000000001</cx:pt>
          <cx:pt idx="22728">1.6499999999999999</cx:pt>
          <cx:pt idx="22729">1.6499999999999999</cx:pt>
          <cx:pt idx="22730">0.84999999999999998</cx:pt>
          <cx:pt idx="22731">0.41999999999999998</cx:pt>
          <cx:pt idx="22732">2.0800000000000001</cx:pt>
          <cx:pt idx="22733">2.0800000000000001</cx:pt>
          <cx:pt idx="22734">0.41999999999999998</cx:pt>
          <cx:pt idx="22735">2.9500000000000002</cx:pt>
          <cx:pt idx="22736">1.25</cx:pt>
          <cx:pt idx="22737">1.6499999999999999</cx:pt>
          <cx:pt idx="22738">0.84999999999999998</cx:pt>
          <cx:pt idx="22739">0.41999999999999998</cx:pt>
          <cx:pt idx="22740">4.1299999999999999</cx:pt>
          <cx:pt idx="22741">4.1299999999999999</cx:pt>
          <cx:pt idx="22742">5.79</cx:pt>
          <cx:pt idx="22743">2.46</cx:pt>
          <cx:pt idx="22744">0.41999999999999998</cx:pt>
          <cx:pt idx="22745">5.79</cx:pt>
          <cx:pt idx="22746">0.41999999999999998</cx:pt>
          <cx:pt idx="22747">16.629999999999999</cx:pt>
          <cx:pt idx="22748">4.1299999999999999</cx:pt>
          <cx:pt idx="22749">2.46</cx:pt>
          <cx:pt idx="22750">0.82999999999999996</cx:pt>
          <cx:pt idx="22751">2.46</cx:pt>
          <cx:pt idx="22752">3.29</cx:pt>
          <cx:pt idx="22753">1.6299999999999999</cx:pt>
          <cx:pt idx="22754">6.75</cx:pt>
          <cx:pt idx="22755">2.5499999999999998</cx:pt>
          <cx:pt idx="22756">0.41999999999999998</cx:pt>
          <cx:pt idx="22757">6.75</cx:pt>
          <cx:pt idx="22758">2.9500000000000002</cx:pt>
          <cx:pt idx="22759">4.9500000000000002</cx:pt>
          <cx:pt idx="22760">3.25</cx:pt>
          <cx:pt idx="22761">2.9500000000000002</cx:pt>
          <cx:pt idx="22762">2.0800000000000001</cx:pt>
          <cx:pt idx="22763">7.6500000000000004</cx:pt>
          <cx:pt idx="22764">1.79</cx:pt>
          <cx:pt idx="22765">4.1500000000000004</cx:pt>
          <cx:pt idx="22766">0.35999999999999999</cx:pt>
          <cx:pt idx="22767">1.45</cx:pt>
          <cx:pt idx="22768">1.05</cx:pt>
          <cx:pt idx="22769">1.79</cx:pt>
          <cx:pt idx="22770">1.45</cx:pt>
          <cx:pt idx="22771">0.71999999999999997</cx:pt>
          <cx:pt idx="22772">2.1000000000000001</cx:pt>
          <cx:pt idx="22773">4.1500000000000004</cx:pt>
          <cx:pt idx="22774">12.75</cx:pt>
          <cx:pt idx="22775">1.25</cx:pt>
          <cx:pt idx="22776">0.65000000000000002</cx:pt>
          <cx:pt idx="22777">1.95</cx:pt>
          <cx:pt idx="22778">4.25</cx:pt>
          <cx:pt idx="22779">2.1000000000000001</cx:pt>
          <cx:pt idx="22780">4.1500000000000004</cx:pt>
          <cx:pt idx="22781">0.65000000000000002</cx:pt>
          <cx:pt idx="22782">1.6499999999999999</cx:pt>
          <cx:pt idx="22783">2.5499999999999998</cx:pt>
          <cx:pt idx="22784">2.1000000000000001</cx:pt>
          <cx:pt idx="22785">1.25</cx:pt>
          <cx:pt idx="22786">7.6500000000000004</cx:pt>
          <cx:pt idx="22787">2.9500000000000002</cx:pt>
          <cx:pt idx="22788">4.9500000000000002</cx:pt>
          <cx:pt idx="22789">2.1000000000000001</cx:pt>
          <cx:pt idx="22790">3.75</cx:pt>
          <cx:pt idx="22791">0.84999999999999998</cx:pt>
          <cx:pt idx="22792">1.6499999999999999</cx:pt>
          <cx:pt idx="22793">2.9500000000000002</cx:pt>
          <cx:pt idx="22794">2.9500000000000002</cx:pt>
          <cx:pt idx="22795">2.5499999999999998</cx:pt>
          <cx:pt idx="22796">12.75</cx:pt>
          <cx:pt idx="22797">2.1000000000000001</cx:pt>
          <cx:pt idx="22798">4.1299999999999999</cx:pt>
          <cx:pt idx="22799">4.1299999999999999</cx:pt>
          <cx:pt idx="22800">3.29</cx:pt>
          <cx:pt idx="22801">4.1299999999999999</cx:pt>
          <cx:pt idx="22802">4.1299999999999999</cx:pt>
          <cx:pt idx="22803">4.96</cx:pt>
          <cx:pt idx="22804">4.1299999999999999</cx:pt>
          <cx:pt idx="22805">0.41999999999999998</cx:pt>
          <cx:pt idx="22806">2.9500000000000002</cx:pt>
          <cx:pt idx="22807">0.41999999999999998</cx:pt>
          <cx:pt idx="22808">0.41999999999999998</cx:pt>
          <cx:pt idx="22809">0.41999999999999998</cx:pt>
          <cx:pt idx="22810">0.41999999999999998</cx:pt>
          <cx:pt idx="22811">14.949999999999999</cx:pt>
          <cx:pt idx="22812">0.84999999999999998</cx:pt>
          <cx:pt idx="22813">1.6499999999999999</cx:pt>
          <cx:pt idx="22814">0.84999999999999998</cx:pt>
          <cx:pt idx="22815">1.6499999999999999</cx:pt>
          <cx:pt idx="22816">0.55000000000000004</cx:pt>
          <cx:pt idx="22817">1.25</cx:pt>
          <cx:pt idx="22818">0.84999999999999998</cx:pt>
          <cx:pt idx="22819">0.41999999999999998</cx:pt>
          <cx:pt idx="22820">2.5499999999999998</cx:pt>
          <cx:pt idx="22821">2.1000000000000001</cx:pt>
          <cx:pt idx="22822">12.75</cx:pt>
          <cx:pt idx="22823">1.95</cx:pt>
          <cx:pt idx="22824">4.9500000000000002</cx:pt>
          <cx:pt idx="22825">2.1000000000000001</cx:pt>
          <cx:pt idx="22826">6.3499999999999996</cx:pt>
          <cx:pt idx="22827">0.55000000000000004</cx:pt>
          <cx:pt idx="22828">2.0800000000000001</cx:pt>
          <cx:pt idx="22829">4.1500000000000004</cx:pt>
          <cx:pt idx="22830">4.1500000000000004</cx:pt>
          <cx:pt idx="22831">1.25</cx:pt>
          <cx:pt idx="22832">7.6500000000000004</cx:pt>
          <cx:pt idx="22833">6.25</cx:pt>
          <cx:pt idx="22834">1.25</cx:pt>
          <cx:pt idx="22835">4.9500000000000002</cx:pt>
          <cx:pt idx="22836">0.55000000000000004</cx:pt>
          <cx:pt idx="22837">2.5499999999999998</cx:pt>
          <cx:pt idx="22838">4.9500000000000002</cx:pt>
          <cx:pt idx="22839">0.65000000000000002</cx:pt>
          <cx:pt idx="22840">7.9500000000000002</cx:pt>
          <cx:pt idx="22841">1.25</cx:pt>
          <cx:pt idx="22842">2.0800000000000001</cx:pt>
          <cx:pt idx="22843">2.0800000000000001</cx:pt>
          <cx:pt idx="22844">1.6499999999999999</cx:pt>
          <cx:pt idx="22845">7.9500000000000002</cx:pt>
          <cx:pt idx="22846">1.6499999999999999</cx:pt>
          <cx:pt idx="22847">4.1299999999999999</cx:pt>
          <cx:pt idx="22848">12.460000000000001</cx:pt>
          <cx:pt idx="22849">4.96</cx:pt>
          <cx:pt idx="22850">2.46</cx:pt>
          <cx:pt idx="22851">1.95</cx:pt>
          <cx:pt idx="22852">6.6299999999999999</cx:pt>
          <cx:pt idx="22853">4.1299999999999999</cx:pt>
          <cx:pt idx="22854">7.46</cx:pt>
          <cx:pt idx="22855">8.2899999999999991</cx:pt>
          <cx:pt idx="22856">8.2899999999999991</cx:pt>
          <cx:pt idx="22857">1.6299999999999999</cx:pt>
          <cx:pt idx="22858">3.29</cx:pt>
          <cx:pt idx="22859">6.6299999999999999</cx:pt>
          <cx:pt idx="22860">0.41999999999999998</cx:pt>
          <cx:pt idx="22861">4.96</cx:pt>
          <cx:pt idx="22862">2.46</cx:pt>
          <cx:pt idx="22863">2.5499999999999998</cx:pt>
          <cx:pt idx="22864">7.46</cx:pt>
          <cx:pt idx="22865">2.0800000000000001</cx:pt>
          <cx:pt idx="22866">4.9500000000000002</cx:pt>
          <cx:pt idx="22867">3.25</cx:pt>
          <cx:pt idx="22868">2.9500000000000002</cx:pt>
          <cx:pt idx="22869">2.0800000000000001</cx:pt>
          <cx:pt idx="22870">7.9500000000000002</cx:pt>
          <cx:pt idx="22871">1.6499999999999999</cx:pt>
          <cx:pt idx="22872">0.82999999999999996</cx:pt>
          <cx:pt idx="22873">0.41999999999999998</cx:pt>
          <cx:pt idx="22874">4.9500000000000002</cx:pt>
          <cx:pt idx="22875">2.0800000000000001</cx:pt>
          <cx:pt idx="22876">2.1000000000000001</cx:pt>
          <cx:pt idx="22877">12.75</cx:pt>
          <cx:pt idx="22878">0.84999999999999998</cx:pt>
          <cx:pt idx="22879">7.9500000000000002</cx:pt>
          <cx:pt idx="22880">7.9500000000000002</cx:pt>
          <cx:pt idx="22881">1.45</cx:pt>
          <cx:pt idx="22882">6.9500000000000002</cx:pt>
          <cx:pt idx="22883">14.949999999999999</cx:pt>
          <cx:pt idx="22884">1.45</cx:pt>
          <cx:pt idx="22885">1.6499999999999999</cx:pt>
          <cx:pt idx="22886">12.75</cx:pt>
          <cx:pt idx="22887">1.95</cx:pt>
          <cx:pt idx="22888">2.0800000000000001</cx:pt>
          <cx:pt idx="22889">0.84999999999999998</cx:pt>
          <cx:pt idx="22890">4.9500000000000002</cx:pt>
          <cx:pt idx="22891">7.9500000000000002</cx:pt>
          <cx:pt idx="22892">2.9500000000000002</cx:pt>
          <cx:pt idx="22893">3.3900000000000001</cx:pt>
          <cx:pt idx="22894">8.5</cx:pt>
          <cx:pt idx="22895">1.25</cx:pt>
          <cx:pt idx="22896">0.41999999999999998</cx:pt>
          <cx:pt idx="22897">6.75</cx:pt>
          <cx:pt idx="22898">2.1000000000000001</cx:pt>
          <cx:pt idx="22899">1.6499999999999999</cx:pt>
          <cx:pt idx="22900">0.41999999999999998</cx:pt>
          <cx:pt idx="22901">0.41999999999999998</cx:pt>
          <cx:pt idx="22902">2.1000000000000001</cx:pt>
          <cx:pt idx="22903">2.0800000000000001</cx:pt>
          <cx:pt idx="22904">1.6499999999999999</cx:pt>
          <cx:pt idx="22905">2.0800000000000001</cx:pt>
          <cx:pt idx="22906">14.949999999999999</cx:pt>
          <cx:pt idx="22907">2.9500000000000002</cx:pt>
          <cx:pt idx="22908">3.25</cx:pt>
          <cx:pt idx="22909">2.9500000000000002</cx:pt>
          <cx:pt idx="22910">1.8500000000000001</cx:pt>
          <cx:pt idx="22911">3.75</cx:pt>
          <cx:pt idx="22912">1.6499999999999999</cx:pt>
          <cx:pt idx="22913">0.84999999999999998</cx:pt>
          <cx:pt idx="22914">1.25</cx:pt>
          <cx:pt idx="22915">2.5499999999999998</cx:pt>
          <cx:pt idx="22916">8.5</cx:pt>
          <cx:pt idx="22917">0.65000000000000002</cx:pt>
          <cx:pt idx="22918">0.41999999999999998</cx:pt>
          <cx:pt idx="22919">2.5499999999999998</cx:pt>
          <cx:pt idx="22920">1.8500000000000001</cx:pt>
          <cx:pt idx="22921">5.9500000000000002</cx:pt>
          <cx:pt idx="22922">2.5499999999999998</cx:pt>
          <cx:pt idx="22923">1.79</cx:pt>
          <cx:pt idx="22924">1.0600000000000001</cx:pt>
          <cx:pt idx="22925">2.5499999999999998</cx:pt>
          <cx:pt idx="22926">12.75</cx:pt>
          <cx:pt idx="22927">2.1000000000000001</cx:pt>
          <cx:pt idx="22928">4.1500000000000004</cx:pt>
          <cx:pt idx="22929">2.0800000000000001</cx:pt>
          <cx:pt idx="22930">12.75</cx:pt>
          <cx:pt idx="22931">9.9499999999999993</cx:pt>
          <cx:pt idx="22932">6.3499999999999996</cx:pt>
          <cx:pt idx="22933">1.25</cx:pt>
          <cx:pt idx="22934">1.25</cx:pt>
          <cx:pt idx="22935">2.9500000000000002</cx:pt>
          <cx:pt idx="22936">0.84999999999999998</cx:pt>
          <cx:pt idx="22937">1.95</cx:pt>
          <cx:pt idx="22938">2.1000000000000001</cx:pt>
          <cx:pt idx="22939">2.9500000000000002</cx:pt>
          <cx:pt idx="22940">0.65000000000000002</cx:pt>
          <cx:pt idx="22941">1.25</cx:pt>
          <cx:pt idx="22942">1.6499999999999999</cx:pt>
          <cx:pt idx="22943">2.9500000000000002</cx:pt>
          <cx:pt idx="22944">0.41999999999999998</cx:pt>
          <cx:pt idx="22945">1.25</cx:pt>
          <cx:pt idx="22946">1.6499999999999999</cx:pt>
          <cx:pt idx="22947">0.84999999999999998</cx:pt>
          <cx:pt idx="22948">1.6499999999999999</cx:pt>
          <cx:pt idx="22949">3.9500000000000002</cx:pt>
          <cx:pt idx="22950">7.46</cx:pt>
          <cx:pt idx="22951">24.960000000000001</cx:pt>
          <cx:pt idx="22952">0.82999999999999996</cx:pt>
          <cx:pt idx="22953">0.82999999999999996</cx:pt>
          <cx:pt idx="22954">2.9199999999999999</cx:pt>
          <cx:pt idx="22955">8.2899999999999991</cx:pt>
          <cx:pt idx="22956">4.9500000000000002</cx:pt>
          <cx:pt idx="22957">1.6299999999999999</cx:pt>
          <cx:pt idx="22958">2.46</cx:pt>
          <cx:pt idx="22959">14.960000000000001</cx:pt>
          <cx:pt idx="22960">5.79</cx:pt>
          <cx:pt idx="22961">0.82999999999999996</cx:pt>
          <cx:pt idx="22962">0.41999999999999998</cx:pt>
          <cx:pt idx="22963">7.46</cx:pt>
          <cx:pt idx="22964">4.96</cx:pt>
          <cx:pt idx="22965">2.46</cx:pt>
          <cx:pt idx="22966">0.41999999999999998</cx:pt>
          <cx:pt idx="22967">3.29</cx:pt>
          <cx:pt idx="22968">2.46</cx:pt>
          <cx:pt idx="22969">5.79</cx:pt>
          <cx:pt idx="22970">5.79</cx:pt>
          <cx:pt idx="22971">0.41999999999999998</cx:pt>
          <cx:pt idx="22972">0.82999999999999996</cx:pt>
          <cx:pt idx="22973">8.2899999999999991</cx:pt>
          <cx:pt idx="22974">6.6299999999999999</cx:pt>
          <cx:pt idx="22975">14.130000000000001</cx:pt>
          <cx:pt idx="22976">2.46</cx:pt>
          <cx:pt idx="22977">4.96</cx:pt>
          <cx:pt idx="22978">3.29</cx:pt>
          <cx:pt idx="22979">4.1299999999999999</cx:pt>
          <cx:pt idx="22980">1.25</cx:pt>
          <cx:pt idx="22981">2.46</cx:pt>
          <cx:pt idx="22982">1.25</cx:pt>
          <cx:pt idx="22983">3.29</cx:pt>
          <cx:pt idx="22984">4.1299999999999999</cx:pt>
          <cx:pt idx="22985">1.6299999999999999</cx:pt>
          <cx:pt idx="22986">1.6299999999999999</cx:pt>
          <cx:pt idx="22987">0.82999999999999996</cx:pt>
          <cx:pt idx="22988">0.82999999999999996</cx:pt>
          <cx:pt idx="22989">9.9499999999999993</cx:pt>
          <cx:pt idx="22990">2.1000000000000001</cx:pt>
          <cx:pt idx="22991">3.75</cx:pt>
          <cx:pt idx="22992">8.5</cx:pt>
          <cx:pt idx="22993">4.9500000000000002</cx:pt>
          <cx:pt idx="22994">2.1000000000000001</cx:pt>
          <cx:pt idx="22995">1.6499999999999999</cx:pt>
          <cx:pt idx="22996">7.9500000000000002</cx:pt>
          <cx:pt idx="22997">7.9500000000000002</cx:pt>
          <cx:pt idx="22998">9.9499999999999993</cx:pt>
          <cx:pt idx="22999">4.9500000000000002</cx:pt>
          <cx:pt idx="23000">7.9500000000000002</cx:pt>
          <cx:pt idx="23001">4.9500000000000002</cx:pt>
          <cx:pt idx="23002">8.5</cx:pt>
          <cx:pt idx="23003">4.9500000000000002</cx:pt>
          <cx:pt idx="23004">8.5</cx:pt>
          <cx:pt idx="23005">3.75</cx:pt>
          <cx:pt idx="23006">2.0800000000000001</cx:pt>
          <cx:pt idx="23007">2.75</cx:pt>
          <cx:pt idx="23008">2.5499999999999998</cx:pt>
          <cx:pt idx="23009">1.45</cx:pt>
          <cx:pt idx="23010">1.45</cx:pt>
          <cx:pt idx="23011">8.5</cx:pt>
          <cx:pt idx="23012">12.75</cx:pt>
          <cx:pt idx="23013">8.25</cx:pt>
          <cx:pt idx="23014">1.25</cx:pt>
          <cx:pt idx="23015">7.9500000000000002</cx:pt>
          <cx:pt idx="23016">6.9500000000000002</cx:pt>
          <cx:pt idx="23017">12.75</cx:pt>
          <cx:pt idx="23018">7.9500000000000002</cx:pt>
          <cx:pt idx="23019">1.25</cx:pt>
          <cx:pt idx="23020">8.5</cx:pt>
          <cx:pt idx="23021">1.25</cx:pt>
          <cx:pt idx="23022">0.55000000000000004</cx:pt>
          <cx:pt idx="23023">8.25</cx:pt>
          <cx:pt idx="23024">2.5499999999999998</cx:pt>
          <cx:pt idx="23025">8.5</cx:pt>
          <cx:pt idx="23026">2.0800000000000001</cx:pt>
          <cx:pt idx="23027">4.6500000000000004</cx:pt>
          <cx:pt idx="23028">1.6499999999999999</cx:pt>
          <cx:pt idx="23029">4.25</cx:pt>
          <cx:pt idx="23030">2.9500000000000002</cx:pt>
          <cx:pt idx="23031">2.1000000000000001</cx:pt>
          <cx:pt idx="23032">1.6499999999999999</cx:pt>
          <cx:pt idx="23033">2.9500000000000002</cx:pt>
          <cx:pt idx="23034">2.0800000000000001</cx:pt>
          <cx:pt idx="23035">1.25</cx:pt>
          <cx:pt idx="23036">1.6499999999999999</cx:pt>
          <cx:pt idx="23037">1.6499999999999999</cx:pt>
          <cx:pt idx="23038">0.84999999999999998</cx:pt>
          <cx:pt idx="23039">7.9500000000000002</cx:pt>
          <cx:pt idx="23040">8.5</cx:pt>
          <cx:pt idx="23041">12.75</cx:pt>
          <cx:pt idx="23042">2.1000000000000001</cx:pt>
          <cx:pt idx="23043">1.25</cx:pt>
          <cx:pt idx="23044">4.9500000000000002</cx:pt>
          <cx:pt idx="23045">3.25</cx:pt>
          <cx:pt idx="23046">2.5499999999999998</cx:pt>
          <cx:pt idx="23047">2.5499999999999998</cx:pt>
          <cx:pt idx="23048">4.6500000000000004</cx:pt>
          <cx:pt idx="23049">8.5</cx:pt>
          <cx:pt idx="23050">2.9500000000000002</cx:pt>
          <cx:pt idx="23051">3.75</cx:pt>
          <cx:pt idx="23052">12.75</cx:pt>
          <cx:pt idx="23053">1.6499999999999999</cx:pt>
          <cx:pt idx="23054">1.6499999999999999</cx:pt>
          <cx:pt idx="23055">8.5</cx:pt>
          <cx:pt idx="23056">0.55000000000000004</cx:pt>
          <cx:pt idx="23057">1.45</cx:pt>
          <cx:pt idx="23058">4.1500000000000004</cx:pt>
          <cx:pt idx="23059">4.9500000000000002</cx:pt>
          <cx:pt idx="23060">2.9500000000000002</cx:pt>
          <cx:pt idx="23061">0.41999999999999998</cx:pt>
          <cx:pt idx="23062">7.6500000000000004</cx:pt>
          <cx:pt idx="23063">3.75</cx:pt>
          <cx:pt idx="23064">8.5</cx:pt>
          <cx:pt idx="23065">12.75</cx:pt>
          <cx:pt idx="23066">1.6499999999999999</cx:pt>
          <cx:pt idx="23067">8.5</cx:pt>
          <cx:pt idx="23068">1.6499999999999999</cx:pt>
          <cx:pt idx="23069">2.8900000000000001</cx:pt>
          <cx:pt idx="23070">2.25</cx:pt>
          <cx:pt idx="23071">2.1000000000000001</cx:pt>
          <cx:pt idx="23072">2.9500000000000002</cx:pt>
          <cx:pt idx="23073">2.0800000000000001</cx:pt>
          <cx:pt idx="23074">4.9500000000000002</cx:pt>
          <cx:pt idx="23075">4.9500000000000002</cx:pt>
          <cx:pt idx="23076">1.6499999999999999</cx:pt>
          <cx:pt idx="23077">0.65000000000000002</cx:pt>
          <cx:pt idx="23078">1.6499999999999999</cx:pt>
          <cx:pt idx="23079">0.55000000000000004</cx:pt>
          <cx:pt idx="23080">3.75</cx:pt>
          <cx:pt idx="23081">4.1500000000000004</cx:pt>
          <cx:pt idx="23082">1.6499999999999999</cx:pt>
          <cx:pt idx="23083">1.25</cx:pt>
          <cx:pt idx="23084">4.1500000000000004</cx:pt>
          <cx:pt idx="23085">2.25</cx:pt>
          <cx:pt idx="23086">12.75</cx:pt>
          <cx:pt idx="23087">2.9500000000000002</cx:pt>
          <cx:pt idx="23088">3.29</cx:pt>
          <cx:pt idx="23089">8.2899999999999991</cx:pt>
          <cx:pt idx="23090">4.9500000000000002</cx:pt>
          <cx:pt idx="23091">4.1299999999999999</cx:pt>
          <cx:pt idx="23092">2.46</cx:pt>
          <cx:pt idx="23093">5.79</cx:pt>
          <cx:pt idx="23094">5.79</cx:pt>
          <cx:pt idx="23095">0.41999999999999998</cx:pt>
          <cx:pt idx="23096">7.9500000000000002</cx:pt>
          <cx:pt idx="23097">4.1299999999999999</cx:pt>
          <cx:pt idx="23098">2.46</cx:pt>
          <cx:pt idx="23099">0.41999999999999998</cx:pt>
          <cx:pt idx="23100">1.25</cx:pt>
          <cx:pt idx="23101">2.46</cx:pt>
          <cx:pt idx="23102">2.46</cx:pt>
          <cx:pt idx="23103">0.82999999999999996</cx:pt>
          <cx:pt idx="23104">2.46</cx:pt>
          <cx:pt idx="23105">3.29</cx:pt>
          <cx:pt idx="23106">4.1299999999999999</cx:pt>
          <cx:pt idx="23107">1.6299999999999999</cx:pt>
          <cx:pt idx="23108">4.96</cx:pt>
          <cx:pt idx="23109">2.46</cx:pt>
          <cx:pt idx="23110">8.5</cx:pt>
          <cx:pt idx="23111">8.5</cx:pt>
          <cx:pt idx="23112">8.5</cx:pt>
          <cx:pt idx="23113">0.41999999999999998</cx:pt>
          <cx:pt idx="23114">2.0800000000000001</cx:pt>
          <cx:pt idx="23115">6.9500000000000002</cx:pt>
          <cx:pt idx="23116">0.84999999999999998</cx:pt>
          <cx:pt idx="23117">0.41999999999999998</cx:pt>
          <cx:pt idx="23118">0.82999999999999996</cx:pt>
          <cx:pt idx="23119">2.9500000000000002</cx:pt>
          <cx:pt idx="23120">0.41999999999999998</cx:pt>
          <cx:pt idx="23121">1.25</cx:pt>
          <cx:pt idx="23122">2.0800000000000001</cx:pt>
          <cx:pt idx="23123">2.0800000000000001</cx:pt>
          <cx:pt idx="23124">0.65000000000000002</cx:pt>
          <cx:pt idx="23125">0.82999999999999996</cx:pt>
          <cx:pt idx="23126">1.6499999999999999</cx:pt>
          <cx:pt idx="23127">2.1000000000000001</cx:pt>
          <cx:pt idx="23128">1.6499999999999999</cx:pt>
          <cx:pt idx="23129">1.6499999999999999</cx:pt>
          <cx:pt idx="23130">8.25</cx:pt>
          <cx:pt idx="23131">4.9500000000000002</cx:pt>
          <cx:pt idx="23132">7.9500000000000002</cx:pt>
          <cx:pt idx="23133">0.84999999999999998</cx:pt>
          <cx:pt idx="23134">7.9500000000000002</cx:pt>
          <cx:pt idx="23135">2.1000000000000001</cx:pt>
          <cx:pt idx="23136">8.25</cx:pt>
          <cx:pt idx="23137">14.949999999999999</cx:pt>
          <cx:pt idx="23138">0.41999999999999998</cx:pt>
          <cx:pt idx="23139">0.41999999999999998</cx:pt>
          <cx:pt idx="23140">2.1000000000000001</cx:pt>
          <cx:pt idx="23141">4.9500000000000002</cx:pt>
          <cx:pt idx="23142">1.6499999999999999</cx:pt>
          <cx:pt idx="23143">2.0800000000000001</cx:pt>
          <cx:pt idx="23144">7.9500000000000002</cx:pt>
          <cx:pt idx="23145">1.6499999999999999</cx:pt>
          <cx:pt idx="23146">3.25</cx:pt>
          <cx:pt idx="23147">2.1000000000000001</cx:pt>
          <cx:pt idx="23148">0.82999999999999996</cx:pt>
          <cx:pt idx="23149">0.55000000000000004</cx:pt>
          <cx:pt idx="23150">12.75</cx:pt>
          <cx:pt idx="23151">12.75</cx:pt>
          <cx:pt idx="23152">1.25</cx:pt>
          <cx:pt idx="23153">0.84999999999999998</cx:pt>
          <cx:pt idx="23154">2.0800000000000001</cx:pt>
          <cx:pt idx="23155">2.0800000000000001</cx:pt>
          <cx:pt idx="23156">0.84999999999999998</cx:pt>
          <cx:pt idx="23157">1.45</cx:pt>
          <cx:pt idx="23158">3.25</cx:pt>
          <cx:pt idx="23159">12.75</cx:pt>
          <cx:pt idx="23160">2.1000000000000001</cx:pt>
          <cx:pt idx="23161">1.45</cx:pt>
          <cx:pt idx="23162">0.65000000000000002</cx:pt>
          <cx:pt idx="23163">1.45</cx:pt>
          <cx:pt idx="23164">1.45</cx:pt>
          <cx:pt idx="23165">1.6499999999999999</cx:pt>
          <cx:pt idx="23166">1.6499999999999999</cx:pt>
          <cx:pt idx="23167">4.1299999999999999</cx:pt>
          <cx:pt idx="23168">16.629999999999999</cx:pt>
          <cx:pt idx="23169">4.1299999999999999</cx:pt>
          <cx:pt idx="23170">4.96</cx:pt>
          <cx:pt idx="23171">4.1299999999999999</cx:pt>
          <cx:pt idx="23172">16.629999999999999</cx:pt>
          <cx:pt idx="23173">5.79</cx:pt>
          <cx:pt idx="23174">10.789999999999999</cx:pt>
          <cx:pt idx="23175">4.1299999999999999</cx:pt>
          <cx:pt idx="23176">4.1299999999999999</cx:pt>
          <cx:pt idx="23177">5.79</cx:pt>
          <cx:pt idx="23178">9.1300000000000008</cx:pt>
          <cx:pt idx="23179">1.25</cx:pt>
          <cx:pt idx="23180">4.1299999999999999</cx:pt>
          <cx:pt idx="23181">4.1299999999999999</cx:pt>
          <cx:pt idx="23182">1.25</cx:pt>
          <cx:pt idx="23183">4.96</cx:pt>
          <cx:pt idx="23184">4.1299999999999999</cx:pt>
          <cx:pt idx="23185">4.1299999999999999</cx:pt>
          <cx:pt idx="23186">4.1299999999999999</cx:pt>
          <cx:pt idx="23187">1.45</cx:pt>
          <cx:pt idx="23188">2.9500000000000002</cx:pt>
          <cx:pt idx="23189">4.9500000000000002</cx:pt>
          <cx:pt idx="23190">1.6499999999999999</cx:pt>
          <cx:pt idx="23191">1.25</cx:pt>
          <cx:pt idx="23192">4.1500000000000004</cx:pt>
          <cx:pt idx="23193">0.65000000000000002</cx:pt>
          <cx:pt idx="23194">0.84999999999999998</cx:pt>
          <cx:pt idx="23195">2.0800000000000001</cx:pt>
          <cx:pt idx="23196">4.9500000000000002</cx:pt>
          <cx:pt idx="23197">1.6499999999999999</cx:pt>
          <cx:pt idx="23198">1.25</cx:pt>
          <cx:pt idx="23199">3.75</cx:pt>
          <cx:pt idx="23200">1.25</cx:pt>
          <cx:pt idx="23201">1.25</cx:pt>
          <cx:pt idx="23202">0.84999999999999998</cx:pt>
          <cx:pt idx="23203">1.6499999999999999</cx:pt>
          <cx:pt idx="23204">1.25</cx:pt>
          <cx:pt idx="23205">4.1500000000000004</cx:pt>
          <cx:pt idx="23206">0.65000000000000002</cx:pt>
          <cx:pt idx="23207">0.41999999999999998</cx:pt>
          <cx:pt idx="23208">2.0800000000000001</cx:pt>
          <cx:pt idx="23209">2.9500000000000002</cx:pt>
          <cx:pt idx="23210">0.41999999999999998</cx:pt>
          <cx:pt idx="23211">8.5</cx:pt>
          <cx:pt idx="23212">2.1000000000000001</cx:pt>
          <cx:pt idx="23213">4.6500000000000004</cx:pt>
          <cx:pt idx="23214">1.45</cx:pt>
          <cx:pt idx="23215">4.9500000000000002</cx:pt>
          <cx:pt idx="23216">0.41999999999999998</cx:pt>
          <cx:pt idx="23217">2.5499999999999998</cx:pt>
          <cx:pt idx="23218">2.5499999999999998</cx:pt>
          <cx:pt idx="23219">4.1500000000000004</cx:pt>
          <cx:pt idx="23220">2.9500000000000002</cx:pt>
          <cx:pt idx="23221">2.5499999999999998</cx:pt>
          <cx:pt idx="23222">4.1500000000000004</cx:pt>
          <cx:pt idx="23223">1.25</cx:pt>
          <cx:pt idx="23224">2.5499999999999998</cx:pt>
          <cx:pt idx="23225">2.5499999999999998</cx:pt>
          <cx:pt idx="23226">2.9500000000000002</cx:pt>
          <cx:pt idx="23227">2.9500000000000002</cx:pt>
          <cx:pt idx="23228">2.5499999999999998</cx:pt>
          <cx:pt idx="23229">10.949999999999999</cx:pt>
          <cx:pt idx="23230">1.45</cx:pt>
          <cx:pt idx="23231">1.45</cx:pt>
          <cx:pt idx="23232">2.5499999999999998</cx:pt>
          <cx:pt idx="23233">1.95</cx:pt>
          <cx:pt idx="23234">2.9500000000000002</cx:pt>
          <cx:pt idx="23235">1.6499999999999999</cx:pt>
          <cx:pt idx="23236">1.6499999999999999</cx:pt>
          <cx:pt idx="23237">0.84999999999999998</cx:pt>
          <cx:pt idx="23238">0.41999999999999998</cx:pt>
          <cx:pt idx="23239">0.41999999999999998</cx:pt>
          <cx:pt idx="23240">12.75</cx:pt>
          <cx:pt idx="23241">0.65000000000000002</cx:pt>
          <cx:pt idx="23242">1.25</cx:pt>
          <cx:pt idx="23243">2.1000000000000001</cx:pt>
          <cx:pt idx="23244">0.82999999999999996</cx:pt>
          <cx:pt idx="23245">2.0800000000000001</cx:pt>
          <cx:pt idx="23246">2.9500000000000002</cx:pt>
          <cx:pt idx="23247">1.25</cx:pt>
          <cx:pt idx="23248">1.6499999999999999</cx:pt>
          <cx:pt idx="23249">1.45</cx:pt>
          <cx:pt idx="23250">1.95</cx:pt>
          <cx:pt idx="23251">1.95</cx:pt>
          <cx:pt idx="23252">7.9500000000000002</cx:pt>
          <cx:pt idx="23253">7.9500000000000002</cx:pt>
          <cx:pt idx="23254">1.45</cx:pt>
          <cx:pt idx="23255">2.0800000000000001</cx:pt>
          <cx:pt idx="23256">1.6499999999999999</cx:pt>
          <cx:pt idx="23257">1.45</cx:pt>
          <cx:pt idx="23258">2.9500000000000002</cx:pt>
          <cx:pt idx="23259">0.65000000000000002</cx:pt>
          <cx:pt idx="23260">0.65000000000000002</cx:pt>
          <cx:pt idx="23261">1.6499999999999999</cx:pt>
          <cx:pt idx="23262">2.9500000000000002</cx:pt>
          <cx:pt idx="23263">0.41999999999999998</cx:pt>
          <cx:pt idx="23264">1.45</cx:pt>
          <cx:pt idx="23265">4.9500000000000002</cx:pt>
          <cx:pt idx="23266">1.25</cx:pt>
          <cx:pt idx="23267">8.5</cx:pt>
          <cx:pt idx="23268">4.9500000000000002</cx:pt>
          <cx:pt idx="23269">2.9500000000000002</cx:pt>
          <cx:pt idx="23270">1.6499999999999999</cx:pt>
          <cx:pt idx="23271">1.6499999999999999</cx:pt>
          <cx:pt idx="23272">0.84999999999999998</cx:pt>
          <cx:pt idx="23273">4.9500000000000002</cx:pt>
          <cx:pt idx="23274">2.9500000000000002</cx:pt>
          <cx:pt idx="23275">6.9500000000000002</cx:pt>
          <cx:pt idx="23276">1.6499999999999999</cx:pt>
          <cx:pt idx="23277">1.45</cx:pt>
          <cx:pt idx="23278">7.9500000000000002</cx:pt>
          <cx:pt idx="23279">1.6899999999999999</cx:pt>
          <cx:pt idx="23280">2.8900000000000001</cx:pt>
          <cx:pt idx="23281">2.9500000000000002</cx:pt>
          <cx:pt idx="23282">7.9500000000000002</cx:pt>
          <cx:pt idx="23283">4.9500000000000002</cx:pt>
          <cx:pt idx="23284">4.9500000000000002</cx:pt>
          <cx:pt idx="23285">0.55000000000000004</cx:pt>
          <cx:pt idx="23286">0.41999999999999998</cx:pt>
          <cx:pt idx="23287">2.9500000000000002</cx:pt>
          <cx:pt idx="23288">2.9500000000000002</cx:pt>
          <cx:pt idx="23289">1.25</cx:pt>
          <cx:pt idx="23290">1.25</cx:pt>
          <cx:pt idx="23291">0.55000000000000004</cx:pt>
          <cx:pt idx="23292">0.84999999999999998</cx:pt>
          <cx:pt idx="23293">1.6499999999999999</cx:pt>
          <cx:pt idx="23294">8.2899999999999991</cx:pt>
          <cx:pt idx="23295">10.789999999999999</cx:pt>
          <cx:pt idx="23296">2.46</cx:pt>
          <cx:pt idx="23297">5.79</cx:pt>
          <cx:pt idx="23298">5.79</cx:pt>
          <cx:pt idx="23299">0.41999999999999998</cx:pt>
          <cx:pt idx="23300">1.25</cx:pt>
          <cx:pt idx="23301">2.46</cx:pt>
          <cx:pt idx="23302">0.41999999999999998</cx:pt>
          <cx:pt idx="23303">2.46</cx:pt>
          <cx:pt idx="23304">2.46</cx:pt>
          <cx:pt idx="23305">5.79</cx:pt>
          <cx:pt idx="23306">0.82999999999999996</cx:pt>
          <cx:pt idx="23307">4.1299999999999999</cx:pt>
          <cx:pt idx="23308">4.1299999999999999</cx:pt>
          <cx:pt idx="23309">1.25</cx:pt>
          <cx:pt idx="23310">15.789999999999999</cx:pt>
          <cx:pt idx="23311">1.6299999999999999</cx:pt>
          <cx:pt idx="23312">4.1299999999999999</cx:pt>
          <cx:pt idx="23313">1.6299999999999999</cx:pt>
          <cx:pt idx="23314">4.5800000000000001</cx:pt>
          <cx:pt idx="23315">4.5800000000000001</cx:pt>
          <cx:pt idx="23316">4.5800000000000001</cx:pt>
          <cx:pt idx="23317">4.5800000000000001</cx:pt>
          <cx:pt idx="23318">4.5800000000000001</cx:pt>
          <cx:pt idx="23319">4.5800000000000001</cx:pt>
          <cx:pt idx="23320">5.79</cx:pt>
          <cx:pt idx="23321">24.960000000000001</cx:pt>
          <cx:pt idx="23322">0.82999999999999996</cx:pt>
          <cx:pt idx="23323">2.0800000000000001</cx:pt>
          <cx:pt idx="23324">0.82999999999999996</cx:pt>
          <cx:pt idx="23325">3.29</cx:pt>
          <cx:pt idx="23326">10.789999999999999</cx:pt>
          <cx:pt idx="23327">4.1299999999999999</cx:pt>
          <cx:pt idx="23328">2.46</cx:pt>
          <cx:pt idx="23329">0.82999999999999996</cx:pt>
          <cx:pt idx="23330">9.9600000000000009</cx:pt>
          <cx:pt idx="23331">0.41999999999999998</cx:pt>
          <cx:pt idx="23332">2.46</cx:pt>
          <cx:pt idx="23333">0.41999999999999998</cx:pt>
          <cx:pt idx="23334">2.46</cx:pt>
          <cx:pt idx="23335">5.79</cx:pt>
          <cx:pt idx="23336">5.79</cx:pt>
          <cx:pt idx="23337">0.82999999999999996</cx:pt>
          <cx:pt idx="23338">2.0800000000000001</cx:pt>
          <cx:pt idx="23339">14.949999999999999</cx:pt>
          <cx:pt idx="23340">3.29</cx:pt>
          <cx:pt idx="23341">1.25</cx:pt>
          <cx:pt idx="23342">5.79</cx:pt>
          <cx:pt idx="23343">3.29</cx:pt>
          <cx:pt idx="23344">0.82999999999999996</cx:pt>
          <cx:pt idx="23345">4.1299999999999999</cx:pt>
          <cx:pt idx="23346">3.29</cx:pt>
          <cx:pt idx="23347">4.1299999999999999</cx:pt>
          <cx:pt idx="23348">0.82999999999999996</cx:pt>
          <cx:pt idx="23349">2.0800000000000001</cx:pt>
          <cx:pt idx="23350">1.6499999999999999</cx:pt>
          <cx:pt idx="23351">1.6499999999999999</cx:pt>
          <cx:pt idx="23352">0.84999999999999998</cx:pt>
          <cx:pt idx="23353">4.1299999999999999</cx:pt>
          <cx:pt idx="23354">16.629999999999999</cx:pt>
          <cx:pt idx="23355">16.629999999999999</cx:pt>
          <cx:pt idx="23356">16.629999999999999</cx:pt>
          <cx:pt idx="23357">4.96</cx:pt>
          <cx:pt idx="23358">4.1299999999999999</cx:pt>
          <cx:pt idx="23359">4.1299999999999999</cx:pt>
          <cx:pt idx="23360">4.1299999999999999</cx:pt>
          <cx:pt idx="23361">4.96</cx:pt>
          <cx:pt idx="23362">4.1299999999999999</cx:pt>
          <cx:pt idx="23363">16.629999999999999</cx:pt>
          <cx:pt idx="23364">4.1299999999999999</cx:pt>
          <cx:pt idx="23365">16.629999999999999</cx:pt>
          <cx:pt idx="23366">3.29</cx:pt>
          <cx:pt idx="23367">4.1299999999999999</cx:pt>
          <cx:pt idx="23368">2.0800000000000001</cx:pt>
          <cx:pt idx="23369">1.6499999999999999</cx:pt>
          <cx:pt idx="23370">1.6499999999999999</cx:pt>
          <cx:pt idx="23371">1.6499999999999999</cx:pt>
          <cx:pt idx="23372">4.1299999999999999</cx:pt>
          <cx:pt idx="23373">16.629999999999999</cx:pt>
          <cx:pt idx="23374">16.629999999999999</cx:pt>
          <cx:pt idx="23375">10.789999999999999</cx:pt>
          <cx:pt idx="23376">4.1299999999999999</cx:pt>
          <cx:pt idx="23377">7.6500000000000004</cx:pt>
          <cx:pt idx="23378">0.65000000000000002</cx:pt>
          <cx:pt idx="23379">1.6499999999999999</cx:pt>
          <cx:pt idx="23380">2.5499999999999998</cx:pt>
          <cx:pt idx="23381">2.8900000000000001</cx:pt>
          <cx:pt idx="23382">1.45</cx:pt>
          <cx:pt idx="23383">1.95</cx:pt>
          <cx:pt idx="23384">3.25</cx:pt>
          <cx:pt idx="23385">1.45</cx:pt>
          <cx:pt idx="23386">2.9500000000000002</cx:pt>
          <cx:pt idx="23387">0.41999999999999998</cx:pt>
          <cx:pt idx="23388">2.9500000000000002</cx:pt>
          <cx:pt idx="23389">1.45</cx:pt>
          <cx:pt idx="23390">1.25</cx:pt>
          <cx:pt idx="23391">1.6499999999999999</cx:pt>
          <cx:pt idx="23392">7.9500000000000002</cx:pt>
          <cx:pt idx="23393">12.75</cx:pt>
          <cx:pt idx="23394">4.9500000000000002</cx:pt>
          <cx:pt idx="23395">7.6500000000000004</cx:pt>
          <cx:pt idx="23396">2.9500000000000002</cx:pt>
          <cx:pt idx="23397">7.9500000000000002</cx:pt>
          <cx:pt idx="23398">1.95</cx:pt>
          <cx:pt idx="23399">0.65000000000000002</cx:pt>
          <cx:pt idx="23400">0.65000000000000002</cx:pt>
          <cx:pt idx="23401">3.75</cx:pt>
          <cx:pt idx="23402">0.84999999999999998</cx:pt>
          <cx:pt idx="23403">1.45</cx:pt>
          <cx:pt idx="23404">1.45</cx:pt>
          <cx:pt idx="23405">2.9500000000000002</cx:pt>
          <cx:pt idx="23406">9.9499999999999993</cx:pt>
          <cx:pt idx="23407">1.25</cx:pt>
          <cx:pt idx="23408">1.25</cx:pt>
          <cx:pt idx="23409">0.41999999999999998</cx:pt>
          <cx:pt idx="23410">2.1000000000000001</cx:pt>
          <cx:pt idx="23411">1.25</cx:pt>
          <cx:pt idx="23412">1.95</cx:pt>
          <cx:pt idx="23413">2.1000000000000001</cx:pt>
          <cx:pt idx="23414">2.9500000000000002</cx:pt>
          <cx:pt idx="23415">2.9500000000000002</cx:pt>
          <cx:pt idx="23416">2.5499999999999998</cx:pt>
          <cx:pt idx="23417">2.0800000000000001</cx:pt>
          <cx:pt idx="23418">0.41999999999999998</cx:pt>
          <cx:pt idx="23419">1.6499999999999999</cx:pt>
          <cx:pt idx="23420">1.6499999999999999</cx:pt>
          <cx:pt idx="23421">0.84999999999999998</cx:pt>
          <cx:pt idx="23422">7.6500000000000004</cx:pt>
          <cx:pt idx="23423">2.5499999999999998</cx:pt>
          <cx:pt idx="23424">0.82999999999999996</cx:pt>
          <cx:pt idx="23425">1.25</cx:pt>
          <cx:pt idx="23426">1.6499999999999999</cx:pt>
          <cx:pt idx="23427">2.9500000000000002</cx:pt>
          <cx:pt idx="23428">1.6499999999999999</cx:pt>
          <cx:pt idx="23429">1.6499999999999999</cx:pt>
          <cx:pt idx="23430">4.9500000000000002</cx:pt>
          <cx:pt idx="23431">7.9500000000000002</cx:pt>
          <cx:pt idx="23432">4.9500000000000002</cx:pt>
          <cx:pt idx="23433">7.9500000000000002</cx:pt>
          <cx:pt idx="23434">2.4900000000000002</cx:pt>
          <cx:pt idx="23435">4.9500000000000002</cx:pt>
          <cx:pt idx="23436">8.5</cx:pt>
          <cx:pt idx="23437">0.41999999999999998</cx:pt>
          <cx:pt idx="23438">1.6499999999999999</cx:pt>
          <cx:pt idx="23439">2.1000000000000001</cx:pt>
          <cx:pt idx="23440">2.9500000000000002</cx:pt>
          <cx:pt idx="23441">4.9500000000000002</cx:pt>
          <cx:pt idx="23442">12.75</cx:pt>
          <cx:pt idx="23443">4.9500000000000002</cx:pt>
          <cx:pt idx="23444">2.1000000000000001</cx:pt>
          <cx:pt idx="23445">4.9500000000000002</cx:pt>
          <cx:pt idx="23446">3.25</cx:pt>
          <cx:pt idx="23447">2.9500000000000002</cx:pt>
          <cx:pt idx="23448">1.6499999999999999</cx:pt>
          <cx:pt idx="23449">3.75</cx:pt>
          <cx:pt idx="23450">12.75</cx:pt>
          <cx:pt idx="23451">8.25</cx:pt>
          <cx:pt idx="23452">2.0800000000000001</cx:pt>
          <cx:pt idx="23453">4.1500000000000004</cx:pt>
          <cx:pt idx="23454">2.9500000000000002</cx:pt>
          <cx:pt idx="23455">3.75</cx:pt>
          <cx:pt idx="23456">2.0800000000000001</cx:pt>
          <cx:pt idx="23457">1.6499999999999999</cx:pt>
          <cx:pt idx="23458">2.9500000000000002</cx:pt>
          <cx:pt idx="23459">1.95</cx:pt>
          <cx:pt idx="23460">0.41999999999999998</cx:pt>
          <cx:pt idx="23461">1.6499999999999999</cx:pt>
          <cx:pt idx="23462">1.6499999999999999</cx:pt>
          <cx:pt idx="23463">2.5499999999999998</cx:pt>
          <cx:pt idx="23464">1.45</cx:pt>
          <cx:pt idx="23465">1.6499999999999999</cx:pt>
          <cx:pt idx="23466">1.45</cx:pt>
          <cx:pt idx="23467">1.6499999999999999</cx:pt>
          <cx:pt idx="23468">2.0800000000000001</cx:pt>
          <cx:pt idx="23469">4.1299999999999999</cx:pt>
          <cx:pt idx="23470">2.0800000000000001</cx:pt>
          <cx:pt idx="23471">9.9600000000000009</cx:pt>
          <cx:pt idx="23472">10.789999999999999</cx:pt>
          <cx:pt idx="23473">4.1299999999999999</cx:pt>
          <cx:pt idx="23474">2.46</cx:pt>
          <cx:pt idx="23475">0.41999999999999998</cx:pt>
          <cx:pt idx="23476">3.29</cx:pt>
          <cx:pt idx="23477">2.46</cx:pt>
          <cx:pt idx="23478">0.41999999999999998</cx:pt>
          <cx:pt idx="23479">9.1300000000000008</cx:pt>
          <cx:pt idx="23480">2.46</cx:pt>
          <cx:pt idx="23481">5.79</cx:pt>
          <cx:pt idx="23482">5.79</cx:pt>
          <cx:pt idx="23483">0.82999999999999996</cx:pt>
          <cx:pt idx="23484">3.29</cx:pt>
          <cx:pt idx="23485">1.6299999999999999</cx:pt>
          <cx:pt idx="23486">24.960000000000001</cx:pt>
          <cx:pt idx="23487">2.46</cx:pt>
          <cx:pt idx="23488">4.1299999999999999</cx:pt>
          <cx:pt idx="23489">4.1299999999999999</cx:pt>
          <cx:pt idx="23490">3.29</cx:pt>
          <cx:pt idx="23491">1.6299999999999999</cx:pt>
          <cx:pt idx="23492">4.1299999999999999</cx:pt>
          <cx:pt idx="23493">0.82999999999999996</cx:pt>
          <cx:pt idx="23494">0.41999999999999998</cx:pt>
          <cx:pt idx="23495">2.0800000000000001</cx:pt>
          <cx:pt idx="23496">6.9500000000000002</cx:pt>
          <cx:pt idx="23497">1.25</cx:pt>
          <cx:pt idx="23498">1.6499999999999999</cx:pt>
          <cx:pt idx="23499">1.45</cx:pt>
          <cx:pt idx="23500">0.41999999999999998</cx:pt>
          <cx:pt idx="23501">1.6499999999999999</cx:pt>
          <cx:pt idx="23502">1.45</cx:pt>
          <cx:pt idx="23503">2.1000000000000001</cx:pt>
          <cx:pt idx="23504">1.25</cx:pt>
          <cx:pt idx="23505">2.1000000000000001</cx:pt>
          <cx:pt idx="23506">1.25</cx:pt>
          <cx:pt idx="23507">8.5</cx:pt>
          <cx:pt idx="23508">6.75</cx:pt>
          <cx:pt idx="23509">3.25</cx:pt>
          <cx:pt idx="23510">2.9500000000000002</cx:pt>
          <cx:pt idx="23511">7.9500000000000002</cx:pt>
          <cx:pt idx="23512">2.0800000000000001</cx:pt>
          <cx:pt idx="23513">2.1000000000000001</cx:pt>
          <cx:pt idx="23514">2.0800000000000001</cx:pt>
          <cx:pt idx="23515">2.9500000000000002</cx:pt>
          <cx:pt idx="23516">2.0800000000000001</cx:pt>
          <cx:pt idx="23517">0.55000000000000004</cx:pt>
          <cx:pt idx="23518">1.6499999999999999</cx:pt>
          <cx:pt idx="23519">4.9500000000000002</cx:pt>
          <cx:pt idx="23520">4.9500000000000002</cx:pt>
          <cx:pt idx="23521">2.9500000000000002</cx:pt>
          <cx:pt idx="23522">2.75</cx:pt>
          <cx:pt idx="23523">0.84999999999999998</cx:pt>
          <cx:pt idx="23524">1.45</cx:pt>
          <cx:pt idx="23525">1.6499999999999999</cx:pt>
          <cx:pt idx="23526">3.25</cx:pt>
          <cx:pt idx="23527">2.0800000000000001</cx:pt>
          <cx:pt idx="23528">1.6499999999999999</cx:pt>
          <cx:pt idx="23529">2.0800000000000001</cx:pt>
          <cx:pt idx="23530">2.9500000000000002</cx:pt>
          <cx:pt idx="23531">8.25</cx:pt>
          <cx:pt idx="23532">10.949999999999999</cx:pt>
          <cx:pt idx="23533">1.25</cx:pt>
          <cx:pt idx="23534">4.9500000000000002</cx:pt>
          <cx:pt idx="23535">1.95</cx:pt>
          <cx:pt idx="23536">3.75</cx:pt>
          <cx:pt idx="23537">1.45</cx:pt>
          <cx:pt idx="23538">4.9500000000000002</cx:pt>
          <cx:pt idx="23539">1.25</cx:pt>
          <cx:pt idx="23540">7.9500000000000002</cx:pt>
          <cx:pt idx="23541">2.25</cx:pt>
          <cx:pt idx="23542">8.5</cx:pt>
          <cx:pt idx="23543">0.41999999999999998</cx:pt>
          <cx:pt idx="23544">4.1500000000000004</cx:pt>
          <cx:pt idx="23545">1.95</cx:pt>
          <cx:pt idx="23546">1.6499999999999999</cx:pt>
          <cx:pt idx="23547">3.75</cx:pt>
          <cx:pt idx="23548">0.41999999999999998</cx:pt>
          <cx:pt idx="23549">1.6499999999999999</cx:pt>
          <cx:pt idx="23550">4.9500000000000002</cx:pt>
          <cx:pt idx="23551">3.75</cx:pt>
          <cx:pt idx="23552">8.5</cx:pt>
          <cx:pt idx="23553">1.25</cx:pt>
          <cx:pt idx="23554">8.25</cx:pt>
          <cx:pt idx="23555">8.5</cx:pt>
          <cx:pt idx="23556">2.0800000000000001</cx:pt>
          <cx:pt idx="23557">2.0800000000000001</cx:pt>
          <cx:pt idx="23558">0.55000000000000004</cx:pt>
          <cx:pt idx="23559">1.8500000000000001</cx:pt>
          <cx:pt idx="23560">2.8900000000000001</cx:pt>
          <cx:pt idx="23561">1.6499999999999999</cx:pt>
          <cx:pt idx="23562">14.949999999999999</cx:pt>
          <cx:pt idx="23563">2.1000000000000001</cx:pt>
          <cx:pt idx="23564">4.9500000000000002</cx:pt>
          <cx:pt idx="23565">3.25</cx:pt>
          <cx:pt idx="23566">4.6500000000000004</cx:pt>
          <cx:pt idx="23567">2.9500000000000002</cx:pt>
          <cx:pt idx="23568">1.6499999999999999</cx:pt>
          <cx:pt idx="23569">0.84999999999999998</cx:pt>
          <cx:pt idx="23570">1.45</cx:pt>
          <cx:pt idx="23571">1.6499999999999999</cx:pt>
          <cx:pt idx="23572">1.25</cx:pt>
          <cx:pt idx="23573">2.5499999999999998</cx:pt>
          <cx:pt idx="23574">0.41999999999999998</cx:pt>
          <cx:pt idx="23575">3.25</cx:pt>
          <cx:pt idx="23576">1.6499999999999999</cx:pt>
          <cx:pt idx="23577">1.6499999999999999</cx:pt>
          <cx:pt idx="23578">4.9500000000000002</cx:pt>
          <cx:pt idx="23579">0.41999999999999998</cx:pt>
          <cx:pt idx="23580">2.0800000000000001</cx:pt>
          <cx:pt idx="23581">2.9500000000000002</cx:pt>
          <cx:pt idx="23582">0.55000000000000004</cx:pt>
          <cx:pt idx="23583">0.84999999999999998</cx:pt>
          <cx:pt idx="23584">2.0800000000000001</cx:pt>
          <cx:pt idx="23585">1.25</cx:pt>
          <cx:pt idx="23586">0.84999999999999998</cx:pt>
          <cx:pt idx="23587">6.75</cx:pt>
          <cx:pt idx="23588">0.41999999999999998</cx:pt>
          <cx:pt idx="23589">2.9500000000000002</cx:pt>
          <cx:pt idx="23590">6.3499999999999996</cx:pt>
          <cx:pt idx="23591">4.1500000000000004</cx:pt>
          <cx:pt idx="23592">0.41999999999999998</cx:pt>
          <cx:pt idx="23593">2.9500000000000002</cx:pt>
          <cx:pt idx="23594">0.65000000000000002</cx:pt>
          <cx:pt idx="23595">2.5499999999999998</cx:pt>
          <cx:pt idx="23596">4.1299999999999999</cx:pt>
          <cx:pt idx="23597">3.29</cx:pt>
          <cx:pt idx="23598">6.6299999999999999</cx:pt>
          <cx:pt idx="23599">4.1299999999999999</cx:pt>
          <cx:pt idx="23600">7.46</cx:pt>
          <cx:pt idx="23601">8.2899999999999991</cx:pt>
          <cx:pt idx="23602">8.2899999999999991</cx:pt>
          <cx:pt idx="23603">3.29</cx:pt>
          <cx:pt idx="23604">6.6299999999999999</cx:pt>
          <cx:pt idx="23605">2.46</cx:pt>
          <cx:pt idx="23606">7.46</cx:pt>
          <cx:pt idx="23607">4.1299999999999999</cx:pt>
          <cx:pt idx="23608">24.960000000000001</cx:pt>
          <cx:pt idx="23609">3.29</cx:pt>
          <cx:pt idx="23610">1.25</cx:pt>
          <cx:pt idx="23611">4.96</cx:pt>
          <cx:pt idx="23612">6.6299999999999999</cx:pt>
          <cx:pt idx="23613">1.6299999999999999</cx:pt>
          <cx:pt idx="23614">4.1299999999999999</cx:pt>
          <cx:pt idx="23615">6.6299999999999999</cx:pt>
          <cx:pt idx="23616">1.6299999999999999</cx:pt>
          <cx:pt idx="23617">4.1299999999999999</cx:pt>
          <cx:pt idx="23618">3.25</cx:pt>
          <cx:pt idx="23619">0.40000000000000002</cx:pt>
          <cx:pt idx="23620">2.5499999999999998</cx:pt>
          <cx:pt idx="23621">0.82999999999999996</cx:pt>
          <cx:pt idx="23622">5.79</cx:pt>
          <cx:pt idx="23623">0.82999999999999996</cx:pt>
          <cx:pt idx="23624">3.29</cx:pt>
          <cx:pt idx="23625">4.1299999999999999</cx:pt>
          <cx:pt idx="23626">1.25</cx:pt>
          <cx:pt idx="23627">0.41999999999999998</cx:pt>
          <cx:pt idx="23628">0.82999999999999996</cx:pt>
          <cx:pt idx="23629">4.1299999999999999</cx:pt>
          <cx:pt idx="23630">5.79</cx:pt>
          <cx:pt idx="23631">3.29</cx:pt>
          <cx:pt idx="23632">2.0800000000000001</cx:pt>
          <cx:pt idx="23633">0.82999999999999996</cx:pt>
          <cx:pt idx="23634">2.9199999999999999</cx:pt>
          <cx:pt idx="23635">2.46</cx:pt>
          <cx:pt idx="23636">8.2899999999999991</cx:pt>
          <cx:pt idx="23637">10.789999999999999</cx:pt>
          <cx:pt idx="23638">1.6299999999999999</cx:pt>
          <cx:pt idx="23639">2.46</cx:pt>
          <cx:pt idx="23640">5.79</cx:pt>
          <cx:pt idx="23641">0.41999999999999998</cx:pt>
          <cx:pt idx="23642">1.25</cx:pt>
          <cx:pt idx="23643">15.789999999999999</cx:pt>
          <cx:pt idx="23644">3.29</cx:pt>
          <cx:pt idx="23645">5.79</cx:pt>
          <cx:pt idx="23646">0.41999999999999998</cx:pt>
          <cx:pt idx="23647">3.29</cx:pt>
          <cx:pt idx="23648">2.46</cx:pt>
          <cx:pt idx="23649">5.79</cx:pt>
          <cx:pt idx="23650">0.82999999999999996</cx:pt>
          <cx:pt idx="23651">2.0800000000000001</cx:pt>
          <cx:pt idx="23652">0.82999999999999996</cx:pt>
          <cx:pt idx="23653">2.46</cx:pt>
          <cx:pt idx="23654">1.25</cx:pt>
          <cx:pt idx="23655">5.79</cx:pt>
          <cx:pt idx="23656">15.789999999999999</cx:pt>
          <cx:pt idx="23657">3.29</cx:pt>
          <cx:pt idx="23658">0.82999999999999996</cx:pt>
          <cx:pt idx="23659">2.7599999999999998</cx:pt>
          <cx:pt idx="23660">1.6299999999999999</cx:pt>
          <cx:pt idx="23661">4.96</cx:pt>
          <cx:pt idx="23662">4.1299999999999999</cx:pt>
          <cx:pt idx="23663">5.79</cx:pt>
          <cx:pt idx="23664">24.960000000000001</cx:pt>
          <cx:pt idx="23665">0.82999999999999996</cx:pt>
          <cx:pt idx="23666">4.1299999999999999</cx:pt>
          <cx:pt idx="23667">2.46</cx:pt>
          <cx:pt idx="23668">8.2899999999999991</cx:pt>
          <cx:pt idx="23669">10.789999999999999</cx:pt>
          <cx:pt idx="23670">1.6299999999999999</cx:pt>
          <cx:pt idx="23671">2.46</cx:pt>
          <cx:pt idx="23672">5.79</cx:pt>
          <cx:pt idx="23673">0.41999999999999998</cx:pt>
          <cx:pt idx="23674">3.29</cx:pt>
          <cx:pt idx="23675">5.79</cx:pt>
          <cx:pt idx="23676">4.96</cx:pt>
          <cx:pt idx="23677">0.41999999999999998</cx:pt>
          <cx:pt idx="23678">2.46</cx:pt>
          <cx:pt idx="23679">5.79</cx:pt>
          <cx:pt idx="23680">0.82999999999999996</cx:pt>
          <cx:pt idx="23681">8.2899999999999991</cx:pt>
          <cx:pt idx="23682">4.96</cx:pt>
          <cx:pt idx="23683">3.29</cx:pt>
          <cx:pt idx="23684">4.1299999999999999</cx:pt>
          <cx:pt idx="23685">4.1299999999999999</cx:pt>
          <cx:pt idx="23686">24.960000000000001</cx:pt>
          <cx:pt idx="23687">2.46</cx:pt>
          <cx:pt idx="23688">3.29</cx:pt>
          <cx:pt idx="23689">4.96</cx:pt>
          <cx:pt idx="23690">5.79</cx:pt>
          <cx:pt idx="23691">15.789999999999999</cx:pt>
          <cx:pt idx="23692">1.25</cx:pt>
          <cx:pt idx="23693">4.1299999999999999</cx:pt>
          <cx:pt idx="23694">4.1299999999999999</cx:pt>
          <cx:pt idx="23695">2.46</cx:pt>
          <cx:pt idx="23696">0.82999999999999996</cx:pt>
          <cx:pt idx="23697">8.5</cx:pt>
          <cx:pt idx="23698">1.95</cx:pt>
          <cx:pt idx="23699">1.6499999999999999</cx:pt>
          <cx:pt idx="23700">1.25</cx:pt>
          <cx:pt idx="23701">6.9500000000000002</cx:pt>
          <cx:pt idx="23702">4.9500000000000002</cx:pt>
          <cx:pt idx="23703">1.45</cx:pt>
          <cx:pt idx="23704">0.41999999999999998</cx:pt>
          <cx:pt idx="23705">2.9500000000000002</cx:pt>
          <cx:pt idx="23706">1.45</cx:pt>
          <cx:pt idx="23707">4.1500000000000004</cx:pt>
          <cx:pt idx="23708">0.41999999999999998</cx:pt>
          <cx:pt idx="23709">1.45</cx:pt>
          <cx:pt idx="23710">0.41999999999999998</cx:pt>
          <cx:pt idx="23711">4.9500000000000002</cx:pt>
          <cx:pt idx="23712">2.0800000000000001</cx:pt>
          <cx:pt idx="23713">2.0800000000000001</cx:pt>
          <cx:pt idx="23714">1.25</cx:pt>
          <cx:pt idx="23715">1.6499999999999999</cx:pt>
          <cx:pt idx="23716">1.45</cx:pt>
          <cx:pt idx="23717">2.1000000000000001</cx:pt>
          <cx:pt idx="23718">4.9500000000000002</cx:pt>
          <cx:pt idx="23719">2.9500000000000002</cx:pt>
          <cx:pt idx="23720">0.41999999999999998</cx:pt>
          <cx:pt idx="23721">1.6499999999999999</cx:pt>
          <cx:pt idx="23722">2.0800000000000001</cx:pt>
          <cx:pt idx="23723">0.41999999999999998</cx:pt>
          <cx:pt idx="23724">1.8500000000000001</cx:pt>
          <cx:pt idx="23725">0.41999999999999998</cx:pt>
          <cx:pt idx="23726">2.25</cx:pt>
          <cx:pt idx="23727">0.41999999999999998</cx:pt>
          <cx:pt idx="23728">0.41999999999999998</cx:pt>
          <cx:pt idx="23729">2.1000000000000001</cx:pt>
          <cx:pt idx="23730">1.45</cx:pt>
          <cx:pt idx="23731">1.25</cx:pt>
          <cx:pt idx="23732">0.84999999999999998</cx:pt>
          <cx:pt idx="23733">1.45</cx:pt>
          <cx:pt idx="23734">6.9500000000000002</cx:pt>
          <cx:pt idx="23735">2.9500000000000002</cx:pt>
          <cx:pt idx="23736">2.0800000000000001</cx:pt>
          <cx:pt idx="23737">1.25</cx:pt>
          <cx:pt idx="23738">2.0800000000000001</cx:pt>
          <cx:pt idx="23739">2.0800000000000001</cx:pt>
          <cx:pt idx="23740">0.41999999999999998</cx:pt>
          <cx:pt idx="23741">1.6499999999999999</cx:pt>
          <cx:pt idx="23742">1.6499999999999999</cx:pt>
          <cx:pt idx="23743">0.41999999999999998</cx:pt>
          <cx:pt idx="23744">1.6499999999999999</cx:pt>
          <cx:pt idx="23745">2.0800000000000001</cx:pt>
          <cx:pt idx="23746">3.25</cx:pt>
          <cx:pt idx="23747">2.9500000000000002</cx:pt>
          <cx:pt idx="23748">1.25</cx:pt>
          <cx:pt idx="23749">2.9500000000000002</cx:pt>
          <cx:pt idx="23750">4.1500000000000004</cx:pt>
          <cx:pt idx="23751">2.0800000000000001</cx:pt>
          <cx:pt idx="23752">2.1000000000000001</cx:pt>
          <cx:pt idx="23753">2.1000000000000001</cx:pt>
          <cx:pt idx="23754">2.5499999999999998</cx:pt>
          <cx:pt idx="23755">8.5</cx:pt>
          <cx:pt idx="23756">0.41999999999999998</cx:pt>
          <cx:pt idx="23757">2.1000000000000001</cx:pt>
          <cx:pt idx="23758">3.75</cx:pt>
          <cx:pt idx="23759">4.1500000000000004</cx:pt>
          <cx:pt idx="23760">0.41999999999999998</cx:pt>
          <cx:pt idx="23761">2.0800000000000001</cx:pt>
          <cx:pt idx="23762">14.949999999999999</cx:pt>
          <cx:pt idx="23763">1.25</cx:pt>
          <cx:pt idx="23764">1.45</cx:pt>
          <cx:pt idx="23765">1.25</cx:pt>
          <cx:pt idx="23766">1.6499999999999999</cx:pt>
          <cx:pt idx="23767">4.1500000000000004</cx:pt>
          <cx:pt idx="23768">4.9500000000000002</cx:pt>
          <cx:pt idx="23769">0.41999999999999998</cx:pt>
          <cx:pt idx="23770">2.5499999999999998</cx:pt>
          <cx:pt idx="23771">1.25</cx:pt>
          <cx:pt idx="23772">2.0800000000000001</cx:pt>
          <cx:pt idx="23773">2.1000000000000001</cx:pt>
          <cx:pt idx="23774">0.84999999999999998</cx:pt>
          <cx:pt idx="23775">0.84999999999999998</cx:pt>
          <cx:pt idx="23776">7.9500000000000002</cx:pt>
          <cx:pt idx="23777">0.41999999999999998</cx:pt>
          <cx:pt idx="23778">7.9500000000000002</cx:pt>
          <cx:pt idx="23779">7.9500000000000002</cx:pt>
          <cx:pt idx="23780">1.45</cx:pt>
          <cx:pt idx="23781">2.1000000000000001</cx:pt>
          <cx:pt idx="23782">0.41999999999999998</cx:pt>
          <cx:pt idx="23783">0.82999999999999996</cx:pt>
          <cx:pt idx="23784">1.79</cx:pt>
          <cx:pt idx="23785">1.45</cx:pt>
          <cx:pt idx="23786">12.75</cx:pt>
          <cx:pt idx="23787">3.75</cx:pt>
          <cx:pt idx="23788">7.9500000000000002</cx:pt>
          <cx:pt idx="23789">4.9500000000000002</cx:pt>
          <cx:pt idx="23790">2.9500000000000002</cx:pt>
          <cx:pt idx="23791">4.1500000000000004</cx:pt>
          <cx:pt idx="23792">0.41999999999999998</cx:pt>
          <cx:pt idx="23793">2.0800000000000001</cx:pt>
          <cx:pt idx="23794">6.3499999999999996</cx:pt>
          <cx:pt idx="23795">2.1000000000000001</cx:pt>
          <cx:pt idx="23796">8.5</cx:pt>
          <cx:pt idx="23797">12.75</cx:pt>
          <cx:pt idx="23798">1.45</cx:pt>
          <cx:pt idx="23799">1.25</cx:pt>
          <cx:pt idx="23800">0.41999999999999998</cx:pt>
          <cx:pt idx="23801">1.25</cx:pt>
          <cx:pt idx="23802">2.0800000000000001</cx:pt>
          <cx:pt idx="23803">10.789999999999999</cx:pt>
          <cx:pt idx="23804">2.46</cx:pt>
          <cx:pt idx="23805">0.41999999999999998</cx:pt>
          <cx:pt idx="23806">4.1299999999999999</cx:pt>
          <cx:pt idx="23807">1.25</cx:pt>
          <cx:pt idx="23808">0.41999999999999998</cx:pt>
          <cx:pt idx="23809">2.46</cx:pt>
          <cx:pt idx="23810">2.46</cx:pt>
          <cx:pt idx="23811">0.82999999999999996</cx:pt>
          <cx:pt idx="23812">4.1299999999999999</cx:pt>
          <cx:pt idx="23813">2.46</cx:pt>
          <cx:pt idx="23814">1.25</cx:pt>
          <cx:pt idx="23815">15.789999999999999</cx:pt>
          <cx:pt idx="23816">1.25</cx:pt>
          <cx:pt idx="23817">1.6299999999999999</cx:pt>
          <cx:pt idx="23818">4.1299999999999999</cx:pt>
          <cx:pt idx="23819">0.82999999999999996</cx:pt>
          <cx:pt idx="23820">4.1299999999999999</cx:pt>
          <cx:pt idx="23821">2.46</cx:pt>
          <cx:pt idx="23822">0.41999999999999998</cx:pt>
          <cx:pt idx="23823">0.41999999999999998</cx:pt>
          <cx:pt idx="23824">2.46</cx:pt>
          <cx:pt idx="23825">0.41999999999999998</cx:pt>
          <cx:pt idx="23826">0.82999999999999996</cx:pt>
          <cx:pt idx="23827">7.46</cx:pt>
          <cx:pt idx="23828">6.6299999999999999</cx:pt>
          <cx:pt idx="23829">4.1299999999999999</cx:pt>
          <cx:pt idx="23830">2.46</cx:pt>
          <cx:pt idx="23831">1.25</cx:pt>
          <cx:pt idx="23832">1.6299999999999999</cx:pt>
          <cx:pt idx="23833">1.6299999999999999</cx:pt>
          <cx:pt idx="23834">2.5499999999999998</cx:pt>
          <cx:pt idx="23835">0.65000000000000002</cx:pt>
          <cx:pt idx="23836">0.65000000000000002</cx:pt>
          <cx:pt idx="23837">2.75</cx:pt>
          <cx:pt idx="23838">2.0800000000000001</cx:pt>
          <cx:pt idx="23839">1.45</cx:pt>
          <cx:pt idx="23840">2.9500000000000002</cx:pt>
          <cx:pt idx="23841">0.65000000000000002</cx:pt>
          <cx:pt idx="23842">1.6499999999999999</cx:pt>
          <cx:pt idx="23843">1.95</cx:pt>
          <cx:pt idx="23844">7.9500000000000002</cx:pt>
          <cx:pt idx="23845">2.0800000000000001</cx:pt>
          <cx:pt idx="23846">7.9500000000000002</cx:pt>
          <cx:pt idx="23847">2.0800000000000001</cx:pt>
          <cx:pt idx="23848">1.6499999999999999</cx:pt>
          <cx:pt idx="23849">4.9500000000000002</cx:pt>
          <cx:pt idx="23850">1.95</cx:pt>
          <cx:pt idx="23851">8.5</cx:pt>
          <cx:pt idx="23852">2.0800000000000001</cx:pt>
          <cx:pt idx="23853">1.6499999999999999</cx:pt>
          <cx:pt idx="23854">2.9500000000000002</cx:pt>
          <cx:pt idx="23855">2.9500000000000002</cx:pt>
          <cx:pt idx="23856">1.95</cx:pt>
          <cx:pt idx="23857">4.9500000000000002</cx:pt>
          <cx:pt idx="23858">1.25</cx:pt>
          <cx:pt idx="23859">1.25</cx:pt>
          <cx:pt idx="23860">2.1000000000000001</cx:pt>
          <cx:pt idx="23861">8.5</cx:pt>
          <cx:pt idx="23862">2.0800000000000001</cx:pt>
          <cx:pt idx="23863">1.45</cx:pt>
          <cx:pt idx="23864">4.9500000000000002</cx:pt>
          <cx:pt idx="23865">1.25</cx:pt>
          <cx:pt idx="23866">0.41999999999999998</cx:pt>
          <cx:pt idx="23867">2.0800000000000001</cx:pt>
          <cx:pt idx="23868">1.8500000000000001</cx:pt>
          <cx:pt idx="23869">1.25</cx:pt>
          <cx:pt idx="23870">2.5499999999999998</cx:pt>
          <cx:pt idx="23871">8.5</cx:pt>
          <cx:pt idx="23872">1.95</cx:pt>
          <cx:pt idx="23873">0.65000000000000002</cx:pt>
          <cx:pt idx="23874">2.9500000000000002</cx:pt>
          <cx:pt idx="23875">3.75</cx:pt>
          <cx:pt idx="23876">2.0800000000000001</cx:pt>
          <cx:pt idx="23877">2.0800000000000001</cx:pt>
          <cx:pt idx="23878">2.0800000000000001</cx:pt>
          <cx:pt idx="23879">1.25</cx:pt>
          <cx:pt idx="23880">0.55000000000000004</cx:pt>
          <cx:pt idx="23881">0.84999999999999998</cx:pt>
          <cx:pt idx="23882">2.0800000000000001</cx:pt>
          <cx:pt idx="23883">1.45</cx:pt>
          <cx:pt idx="23884">1.6499999999999999</cx:pt>
          <cx:pt idx="23885">1.25</cx:pt>
          <cx:pt idx="23886">4.9500000000000002</cx:pt>
          <cx:pt idx="23887">2.9500000000000002</cx:pt>
          <cx:pt idx="23888">2.9500000000000002</cx:pt>
          <cx:pt idx="23889">1.6499999999999999</cx:pt>
          <cx:pt idx="23890">1.6499999999999999</cx:pt>
          <cx:pt idx="23891">2.1000000000000001</cx:pt>
          <cx:pt idx="23892">1.45</cx:pt>
          <cx:pt idx="23893">1.25</cx:pt>
          <cx:pt idx="23894">1.25</cx:pt>
          <cx:pt idx="23895">0.55000000000000004</cx:pt>
          <cx:pt idx="23896">2.0800000000000001</cx:pt>
          <cx:pt idx="23897">2.8900000000000001</cx:pt>
          <cx:pt idx="23898">3.25</cx:pt>
          <cx:pt idx="23899">3.75</cx:pt>
          <cx:pt idx="23900">1.25</cx:pt>
          <cx:pt idx="23901">2.4900000000000002</cx:pt>
          <cx:pt idx="23902">0.41999999999999998</cx:pt>
          <cx:pt idx="23903">2.0800000000000001</cx:pt>
          <cx:pt idx="23904">0.55000000000000004</cx:pt>
          <cx:pt idx="23905">1.45</cx:pt>
          <cx:pt idx="23906">4.1500000000000004</cx:pt>
          <cx:pt idx="23907">4.9500000000000002</cx:pt>
          <cx:pt idx="23908">4.9500000000000002</cx:pt>
          <cx:pt idx="23909">1.6499999999999999</cx:pt>
          <cx:pt idx="23910">0.41999999999999998</cx:pt>
          <cx:pt idx="23911">7.9500000000000002</cx:pt>
          <cx:pt idx="23912">12.75</cx:pt>
          <cx:pt idx="23913">9.9499999999999993</cx:pt>
          <cx:pt idx="23914">0.84999999999999998</cx:pt>
          <cx:pt idx="23915">4.9500000000000002</cx:pt>
          <cx:pt idx="23916">2.1000000000000001</cx:pt>
          <cx:pt idx="23917">3.75</cx:pt>
          <cx:pt idx="23918">2.9500000000000002</cx:pt>
          <cx:pt idx="23919">2.5499999999999998</cx:pt>
          <cx:pt idx="23920">1.95</cx:pt>
          <cx:pt idx="23921">0.41999999999999998</cx:pt>
          <cx:pt idx="23922">7.6500000000000004</cx:pt>
          <cx:pt idx="23923">12.75</cx:pt>
          <cx:pt idx="23924">12.75</cx:pt>
          <cx:pt idx="23925">0.55000000000000004</cx:pt>
          <cx:pt idx="23926">0.84999999999999998</cx:pt>
          <cx:pt idx="23927">8.5</cx:pt>
          <cx:pt idx="23928">4.1500000000000004</cx:pt>
          <cx:pt idx="23929">8.25</cx:pt>
          <cx:pt idx="23930">1.6499999999999999</cx:pt>
          <cx:pt idx="23931">4.9500000000000002</cx:pt>
          <cx:pt idx="23932">7.9500000000000002</cx:pt>
          <cx:pt idx="23933">7.9500000000000002</cx:pt>
          <cx:pt idx="23934">0.82999999999999996</cx:pt>
          <cx:pt idx="23935">1.25</cx:pt>
          <cx:pt idx="23936">3.75</cx:pt>
          <cx:pt idx="23937">0.84999999999999998</cx:pt>
          <cx:pt idx="23938">0.65000000000000002</cx:pt>
          <cx:pt idx="23939">1.45</cx:pt>
          <cx:pt idx="23940">7.9500000000000002</cx:pt>
          <cx:pt idx="23941">4.9500000000000002</cx:pt>
          <cx:pt idx="23942">2.0800000000000001</cx:pt>
          <cx:pt idx="23943">0.55000000000000004</cx:pt>
          <cx:pt idx="23944">2.1000000000000001</cx:pt>
          <cx:pt idx="23945">0.41999999999999998</cx:pt>
          <cx:pt idx="23946">14.949999999999999</cx:pt>
          <cx:pt idx="23947">4.1500000000000004</cx:pt>
          <cx:pt idx="23948">0.82999999999999996</cx:pt>
          <cx:pt idx="23949">4.9500000000000002</cx:pt>
          <cx:pt idx="23950">2.0800000000000001</cx:pt>
          <cx:pt idx="23951">5.79</cx:pt>
          <cx:pt idx="23952">3.29</cx:pt>
          <cx:pt idx="23953">4.1299999999999999</cx:pt>
          <cx:pt idx="23954">9.9600000000000009</cx:pt>
          <cx:pt idx="23955">10.789999999999999</cx:pt>
          <cx:pt idx="23956">4.1299999999999999</cx:pt>
          <cx:pt idx="23957">2.46</cx:pt>
          <cx:pt idx="23958">5.79</cx:pt>
          <cx:pt idx="23959">0.41999999999999998</cx:pt>
          <cx:pt idx="23960">7.46</cx:pt>
          <cx:pt idx="23961">5.79</cx:pt>
          <cx:pt idx="23962">0.41999999999999998</cx:pt>
          <cx:pt idx="23963">2.46</cx:pt>
          <cx:pt idx="23964">5.79</cx:pt>
          <cx:pt idx="23965">5.79</cx:pt>
          <cx:pt idx="23966">4.1299999999999999</cx:pt>
          <cx:pt idx="23967">1.6299999999999999</cx:pt>
          <cx:pt idx="23968">4.1299999999999999</cx:pt>
          <cx:pt idx="23969">2.46</cx:pt>
          <cx:pt idx="23970">1.25</cx:pt>
          <cx:pt idx="23971">2.46</cx:pt>
          <cx:pt idx="23972">3.29</cx:pt>
          <cx:pt idx="23973">1.25</cx:pt>
          <cx:pt idx="23974">0.82999999999999996</cx:pt>
          <cx:pt idx="23975">1.6299999999999999</cx:pt>
          <cx:pt idx="23976">4.96</cx:pt>
          <cx:pt idx="23977">0.82999999999999996</cx:pt>
          <cx:pt idx="23978">4.1299999999999999</cx:pt>
          <cx:pt idx="23979">3.29</cx:pt>
          <cx:pt idx="23980">4.1299999999999999</cx:pt>
          <cx:pt idx="23981">1.6299999999999999</cx:pt>
          <cx:pt idx="23982">2.46</cx:pt>
          <cx:pt idx="23983">5.79</cx:pt>
          <cx:pt idx="23984">0.82999999999999996</cx:pt>
          <cx:pt idx="23985">9.9600000000000009</cx:pt>
          <cx:pt idx="23986">0.41999999999999998</cx:pt>
          <cx:pt idx="23987">4.96</cx:pt>
          <cx:pt idx="23988">0.41999999999999998</cx:pt>
          <cx:pt idx="23989">9.1300000000000008</cx:pt>
          <cx:pt idx="23990">2.46</cx:pt>
          <cx:pt idx="23991">3.29</cx:pt>
          <cx:pt idx="23992">0.82999999999999996</cx:pt>
          <cx:pt idx="23993">7.46</cx:pt>
          <cx:pt idx="23994">6.6299999999999999</cx:pt>
          <cx:pt idx="23995">1.6299999999999999</cx:pt>
          <cx:pt idx="23996">4.5800000000000001</cx:pt>
          <cx:pt idx="23997">3.29</cx:pt>
          <cx:pt idx="23998">3.29</cx:pt>
          <cx:pt idx="23999">7.9500000000000002</cx:pt>
          <cx:pt idx="24000">7.9500000000000002</cx:pt>
          <cx:pt idx="24001">2.1000000000000001</cx:pt>
          <cx:pt idx="24002">7.9500000000000002</cx:pt>
          <cx:pt idx="24003">7.9500000000000002</cx:pt>
          <cx:pt idx="24004">1.25</cx:pt>
          <cx:pt idx="24005">4.9500000000000002</cx:pt>
          <cx:pt idx="24006">3.75</cx:pt>
          <cx:pt idx="24007">9.9499999999999993</cx:pt>
          <cx:pt idx="24008">4.9500000000000002</cx:pt>
          <cx:pt idx="24009">2.5499999999999998</cx:pt>
          <cx:pt idx="24010">14.949999999999999</cx:pt>
          <cx:pt idx="24011">2.0800000000000001</cx:pt>
          <cx:pt idx="24012">4.9500000000000002</cx:pt>
          <cx:pt idx="24013">4.6500000000000004</cx:pt>
          <cx:pt idx="24014">1.6499999999999999</cx:pt>
          <cx:pt idx="24015">6.75</cx:pt>
          <cx:pt idx="24016">6.75</cx:pt>
          <cx:pt idx="24017">4.9500000000000002</cx:pt>
          <cx:pt idx="24018">6.75</cx:pt>
          <cx:pt idx="24019">6.75</cx:pt>
          <cx:pt idx="24020">0.82999999999999996</cx:pt>
          <cx:pt idx="24021">6.3499999999999996</cx:pt>
          <cx:pt idx="24022">2.0800000000000001</cx:pt>
          <cx:pt idx="24023">1.25</cx:pt>
          <cx:pt idx="24024">6.75</cx:pt>
          <cx:pt idx="24025">2.0800000000000001</cx:pt>
          <cx:pt idx="24026">1.25</cx:pt>
          <cx:pt idx="24027">3.25</cx:pt>
          <cx:pt idx="24028">1.6499999999999999</cx:pt>
          <cx:pt idx="24029">1.25</cx:pt>
          <cx:pt idx="24030">2.5499999999999998</cx:pt>
          <cx:pt idx="24031">1.25</cx:pt>
          <cx:pt idx="24032">2.0800000000000001</cx:pt>
          <cx:pt idx="24033">1.25</cx:pt>
          <cx:pt idx="24034">2.0800000000000001</cx:pt>
          <cx:pt idx="24035">2.0800000000000001</cx:pt>
          <cx:pt idx="24036">2.0800000000000001</cx:pt>
          <cx:pt idx="24037">0.41999999999999998</cx:pt>
          <cx:pt idx="24038">1.6499999999999999</cx:pt>
          <cx:pt idx="24039">1.6499999999999999</cx:pt>
          <cx:pt idx="24040">4.1500000000000004</cx:pt>
          <cx:pt idx="24041">1.6499999999999999</cx:pt>
          <cx:pt idx="24042">1.25</cx:pt>
          <cx:pt idx="24043">4.9500000000000002</cx:pt>
          <cx:pt idx="24044">4.9500000000000002</cx:pt>
          <cx:pt idx="24045">1.45</cx:pt>
          <cx:pt idx="24046">1.6499999999999999</cx:pt>
          <cx:pt idx="24047">2.0800000000000001</cx:pt>
          <cx:pt idx="24048">4.9500000000000002</cx:pt>
          <cx:pt idx="24049">2.0800000000000001</cx:pt>
          <cx:pt idx="24050">8.25</cx:pt>
          <cx:pt idx="24051">7.9500000000000002</cx:pt>
          <cx:pt idx="24052">7.9500000000000002</cx:pt>
          <cx:pt idx="24053">7.9500000000000002</cx:pt>
          <cx:pt idx="24054">2.9500000000000002</cx:pt>
          <cx:pt idx="24055">12.75</cx:pt>
          <cx:pt idx="24056">0.84999999999999998</cx:pt>
          <cx:pt idx="24057">2.0800000000000001</cx:pt>
          <cx:pt idx="24058">1.6499999999999999</cx:pt>
          <cx:pt idx="24059">4.1500000000000004</cx:pt>
          <cx:pt idx="24060">2.5499999999999998</cx:pt>
          <cx:pt idx="24061">0.84999999999999998</cx:pt>
          <cx:pt idx="24062">1.45</cx:pt>
          <cx:pt idx="24063">0.84999999999999998</cx:pt>
          <cx:pt idx="24064">2.5499999999999998</cx:pt>
          <cx:pt idx="24065">0.84999999999999998</cx:pt>
          <cx:pt idx="24066">4.1500000000000004</cx:pt>
          <cx:pt idx="24067">0.84999999999999998</cx:pt>
          <cx:pt idx="24068">1.6499999999999999</cx:pt>
          <cx:pt idx="24069">0.84999999999999998</cx:pt>
          <cx:pt idx="24070">4.1500000000000004</cx:pt>
          <cx:pt idx="24071">1.6899999999999999</cx:pt>
          <cx:pt idx="24072">3.75</cx:pt>
          <cx:pt idx="24073">0.41999999999999998</cx:pt>
          <cx:pt idx="24074">6.75</cx:pt>
          <cx:pt idx="24075">2.1000000000000001</cx:pt>
          <cx:pt idx="24076">6.75</cx:pt>
          <cx:pt idx="24077">1.6499999999999999</cx:pt>
          <cx:pt idx="24078">2.0800000000000001</cx:pt>
          <cx:pt idx="24079">2.9500000000000002</cx:pt>
          <cx:pt idx="24080">2.9500000000000002</cx:pt>
          <cx:pt idx="24081">0.41999999999999998</cx:pt>
          <cx:pt idx="24082">3.75</cx:pt>
          <cx:pt idx="24083">1.45</cx:pt>
          <cx:pt idx="24084">0.84999999999999998</cx:pt>
          <cx:pt idx="24085">0.41999999999999998</cx:pt>
          <cx:pt idx="24086">1.25</cx:pt>
          <cx:pt idx="24087">0.65000000000000002</cx:pt>
          <cx:pt idx="24088">2.75</cx:pt>
          <cx:pt idx="24089">8.5</cx:pt>
          <cx:pt idx="24090">2.5499999999999998</cx:pt>
          <cx:pt idx="24091">4.9500000000000002</cx:pt>
          <cx:pt idx="24092">4.1299999999999999</cx:pt>
          <cx:pt idx="24093">16.629999999999999</cx:pt>
          <cx:pt idx="24094">4.1299999999999999</cx:pt>
          <cx:pt idx="24095">4.1299999999999999</cx:pt>
          <cx:pt idx="24096">4.1299999999999999</cx:pt>
          <cx:pt idx="24097">4.1299999999999999</cx:pt>
          <cx:pt idx="24098">4.96</cx:pt>
          <cx:pt idx="24099">5.79</cx:pt>
          <cx:pt idx="24100">24.960000000000001</cx:pt>
          <cx:pt idx="24101">3.29</cx:pt>
          <cx:pt idx="24102">4.1299999999999999</cx:pt>
          <cx:pt idx="24103">4.1299999999999999</cx:pt>
          <cx:pt idx="24104">4.1299999999999999</cx:pt>
          <cx:pt idx="24105">10.789999999999999</cx:pt>
          <cx:pt idx="24106">4.9500000000000002</cx:pt>
          <cx:pt idx="24107">5.79</cx:pt>
          <cx:pt idx="24108">5.79</cx:pt>
          <cx:pt idx="24109">3.29</cx:pt>
          <cx:pt idx="24110">4.1299999999999999</cx:pt>
          <cx:pt idx="24111">4.9500000000000002</cx:pt>
          <cx:pt idx="24112">2.46</cx:pt>
          <cx:pt idx="24113">4.1299999999999999</cx:pt>
          <cx:pt idx="24114">8.2899999999999991</cx:pt>
          <cx:pt idx="24115">1.6299999999999999</cx:pt>
          <cx:pt idx="24116">6.6299999999999999</cx:pt>
          <cx:pt idx="24117">2.46</cx:pt>
          <cx:pt idx="24118">2.1000000000000001</cx:pt>
          <cx:pt idx="24119">8.5</cx:pt>
          <cx:pt idx="24120">2.9500000000000002</cx:pt>
          <cx:pt idx="24121">16.629999999999999</cx:pt>
          <cx:pt idx="24122">0.82999999999999996</cx:pt>
          <cx:pt idx="24123">2.9199999999999999</cx:pt>
          <cx:pt idx="24124">10.789999999999999</cx:pt>
          <cx:pt idx="24125">1.6299999999999999</cx:pt>
          <cx:pt idx="24126">2.46</cx:pt>
          <cx:pt idx="24127">5.79</cx:pt>
          <cx:pt idx="24128">0.41999999999999998</cx:pt>
          <cx:pt idx="24129">3.29</cx:pt>
          <cx:pt idx="24130">3.29</cx:pt>
          <cx:pt idx="24131">4.96</cx:pt>
          <cx:pt idx="24132">0.41999999999999998</cx:pt>
          <cx:pt idx="24133">2.46</cx:pt>
          <cx:pt idx="24134">3.29</cx:pt>
          <cx:pt idx="24135">0.41999999999999998</cx:pt>
          <cx:pt idx="24136">0.82999999999999996</cx:pt>
          <cx:pt idx="24137">1.6299999999999999</cx:pt>
          <cx:pt idx="24138">0.82999999999999996</cx:pt>
          <cx:pt idx="24139">4.96</cx:pt>
          <cx:pt idx="24140">3.29</cx:pt>
          <cx:pt idx="24141">4.1299999999999999</cx:pt>
          <cx:pt idx="24142">0.84999999999999998</cx:pt>
          <cx:pt idx="24143">3.25</cx:pt>
          <cx:pt idx="24144">2.9500000000000002</cx:pt>
          <cx:pt idx="24145">1.6499999999999999</cx:pt>
          <cx:pt idx="24146">1.6499999999999999</cx:pt>
          <cx:pt idx="24147">3.25</cx:pt>
          <cx:pt idx="24148">2.0800000000000001</cx:pt>
          <cx:pt idx="24149">1.6499999999999999</cx:pt>
          <cx:pt idx="24150">8.5</cx:pt>
          <cx:pt idx="24151">0.84999999999999998</cx:pt>
          <cx:pt idx="24152">9.9499999999999993</cx:pt>
          <cx:pt idx="24153">2.9500000000000002</cx:pt>
          <cx:pt idx="24154">4.1299999999999999</cx:pt>
          <cx:pt idx="24155">12.460000000000001</cx:pt>
          <cx:pt idx="24156">4.1299999999999999</cx:pt>
          <cx:pt idx="24157">4.1299999999999999</cx:pt>
          <cx:pt idx="24158">4.1299999999999999</cx:pt>
          <cx:pt idx="24159">5.79</cx:pt>
          <cx:pt idx="24160">4.96</cx:pt>
          <cx:pt idx="24161">3.29</cx:pt>
          <cx:pt idx="24162">1.45</cx:pt>
          <cx:pt idx="24163">2.9500000000000002</cx:pt>
          <cx:pt idx="24164">0.65000000000000002</cx:pt>
          <cx:pt idx="24165">2.5499999999999998</cx:pt>
          <cx:pt idx="24166">1.6499999999999999</cx:pt>
          <cx:pt idx="24167">1.45</cx:pt>
          <cx:pt idx="24168">1.25</cx:pt>
          <cx:pt idx="24169">2.1000000000000001</cx:pt>
          <cx:pt idx="24170">1.6499999999999999</cx:pt>
          <cx:pt idx="24171">1.45</cx:pt>
          <cx:pt idx="24172">1.6499999999999999</cx:pt>
          <cx:pt idx="24173">2.9500000000000002</cx:pt>
          <cx:pt idx="24174">0.41999999999999998</cx:pt>
          <cx:pt idx="24175">0.41999999999999998</cx:pt>
          <cx:pt idx="24176">2.0800000000000001</cx:pt>
          <cx:pt idx="24177">1.6499999999999999</cx:pt>
          <cx:pt idx="24178">8.25</cx:pt>
          <cx:pt idx="24179">2.0800000000000001</cx:pt>
          <cx:pt idx="24180">4.9500000000000002</cx:pt>
          <cx:pt idx="24181">1.25</cx:pt>
          <cx:pt idx="24182">2.9500000000000002</cx:pt>
          <cx:pt idx="24183">4.6500000000000004</cx:pt>
          <cx:pt idx="24184">1.6499999999999999</cx:pt>
          <cx:pt idx="24185">2.1000000000000001</cx:pt>
          <cx:pt idx="24186">0.84999999999999998</cx:pt>
          <cx:pt idx="24187">8.5</cx:pt>
          <cx:pt idx="24188">6.9500000000000002</cx:pt>
          <cx:pt idx="24189">2.9500000000000002</cx:pt>
          <cx:pt idx="24190">2.5499999999999998</cx:pt>
          <cx:pt idx="24191">2.9500000000000002</cx:pt>
          <cx:pt idx="24192">2.9500000000000002</cx:pt>
          <cx:pt idx="24193">4.9500000000000002</cx:pt>
          <cx:pt idx="24194">0.82999999999999996</cx:pt>
          <cx:pt idx="24195">2.9500000000000002</cx:pt>
          <cx:pt idx="24196">1.45</cx:pt>
          <cx:pt idx="24197">2.9500000000000002</cx:pt>
          <cx:pt idx="24198">2.5499999999999998</cx:pt>
          <cx:pt idx="24199">1.25</cx:pt>
          <cx:pt idx="24200">2.9500000000000002</cx:pt>
          <cx:pt idx="24201">4.1500000000000004</cx:pt>
          <cx:pt idx="24202">4.1500000000000004</cx:pt>
          <cx:pt idx="24203">7.9500000000000002</cx:pt>
          <cx:pt idx="24204">0.65000000000000002</cx:pt>
          <cx:pt idx="24205">7.9500000000000002</cx:pt>
          <cx:pt idx="24206">2.8900000000000001</cx:pt>
          <cx:pt idx="24207">1.45</cx:pt>
          <cx:pt idx="24208">1.25</cx:pt>
          <cx:pt idx="24209">4.6500000000000004</cx:pt>
          <cx:pt idx="24210">1.6499999999999999</cx:pt>
          <cx:pt idx="24211">1.45</cx:pt>
          <cx:pt idx="24212">1.25</cx:pt>
          <cx:pt idx="24213">1.25</cx:pt>
          <cx:pt idx="24214">2.9500000000000002</cx:pt>
          <cx:pt idx="24215">3.75</cx:pt>
          <cx:pt idx="24216">0.41999999999999998</cx:pt>
          <cx:pt idx="24217">1.25</cx:pt>
          <cx:pt idx="24218">0.84999999999999998</cx:pt>
          <cx:pt idx="24219">2.0800000000000001</cx:pt>
          <cx:pt idx="24220">2.1000000000000001</cx:pt>
          <cx:pt idx="24221">2.0800000000000001</cx:pt>
          <cx:pt idx="24222">2.9500000000000002</cx:pt>
          <cx:pt idx="24223">2.5499999999999998</cx:pt>
          <cx:pt idx="24224">0.41999999999999998</cx:pt>
          <cx:pt idx="24225">3.25</cx:pt>
          <cx:pt idx="24226">2.0800000000000001</cx:pt>
          <cx:pt idx="24227">1.6499999999999999</cx:pt>
          <cx:pt idx="24228">4.6500000000000004</cx:pt>
          <cx:pt idx="24229">1.6499999999999999</cx:pt>
          <cx:pt idx="24230">0.84999999999999998</cx:pt>
          <cx:pt idx="24231">2.5499999999999998</cx:pt>
          <cx:pt idx="24232">0.35999999999999999</cx:pt>
          <cx:pt idx="24233">2.9500000000000002</cx:pt>
          <cx:pt idx="24234">0.65000000000000002</cx:pt>
          <cx:pt idx="24235">2.1000000000000001</cx:pt>
          <cx:pt idx="24236">2.9500000000000002</cx:pt>
          <cx:pt idx="24237">6.9500000000000002</cx:pt>
          <cx:pt idx="24238">1.45</cx:pt>
          <cx:pt idx="24239">1.6499999999999999</cx:pt>
          <cx:pt idx="24240">1.25</cx:pt>
          <cx:pt idx="24241">1.25</cx:pt>
          <cx:pt idx="24242">2.9500000000000002</cx:pt>
          <cx:pt idx="24243">2.9500000000000002</cx:pt>
          <cx:pt idx="24244">1.25</cx:pt>
          <cx:pt idx="24245">2.1000000000000001</cx:pt>
          <cx:pt idx="24246">1.6499999999999999</cx:pt>
          <cx:pt idx="24247">0.41999999999999998</cx:pt>
          <cx:pt idx="24248">8.5</cx:pt>
          <cx:pt idx="24249">1.6499999999999999</cx:pt>
          <cx:pt idx="24250">6.75</cx:pt>
          <cx:pt idx="24251">3.75</cx:pt>
          <cx:pt idx="24252">1.6499999999999999</cx:pt>
          <cx:pt idx="24253">0.84999999999999998</cx:pt>
          <cx:pt idx="24254">3.25</cx:pt>
          <cx:pt idx="24255">2.9500000000000002</cx:pt>
          <cx:pt idx="24256">1.25</cx:pt>
          <cx:pt idx="24257">1.6499999999999999</cx:pt>
          <cx:pt idx="24258">1.45</cx:pt>
          <cx:pt idx="24259">1.6499999999999999</cx:pt>
          <cx:pt idx="24260">1.95</cx:pt>
          <cx:pt idx="24261">7.6500000000000004</cx:pt>
          <cx:pt idx="24262">1.6899999999999999</cx:pt>
          <cx:pt idx="24263">4.1500000000000004</cx:pt>
          <cx:pt idx="24264">2.5499999999999998</cx:pt>
          <cx:pt idx="24265">1.45</cx:pt>
          <cx:pt idx="24266">2.1000000000000001</cx:pt>
          <cx:pt idx="24267">4.1500000000000004</cx:pt>
          <cx:pt idx="24268">2.5499999999999998</cx:pt>
          <cx:pt idx="24269">2.0800000000000001</cx:pt>
          <cx:pt idx="24270">4.9500000000000002</cx:pt>
          <cx:pt idx="24271">2.1000000000000001</cx:pt>
          <cx:pt idx="24272">2.9500000000000002</cx:pt>
          <cx:pt idx="24273">1.95</cx:pt>
          <cx:pt idx="24274">1.45</cx:pt>
          <cx:pt idx="24275">1.45</cx:pt>
          <cx:pt idx="24276">0.82999999999999996</cx:pt>
          <cx:pt idx="24277">1.45</cx:pt>
          <cx:pt idx="24278">0.65000000000000002</cx:pt>
          <cx:pt idx="24279">8.25</cx:pt>
          <cx:pt idx="24280">6.75</cx:pt>
          <cx:pt idx="24281">6.75</cx:pt>
          <cx:pt idx="24282">1.6499999999999999</cx:pt>
          <cx:pt idx="24283">0.55000000000000004</cx:pt>
          <cx:pt idx="24284">2.0800000000000001</cx:pt>
          <cx:pt idx="24285">1.25</cx:pt>
          <cx:pt idx="24286">2.5499999999999998</cx:pt>
          <cx:pt idx="24287">0.41999999999999998</cx:pt>
          <cx:pt idx="24288">1.25</cx:pt>
          <cx:pt idx="24289">7.9500000000000002</cx:pt>
          <cx:pt idx="24290">7.9500000000000002</cx:pt>
          <cx:pt idx="24291">1.6499999999999999</cx:pt>
          <cx:pt idx="24292">1.25</cx:pt>
          <cx:pt idx="24293">0.84999999999999998</cx:pt>
          <cx:pt idx="24294">4.9500000000000002</cx:pt>
          <cx:pt idx="24295">3.25</cx:pt>
          <cx:pt idx="24296">1.6499999999999999</cx:pt>
          <cx:pt idx="24297">6.9500000000000002</cx:pt>
          <cx:pt idx="24298">2.0800000000000001</cx:pt>
          <cx:pt idx="24299">1.25</cx:pt>
          <cx:pt idx="24300">2.9500000000000002</cx:pt>
          <cx:pt idx="24301">2.9500000000000002</cx:pt>
          <cx:pt idx="24302">0.41999999999999998</cx:pt>
          <cx:pt idx="24303">0.55000000000000004</cx:pt>
          <cx:pt idx="24304">1.6499999999999999</cx:pt>
          <cx:pt idx="24305">2.9500000000000002</cx:pt>
          <cx:pt idx="24306">2.1000000000000001</cx:pt>
          <cx:pt idx="24307">12.75</cx:pt>
          <cx:pt idx="24308">1.25</cx:pt>
          <cx:pt idx="24309">0.41999999999999998</cx:pt>
          <cx:pt idx="24310">0.65000000000000002</cx:pt>
          <cx:pt idx="24311">1.25</cx:pt>
          <cx:pt idx="24312">0.55000000000000004</cx:pt>
          <cx:pt idx="24313">6.75</cx:pt>
          <cx:pt idx="24314">3.75</cx:pt>
          <cx:pt idx="24315">6.75</cx:pt>
          <cx:pt idx="24316">6.75</cx:pt>
          <cx:pt idx="24317">2.1000000000000001</cx:pt>
          <cx:pt idx="24318">1.6499999999999999</cx:pt>
          <cx:pt idx="24319">1.6499999999999999</cx:pt>
          <cx:pt idx="24320">2.0800000000000001</cx:pt>
          <cx:pt idx="24321">0.41999999999999998</cx:pt>
          <cx:pt idx="24322">2.1000000000000001</cx:pt>
          <cx:pt idx="24323">0.41999999999999998</cx:pt>
          <cx:pt idx="24324">0.41999999999999998</cx:pt>
          <cx:pt idx="24325">7.6500000000000004</cx:pt>
          <cx:pt idx="24326">2.5499999999999998</cx:pt>
          <cx:pt idx="24327">3.75</cx:pt>
          <cx:pt idx="24328">4.1500000000000004</cx:pt>
          <cx:pt idx="24329">5.9500000000000002</cx:pt>
          <cx:pt idx="24330">12.75</cx:pt>
          <cx:pt idx="24331">0.84999999999999998</cx:pt>
          <cx:pt idx="24332">0.82999999999999996</cx:pt>
          <cx:pt idx="24333">3.75</cx:pt>
          <cx:pt idx="24334">4.9500000000000002</cx:pt>
          <cx:pt idx="24335">3.25</cx:pt>
          <cx:pt idx="24336">1.45</cx:pt>
          <cx:pt idx="24337">1.6499999999999999</cx:pt>
          <cx:pt idx="24338">2.0800000000000001</cx:pt>
          <cx:pt idx="24339">1.6899999999999999</cx:pt>
          <cx:pt idx="24340">2.8900000000000001</cx:pt>
          <cx:pt idx="24341">0.65000000000000002</cx:pt>
          <cx:pt idx="24342">1.45</cx:pt>
          <cx:pt idx="24343">2.0800000000000001</cx:pt>
          <cx:pt idx="24344">2.1000000000000001</cx:pt>
          <cx:pt idx="24345">0.41999999999999998</cx:pt>
          <cx:pt idx="24346">0.65000000000000002</cx:pt>
          <cx:pt idx="24347">2.0800000000000001</cx:pt>
          <cx:pt idx="24348">2.9500000000000002</cx:pt>
          <cx:pt idx="24349">0.41999999999999998</cx:pt>
          <cx:pt idx="24350">4.1299999999999999</cx:pt>
          <cx:pt idx="24351">0.82999999999999996</cx:pt>
          <cx:pt idx="24352">4.1299999999999999</cx:pt>
          <cx:pt idx="24353">10.789999999999999</cx:pt>
          <cx:pt idx="24354">2.46</cx:pt>
          <cx:pt idx="24355">5.79</cx:pt>
          <cx:pt idx="24356">9.9600000000000009</cx:pt>
          <cx:pt idx="24357">0.41999999999999998</cx:pt>
          <cx:pt idx="24358">8.2899999999999991</cx:pt>
          <cx:pt idx="24359">7.46</cx:pt>
          <cx:pt idx="24360">2.9500000000000002</cx:pt>
          <cx:pt idx="24361">0.41999999999999998</cx:pt>
          <cx:pt idx="24362">12.460000000000001</cx:pt>
          <cx:pt idx="24363">2.46</cx:pt>
          <cx:pt idx="24364">5.79</cx:pt>
          <cx:pt idx="24365">2.9500000000000002</cx:pt>
          <cx:pt idx="24366">4.5800000000000001</cx:pt>
          <cx:pt idx="24367">3.29</cx:pt>
          <cx:pt idx="24368">0.82999999999999996</cx:pt>
          <cx:pt idx="24369">24.960000000000001</cx:pt>
          <cx:pt idx="24370">4.1299999999999999</cx:pt>
          <cx:pt idx="24371">1.6299999999999999</cx:pt>
          <cx:pt idx="24372">1.6499999999999999</cx:pt>
          <cx:pt idx="24373">4.1500000000000004</cx:pt>
          <cx:pt idx="24374">1.6499999999999999</cx:pt>
          <cx:pt idx="24375">2.9500000000000002</cx:pt>
          <cx:pt idx="24376">4.1500000000000004</cx:pt>
          <cx:pt idx="24377">0.65000000000000002</cx:pt>
          <cx:pt idx="24378">2.0800000000000001</cx:pt>
          <cx:pt idx="24379">0.65000000000000002</cx:pt>
          <cx:pt idx="24380">0.65000000000000002</cx:pt>
          <cx:pt idx="24381">2.5499999999999998</cx:pt>
          <cx:pt idx="24382">1.6499999999999999</cx:pt>
          <cx:pt idx="24383">1.25</cx:pt>
          <cx:pt idx="24384">7.9500000000000002</cx:pt>
          <cx:pt idx="24385">2.9500000000000002</cx:pt>
          <cx:pt idx="24386">6.9500000000000002</cx:pt>
          <cx:pt idx="24387">0.84999999999999998</cx:pt>
          <cx:pt idx="24388">4.1500000000000004</cx:pt>
          <cx:pt idx="24389">1.6499999999999999</cx:pt>
          <cx:pt idx="24390">0.41999999999999998</cx:pt>
          <cx:pt idx="24391">2.1000000000000001</cx:pt>
          <cx:pt idx="24392">1.95</cx:pt>
          <cx:pt idx="24393">2.9500000000000002</cx:pt>
          <cx:pt idx="24394">2.0800000000000001</cx:pt>
          <cx:pt idx="24395">1.45</cx:pt>
          <cx:pt idx="24396">0.55000000000000004</cx:pt>
          <cx:pt idx="24397">4.9500000000000002</cx:pt>
          <cx:pt idx="24398">0.41999999999999998</cx:pt>
          <cx:pt idx="24399">1.45</cx:pt>
          <cx:pt idx="24400">2.9500000000000002</cx:pt>
          <cx:pt idx="24401">1.25</cx:pt>
          <cx:pt idx="24402">4.9500000000000002</cx:pt>
          <cx:pt idx="24403">3.25</cx:pt>
          <cx:pt idx="24404">1.6499999999999999</cx:pt>
          <cx:pt idx="24405">3.75</cx:pt>
          <cx:pt idx="24406">2.0800000000000001</cx:pt>
          <cx:pt idx="24407">1.6499999999999999</cx:pt>
          <cx:pt idx="24408">2.46</cx:pt>
          <cx:pt idx="24409">6.6299999999999999</cx:pt>
          <cx:pt idx="24410">8.2899999999999991</cx:pt>
          <cx:pt idx="24411">8.2899999999999991</cx:pt>
          <cx:pt idx="24412">1.6299999999999999</cx:pt>
          <cx:pt idx="24413">6.6299999999999999</cx:pt>
          <cx:pt idx="24414">2.46</cx:pt>
          <cx:pt idx="24415">7.46</cx:pt>
          <cx:pt idx="24416">2.9500000000000002</cx:pt>
          <cx:pt idx="24417">1.25</cx:pt>
          <cx:pt idx="24418">24.960000000000001</cx:pt>
          <cx:pt idx="24419">4.1299999999999999</cx:pt>
          <cx:pt idx="24420">4.1299999999999999</cx:pt>
          <cx:pt idx="24421">16.629999999999999</cx:pt>
          <cx:pt idx="24422">16.629999999999999</cx:pt>
          <cx:pt idx="24423">3.29</cx:pt>
          <cx:pt idx="24424">6.6299999999999999</cx:pt>
          <cx:pt idx="24425">4.1299999999999999</cx:pt>
          <cx:pt idx="24426">4.96</cx:pt>
          <cx:pt idx="24427">12.460000000000001</cx:pt>
          <cx:pt idx="24428">12.460000000000001</cx:pt>
          <cx:pt idx="24429">0.41999999999999998</cx:pt>
          <cx:pt idx="24430">7.6500000000000004</cx:pt>
          <cx:pt idx="24431">0.41999999999999998</cx:pt>
          <cx:pt idx="24432">2.9500000000000002</cx:pt>
          <cx:pt idx="24433">2.5499999999999998</cx:pt>
          <cx:pt idx="24434">3.25</cx:pt>
          <cx:pt idx="24435">0.84999999999999998</cx:pt>
          <cx:pt idx="24436">4.6500000000000004</cx:pt>
          <cx:pt idx="24437">1.25</cx:pt>
          <cx:pt idx="24438">2.0800000000000001</cx:pt>
          <cx:pt idx="24439">3.75</cx:pt>
          <cx:pt idx="24440">1.6499999999999999</cx:pt>
          <cx:pt idx="24441">1.6499999999999999</cx:pt>
          <cx:pt idx="24442">0.84999999999999998</cx:pt>
          <cx:pt idx="24443">7.9500000000000002</cx:pt>
          <cx:pt idx="24444">4.9500000000000002</cx:pt>
          <cx:pt idx="24445">4.1500000000000004</cx:pt>
          <cx:pt idx="24446">0.55000000000000004</cx:pt>
          <cx:pt idx="24447">0.84999999999999998</cx:pt>
          <cx:pt idx="24448">2.9500000000000002</cx:pt>
          <cx:pt idx="24449">4.1500000000000004</cx:pt>
          <cx:pt idx="24450">2.1000000000000001</cx:pt>
          <cx:pt idx="24451">4.1500000000000004</cx:pt>
          <cx:pt idx="24452">0.84999999999999998</cx:pt>
          <cx:pt idx="24453">1.6499999999999999</cx:pt>
          <cx:pt idx="24454">4.1299999999999999</cx:pt>
          <cx:pt idx="24455">15.789999999999999</cx:pt>
          <cx:pt idx="24456">4.1299999999999999</cx:pt>
          <cx:pt idx="24457">0.82999999999999996</cx:pt>
          <cx:pt idx="24458">8.2899999999999991</cx:pt>
          <cx:pt idx="24459">9.9600000000000009</cx:pt>
          <cx:pt idx="24460">10.789999999999999</cx:pt>
          <cx:pt idx="24461">4.1299999999999999</cx:pt>
          <cx:pt idx="24462">2.46</cx:pt>
          <cx:pt idx="24463">5.79</cx:pt>
          <cx:pt idx="24464">0.82999999999999996</cx:pt>
          <cx:pt idx="24465">9.9600000000000009</cx:pt>
          <cx:pt idx="24466">0.41999999999999998</cx:pt>
          <cx:pt idx="24467">3.29</cx:pt>
          <cx:pt idx="24468">8.2899999999999991</cx:pt>
          <cx:pt idx="24469">0.41999999999999998</cx:pt>
          <cx:pt idx="24470">24.960000000000001</cx:pt>
          <cx:pt idx="24471">10.789999999999999</cx:pt>
          <cx:pt idx="24472">3.29</cx:pt>
          <cx:pt idx="24473">9.1300000000000008</cx:pt>
          <cx:pt idx="24474">2.46</cx:pt>
          <cx:pt idx="24475">5.79</cx:pt>
          <cx:pt idx="24476">2.46</cx:pt>
          <cx:pt idx="24477">0.41999999999999998</cx:pt>
          <cx:pt idx="24478">0.82999999999999996</cx:pt>
          <cx:pt idx="24479">8.2899999999999991</cx:pt>
          <cx:pt idx="24480">3.29</cx:pt>
          <cx:pt idx="24481">3.29</cx:pt>
          <cx:pt idx="24482">1.6299999999999999</cx:pt>
          <cx:pt idx="24483">4.1299999999999999</cx:pt>
          <cx:pt idx="24484">24.960000000000001</cx:pt>
          <cx:pt idx="24485">4.1299999999999999</cx:pt>
          <cx:pt idx="24486">1.25</cx:pt>
          <cx:pt idx="24487">15.789999999999999</cx:pt>
          <cx:pt idx="24488">1.25</cx:pt>
          <cx:pt idx="24489">1.6299999999999999</cx:pt>
          <cx:pt idx="24490">1.6299999999999999</cx:pt>
          <cx:pt idx="24491">4.96</cx:pt>
          <cx:pt idx="24492">2.46</cx:pt>
          <cx:pt idx="24493">2.46</cx:pt>
          <cx:pt idx="24494">5.79</cx:pt>
          <cx:pt idx="24495">0.82999999999999996</cx:pt>
          <cx:pt idx="24496">0.41999999999999998</cx:pt>
          <cx:pt idx="24497">8.2899999999999991</cx:pt>
          <cx:pt idx="24498">4.96</cx:pt>
          <cx:pt idx="24499">0.41999999999999998</cx:pt>
          <cx:pt idx="24500">2.46</cx:pt>
          <cx:pt idx="24501">5.79</cx:pt>
          <cx:pt idx="24502">2.46</cx:pt>
          <cx:pt idx="24503">0.82999999999999996</cx:pt>
          <cx:pt idx="24504">7.46</cx:pt>
          <cx:pt idx="24505">3.29</cx:pt>
          <cx:pt idx="24506">24.960000000000001</cx:pt>
          <cx:pt idx="24507">2.46</cx:pt>
          <cx:pt idx="24508">0.82999999999999996</cx:pt>
          <cx:pt idx="24509">1.25</cx:pt>
          <cx:pt idx="24510">1.6299999999999999</cx:pt>
          <cx:pt idx="24511">4.1500000000000004</cx:pt>
          <cx:pt idx="24512">2.0800000000000001</cx:pt>
          <cx:pt idx="24513">2.9500000000000002</cx:pt>
          <cx:pt idx="24514">2.5499999999999998</cx:pt>
          <cx:pt idx="24515">2.1000000000000001</cx:pt>
          <cx:pt idx="24516">8.5</cx:pt>
          <cx:pt idx="24517">2.9500000000000002</cx:pt>
          <cx:pt idx="24518">14.949999999999999</cx:pt>
          <cx:pt idx="24519">2.1000000000000001</cx:pt>
          <cx:pt idx="24520">2.5499999999999998</cx:pt>
          <cx:pt idx="24521">2.0800000000000001</cx:pt>
          <cx:pt idx="24522">2.0800000000000001</cx:pt>
          <cx:pt idx="24523">0.55000000000000004</cx:pt>
          <cx:pt idx="24524">2.1000000000000001</cx:pt>
          <cx:pt idx="24525">1.25</cx:pt>
          <cx:pt idx="24526">12.75</cx:pt>
          <cx:pt idx="24527">4.6500000000000004</cx:pt>
          <cx:pt idx="24528">1.6499999999999999</cx:pt>
          <cx:pt idx="24529">1.25</cx:pt>
          <cx:pt idx="24530">0.41999999999999998</cx:pt>
          <cx:pt idx="24531">1.45</cx:pt>
          <cx:pt idx="24532">0.84999999999999998</cx:pt>
          <cx:pt idx="24533">2.0800000000000001</cx:pt>
          <cx:pt idx="24534">2.9500000000000002</cx:pt>
          <cx:pt idx="24535">4.9500000000000002</cx:pt>
          <cx:pt idx="24536">0.84999999999999998</cx:pt>
          <cx:pt idx="24537">2.9500000000000002</cx:pt>
          <cx:pt idx="24538">2.0800000000000001</cx:pt>
          <cx:pt idx="24539">2.5499999999999998</cx:pt>
          <cx:pt idx="24540">8.5</cx:pt>
          <cx:pt idx="24541">0.41999999999999998</cx:pt>
          <cx:pt idx="24542">0.41999999999999998</cx:pt>
          <cx:pt idx="24543">1.45</cx:pt>
          <cx:pt idx="24544">9.9499999999999993</cx:pt>
          <cx:pt idx="24545">1.95</cx:pt>
          <cx:pt idx="24546">2.25</cx:pt>
          <cx:pt idx="24547">2.1000000000000001</cx:pt>
          <cx:pt idx="24548">2.1000000000000001</cx:pt>
          <cx:pt idx="24549">0.65000000000000002</cx:pt>
          <cx:pt idx="24550">1.45</cx:pt>
          <cx:pt idx="24551">0.41999999999999998</cx:pt>
          <cx:pt idx="24552">0.28999999999999998</cx:pt>
          <cx:pt idx="24553">1.6499999999999999</cx:pt>
          <cx:pt idx="24554">0.84999999999999998</cx:pt>
          <cx:pt idx="24555">7.9500000000000002</cx:pt>
          <cx:pt idx="24556">2.1000000000000001</cx:pt>
          <cx:pt idx="24557">2.9500000000000002</cx:pt>
          <cx:pt idx="24558">1.25</cx:pt>
          <cx:pt idx="24559">6.9500000000000002</cx:pt>
          <cx:pt idx="24560">7.9500000000000002</cx:pt>
          <cx:pt idx="24561">1.45</cx:pt>
          <cx:pt idx="24562">3.75</cx:pt>
          <cx:pt idx="24563">1.95</cx:pt>
          <cx:pt idx="24564">1.25</cx:pt>
          <cx:pt idx="24565">2.0800000000000001</cx:pt>
          <cx:pt idx="24566">1.25</cx:pt>
          <cx:pt idx="24567">1.6499999999999999</cx:pt>
          <cx:pt idx="24568">2.9500000000000002</cx:pt>
          <cx:pt idx="24569">0.41999999999999998</cx:pt>
          <cx:pt idx="24570">1.25</cx:pt>
          <cx:pt idx="24571">1.6499999999999999</cx:pt>
          <cx:pt idx="24572">1.25</cx:pt>
          <cx:pt idx="24573">4.1500000000000004</cx:pt>
          <cx:pt idx="24574">2.5499999999999998</cx:pt>
          <cx:pt idx="24575">4.9500000000000002</cx:pt>
          <cx:pt idx="24576">1.25</cx:pt>
          <cx:pt idx="24577">1.6499999999999999</cx:pt>
          <cx:pt idx="24578">2.9500000000000002</cx:pt>
          <cx:pt idx="24579">0.82999999999999996</cx:pt>
          <cx:pt idx="24580">2.0800000000000001</cx:pt>
          <cx:pt idx="24581">0.41999999999999998</cx:pt>
          <cx:pt idx="24582">0.41999999999999998</cx:pt>
          <cx:pt idx="24583">0.41999999999999998</cx:pt>
          <cx:pt idx="24584">1.6499999999999999</cx:pt>
          <cx:pt idx="24585">1.25</cx:pt>
          <cx:pt idx="24586">1.6499999999999999</cx:pt>
          <cx:pt idx="24587">1.6499999999999999</cx:pt>
          <cx:pt idx="24588">0.55000000000000004</cx:pt>
          <cx:pt idx="24589">2.1000000000000001</cx:pt>
          <cx:pt idx="24590">1.6499999999999999</cx:pt>
          <cx:pt idx="24591">0.84999999999999998</cx:pt>
          <cx:pt idx="24592">0.84999999999999998</cx:pt>
          <cx:pt idx="24593">1.45</cx:pt>
          <cx:pt idx="24594">2.9500000000000002</cx:pt>
          <cx:pt idx="24595">2.1000000000000001</cx:pt>
          <cx:pt idx="24596">0.82999999999999996</cx:pt>
          <cx:pt idx="24597">1.25</cx:pt>
          <cx:pt idx="24598">2.75</cx:pt>
          <cx:pt idx="24599">2.0800000000000001</cx:pt>
          <cx:pt idx="24600">1.25</cx:pt>
          <cx:pt idx="24601">1.6499999999999999</cx:pt>
          <cx:pt idx="24602">2.0800000000000001</cx:pt>
          <cx:pt idx="24603">1.6499999999999999</cx:pt>
          <cx:pt idx="24604">1.25</cx:pt>
          <cx:pt idx="24605">0.55000000000000004</cx:pt>
          <cx:pt idx="24606">0.41999999999999998</cx:pt>
          <cx:pt idx="24607">0.41999999999999998</cx:pt>
          <cx:pt idx="24608">0.41999999999999998</cx:pt>
          <cx:pt idx="24609">1.6499999999999999</cx:pt>
          <cx:pt idx="24610">0.82999999999999996</cx:pt>
          <cx:pt idx="24611">2.1000000000000001</cx:pt>
          <cx:pt idx="24612">1.25</cx:pt>
          <cx:pt idx="24613">2.5499999999999998</cx:pt>
          <cx:pt idx="24614">2.0800000000000001</cx:pt>
          <cx:pt idx="24615">1.25</cx:pt>
          <cx:pt idx="24616">1.45</cx:pt>
          <cx:pt idx="24617">1.6499999999999999</cx:pt>
          <cx:pt idx="24618">0.41999999999999998</cx:pt>
          <cx:pt idx="24619">2.5499999999999998</cx:pt>
          <cx:pt idx="24620">8.5</cx:pt>
          <cx:pt idx="24621">1.0600000000000001</cx:pt>
          <cx:pt idx="24622">1.25</cx:pt>
          <cx:pt idx="24623">12.75</cx:pt>
          <cx:pt idx="24624">0.41999999999999998</cx:pt>
          <cx:pt idx="24625">6.6299999999999999</cx:pt>
          <cx:pt idx="24626">4.1299999999999999</cx:pt>
          <cx:pt idx="24627">2.46</cx:pt>
          <cx:pt idx="24628">2.8900000000000001</cx:pt>
          <cx:pt idx="24629">2.0800000000000001</cx:pt>
          <cx:pt idx="24630">2.0800000000000001</cx:pt>
          <cx:pt idx="24631">2.0800000000000001</cx:pt>
          <cx:pt idx="24632">2.9500000000000002</cx:pt>
          <cx:pt idx="24633">2.0800000000000001</cx:pt>
          <cx:pt idx="24634">1.25</cx:pt>
          <cx:pt idx="24635">0.65000000000000002</cx:pt>
          <cx:pt idx="24636">2.5499999999999998</cx:pt>
          <cx:pt idx="24637">2.5499999999999998</cx:pt>
          <cx:pt idx="24638">8.5</cx:pt>
          <cx:pt idx="24639">0.28999999999999998</cx:pt>
          <cx:pt idx="24640">0.55000000000000004</cx:pt>
          <cx:pt idx="24641">2.5499999999999998</cx:pt>
          <cx:pt idx="24642">2.1000000000000001</cx:pt>
          <cx:pt idx="24643">1.25</cx:pt>
          <cx:pt idx="24644">1.25</cx:pt>
          <cx:pt idx="24645">15.789999999999999</cx:pt>
          <cx:pt idx="24646">4.1299999999999999</cx:pt>
          <cx:pt idx="24647">3.29</cx:pt>
          <cx:pt idx="24648">4.1299999999999999</cx:pt>
          <cx:pt idx="24649">2.46</cx:pt>
          <cx:pt idx="24650">0.41999999999999998</cx:pt>
          <cx:pt idx="24651">3.29</cx:pt>
          <cx:pt idx="24652">15.789999999999999</cx:pt>
          <cx:pt idx="24653">8.2899999999999991</cx:pt>
          <cx:pt idx="24654">4.1299999999999999</cx:pt>
          <cx:pt idx="24655">0.41999999999999998</cx:pt>
          <cx:pt idx="24656">2.46</cx:pt>
          <cx:pt idx="24657">5.79</cx:pt>
          <cx:pt idx="24658">0.82999999999999996</cx:pt>
          <cx:pt idx="24659">6.6299999999999999</cx:pt>
          <cx:pt idx="24660">4.1299999999999999</cx:pt>
          <cx:pt idx="24661">24.960000000000001</cx:pt>
          <cx:pt idx="24662">3.29</cx:pt>
          <cx:pt idx="24663">1.6299999999999999</cx:pt>
          <cx:pt idx="24664">1.45</cx:pt>
          <cx:pt idx="24665">2.0800000000000001</cx:pt>
          <cx:pt idx="24666">1.0600000000000001</cx:pt>
          <cx:pt idx="24667">4.1500000000000004</cx:pt>
          <cx:pt idx="24668">0.28999999999999998</cx:pt>
          <cx:pt idx="24669">0.55000000000000004</cx:pt>
          <cx:pt idx="24670">0.41999999999999998</cx:pt>
          <cx:pt idx="24671">12.75</cx:pt>
          <cx:pt idx="24672">3.25</cx:pt>
          <cx:pt idx="24673">2.9500000000000002</cx:pt>
          <cx:pt idx="24674">1.25</cx:pt>
          <cx:pt idx="24675">0.55000000000000004</cx:pt>
          <cx:pt idx="24676">1.6499999999999999</cx:pt>
          <cx:pt idx="24677">2.1000000000000001</cx:pt>
          <cx:pt idx="24678">4.9500000000000002</cx:pt>
          <cx:pt idx="24679">1.6499999999999999</cx:pt>
          <cx:pt idx="24680">12.75</cx:pt>
          <cx:pt idx="24681">2.5499999999999998</cx:pt>
          <cx:pt idx="24682">4.6500000000000004</cx:pt>
          <cx:pt idx="24683">2.1000000000000001</cx:pt>
          <cx:pt idx="24684">2.0800000000000001</cx:pt>
          <cx:pt idx="24685">1.79</cx:pt>
          <cx:pt idx="24686">7.9500000000000002</cx:pt>
          <cx:pt idx="24687">2.0800000000000001</cx:pt>
          <cx:pt idx="24688">0.84999999999999998</cx:pt>
          <cx:pt idx="24689">3.25</cx:pt>
          <cx:pt idx="24690">2.9500000000000002</cx:pt>
          <cx:pt idx="24691">0.41999999999999998</cx:pt>
          <cx:pt idx="24692">1.45</cx:pt>
          <cx:pt idx="24693">1.25</cx:pt>
          <cx:pt idx="24694">1.6499999999999999</cx:pt>
          <cx:pt idx="24695">4.1500000000000004</cx:pt>
          <cx:pt idx="24696">2.5499999999999998</cx:pt>
          <cx:pt idx="24697">1.45</cx:pt>
          <cx:pt idx="24698">7.6500000000000004</cx:pt>
          <cx:pt idx="24699">2.75</cx:pt>
          <cx:pt idx="24700">2.5499999999999998</cx:pt>
          <cx:pt idx="24701">7.6500000000000004</cx:pt>
          <cx:pt idx="24702">1.25</cx:pt>
          <cx:pt idx="24703">1.45</cx:pt>
          <cx:pt idx="24704">2.9500000000000002</cx:pt>
          <cx:pt idx="24705">2.0800000000000001</cx:pt>
          <cx:pt idx="24706">2.0800000000000001</cx:pt>
          <cx:pt idx="24707">1.6499999999999999</cx:pt>
          <cx:pt idx="24708">4.9500000000000002</cx:pt>
          <cx:pt idx="24709">1.25</cx:pt>
          <cx:pt idx="24710">0.41999999999999998</cx:pt>
          <cx:pt idx="24711">1.6499999999999999</cx:pt>
          <cx:pt idx="24712">2.1000000000000001</cx:pt>
          <cx:pt idx="24713">0.65000000000000002</cx:pt>
          <cx:pt idx="24714">4.9500000000000002</cx:pt>
          <cx:pt idx="24715">1.95</cx:pt>
          <cx:pt idx="24716">0.65000000000000002</cx:pt>
          <cx:pt idx="24717">4.9500000000000002</cx:pt>
          <cx:pt idx="24718">4.9500000000000002</cx:pt>
          <cx:pt idx="24719">2.9500000000000002</cx:pt>
          <cx:pt idx="24720">0.41999999999999998</cx:pt>
          <cx:pt idx="24721">1.25</cx:pt>
          <cx:pt idx="24722">1.6499999999999999</cx:pt>
          <cx:pt idx="24723">1.45</cx:pt>
          <cx:pt idx="24724">4.9500000000000002</cx:pt>
          <cx:pt idx="24725">2.9500000000000002</cx:pt>
          <cx:pt idx="24726">1.45</cx:pt>
          <cx:pt idx="24727">12.75</cx:pt>
          <cx:pt idx="24728">2.0800000000000001</cx:pt>
          <cx:pt idx="24729">2.0800000000000001</cx:pt>
          <cx:pt idx="24730">1.95</cx:pt>
          <cx:pt idx="24731">1.45</cx:pt>
          <cx:pt idx="24732">0.41999999999999998</cx:pt>
          <cx:pt idx="24733">2.0800000000000001</cx:pt>
          <cx:pt idx="24734">2.9500000000000002</cx:pt>
          <cx:pt idx="24735">2.9500000000000002</cx:pt>
          <cx:pt idx="24736">2.0800000000000001</cx:pt>
          <cx:pt idx="24737">1.45</cx:pt>
          <cx:pt idx="24738">2.0800000000000001</cx:pt>
          <cx:pt idx="24739">1.25</cx:pt>
          <cx:pt idx="24740">0.28999999999999998</cx:pt>
          <cx:pt idx="24741">1.6499999999999999</cx:pt>
          <cx:pt idx="24742">7.9500000000000002</cx:pt>
          <cx:pt idx="24743">1.6499999999999999</cx:pt>
          <cx:pt idx="24744">0.84999999999999998</cx:pt>
          <cx:pt idx="24745">0.84999999999999998</cx:pt>
          <cx:pt idx="24746">1.25</cx:pt>
          <cx:pt idx="24747">4.9500000000000002</cx:pt>
          <cx:pt idx="24748">2.4900000000000002</cx:pt>
          <cx:pt idx="24749">6.75</cx:pt>
          <cx:pt idx="24750">1.25</cx:pt>
          <cx:pt idx="24751">1.25</cx:pt>
          <cx:pt idx="24752">7.9500000000000002</cx:pt>
          <cx:pt idx="24753">2.1000000000000001</cx:pt>
          <cx:pt idx="24754">12.75</cx:pt>
          <cx:pt idx="24755">1.25</cx:pt>
          <cx:pt idx="24756">3.25</cx:pt>
          <cx:pt idx="24757">2.9500000000000002</cx:pt>
          <cx:pt idx="24758">4.6500000000000004</cx:pt>
          <cx:pt idx="24759">2.0800000000000001</cx:pt>
          <cx:pt idx="24760">7.9500000000000002</cx:pt>
          <cx:pt idx="24761">12.75</cx:pt>
          <cx:pt idx="24762">2.9500000000000002</cx:pt>
          <cx:pt idx="24763">2.0800000000000001</cx:pt>
          <cx:pt idx="24764">0.55000000000000004</cx:pt>
          <cx:pt idx="24765">7.9500000000000002</cx:pt>
          <cx:pt idx="24766">1.6499999999999999</cx:pt>
          <cx:pt idx="24767">6.75</cx:pt>
          <cx:pt idx="24768">8.5</cx:pt>
          <cx:pt idx="24769">4.9500000000000002</cx:pt>
          <cx:pt idx="24770">1.6499999999999999</cx:pt>
          <cx:pt idx="24771">2.5499999999999998</cx:pt>
          <cx:pt idx="24772">8.5</cx:pt>
          <cx:pt idx="24773">4.1500000000000004</cx:pt>
          <cx:pt idx="24774">2.0800000000000001</cx:pt>
          <cx:pt idx="24775">1.6499999999999999</cx:pt>
          <cx:pt idx="24776">2.75</cx:pt>
          <cx:pt idx="24777">4.1500000000000004</cx:pt>
          <cx:pt idx="24778">1.25</cx:pt>
          <cx:pt idx="24779">1.25</cx:pt>
          <cx:pt idx="24780">1.25</cx:pt>
          <cx:pt idx="24781">7.6500000000000004</cx:pt>
          <cx:pt idx="24782">2.5499999999999998</cx:pt>
          <cx:pt idx="24783">0.82999999999999996</cx:pt>
          <cx:pt idx="24784">6.3499999999999996</cx:pt>
          <cx:pt idx="24785">2.0800000000000001</cx:pt>
          <cx:pt idx="24786">2.0800000000000001</cx:pt>
          <cx:pt idx="24787">1.25</cx:pt>
          <cx:pt idx="24788">1.25</cx:pt>
          <cx:pt idx="24789">0.41999999999999998</cx:pt>
          <cx:pt idx="24790">1.95</cx:pt>
          <cx:pt idx="24791">0.65000000000000002</cx:pt>
          <cx:pt idx="24792">7.9500000000000002</cx:pt>
          <cx:pt idx="24793">1.45</cx:pt>
          <cx:pt idx="24794">1.25</cx:pt>
          <cx:pt idx="24795">1.25</cx:pt>
          <cx:pt idx="24796">1.6499999999999999</cx:pt>
          <cx:pt idx="24797">1.6499999999999999</cx:pt>
          <cx:pt idx="24798">0.72999999999999998</cx:pt>
          <cx:pt idx="24799">2.3900000000000001</cx:pt>
          <cx:pt idx="24800">1.6499999999999999</cx:pt>
          <cx:pt idx="24801">0.65000000000000002</cx:pt>
          <cx:pt idx="24802">4.1500000000000004</cx:pt>
          <cx:pt idx="24803">0.41999999999999998</cx:pt>
          <cx:pt idx="24804">5.79</cx:pt>
          <cx:pt idx="24805">16.629999999999999</cx:pt>
          <cx:pt idx="24806">0.82999999999999996</cx:pt>
          <cx:pt idx="24807">2.46</cx:pt>
          <cx:pt idx="24808">10.789999999999999</cx:pt>
          <cx:pt idx="24809">4.1299999999999999</cx:pt>
          <cx:pt idx="24810">1.6299999999999999</cx:pt>
          <cx:pt idx="24811">2.46</cx:pt>
          <cx:pt idx="24812">14.960000000000001</cx:pt>
          <cx:pt idx="24813">5.79</cx:pt>
          <cx:pt idx="24814">3.29</cx:pt>
          <cx:pt idx="24815">8.2899999999999991</cx:pt>
          <cx:pt idx="24816">2.46</cx:pt>
          <cx:pt idx="24817">0.41999999999999998</cx:pt>
          <cx:pt idx="24818">1.25</cx:pt>
          <cx:pt idx="24819">2.46</cx:pt>
          <cx:pt idx="24820">0.82999999999999996</cx:pt>
          <cx:pt idx="24821">1.6299999999999999</cx:pt>
          <cx:pt idx="24822">2.46</cx:pt>
          <cx:pt idx="24823">15.789999999999999</cx:pt>
          <cx:pt idx="24824">1.6299999999999999</cx:pt>
          <cx:pt idx="24825">4.9500000000000002</cx:pt>
          <cx:pt idx="24826">4.9500000000000002</cx:pt>
          <cx:pt idx="24827">12.75</cx:pt>
          <cx:pt idx="24828">7.9500000000000002</cx:pt>
          <cx:pt idx="24829">1.25</cx:pt>
          <cx:pt idx="24830">4.9500000000000002</cx:pt>
          <cx:pt idx="24831">2.9500000000000002</cx:pt>
          <cx:pt idx="24832">1.6499999999999999</cx:pt>
          <cx:pt idx="24833">2.25</cx:pt>
          <cx:pt idx="24834">2.75</cx:pt>
          <cx:pt idx="24835">8.5</cx:pt>
          <cx:pt idx="24836">2.25</cx:pt>
          <cx:pt idx="24837">2.1000000000000001</cx:pt>
          <cx:pt idx="24838">9.9499999999999993</cx:pt>
          <cx:pt idx="24839">2.5499999999999998</cx:pt>
          <cx:pt idx="24840">0.41999999999999998</cx:pt>
          <cx:pt idx="24841">0.41999999999999998</cx:pt>
          <cx:pt idx="24842">1.45</cx:pt>
          <cx:pt idx="24843">6.9500000000000002</cx:pt>
          <cx:pt idx="24844">0.41999999999999998</cx:pt>
          <cx:pt idx="24845">1.6499999999999999</cx:pt>
          <cx:pt idx="24846">2.0800000000000001</cx:pt>
          <cx:pt idx="24847">2.1000000000000001</cx:pt>
          <cx:pt idx="24848">1.25</cx:pt>
          <cx:pt idx="24849">1.6499999999999999</cx:pt>
          <cx:pt idx="24850">1.25</cx:pt>
          <cx:pt idx="24851">1.6499999999999999</cx:pt>
          <cx:pt idx="24852">0.84999999999999998</cx:pt>
          <cx:pt idx="24853">9.9499999999999993</cx:pt>
          <cx:pt idx="24854">2.5499999999999998</cx:pt>
          <cx:pt idx="24855">14.949999999999999</cx:pt>
          <cx:pt idx="24856">1.45</cx:pt>
          <cx:pt idx="24857">1.25</cx:pt>
          <cx:pt idx="24858">7.9500000000000002</cx:pt>
          <cx:pt idx="24859">4.9500000000000002</cx:pt>
          <cx:pt idx="24860">2.1000000000000001</cx:pt>
          <cx:pt idx="24861">1.45</cx:pt>
          <cx:pt idx="24862">2.1000000000000001</cx:pt>
          <cx:pt idx="24863">0.82999999999999996</cx:pt>
          <cx:pt idx="24864">2.8900000000000001</cx:pt>
          <cx:pt idx="24865">4.9500000000000002</cx:pt>
          <cx:pt idx="24866">1.45</cx:pt>
          <cx:pt idx="24867">4.1500000000000004</cx:pt>
          <cx:pt idx="24868">1.45</cx:pt>
          <cx:pt idx="24869">2.5499999999999998</cx:pt>
          <cx:pt idx="24870">2.8900000000000001</cx:pt>
          <cx:pt idx="24871">1.45</cx:pt>
          <cx:pt idx="24872">1.45</cx:pt>
          <cx:pt idx="24873">2.4900000000000002</cx:pt>
          <cx:pt idx="24874">1.6499999999999999</cx:pt>
          <cx:pt idx="24875">1.6499999999999999</cx:pt>
          <cx:pt idx="24876">8.5</cx:pt>
          <cx:pt idx="24877">0.84999999999999998</cx:pt>
          <cx:pt idx="24878">1.6499999999999999</cx:pt>
          <cx:pt idx="24879">2.5499999999999998</cx:pt>
          <cx:pt idx="24880">8.5</cx:pt>
          <cx:pt idx="24881">2.9500000000000002</cx:pt>
          <cx:pt idx="24882">2.25</cx:pt>
          <cx:pt idx="24883">2.25</cx:pt>
          <cx:pt idx="24884">12.75</cx:pt>
          <cx:pt idx="24885">4.9500000000000002</cx:pt>
          <cx:pt idx="24886">2.25</cx:pt>
          <cx:pt idx="24887">8.5</cx:pt>
          <cx:pt idx="24888">1.6499999999999999</cx:pt>
          <cx:pt idx="24889">3.75</cx:pt>
          <cx:pt idx="24890">8.5</cx:pt>
          <cx:pt idx="24891">1.25</cx:pt>
          <cx:pt idx="24892">8.25</cx:pt>
          <cx:pt idx="24893">2.9500000000000002</cx:pt>
          <cx:pt idx="24894">1.6499999999999999</cx:pt>
          <cx:pt idx="24895">9.9499999999999993</cx:pt>
          <cx:pt idx="24896">12.75</cx:pt>
          <cx:pt idx="24897">1.6499999999999999</cx:pt>
          <cx:pt idx="24898">3.75</cx:pt>
          <cx:pt idx="24899">1.45</cx:pt>
          <cx:pt idx="24900">8.25</cx:pt>
          <cx:pt idx="24901">2.1000000000000001</cx:pt>
          <cx:pt idx="24902">1.25</cx:pt>
          <cx:pt idx="24903">2.9500000000000002</cx:pt>
          <cx:pt idx="24904">2.25</cx:pt>
          <cx:pt idx="24905">2.25</cx:pt>
          <cx:pt idx="24906">14.949999999999999</cx:pt>
          <cx:pt idx="24907">1.45</cx:pt>
          <cx:pt idx="24908">1.25</cx:pt>
          <cx:pt idx="24909">2.1000000000000001</cx:pt>
          <cx:pt idx="24910">0.41999999999999998</cx:pt>
          <cx:pt idx="24911">14.949999999999999</cx:pt>
          <cx:pt idx="24912">2.9500000000000002</cx:pt>
          <cx:pt idx="24913">1.6499999999999999</cx:pt>
          <cx:pt idx="24914">1.25</cx:pt>
          <cx:pt idx="24915">1.45</cx:pt>
          <cx:pt idx="24916">8.5</cx:pt>
          <cx:pt idx="24917">0.84999999999999998</cx:pt>
          <cx:pt idx="24918">4.1500000000000004</cx:pt>
          <cx:pt idx="24919">4.9500000000000002</cx:pt>
          <cx:pt idx="24920">6.9500000000000002</cx:pt>
          <cx:pt idx="24921">2.0800000000000001</cx:pt>
          <cx:pt idx="24922">0.41999999999999998</cx:pt>
          <cx:pt idx="24923">1.25</cx:pt>
          <cx:pt idx="24924">4.1299999999999999</cx:pt>
          <cx:pt idx="24925">10.789999999999999</cx:pt>
          <cx:pt idx="24926">4.1299999999999999</cx:pt>
          <cx:pt idx="24927">2.46</cx:pt>
          <cx:pt idx="24928">19.960000000000001</cx:pt>
          <cx:pt idx="24929">5.79</cx:pt>
          <cx:pt idx="24930">0.41999999999999998</cx:pt>
          <cx:pt idx="24931">8.2899999999999991</cx:pt>
          <cx:pt idx="24932">19.960000000000001</cx:pt>
          <cx:pt idx="24933">5.79</cx:pt>
          <cx:pt idx="24934">0.41999999999999998</cx:pt>
          <cx:pt idx="24935">2.46</cx:pt>
          <cx:pt idx="24936">2.46</cx:pt>
          <cx:pt idx="24937">5.79</cx:pt>
          <cx:pt idx="24938">2.46</cx:pt>
          <cx:pt idx="24939">0.82999999999999996</cx:pt>
          <cx:pt idx="24940">4.1299999999999999</cx:pt>
          <cx:pt idx="24941">24.960000000000001</cx:pt>
          <cx:pt idx="24942">2.46</cx:pt>
          <cx:pt idx="24943">4.1299999999999999</cx:pt>
          <cx:pt idx="24944">2.46</cx:pt>
          <cx:pt idx="24945">2.46</cx:pt>
          <cx:pt idx="24946">4.1299999999999999</cx:pt>
          <cx:pt idx="24947">3.29</cx:pt>
          <cx:pt idx="24948">1.6299999999999999</cx:pt>
          <cx:pt idx="24949">4.96</cx:pt>
          <cx:pt idx="24950">4.1299999999999999</cx:pt>
          <cx:pt idx="24951">0.41999999999999998</cx:pt>
          <cx:pt idx="24952">0.41999999999999998</cx:pt>
          <cx:pt idx="24953">4.9500000000000002</cx:pt>
          <cx:pt idx="24954">7.9500000000000002</cx:pt>
          <cx:pt idx="24955">12.75</cx:pt>
          <cx:pt idx="24956">4.9500000000000002</cx:pt>
          <cx:pt idx="24957">2.0800000000000001</cx:pt>
          <cx:pt idx="24958">1.6499999999999999</cx:pt>
          <cx:pt idx="24959">1.6499999999999999</cx:pt>
          <cx:pt idx="24960">2.9500000000000002</cx:pt>
          <cx:pt idx="24961">0.41999999999999998</cx:pt>
          <cx:pt idx="24962">0.65000000000000002</cx:pt>
          <cx:pt idx="24963">1.6499999999999999</cx:pt>
          <cx:pt idx="24964">1.6499999999999999</cx:pt>
          <cx:pt idx="24965">3.25</cx:pt>
          <cx:pt idx="24966">2.0800000000000001</cx:pt>
          <cx:pt idx="24967">1.79</cx:pt>
          <cx:pt idx="24968">1.6499999999999999</cx:pt>
          <cx:pt idx="24969">0.65000000000000002</cx:pt>
          <cx:pt idx="24970">1.6499999999999999</cx:pt>
          <cx:pt idx="24971">2.9500000000000002</cx:pt>
          <cx:pt idx="24972">2.9500000000000002</cx:pt>
          <cx:pt idx="24973">2.9500000000000002</cx:pt>
          <cx:pt idx="24974">1.25</cx:pt>
          <cx:pt idx="24975">0.82999999999999996</cx:pt>
          <cx:pt idx="24976">2.9500000000000002</cx:pt>
          <cx:pt idx="24977">3.75</cx:pt>
          <cx:pt idx="24978">7.9500000000000002</cx:pt>
          <cx:pt idx="24979">12.75</cx:pt>
          <cx:pt idx="24980">6.3499999999999996</cx:pt>
          <cx:pt idx="24981">2.9500000000000002</cx:pt>
          <cx:pt idx="24982">0.41999999999999998</cx:pt>
          <cx:pt idx="24983">2.1000000000000001</cx:pt>
          <cx:pt idx="24984">0.41999999999999998</cx:pt>
          <cx:pt idx="24985">2.1000000000000001</cx:pt>
          <cx:pt idx="24986">2.0800000000000001</cx:pt>
          <cx:pt idx="24987">0.82999999999999996</cx:pt>
          <cx:pt idx="24988">1.45</cx:pt>
          <cx:pt idx="24989">0.65000000000000002</cx:pt>
          <cx:pt idx="24990">1.6499999999999999</cx:pt>
          <cx:pt idx="24991">2.9500000000000002</cx:pt>
          <cx:pt idx="24992">0.55000000000000004</cx:pt>
          <cx:pt idx="24993">0.84999999999999998</cx:pt>
          <cx:pt idx="24994">1.6499999999999999</cx:pt>
          <cx:pt idx="24995">4.9500000000000002</cx:pt>
          <cx:pt idx="24996">2.9500000000000002</cx:pt>
          <cx:pt idx="24997">2.0800000000000001</cx:pt>
          <cx:pt idx="24998">2.9500000000000002</cx:pt>
          <cx:pt idx="24999">2.0800000000000001</cx:pt>
          <cx:pt idx="25000">1.45</cx:pt>
          <cx:pt idx="25001">0.65000000000000002</cx:pt>
          <cx:pt idx="25002">0.65000000000000002</cx:pt>
          <cx:pt idx="25003">1.45</cx:pt>
          <cx:pt idx="25004">4.9500000000000002</cx:pt>
          <cx:pt idx="25005">7.9500000000000002</cx:pt>
          <cx:pt idx="25006">0.65000000000000002</cx:pt>
          <cx:pt idx="25007">4.1500000000000004</cx:pt>
          <cx:pt idx="25008">2.0800000000000001</cx:pt>
          <cx:pt idx="25009">1.6499999999999999</cx:pt>
          <cx:pt idx="25010">4.1500000000000004</cx:pt>
          <cx:pt idx="25011">1.45</cx:pt>
          <cx:pt idx="25012">1.6499999999999999</cx:pt>
          <cx:pt idx="25013">0.41999999999999998</cx:pt>
          <cx:pt idx="25014">1.25</cx:pt>
          <cx:pt idx="25015">4.9500000000000002</cx:pt>
          <cx:pt idx="25016">4.9500000000000002</cx:pt>
          <cx:pt idx="25017">7.9500000000000002</cx:pt>
          <cx:pt idx="25018">7.9500000000000002</cx:pt>
          <cx:pt idx="25019">2.9500000000000002</cx:pt>
          <cx:pt idx="25020">8.5</cx:pt>
          <cx:pt idx="25021">7.9500000000000002</cx:pt>
          <cx:pt idx="25022">4.9500000000000002</cx:pt>
          <cx:pt idx="25023">9.9499999999999993</cx:pt>
          <cx:pt idx="25024">1.95</cx:pt>
          <cx:pt idx="25025">7.9500000000000002</cx:pt>
          <cx:pt idx="25026">4.6500000000000004</cx:pt>
          <cx:pt idx="25027">2.25</cx:pt>
          <cx:pt idx="25028">3.75</cx:pt>
          <cx:pt idx="25029">2.25</cx:pt>
          <cx:pt idx="25030">1.25</cx:pt>
          <cx:pt idx="25031">7.9500000000000002</cx:pt>
          <cx:pt idx="25032">4.9500000000000002</cx:pt>
          <cx:pt idx="25033">2.1000000000000001</cx:pt>
          <cx:pt idx="25034">0.82999999999999996</cx:pt>
          <cx:pt idx="25035">6.9500000000000002</cx:pt>
          <cx:pt idx="25036">2.0800000000000001</cx:pt>
          <cx:pt idx="25037">1.45</cx:pt>
          <cx:pt idx="25038">2.4900000000000002</cx:pt>
          <cx:pt idx="25039">4.1500000000000004</cx:pt>
          <cx:pt idx="25040">1.6499999999999999</cx:pt>
          <cx:pt idx="25041">1.95</cx:pt>
          <cx:pt idx="25042">1.6499999999999999</cx:pt>
          <cx:pt idx="25043">0.41999999999999998</cx:pt>
          <cx:pt idx="25044">2.9500000000000002</cx:pt>
          <cx:pt idx="25045">1.45</cx:pt>
          <cx:pt idx="25046">2.0800000000000001</cx:pt>
          <cx:pt idx="25047">0.41999999999999998</cx:pt>
          <cx:pt idx="25048">2.1000000000000001</cx:pt>
          <cx:pt idx="25049">1.45</cx:pt>
          <cx:pt idx="25050">6.9500000000000002</cx:pt>
          <cx:pt idx="25051">2.9500000000000002</cx:pt>
          <cx:pt idx="25052">0.41999999999999998</cx:pt>
          <cx:pt idx="25053">1.6499999999999999</cx:pt>
          <cx:pt idx="25054">14.949999999999999</cx:pt>
          <cx:pt idx="25055">8.5</cx:pt>
          <cx:pt idx="25056">4.6500000000000004</cx:pt>
          <cx:pt idx="25057">7.6500000000000004</cx:pt>
          <cx:pt idx="25058">4.9500000000000002</cx:pt>
          <cx:pt idx="25059">3.25</cx:pt>
          <cx:pt idx="25060">14.949999999999999</cx:pt>
          <cx:pt idx="25061">2.1000000000000001</cx:pt>
          <cx:pt idx="25062">2.0800000000000001</cx:pt>
          <cx:pt idx="25063">4.9500000000000002</cx:pt>
          <cx:pt idx="25064">0.55000000000000004</cx:pt>
          <cx:pt idx="25065">1.45</cx:pt>
          <cx:pt idx="25066">2.9500000000000002</cx:pt>
          <cx:pt idx="25067">0.28999999999999998</cx:pt>
          <cx:pt idx="25068">0.28999999999999998</cx:pt>
          <cx:pt idx="25069">0.28999999999999998</cx:pt>
          <cx:pt idx="25070">0.55000000000000004</cx:pt>
          <cx:pt idx="25071">1.6499999999999999</cx:pt>
          <cx:pt idx="25072">2.5499999999999998</cx:pt>
          <cx:pt idx="25073">2.5499999999999998</cx:pt>
          <cx:pt idx="25074">4.9500000000000002</cx:pt>
          <cx:pt idx="25075">0.41999999999999998</cx:pt>
          <cx:pt idx="25076">1.6499999999999999</cx:pt>
          <cx:pt idx="25077">12.75</cx:pt>
          <cx:pt idx="25078">0.65000000000000002</cx:pt>
          <cx:pt idx="25079">0.84999999999999998</cx:pt>
          <cx:pt idx="25080">1.6499999999999999</cx:pt>
          <cx:pt idx="25081">8.5</cx:pt>
          <cx:pt idx="25082">2.8900000000000001</cx:pt>
          <cx:pt idx="25083">4.9500000000000002</cx:pt>
          <cx:pt idx="25084">1.6499999999999999</cx:pt>
          <cx:pt idx="25085">6.9500000000000002</cx:pt>
          <cx:pt idx="25086">1.45</cx:pt>
          <cx:pt idx="25087">1.45</cx:pt>
          <cx:pt idx="25088">4.9500000000000002</cx:pt>
          <cx:pt idx="25089">1.45</cx:pt>
          <cx:pt idx="25090">0.41999999999999998</cx:pt>
          <cx:pt idx="25091">2.5499999999999998</cx:pt>
          <cx:pt idx="25092">3.75</cx:pt>
          <cx:pt idx="25093">1.25</cx:pt>
          <cx:pt idx="25094">1.25</cx:pt>
          <cx:pt idx="25095">1.45</cx:pt>
          <cx:pt idx="25096">2.1000000000000001</cx:pt>
          <cx:pt idx="25097">2.5499999999999998</cx:pt>
          <cx:pt idx="25098">3.75</cx:pt>
          <cx:pt idx="25099">12.75</cx:pt>
          <cx:pt idx="25100">3.75</cx:pt>
          <cx:pt idx="25101">8.5</cx:pt>
          <cx:pt idx="25102">4.1299999999999999</cx:pt>
          <cx:pt idx="25103">4.1299999999999999</cx:pt>
          <cx:pt idx="25104">16.629999999999999</cx:pt>
          <cx:pt idx="25105">10.789999999999999</cx:pt>
          <cx:pt idx="25106">4.1299999999999999</cx:pt>
          <cx:pt idx="25107">5.79</cx:pt>
          <cx:pt idx="25108">14.130000000000001</cx:pt>
          <cx:pt idx="25109">4.1299999999999999</cx:pt>
          <cx:pt idx="25110">14.130000000000001</cx:pt>
          <cx:pt idx="25111">4.1299999999999999</cx:pt>
          <cx:pt idx="25112">3.75</cx:pt>
          <cx:pt idx="25113">4.1299999999999999</cx:pt>
          <cx:pt idx="25114">16.629999999999999</cx:pt>
          <cx:pt idx="25115">4.96</cx:pt>
          <cx:pt idx="25116">4.1299999999999999</cx:pt>
          <cx:pt idx="25117">4.1299999999999999</cx:pt>
          <cx:pt idx="25118">4.1299999999999999</cx:pt>
          <cx:pt idx="25119">24.960000000000001</cx:pt>
          <cx:pt idx="25120">12.460000000000001</cx:pt>
          <cx:pt idx="25121">4.1299999999999999</cx:pt>
          <cx:pt idx="25122">3.29</cx:pt>
          <cx:pt idx="25123">14.130000000000001</cx:pt>
          <cx:pt idx="25124">4.1299999999999999</cx:pt>
          <cx:pt idx="25125">2.9500000000000002</cx:pt>
          <cx:pt idx="25126">4.9500000000000002</cx:pt>
          <cx:pt idx="25127">0.41999999999999998</cx:pt>
          <cx:pt idx="25128">2.9500000000000002</cx:pt>
          <cx:pt idx="25129">0.65000000000000002</cx:pt>
          <cx:pt idx="25130">0.41999999999999998</cx:pt>
          <cx:pt idx="25131">1.45</cx:pt>
          <cx:pt idx="25132">8.25</cx:pt>
          <cx:pt idx="25133">2.5499999999999998</cx:pt>
          <cx:pt idx="25134">2.9500000000000002</cx:pt>
          <cx:pt idx="25135">1.6499999999999999</cx:pt>
          <cx:pt idx="25136">1.6499999999999999</cx:pt>
          <cx:pt idx="25137">4.1500000000000004</cx:pt>
          <cx:pt idx="25138">4.1500000000000004</cx:pt>
          <cx:pt idx="25139">1.95</cx:pt>
          <cx:pt idx="25140">2.9500000000000002</cx:pt>
          <cx:pt idx="25141">2.0800000000000001</cx:pt>
          <cx:pt idx="25142">0.41999999999999998</cx:pt>
          <cx:pt idx="25143">1.25</cx:pt>
          <cx:pt idx="25144">2.9500000000000002</cx:pt>
          <cx:pt idx="25145">1.6499999999999999</cx:pt>
          <cx:pt idx="25146">0.55000000000000004</cx:pt>
          <cx:pt idx="25147">2.5499999999999998</cx:pt>
          <cx:pt idx="25148">1.49</cx:pt>
          <cx:pt idx="25149">7.6500000000000004</cx:pt>
          <cx:pt idx="25150">6.75</cx:pt>
          <cx:pt idx="25151">1.6499999999999999</cx:pt>
          <cx:pt idx="25152">3.25</cx:pt>
          <cx:pt idx="25153">4.1500000000000004</cx:pt>
          <cx:pt idx="25154">4.9500000000000002</cx:pt>
          <cx:pt idx="25155">1.45</cx:pt>
          <cx:pt idx="25156">6.75</cx:pt>
          <cx:pt idx="25157">8.25</cx:pt>
          <cx:pt idx="25158">6.75</cx:pt>
          <cx:pt idx="25159">2.1000000000000001</cx:pt>
          <cx:pt idx="25160">4.1500000000000004</cx:pt>
          <cx:pt idx="25161">6.9500000000000002</cx:pt>
          <cx:pt idx="25162">0.65000000000000002</cx:pt>
          <cx:pt idx="25163">0.41999999999999998</cx:pt>
          <cx:pt idx="25164">7.9500000000000002</cx:pt>
          <cx:pt idx="25165">3.75</cx:pt>
          <cx:pt idx="25166">2.0800000000000001</cx:pt>
          <cx:pt idx="25167">7.9500000000000002</cx:pt>
          <cx:pt idx="25168">2.1000000000000001</cx:pt>
          <cx:pt idx="25169">0.84999999999999998</cx:pt>
          <cx:pt idx="25170">4.9500000000000002</cx:pt>
          <cx:pt idx="25171">2.75</cx:pt>
          <cx:pt idx="25172">9.9499999999999993</cx:pt>
          <cx:pt idx="25173">7.9500000000000002</cx:pt>
          <cx:pt idx="25174">0.65000000000000002</cx:pt>
          <cx:pt idx="25175">0.41999999999999998</cx:pt>
          <cx:pt idx="25176">4.1500000000000004</cx:pt>
          <cx:pt idx="25177">1.25</cx:pt>
          <cx:pt idx="25178">0.41999999999999998</cx:pt>
          <cx:pt idx="25179">9.9499999999999993</cx:pt>
          <cx:pt idx="25180">2.0800000000000001</cx:pt>
          <cx:pt idx="25181">1.25</cx:pt>
          <cx:pt idx="25182">0.41999999999999998</cx:pt>
          <cx:pt idx="25183">1.6499999999999999</cx:pt>
          <cx:pt idx="25184">4.1500000000000004</cx:pt>
          <cx:pt idx="25185">2.0800000000000001</cx:pt>
          <cx:pt idx="25186">1.6499999999999999</cx:pt>
          <cx:pt idx="25187">0.41999999999999998</cx:pt>
          <cx:pt idx="25188">2.9500000000000002</cx:pt>
          <cx:pt idx="25189">0.41999999999999998</cx:pt>
          <cx:pt idx="25190">2.0800000000000001</cx:pt>
          <cx:pt idx="25191">1.6499999999999999</cx:pt>
          <cx:pt idx="25192">2.5499999999999998</cx:pt>
          <cx:pt idx="25193">6.75</cx:pt>
          <cx:pt idx="25194">6.75</cx:pt>
          <cx:pt idx="25195">2.5499999999999998</cx:pt>
          <cx:pt idx="25196">1.6499999999999999</cx:pt>
          <cx:pt idx="25197">1.25</cx:pt>
          <cx:pt idx="25198">1.6499999999999999</cx:pt>
          <cx:pt idx="25199">2.5499999999999998</cx:pt>
          <cx:pt idx="25200">6.9500000000000002</cx:pt>
          <cx:pt idx="25201">12.75</cx:pt>
          <cx:pt idx="25202">7.9500000000000002</cx:pt>
          <cx:pt idx="25203">6.9500000000000002</cx:pt>
          <cx:pt idx="25204">12.75</cx:pt>
          <cx:pt idx="25205">7.9500000000000002</cx:pt>
          <cx:pt idx="25206">2.0800000000000001</cx:pt>
          <cx:pt idx="25207">1.6499999999999999</cx:pt>
          <cx:pt idx="25208">2.0800000000000001</cx:pt>
          <cx:pt idx="25209">2.0800000000000001</cx:pt>
          <cx:pt idx="25210">2.0800000000000001</cx:pt>
          <cx:pt idx="25211">2.1000000000000001</cx:pt>
          <cx:pt idx="25212">2.9500000000000002</cx:pt>
          <cx:pt idx="25213">2.0800000000000001</cx:pt>
          <cx:pt idx="25214">1.6499999999999999</cx:pt>
          <cx:pt idx="25215">1.6499999999999999</cx:pt>
          <cx:pt idx="25216">2.1000000000000001</cx:pt>
          <cx:pt idx="25217">2.0800000000000001</cx:pt>
          <cx:pt idx="25218">5.79</cx:pt>
          <cx:pt idx="25219">24.960000000000001</cx:pt>
          <cx:pt idx="25220">3.29</cx:pt>
          <cx:pt idx="25221">2.46</cx:pt>
          <cx:pt idx="25222">10.789999999999999</cx:pt>
          <cx:pt idx="25223">4.1299999999999999</cx:pt>
          <cx:pt idx="25224">1.6299999999999999</cx:pt>
          <cx:pt idx="25225">5.79</cx:pt>
          <cx:pt idx="25226">1.25</cx:pt>
          <cx:pt idx="25227">2.46</cx:pt>
          <cx:pt idx="25228">0.41999999999999998</cx:pt>
          <cx:pt idx="25229">7.46</cx:pt>
          <cx:pt idx="25230">3.29</cx:pt>
          <cx:pt idx="25231">1.6299999999999999</cx:pt>
          <cx:pt idx="25232">4.1299999999999999</cx:pt>
          <cx:pt idx="25233">1.25</cx:pt>
          <cx:pt idx="25234">0.82999999999999996</cx:pt>
          <cx:pt idx="25235">1.6299999999999999</cx:pt>
          <cx:pt idx="25236">4.1299999999999999</cx:pt>
          <cx:pt idx="25237">16.629999999999999</cx:pt>
          <cx:pt idx="25238">0.82999999999999996</cx:pt>
          <cx:pt idx="25239">10.789999999999999</cx:pt>
          <cx:pt idx="25240">4.1299999999999999</cx:pt>
          <cx:pt idx="25241">2.46</cx:pt>
          <cx:pt idx="25242">19.960000000000001</cx:pt>
          <cx:pt idx="25243">5.79</cx:pt>
          <cx:pt idx="25244">0.41999999999999998</cx:pt>
          <cx:pt idx="25245">8.2899999999999991</cx:pt>
          <cx:pt idx="25246">1.25</cx:pt>
          <cx:pt idx="25247">2.46</cx:pt>
          <cx:pt idx="25248">0.41999999999999998</cx:pt>
          <cx:pt idx="25249">16.629999999999999</cx:pt>
          <cx:pt idx="25250">2.46</cx:pt>
          <cx:pt idx="25251">5.79</cx:pt>
          <cx:pt idx="25252">2.46</cx:pt>
          <cx:pt idx="25253">0.82999999999999996</cx:pt>
          <cx:pt idx="25254">6.6299999999999999</cx:pt>
          <cx:pt idx="25255">16.629999999999999</cx:pt>
          <cx:pt idx="25256">14.130000000000001</cx:pt>
          <cx:pt idx="25257">4.1299999999999999</cx:pt>
          <cx:pt idx="25258">2.46</cx:pt>
          <cx:pt idx="25259">5.79</cx:pt>
          <cx:pt idx="25260">9.1300000000000008</cx:pt>
          <cx:pt idx="25261">1.25</cx:pt>
          <cx:pt idx="25262">5.79</cx:pt>
          <cx:pt idx="25263">1.25</cx:pt>
          <cx:pt idx="25264">0.82999999999999996</cx:pt>
          <cx:pt idx="25265">2.7599999999999998</cx:pt>
          <cx:pt idx="25266">4.1299999999999999</cx:pt>
          <cx:pt idx="25267">0.84999999999999998</cx:pt>
          <cx:pt idx="25268">1.6299999999999999</cx:pt>
          <cx:pt idx="25269">0.82999999999999996</cx:pt>
          <cx:pt idx="25270">4.1299999999999999</cx:pt>
          <cx:pt idx="25271">0.82999999999999996</cx:pt>
          <cx:pt idx="25272">12.75</cx:pt>
          <cx:pt idx="25273">1.6499999999999999</cx:pt>
          <cx:pt idx="25274">2.0800000000000001</cx:pt>
          <cx:pt idx="25275">4.9500000000000002</cx:pt>
          <cx:pt idx="25276">2.5499999999999998</cx:pt>
          <cx:pt idx="25277">2.1000000000000001</cx:pt>
          <cx:pt idx="25278">4.1500000000000004</cx:pt>
          <cx:pt idx="25279">4.25</cx:pt>
          <cx:pt idx="25280">1.45</cx:pt>
          <cx:pt idx="25281">2.1000000000000001</cx:pt>
          <cx:pt idx="25282">2.5499999999999998</cx:pt>
          <cx:pt idx="25283">1.45</cx:pt>
          <cx:pt idx="25284">1.45</cx:pt>
          <cx:pt idx="25285">1.8500000000000001</cx:pt>
          <cx:pt idx="25286">3.75</cx:pt>
          <cx:pt idx="25287">1.25</cx:pt>
          <cx:pt idx="25288">1.6499999999999999</cx:pt>
          <cx:pt idx="25289">1.6499999999999999</cx:pt>
          <cx:pt idx="25290">0.84999999999999998</cx:pt>
          <cx:pt idx="25291">8.5</cx:pt>
          <cx:pt idx="25292">3.25</cx:pt>
          <cx:pt idx="25293">8.5</cx:pt>
          <cx:pt idx="25294">2.9500000000000002</cx:pt>
          <cx:pt idx="25295">1.25</cx:pt>
          <cx:pt idx="25296">1.25</cx:pt>
          <cx:pt idx="25297">1.6499999999999999</cx:pt>
          <cx:pt idx="25298">8.5</cx:pt>
          <cx:pt idx="25299">0.41999999999999998</cx:pt>
          <cx:pt idx="25300">1.6499999999999999</cx:pt>
          <cx:pt idx="25301">3.75</cx:pt>
          <cx:pt idx="25302">1.6499999999999999</cx:pt>
          <cx:pt idx="25303">2.9500000000000002</cx:pt>
          <cx:pt idx="25304">7.9500000000000002</cx:pt>
          <cx:pt idx="25305">3.25</cx:pt>
          <cx:pt idx="25306">4.6500000000000004</cx:pt>
          <cx:pt idx="25307">2.9500000000000002</cx:pt>
          <cx:pt idx="25308">1.6499999999999999</cx:pt>
          <cx:pt idx="25309">1.6499999999999999</cx:pt>
          <cx:pt idx="25310">0.41999999999999998</cx:pt>
          <cx:pt idx="25311">1.45</cx:pt>
          <cx:pt idx="25312">1.45</cx:pt>
          <cx:pt idx="25313">1.6499999999999999</cx:pt>
          <cx:pt idx="25314">4.9500000000000002</cx:pt>
          <cx:pt idx="25315">1.45</cx:pt>
          <cx:pt idx="25316">1.25</cx:pt>
          <cx:pt idx="25317">2.0800000000000001</cx:pt>
          <cx:pt idx="25318">1.6499999999999999</cx:pt>
          <cx:pt idx="25319">12.75</cx:pt>
          <cx:pt idx="25320">2.0800000000000001</cx:pt>
          <cx:pt idx="25321">2.9500000000000002</cx:pt>
          <cx:pt idx="25322">0.65000000000000002</cx:pt>
          <cx:pt idx="25323">0.84999999999999998</cx:pt>
          <cx:pt idx="25324">0.41999999999999998</cx:pt>
          <cx:pt idx="25325">14.949999999999999</cx:pt>
          <cx:pt idx="25326">1.6499999999999999</cx:pt>
          <cx:pt idx="25327">1.6499999999999999</cx:pt>
          <cx:pt idx="25328">2.9500000000000002</cx:pt>
          <cx:pt idx="25329">1.45</cx:pt>
          <cx:pt idx="25330">4.1500000000000004</cx:pt>
          <cx:pt idx="25331">4.9500000000000002</cx:pt>
          <cx:pt idx="25332">4.9500000000000002</cx:pt>
          <cx:pt idx="25333">0.41999999999999998</cx:pt>
          <cx:pt idx="25334">1.6499999999999999</cx:pt>
          <cx:pt idx="25335">3.25</cx:pt>
          <cx:pt idx="25336">2.9500000000000002</cx:pt>
          <cx:pt idx="25337">1.45</cx:pt>
          <cx:pt idx="25338">2.9500000000000002</cx:pt>
          <cx:pt idx="25339">2.25</cx:pt>
          <cx:pt idx="25340">2.25</cx:pt>
          <cx:pt idx="25341">12.75</cx:pt>
          <cx:pt idx="25342">1.25</cx:pt>
          <cx:pt idx="25343">0.41999999999999998</cx:pt>
          <cx:pt idx="25344">0.28999999999999998</cx:pt>
          <cx:pt idx="25345">1.6499999999999999</cx:pt>
          <cx:pt idx="25346">0.55000000000000004</cx:pt>
          <cx:pt idx="25347">1.6499999999999999</cx:pt>
          <cx:pt idx="25348">1.6499999999999999</cx:pt>
          <cx:pt idx="25349">0.84999999999999998</cx:pt>
          <cx:pt idx="25350">2.5499999999999998</cx:pt>
          <cx:pt idx="25351">1.45</cx:pt>
          <cx:pt idx="25352">4.1500000000000004</cx:pt>
          <cx:pt idx="25353">1.6499999999999999</cx:pt>
          <cx:pt idx="25354">1.6499999999999999</cx:pt>
          <cx:pt idx="25355">1.6499999999999999</cx:pt>
          <cx:pt idx="25356">4.9500000000000002</cx:pt>
          <cx:pt idx="25357">1.45</cx:pt>
          <cx:pt idx="25358">7.9500000000000002</cx:pt>
          <cx:pt idx="25359">6.9500000000000002</cx:pt>
          <cx:pt idx="25360">0.41999999999999998</cx:pt>
          <cx:pt idx="25361">1.6499999999999999</cx:pt>
          <cx:pt idx="25362">2.0800000000000001</cx:pt>
          <cx:pt idx="25363">0.84999999999999998</cx:pt>
          <cx:pt idx="25364">1.45</cx:pt>
          <cx:pt idx="25365">1.6499999999999999</cx:pt>
          <cx:pt idx="25366">4.9500000000000002</cx:pt>
          <cx:pt idx="25367">1.45</cx:pt>
          <cx:pt idx="25368">1.25</cx:pt>
          <cx:pt idx="25369">2.0800000000000001</cx:pt>
          <cx:pt idx="25370">1.6499999999999999</cx:pt>
          <cx:pt idx="25371">1.25</cx:pt>
          <cx:pt idx="25372">2.1000000000000001</cx:pt>
          <cx:pt idx="25373">1.25</cx:pt>
          <cx:pt idx="25374">4.6500000000000004</cx:pt>
          <cx:pt idx="25375">1.6499999999999999</cx:pt>
          <cx:pt idx="25376">2.5499999999999998</cx:pt>
          <cx:pt idx="25377">3.75</cx:pt>
          <cx:pt idx="25378">0.55000000000000004</cx:pt>
          <cx:pt idx="25379">2.5499999999999998</cx:pt>
          <cx:pt idx="25380">1.6499999999999999</cx:pt>
          <cx:pt idx="25381">0.84999999999999998</cx:pt>
          <cx:pt idx="25382">0.82999999999999996</cx:pt>
          <cx:pt idx="25383">1.25</cx:pt>
          <cx:pt idx="25384">1.45</cx:pt>
          <cx:pt idx="25385">2.9500000000000002</cx:pt>
          <cx:pt idx="25386">1.25</cx:pt>
          <cx:pt idx="25387">1.25</cx:pt>
          <cx:pt idx="25388">1.45</cx:pt>
          <cx:pt idx="25389">1.25</cx:pt>
          <cx:pt idx="25390">4.9500000000000002</cx:pt>
          <cx:pt idx="25391">2.0800000000000001</cx:pt>
          <cx:pt idx="25392">1.45</cx:pt>
          <cx:pt idx="25393">1.6499999999999999</cx:pt>
          <cx:pt idx="25394">0.84999999999999998</cx:pt>
          <cx:pt idx="25395">2.9500000000000002</cx:pt>
          <cx:pt idx="25396">2.9500000000000002</cx:pt>
          <cx:pt idx="25397">8.5</cx:pt>
          <cx:pt idx="25398">12.75</cx:pt>
          <cx:pt idx="25399">2.5499999999999998</cx:pt>
          <cx:pt idx="25400">4.1500000000000004</cx:pt>
          <cx:pt idx="25401">0.84999999999999998</cx:pt>
          <cx:pt idx="25402">2.1000000000000001</cx:pt>
          <cx:pt idx="25403">4.1299999999999999</cx:pt>
          <cx:pt idx="25404">3.29</cx:pt>
          <cx:pt idx="25405">6.6299999999999999</cx:pt>
          <cx:pt idx="25406">4.1299999999999999</cx:pt>
          <cx:pt idx="25407">8.2899999999999991</cx:pt>
          <cx:pt idx="25408">8.2899999999999991</cx:pt>
          <cx:pt idx="25409">1.6299999999999999</cx:pt>
          <cx:pt idx="25410">6.6299999999999999</cx:pt>
          <cx:pt idx="25411">3.29</cx:pt>
          <cx:pt idx="25412">4.96</cx:pt>
          <cx:pt idx="25413">2.46</cx:pt>
          <cx:pt idx="25414">7.46</cx:pt>
          <cx:pt idx="25415">2.9500000000000002</cx:pt>
          <cx:pt idx="25416">4.9500000000000002</cx:pt>
          <cx:pt idx="25417">0.84999999999999998</cx:pt>
          <cx:pt idx="25418">1.6499999999999999</cx:pt>
          <cx:pt idx="25419">1.6499999999999999</cx:pt>
          <cx:pt idx="25420">0.84999999999999998</cx:pt>
          <cx:pt idx="25421">1.25</cx:pt>
          <cx:pt idx="25422">1.6499999999999999</cx:pt>
          <cx:pt idx="25423">1.6499999999999999</cx:pt>
          <cx:pt idx="25424">4.9500000000000002</cx:pt>
          <cx:pt idx="25425">4.6500000000000004</cx:pt>
          <cx:pt idx="25426">1.25</cx:pt>
          <cx:pt idx="25427">2.1000000000000001</cx:pt>
          <cx:pt idx="25428">1.25</cx:pt>
          <cx:pt idx="25429">7.9500000000000002</cx:pt>
          <cx:pt idx="25430">7.9500000000000002</cx:pt>
          <cx:pt idx="25431">2.1000000000000001</cx:pt>
          <cx:pt idx="25432">7.9500000000000002</cx:pt>
          <cx:pt idx="25433">2.0800000000000001</cx:pt>
          <cx:pt idx="25434">7.6500000000000004</cx:pt>
          <cx:pt idx="25435">1.79</cx:pt>
          <cx:pt idx="25436">4.1500000000000004</cx:pt>
          <cx:pt idx="25437">2.75</cx:pt>
          <cx:pt idx="25438">1.25</cx:pt>
          <cx:pt idx="25439">2.1000000000000001</cx:pt>
          <cx:pt idx="25440">9.9499999999999993</cx:pt>
          <cx:pt idx="25441">5.5499999999999998</cx:pt>
          <cx:pt idx="25442">7.6500000000000004</cx:pt>
          <cx:pt idx="25443">2.5499999999999998</cx:pt>
          <cx:pt idx="25444">2.75</cx:pt>
          <cx:pt idx="25445">7.6500000000000004</cx:pt>
          <cx:pt idx="25446">12.75</cx:pt>
          <cx:pt idx="25447">1.0600000000000001</cx:pt>
          <cx:pt idx="25448">10.949999999999999</cx:pt>
          <cx:pt idx="25449">1.45</cx:pt>
          <cx:pt idx="25450">7.9500000000000002</cx:pt>
          <cx:pt idx="25451">1.45</cx:pt>
          <cx:pt idx="25452">6</cx:pt>
          <cx:pt idx="25453">2.9500000000000002</cx:pt>
          <cx:pt idx="25454">1.95</cx:pt>
          <cx:pt idx="25455">0.41999999999999998</cx:pt>
          <cx:pt idx="25456">4.9500000000000002</cx:pt>
          <cx:pt idx="25457">0.84999999999999998</cx:pt>
          <cx:pt idx="25458">7.6500000000000004</cx:pt>
          <cx:pt idx="25459">7.9500000000000002</cx:pt>
          <cx:pt idx="25460">3.25</cx:pt>
          <cx:pt idx="25461">2.5499999999999998</cx:pt>
          <cx:pt idx="25462">1.25</cx:pt>
          <cx:pt idx="25463">1.45</cx:pt>
          <cx:pt idx="25464">3.75</cx:pt>
          <cx:pt idx="25465">2.5499999999999998</cx:pt>
          <cx:pt idx="25466">8.5</cx:pt>
          <cx:pt idx="25467">1.45</cx:pt>
          <cx:pt idx="25468">7.9500000000000002</cx:pt>
          <cx:pt idx="25469">2.9500000000000002</cx:pt>
          <cx:pt idx="25470">0.41999999999999998</cx:pt>
          <cx:pt idx="25471">0.65000000000000002</cx:pt>
          <cx:pt idx="25472">0.28999999999999998</cx:pt>
          <cx:pt idx="25473">1.6499999999999999</cx:pt>
          <cx:pt idx="25474">0.55000000000000004</cx:pt>
          <cx:pt idx="25475">0.84999999999999998</cx:pt>
          <cx:pt idx="25476">0.41999999999999998</cx:pt>
          <cx:pt idx="25477">12.75</cx:pt>
          <cx:pt idx="25478">0.55000000000000004</cx:pt>
          <cx:pt idx="25479">2.5499999999999998</cx:pt>
          <cx:pt idx="25480">2.5499999999999998</cx:pt>
          <cx:pt idx="25481">1.25</cx:pt>
          <cx:pt idx="25482">1.45</cx:pt>
          <cx:pt idx="25483">2.0800000000000001</cx:pt>
          <cx:pt idx="25484">2.5499999999999998</cx:pt>
          <cx:pt idx="25485">1.45</cx:pt>
          <cx:pt idx="25486">4.1500000000000004</cx:pt>
          <cx:pt idx="25487">9.9499999999999993</cx:pt>
          <cx:pt idx="25488">6.9500000000000002</cx:pt>
          <cx:pt idx="25489">2.1000000000000001</cx:pt>
          <cx:pt idx="25490">2.1000000000000001</cx:pt>
          <cx:pt idx="25491">2.0800000000000001</cx:pt>
          <cx:pt idx="25492">0.82999999999999996</cx:pt>
          <cx:pt idx="25493">1.25</cx:pt>
          <cx:pt idx="25494">2.0800000000000001</cx:pt>
          <cx:pt idx="25495">1.25</cx:pt>
          <cx:pt idx="25496">0.55000000000000004</cx:pt>
          <cx:pt idx="25497">0.55000000000000004</cx:pt>
          <cx:pt idx="25498">3.9100000000000001</cx:pt>
          <cx:pt idx="25499">5.8799999999999999</cx:pt>
          <cx:pt idx="25500">3.9100000000000001</cx:pt>
          <cx:pt idx="25501">5.8799999999999999</cx:pt>
          <cx:pt idx="25502">2.1000000000000001</cx:pt>
          <cx:pt idx="25503">2.0800000000000001</cx:pt>
          <cx:pt idx="25504">4.1500000000000004</cx:pt>
          <cx:pt idx="25505">1.6499999999999999</cx:pt>
          <cx:pt idx="25506">0.41999999999999998</cx:pt>
          <cx:pt idx="25507">2.9500000000000002</cx:pt>
          <cx:pt idx="25508">1.25</cx:pt>
          <cx:pt idx="25509">4.1500000000000004</cx:pt>
          <cx:pt idx="25510">4.1500000000000004</cx:pt>
          <cx:pt idx="25511">1.6499999999999999</cx:pt>
          <cx:pt idx="25512">1.6499999999999999</cx:pt>
          <cx:pt idx="25513">12.75</cx:pt>
          <cx:pt idx="25514">8.25</cx:pt>
          <cx:pt idx="25515">2.0800000000000001</cx:pt>
          <cx:pt idx="25516">2.0800000000000001</cx:pt>
          <cx:pt idx="25517">2.9500000000000002</cx:pt>
          <cx:pt idx="25518">1.45</cx:pt>
          <cx:pt idx="25519">2.5499999999999998</cx:pt>
          <cx:pt idx="25520">1.25</cx:pt>
          <cx:pt idx="25521">3.75</cx:pt>
          <cx:pt idx="25522">6.9500000000000002</cx:pt>
          <cx:pt idx="25523">2.0800000000000001</cx:pt>
          <cx:pt idx="25524">2.0800000000000001</cx:pt>
          <cx:pt idx="25525">1.45</cx:pt>
          <cx:pt idx="25526">4.9500000000000002</cx:pt>
          <cx:pt idx="25527">4.9500000000000002</cx:pt>
          <cx:pt idx="25528">2.9500000000000002</cx:pt>
          <cx:pt idx="25529">0.41999999999999998</cx:pt>
          <cx:pt idx="25530">0.41999999999999998</cx:pt>
          <cx:pt idx="25531">2.9500000000000002</cx:pt>
          <cx:pt idx="25532">2.9500000000000002</cx:pt>
          <cx:pt idx="25533">2.9500000000000002</cx:pt>
          <cx:pt idx="25534">2.0800000000000001</cx:pt>
          <cx:pt idx="25535">2.0800000000000001</cx:pt>
          <cx:pt idx="25536">2.0800000000000001</cx:pt>
          <cx:pt idx="25537">1.6499999999999999</cx:pt>
          <cx:pt idx="25538">1.6499999999999999</cx:pt>
          <cx:pt idx="25539">0.84999999999999998</cx:pt>
          <cx:pt idx="25540">2.0800000000000001</cx:pt>
          <cx:pt idx="25541">1.45</cx:pt>
          <cx:pt idx="25542">0.84999999999999998</cx:pt>
          <cx:pt idx="25543">3.75</cx:pt>
          <cx:pt idx="25544">4.9500000000000002</cx:pt>
          <cx:pt idx="25545">4.6500000000000004</cx:pt>
          <cx:pt idx="25546">1.45</cx:pt>
          <cx:pt idx="25547">4.9500000000000002</cx:pt>
          <cx:pt idx="25548">2.0800000000000001</cx:pt>
          <cx:pt idx="25549">1.6499999999999999</cx:pt>
          <cx:pt idx="25550">0.41999999999999998</cx:pt>
          <cx:pt idx="25551">4.1500000000000004</cx:pt>
          <cx:pt idx="25552">2.0800000000000001</cx:pt>
          <cx:pt idx="25553">0.41999999999999998</cx:pt>
          <cx:pt idx="25554">4.9500000000000002</cx:pt>
          <cx:pt idx="25555">2.5499999999999998</cx:pt>
          <cx:pt idx="25556">0.82999999999999996</cx:pt>
          <cx:pt idx="25557">0.55000000000000004</cx:pt>
          <cx:pt idx="25558">2.0800000000000001</cx:pt>
          <cx:pt idx="25559">7.6500000000000004</cx:pt>
          <cx:pt idx="25560">1.6499999999999999</cx:pt>
          <cx:pt idx="25561">1.45</cx:pt>
          <cx:pt idx="25562">0.41999999999999998</cx:pt>
          <cx:pt idx="25563">2.0800000000000001</cx:pt>
          <cx:pt idx="25564">2.9500000000000002</cx:pt>
          <cx:pt idx="25565">2.9500000000000002</cx:pt>
          <cx:pt idx="25566">1.45</cx:pt>
          <cx:pt idx="25567">6.9500000000000002</cx:pt>
          <cx:pt idx="25568">8.5</cx:pt>
          <cx:pt idx="25569">0.84999999999999998</cx:pt>
          <cx:pt idx="25570">4.9500000000000002</cx:pt>
          <cx:pt idx="25571">7.9500000000000002</cx:pt>
          <cx:pt idx="25572">3.25</cx:pt>
          <cx:pt idx="25573">2.1000000000000001</cx:pt>
          <cx:pt idx="25574">2.5499999999999998</cx:pt>
          <cx:pt idx="25575">4.9500000000000002</cx:pt>
          <cx:pt idx="25576">2.9500000000000002</cx:pt>
          <cx:pt idx="25577">2.25</cx:pt>
          <cx:pt idx="25578">3.75</cx:pt>
          <cx:pt idx="25579">4.1500000000000004</cx:pt>
          <cx:pt idx="25580">2.25</cx:pt>
          <cx:pt idx="25581">2.0800000000000001</cx:pt>
          <cx:pt idx="25582">14.949999999999999</cx:pt>
          <cx:pt idx="25583">1.6499999999999999</cx:pt>
          <cx:pt idx="25584">2.0800000000000001</cx:pt>
          <cx:pt idx="25585">6.75</cx:pt>
          <cx:pt idx="25586">1.79</cx:pt>
          <cx:pt idx="25587">0.71999999999999997</cx:pt>
          <cx:pt idx="25588">2.9500000000000002</cx:pt>
          <cx:pt idx="25589">4.9500000000000002</cx:pt>
          <cx:pt idx="25590">0.84999999999999998</cx:pt>
          <cx:pt idx="25591">1.6499999999999999</cx:pt>
          <cx:pt idx="25592">1.45</cx:pt>
          <cx:pt idx="25593">1.45</cx:pt>
          <cx:pt idx="25594">1.45</cx:pt>
          <cx:pt idx="25595">3.25</cx:pt>
          <cx:pt idx="25596">0.65000000000000002</cx:pt>
          <cx:pt idx="25597">2.9500000000000002</cx:pt>
          <cx:pt idx="25598">0.65000000000000002</cx:pt>
          <cx:pt idx="25599">0.41999999999999998</cx:pt>
          <cx:pt idx="25600">1.45</cx:pt>
          <cx:pt idx="25601">0.41999999999999998</cx:pt>
          <cx:pt idx="25602">2.1000000000000001</cx:pt>
          <cx:pt idx="25603">3.25</cx:pt>
          <cx:pt idx="25604">2.9500000000000002</cx:pt>
          <cx:pt idx="25605">1.25</cx:pt>
          <cx:pt idx="25606">4.9500000000000002</cx:pt>
          <cx:pt idx="25607">2.9500000000000002</cx:pt>
          <cx:pt idx="25608">2.5499999999999998</cx:pt>
          <cx:pt idx="25609">6.75</cx:pt>
          <cx:pt idx="25610">2.1000000000000001</cx:pt>
          <cx:pt idx="25611">3.75</cx:pt>
          <cx:pt idx="25612">1.45</cx:pt>
          <cx:pt idx="25613">7.9500000000000002</cx:pt>
          <cx:pt idx="25614">3.75</cx:pt>
          <cx:pt idx="25615">12.75</cx:pt>
          <cx:pt idx="25616">7.9500000000000002</cx:pt>
          <cx:pt idx="25617">2.9500000000000002</cx:pt>
          <cx:pt idx="25618">1.45</cx:pt>
          <cx:pt idx="25619">2.75</cx:pt>
          <cx:pt idx="25620">2.9500000000000002</cx:pt>
          <cx:pt idx="25621">1.6499999999999999</cx:pt>
          <cx:pt idx="25622">2.75</cx:pt>
          <cx:pt idx="25623">2.75</cx:pt>
          <cx:pt idx="25624">4.9500000000000002</cx:pt>
          <cx:pt idx="25625">7.46</cx:pt>
          <cx:pt idx="25626">0.82999999999999996</cx:pt>
          <cx:pt idx="25627">3.29</cx:pt>
          <cx:pt idx="25628">0.82999999999999996</cx:pt>
          <cx:pt idx="25629">10.789999999999999</cx:pt>
          <cx:pt idx="25630">4.1299999999999999</cx:pt>
          <cx:pt idx="25631">2.46</cx:pt>
          <cx:pt idx="25632">5.79</cx:pt>
          <cx:pt idx="25633">0.82999999999999996</cx:pt>
          <cx:pt idx="25634">0.41999999999999998</cx:pt>
          <cx:pt idx="25635">3.29</cx:pt>
          <cx:pt idx="25636">8.2899999999999991</cx:pt>
          <cx:pt idx="25637">2.46</cx:pt>
          <cx:pt idx="25638">0.41999999999999998</cx:pt>
          <cx:pt idx="25639">3.29</cx:pt>
          <cx:pt idx="25640">10.789999999999999</cx:pt>
          <cx:pt idx="25641">3.29</cx:pt>
          <cx:pt idx="25642">2.46</cx:pt>
          <cx:pt idx="25643">5.79</cx:pt>
          <cx:pt idx="25644">5.79</cx:pt>
          <cx:pt idx="25645">0.41999999999999998</cx:pt>
          <cx:pt idx="25646">0.82999999999999996</cx:pt>
          <cx:pt idx="25647">4.5800000000000001</cx:pt>
          <cx:pt idx="25648">4.1299999999999999</cx:pt>
          <cx:pt idx="25649">24.960000000000001</cx:pt>
          <cx:pt idx="25650">2.46</cx:pt>
          <cx:pt idx="25651">2.46</cx:pt>
          <cx:pt idx="25652">3.29</cx:pt>
          <cx:pt idx="25653">1.25</cx:pt>
          <cx:pt idx="25654">0.82999999999999996</cx:pt>
          <cx:pt idx="25655">1.6299999999999999</cx:pt>
          <cx:pt idx="25656">0.84999999999999998</cx:pt>
          <cx:pt idx="25657">2.0800000000000001</cx:pt>
          <cx:pt idx="25658">0.82999999999999996</cx:pt>
          <cx:pt idx="25659">4.1299999999999999</cx:pt>
          <cx:pt idx="25660">2.46</cx:pt>
          <cx:pt idx="25661">5.79</cx:pt>
          <cx:pt idx="25662">0.41999999999999998</cx:pt>
          <cx:pt idx="25663">3.29</cx:pt>
          <cx:pt idx="25664">7.46</cx:pt>
          <cx:pt idx="25665">2.46</cx:pt>
          <cx:pt idx="25666">0.41999999999999998</cx:pt>
          <cx:pt idx="25667">24.960000000000001</cx:pt>
          <cx:pt idx="25668">2.46</cx:pt>
          <cx:pt idx="25669">5.79</cx:pt>
          <cx:pt idx="25670">2.46</cx:pt>
          <cx:pt idx="25671">0.82999999999999996</cx:pt>
          <cx:pt idx="25672">6.6299999999999999</cx:pt>
          <cx:pt idx="25673">1.6299999999999999</cx:pt>
          <cx:pt idx="25674">4.1299999999999999</cx:pt>
          <cx:pt idx="25675">2.46</cx:pt>
          <cx:pt idx="25676">4.1299999999999999</cx:pt>
          <cx:pt idx="25677">1.25</cx:pt>
          <cx:pt idx="25678">5.79</cx:pt>
          <cx:pt idx="25679">3.29</cx:pt>
          <cx:pt idx="25680">4.1299999999999999</cx:pt>
          <cx:pt idx="25681">1.6299999999999999</cx:pt>
          <cx:pt idx="25682">4.96</cx:pt>
          <cx:pt idx="25683">0.41999999999999998</cx:pt>
          <cx:pt idx="25684">0.65000000000000002</cx:pt>
          <cx:pt idx="25685">0.41999999999999998</cx:pt>
          <cx:pt idx="25686">4.1299999999999999</cx:pt>
          <cx:pt idx="25687">4.1299999999999999</cx:pt>
          <cx:pt idx="25688">4.1299999999999999</cx:pt>
          <cx:pt idx="25689">4.1299999999999999</cx:pt>
          <cx:pt idx="25690">4.1299999999999999</cx:pt>
          <cx:pt idx="25691">16.629999999999999</cx:pt>
          <cx:pt idx="25692">4.1299999999999999</cx:pt>
          <cx:pt idx="25693">7.46</cx:pt>
          <cx:pt idx="25694">4.1299999999999999</cx:pt>
          <cx:pt idx="25695">8.5</cx:pt>
          <cx:pt idx="25696">4.9500000000000002</cx:pt>
          <cx:pt idx="25697">4.9500000000000002</cx:pt>
          <cx:pt idx="25698">6.9500000000000002</cx:pt>
          <cx:pt idx="25699">0.41999999999999998</cx:pt>
          <cx:pt idx="25700">0.41999999999999998</cx:pt>
          <cx:pt idx="25701">1.95</cx:pt>
          <cx:pt idx="25702">2.9500000000000002</cx:pt>
          <cx:pt idx="25703">1.25</cx:pt>
          <cx:pt idx="25704">6.75</cx:pt>
          <cx:pt idx="25705">0.82999999999999996</cx:pt>
          <cx:pt idx="25706">0.82999999999999996</cx:pt>
          <cx:pt idx="25707">2.9500000000000002</cx:pt>
          <cx:pt idx="25708">2.9500000000000002</cx:pt>
          <cx:pt idx="25709">7.9500000000000002</cx:pt>
          <cx:pt idx="25710">2.0800000000000001</cx:pt>
          <cx:pt idx="25711">0.28999999999999998</cx:pt>
          <cx:pt idx="25712">2.4900000000000002</cx:pt>
          <cx:pt idx="25713">2.1000000000000001</cx:pt>
          <cx:pt idx="25714">3.75</cx:pt>
          <cx:pt idx="25715">2.9500000000000002</cx:pt>
          <cx:pt idx="25716">9.9499999999999993</cx:pt>
          <cx:pt idx="25717">0.84999999999999998</cx:pt>
          <cx:pt idx="25718">7.9500000000000002</cx:pt>
          <cx:pt idx="25719">7.9500000000000002</cx:pt>
          <cx:pt idx="25720">0.41999999999999998</cx:pt>
          <cx:pt idx="25721">2.0800000000000001</cx:pt>
          <cx:pt idx="25722">2.0800000000000001</cx:pt>
          <cx:pt idx="25723">1.0600000000000001</cx:pt>
          <cx:pt idx="25724">1.0600000000000001</cx:pt>
          <cx:pt idx="25725">1.8500000000000001</cx:pt>
          <cx:pt idx="25726">2.75</cx:pt>
          <cx:pt idx="25727">1.45</cx:pt>
          <cx:pt idx="25728">7.9500000000000002</cx:pt>
          <cx:pt idx="25729">2.9500000000000002</cx:pt>
          <cx:pt idx="25730">7.9500000000000002</cx:pt>
          <cx:pt idx="25731">6.75</cx:pt>
          <cx:pt idx="25732">1.25</cx:pt>
          <cx:pt idx="25733">2.5499999999999998</cx:pt>
          <cx:pt idx="25734">0.82999999999999996</cx:pt>
          <cx:pt idx="25735">1.45</cx:pt>
          <cx:pt idx="25736">3.25</cx:pt>
          <cx:pt idx="25737">6.75</cx:pt>
          <cx:pt idx="25738">6.75</cx:pt>
          <cx:pt idx="25739">9.9499999999999993</cx:pt>
          <cx:pt idx="25740">2.25</cx:pt>
          <cx:pt idx="25741">2.25</cx:pt>
          <cx:pt idx="25742">3.75</cx:pt>
          <cx:pt idx="25743">12.75</cx:pt>
          <cx:pt idx="25744">2.1000000000000001</cx:pt>
          <cx:pt idx="25745">1.25</cx:pt>
          <cx:pt idx="25746">1.25</cx:pt>
          <cx:pt idx="25747">1.25</cx:pt>
          <cx:pt idx="25748">4.9500000000000002</cx:pt>
          <cx:pt idx="25749">1.45</cx:pt>
          <cx:pt idx="25750">0.28999999999999998</cx:pt>
          <cx:pt idx="25751">4.1500000000000004</cx:pt>
          <cx:pt idx="25752">3.75</cx:pt>
          <cx:pt idx="25753">1.6499999999999999</cx:pt>
          <cx:pt idx="25754">0.41999999999999998</cx:pt>
          <cx:pt idx="25755">1.6499999999999999</cx:pt>
          <cx:pt idx="25756">1.6499999999999999</cx:pt>
          <cx:pt idx="25757">2.0800000000000001</cx:pt>
          <cx:pt idx="25758">3.25</cx:pt>
          <cx:pt idx="25759">2.25</cx:pt>
          <cx:pt idx="25760">7.9500000000000002</cx:pt>
          <cx:pt idx="25761">2.0800000000000001</cx:pt>
          <cx:pt idx="25762">1.6499999999999999</cx:pt>
          <cx:pt idx="25763">2.0800000000000001</cx:pt>
          <cx:pt idx="25764">3.75</cx:pt>
          <cx:pt idx="25765">1.45</cx:pt>
          <cx:pt idx="25766">1.6499999999999999</cx:pt>
          <cx:pt idx="25767">2.1000000000000001</cx:pt>
          <cx:pt idx="25768">1.45</cx:pt>
          <cx:pt idx="25769">2.1000000000000001</cx:pt>
          <cx:pt idx="25770">1.6499999999999999</cx:pt>
          <cx:pt idx="25771">2.1000000000000001</cx:pt>
          <cx:pt idx="25772">1.6499999999999999</cx:pt>
          <cx:pt idx="25773">2.0800000000000001</cx:pt>
          <cx:pt idx="25774">8.25</cx:pt>
          <cx:pt idx="25775">6.9500000000000002</cx:pt>
          <cx:pt idx="25776">7.9500000000000002</cx:pt>
          <cx:pt idx="25777">8.5</cx:pt>
          <cx:pt idx="25778">3.75</cx:pt>
          <cx:pt idx="25779">1.25</cx:pt>
          <cx:pt idx="25780">3.25</cx:pt>
          <cx:pt idx="25781">1.6499999999999999</cx:pt>
          <cx:pt idx="25782">1.6499999999999999</cx:pt>
          <cx:pt idx="25783">1.45</cx:pt>
          <cx:pt idx="25784">0.41999999999999998</cx:pt>
          <cx:pt idx="25785">1.25</cx:pt>
          <cx:pt idx="25786">1.6499999999999999</cx:pt>
          <cx:pt idx="25787">0.41999999999999998</cx:pt>
          <cx:pt idx="25788">1.45</cx:pt>
          <cx:pt idx="25789">2.0800000000000001</cx:pt>
          <cx:pt idx="25790">12.75</cx:pt>
          <cx:pt idx="25791">2.9500000000000002</cx:pt>
          <cx:pt idx="25792">4.1500000000000004</cx:pt>
          <cx:pt idx="25793">2.5499999999999998</cx:pt>
          <cx:pt idx="25794">2.9500000000000002</cx:pt>
          <cx:pt idx="25795">0.41999999999999998</cx:pt>
          <cx:pt idx="25796">7.9500000000000002</cx:pt>
          <cx:pt idx="25797">4.9500000000000002</cx:pt>
          <cx:pt idx="25798">2.0800000000000001</cx:pt>
          <cx:pt idx="25799">4.9500000000000002</cx:pt>
          <cx:pt idx="25800">2.9500000000000002</cx:pt>
          <cx:pt idx="25801">1.6499999999999999</cx:pt>
          <cx:pt idx="25802">1.6499999999999999</cx:pt>
          <cx:pt idx="25803">4.9500000000000002</cx:pt>
          <cx:pt idx="25804">4.9500000000000002</cx:pt>
          <cx:pt idx="25805">0.84999999999999998</cx:pt>
          <cx:pt idx="25806">1.45</cx:pt>
          <cx:pt idx="25807">2.5499999999999998</cx:pt>
          <cx:pt idx="25808">2.0800000000000001</cx:pt>
          <cx:pt idx="25809">2.9500000000000002</cx:pt>
          <cx:pt idx="25810">8.25</cx:pt>
          <cx:pt idx="25811">0.84999999999999998</cx:pt>
          <cx:pt idx="25812">2.25</cx:pt>
          <cx:pt idx="25813">0.65000000000000002</cx:pt>
          <cx:pt idx="25814">3.25</cx:pt>
          <cx:pt idx="25815">1.25</cx:pt>
          <cx:pt idx="25816">2.5499999999999998</cx:pt>
          <cx:pt idx="25817">1.6499999999999999</cx:pt>
          <cx:pt idx="25818">6.75</cx:pt>
          <cx:pt idx="25819">2.5499999999999998</cx:pt>
          <cx:pt idx="25820">0.82999999999999996</cx:pt>
          <cx:pt idx="25821">10.789999999999999</cx:pt>
          <cx:pt idx="25822">2.46</cx:pt>
          <cx:pt idx="25823">5.79</cx:pt>
          <cx:pt idx="25824">0.41999999999999998</cx:pt>
          <cx:pt idx="25825">8.2899999999999991</cx:pt>
          <cx:pt idx="25826">4.96</cx:pt>
          <cx:pt idx="25827">2.46</cx:pt>
          <cx:pt idx="25828">0.41999999999999998</cx:pt>
          <cx:pt idx="25829">2.46</cx:pt>
          <cx:pt idx="25830">0.41999999999999998</cx:pt>
          <cx:pt idx="25831">0.82999999999999996</cx:pt>
          <cx:pt idx="25832">7.46</cx:pt>
          <cx:pt idx="25833">4.96</cx:pt>
          <cx:pt idx="25834">2.0800000000000001</cx:pt>
          <cx:pt idx="25835">2.46</cx:pt>
          <cx:pt idx="25836">2.46</cx:pt>
          <cx:pt idx="25837">1.25</cx:pt>
          <cx:pt idx="25838">15.789999999999999</cx:pt>
          <cx:pt idx="25839">2.46</cx:pt>
          <cx:pt idx="25840">4.1299999999999999</cx:pt>
          <cx:pt idx="25841">1.6299999999999999</cx:pt>
          <cx:pt idx="25842">4.96</cx:pt>
          <cx:pt idx="25843">2.46</cx:pt>
          <cx:pt idx="25844">0.82999999999999996</cx:pt>
          <cx:pt idx="25845">8.5</cx:pt>
          <cx:pt idx="25846">0.41999999999999998</cx:pt>
          <cx:pt idx="25847">0.55000000000000004</cx:pt>
          <cx:pt idx="25848">1.6499999999999999</cx:pt>
          <cx:pt idx="25849">1.25</cx:pt>
          <cx:pt idx="25850">12.75</cx:pt>
          <cx:pt idx="25851">2.9500000000000002</cx:pt>
          <cx:pt idx="25852">1.6499999999999999</cx:pt>
          <cx:pt idx="25853">1.45</cx:pt>
          <cx:pt idx="25854">4.1500000000000004</cx:pt>
          <cx:pt idx="25855">1.6499999999999999</cx:pt>
          <cx:pt idx="25856">9.9499999999999993</cx:pt>
          <cx:pt idx="25857">2.0800000000000001</cx:pt>
          <cx:pt idx="25858">4.96</cx:pt>
          <cx:pt idx="25859">2.46</cx:pt>
          <cx:pt idx="25860">3.29</cx:pt>
          <cx:pt idx="25861">4.1299999999999999</cx:pt>
          <cx:pt idx="25862">1.6299999999999999</cx:pt>
          <cx:pt idx="25863">6.6299999999999999</cx:pt>
          <cx:pt idx="25864">4.96</cx:pt>
          <cx:pt idx="25865">2.46</cx:pt>
          <cx:pt idx="25866">7.46</cx:pt>
          <cx:pt idx="25867">2.0800000000000001</cx:pt>
          <cx:pt idx="25868">2.9500000000000002</cx:pt>
          <cx:pt idx="25869">1.6499999999999999</cx:pt>
          <cx:pt idx="25870">1.6499999999999999</cx:pt>
          <cx:pt idx="25871">0.84999999999999998</cx:pt>
          <cx:pt idx="25872">12.75</cx:pt>
          <cx:pt idx="25873">7.9500000000000002</cx:pt>
          <cx:pt idx="25874">1.6499999999999999</cx:pt>
          <cx:pt idx="25875">1.45</cx:pt>
          <cx:pt idx="25876">2.9500000000000002</cx:pt>
          <cx:pt idx="25877">0.55000000000000004</cx:pt>
          <cx:pt idx="25878">7.9500000000000002</cx:pt>
          <cx:pt idx="25879">1.45</cx:pt>
          <cx:pt idx="25880">0.71999999999999997</cx:pt>
          <cx:pt idx="25881">0.41999999999999998</cx:pt>
          <cx:pt idx="25882">0.41999999999999998</cx:pt>
          <cx:pt idx="25883">1.45</cx:pt>
          <cx:pt idx="25884">0.84999999999999998</cx:pt>
          <cx:pt idx="25885">8.5</cx:pt>
          <cx:pt idx="25886">7.9500000000000002</cx:pt>
          <cx:pt idx="25887">7.9500000000000002</cx:pt>
          <cx:pt idx="25888">0.82999999999999996</cx:pt>
          <cx:pt idx="25889">8.5</cx:pt>
          <cx:pt idx="25890">2.0800000000000001</cx:pt>
          <cx:pt idx="25891">2.9500000000000002</cx:pt>
          <cx:pt idx="25892">2.1000000000000001</cx:pt>
          <cx:pt idx="25893">9.9499999999999993</cx:pt>
          <cx:pt idx="25894">2.5499999999999998</cx:pt>
          <cx:pt idx="25895">1.25</cx:pt>
          <cx:pt idx="25896">1.25</cx:pt>
          <cx:pt idx="25897">0.41999999999999998</cx:pt>
          <cx:pt idx="25898">1.45</cx:pt>
          <cx:pt idx="25899">4.9500000000000002</cx:pt>
          <cx:pt idx="25900">2.9500000000000002</cx:pt>
          <cx:pt idx="25901">2.9500000000000002</cx:pt>
          <cx:pt idx="25902">1.25</cx:pt>
          <cx:pt idx="25903">1.6499999999999999</cx:pt>
          <cx:pt idx="25904">4.9500000000000002</cx:pt>
          <cx:pt idx="25905">0.41999999999999998</cx:pt>
          <cx:pt idx="25906">2.9500000000000002</cx:pt>
          <cx:pt idx="25907">2.5499999999999998</cx:pt>
          <cx:pt idx="25908">4.9500000000000002</cx:pt>
          <cx:pt idx="25909">0.84999999999999998</cx:pt>
          <cx:pt idx="25910">7.9500000000000002</cx:pt>
          <cx:pt idx="25911">2.9500000000000002</cx:pt>
          <cx:pt idx="25912">4.9500000000000002</cx:pt>
          <cx:pt idx="25913">0.84999999999999998</cx:pt>
          <cx:pt idx="25914">1.6499999999999999</cx:pt>
          <cx:pt idx="25915">1.25</cx:pt>
          <cx:pt idx="25916">0.65000000000000002</cx:pt>
          <cx:pt idx="25917">1.45</cx:pt>
          <cx:pt idx="25918">10.949999999999999</cx:pt>
          <cx:pt idx="25919">4.1500000000000004</cx:pt>
          <cx:pt idx="25920">9.9499999999999993</cx:pt>
          <cx:pt idx="25921">3.25</cx:pt>
          <cx:pt idx="25922">2.0800000000000001</cx:pt>
          <cx:pt idx="25923">2.0800000000000001</cx:pt>
          <cx:pt idx="25924">1.6499999999999999</cx:pt>
          <cx:pt idx="25925">2.0800000000000001</cx:pt>
          <cx:pt idx="25926">4.9500000000000002</cx:pt>
          <cx:pt idx="25927">0.65000000000000002</cx:pt>
          <cx:pt idx="25928">1.25</cx:pt>
          <cx:pt idx="25929">1.45</cx:pt>
          <cx:pt idx="25930">2.9500000000000002</cx:pt>
          <cx:pt idx="25931">1.45</cx:pt>
          <cx:pt idx="25932">1.6499999999999999</cx:pt>
          <cx:pt idx="25933">1.6499999999999999</cx:pt>
          <cx:pt idx="25934">4.9500000000000002</cx:pt>
          <cx:pt idx="25935">2.1000000000000001</cx:pt>
          <cx:pt idx="25936">0.55000000000000004</cx:pt>
          <cx:pt idx="25937">4.1500000000000004</cx:pt>
          <cx:pt idx="25938">1.25</cx:pt>
          <cx:pt idx="25939">0.41999999999999998</cx:pt>
          <cx:pt idx="25940">6.9500000000000002</cx:pt>
          <cx:pt idx="25941">7.9500000000000002</cx:pt>
          <cx:pt idx="25942">2.0800000000000001</cx:pt>
          <cx:pt idx="25943">4.9500000000000002</cx:pt>
          <cx:pt idx="25944">7.9500000000000002</cx:pt>
          <cx:pt idx="25945">2.9500000000000002</cx:pt>
          <cx:pt idx="25946">2.0800000000000001</cx:pt>
          <cx:pt idx="25947">1.6499999999999999</cx:pt>
          <cx:pt idx="25948">0.84999999999999998</cx:pt>
          <cx:pt idx="25949">0.65000000000000002</cx:pt>
          <cx:pt idx="25950">2.0800000000000001</cx:pt>
          <cx:pt idx="25951">1.79</cx:pt>
          <cx:pt idx="25952">1.45</cx:pt>
          <cx:pt idx="25953">2.9500000000000002</cx:pt>
          <cx:pt idx="25954">1.6499999999999999</cx:pt>
          <cx:pt idx="25955">4.9500000000000002</cx:pt>
          <cx:pt idx="25956">6.9500000000000002</cx:pt>
          <cx:pt idx="25957">2.0800000000000001</cx:pt>
          <cx:pt idx="25958">0.84999999999999998</cx:pt>
          <cx:pt idx="25959">0.71999999999999997</cx:pt>
          <cx:pt idx="25960">3.75</cx:pt>
          <cx:pt idx="25961">7.9500000000000002</cx:pt>
          <cx:pt idx="25962">2.1000000000000001</cx:pt>
          <cx:pt idx="25963">0.65000000000000002</cx:pt>
          <cx:pt idx="25964">0.65000000000000002</cx:pt>
          <cx:pt idx="25965">0.41999999999999998</cx:pt>
          <cx:pt idx="25966">2.0800000000000001</cx:pt>
          <cx:pt idx="25967">2.0800000000000001</cx:pt>
          <cx:pt idx="25968">2.9500000000000002</cx:pt>
          <cx:pt idx="25969">7.9500000000000002</cx:pt>
          <cx:pt idx="25970">1.25</cx:pt>
          <cx:pt idx="25971">4.1500000000000004</cx:pt>
          <cx:pt idx="25972">4.1500000000000004</cx:pt>
          <cx:pt idx="25973">4.9500000000000002</cx:pt>
          <cx:pt idx="25974">7.9500000000000002</cx:pt>
          <cx:pt idx="25975">2.9500000000000002</cx:pt>
          <cx:pt idx="25976">3.75</cx:pt>
          <cx:pt idx="25977">2.0800000000000001</cx:pt>
          <cx:pt idx="25978">2.5499999999999998</cx:pt>
          <cx:pt idx="25979">0.84999999999999998</cx:pt>
          <cx:pt idx="25980">0.84999999999999998</cx:pt>
          <cx:pt idx="25981">12.75</cx:pt>
          <cx:pt idx="25982">12.75</cx:pt>
          <cx:pt idx="25983">6.75</cx:pt>
          <cx:pt idx="25984">2.0800000000000001</cx:pt>
          <cx:pt idx="25985">0.28999999999999998</cx:pt>
          <cx:pt idx="25986">1.6499999999999999</cx:pt>
          <cx:pt idx="25987">4.9500000000000002</cx:pt>
          <cx:pt idx="25988">8.5</cx:pt>
          <cx:pt idx="25989">1.45</cx:pt>
          <cx:pt idx="25990">6.9500000000000002</cx:pt>
          <cx:pt idx="25991">0.55000000000000004</cx:pt>
          <cx:pt idx="25992">1.45</cx:pt>
          <cx:pt idx="25993">1.6499999999999999</cx:pt>
          <cx:pt idx="25994">3.75</cx:pt>
          <cx:pt idx="25995">4.9500000000000002</cx:pt>
          <cx:pt idx="25996">2.1000000000000001</cx:pt>
          <cx:pt idx="25997">1.25</cx:pt>
          <cx:pt idx="25998">1.6499999999999999</cx:pt>
          <cx:pt idx="25999">2.5499999999999998</cx:pt>
          <cx:pt idx="26000">1.79</cx:pt>
          <cx:pt idx="26001">6.75</cx:pt>
          <cx:pt idx="26002">1.45</cx:pt>
          <cx:pt idx="26003">4.1500000000000004</cx:pt>
          <cx:pt idx="26004">8.5</cx:pt>
          <cx:pt idx="26005">2.8900000000000001</cx:pt>
          <cx:pt idx="26006">6.75</cx:pt>
          <cx:pt idx="26007">7.9500000000000002</cx:pt>
          <cx:pt idx="26008">1.45</cx:pt>
          <cx:pt idx="26009">0.84999999999999998</cx:pt>
          <cx:pt idx="26010">2.25</cx:pt>
          <cx:pt idx="26011">2.25</cx:pt>
          <cx:pt idx="26012">1.45</cx:pt>
          <cx:pt idx="26013">2.1000000000000001</cx:pt>
          <cx:pt idx="26014">8.5</cx:pt>
          <cx:pt idx="26015">1.6499999999999999</cx:pt>
          <cx:pt idx="26016">2.0800000000000001</cx:pt>
          <cx:pt idx="26017">2.1000000000000001</cx:pt>
          <cx:pt idx="26018">0.41999999999999998</cx:pt>
          <cx:pt idx="26019">0.41999999999999998</cx:pt>
          <cx:pt idx="26020">12.75</cx:pt>
          <cx:pt idx="26021">1.6499999999999999</cx:pt>
          <cx:pt idx="26022">2.9500000000000002</cx:pt>
          <cx:pt idx="26023">1.6499999999999999</cx:pt>
          <cx:pt idx="26024">2.9500000000000002</cx:pt>
          <cx:pt idx="26025">2.0800000000000001</cx:pt>
          <cx:pt idx="26026">2.0800000000000001</cx:pt>
          <cx:pt idx="26027">0.28999999999999998</cx:pt>
          <cx:pt idx="26028">4.1500000000000004</cx:pt>
          <cx:pt idx="26029">1.45</cx:pt>
          <cx:pt idx="26030">7.9500000000000002</cx:pt>
          <cx:pt idx="26031">2.1000000000000001</cx:pt>
          <cx:pt idx="26032">2.5499999999999998</cx:pt>
          <cx:pt idx="26033">0.65000000000000002</cx:pt>
          <cx:pt idx="26034">2.0800000000000001</cx:pt>
          <cx:pt idx="26035">1.6499999999999999</cx:pt>
          <cx:pt idx="26036">0.84999999999999998</cx:pt>
          <cx:pt idx="26037">4.9500000000000002</cx:pt>
          <cx:pt idx="26038">1.6499999999999999</cx:pt>
          <cx:pt idx="26039">7.9500000000000002</cx:pt>
          <cx:pt idx="26040">1.45</cx:pt>
          <cx:pt idx="26041">2.0800000000000001</cx:pt>
          <cx:pt idx="26042">2.9500000000000002</cx:pt>
          <cx:pt idx="26043">1.6499999999999999</cx:pt>
          <cx:pt idx="26044">2.9500000000000002</cx:pt>
          <cx:pt idx="26045">1.45</cx:pt>
          <cx:pt idx="26046">1.6499999999999999</cx:pt>
          <cx:pt idx="26047">2.8900000000000001</cx:pt>
          <cx:pt idx="26048">1.6499999999999999</cx:pt>
          <cx:pt idx="26049">1.25</cx:pt>
          <cx:pt idx="26050">1.6499999999999999</cx:pt>
          <cx:pt idx="26051">4.6500000000000004</cx:pt>
          <cx:pt idx="26052">2.9500000000000002</cx:pt>
          <cx:pt idx="26053">3.75</cx:pt>
          <cx:pt idx="26054">1.25</cx:pt>
          <cx:pt idx="26055">7.6500000000000004</cx:pt>
          <cx:pt idx="26056">1.25</cx:pt>
          <cx:pt idx="26057">0.41999999999999998</cx:pt>
          <cx:pt idx="26058">1.25</cx:pt>
          <cx:pt idx="26059">0.41999999999999998</cx:pt>
          <cx:pt idx="26060">0.41999999999999998</cx:pt>
          <cx:pt idx="26061">0.35999999999999999</cx:pt>
          <cx:pt idx="26062">0.55000000000000004</cx:pt>
          <cx:pt idx="26063">2.0800000000000001</cx:pt>
          <cx:pt idx="26064">2.0800000000000001</cx:pt>
          <cx:pt idx="26065">1.6499999999999999</cx:pt>
          <cx:pt idx="26066">1.6499999999999999</cx:pt>
          <cx:pt idx="26067">0.84999999999999998</cx:pt>
          <cx:pt idx="26068">0.65000000000000002</cx:pt>
          <cx:pt idx="26069">1.6499999999999999</cx:pt>
          <cx:pt idx="26070">2.9500000000000002</cx:pt>
          <cx:pt idx="26071">2.0800000000000001</cx:pt>
          <cx:pt idx="26072">4.1299999999999999</cx:pt>
          <cx:pt idx="26073">4.1299999999999999</cx:pt>
          <cx:pt idx="26074">5.79</cx:pt>
          <cx:pt idx="26075">10.789999999999999</cx:pt>
          <cx:pt idx="26076">0.41999999999999998</cx:pt>
          <cx:pt idx="26077">1.25</cx:pt>
          <cx:pt idx="26078">3.75</cx:pt>
          <cx:pt idx="26079">9.9499999999999993</cx:pt>
          <cx:pt idx="26080">2.0800000000000001</cx:pt>
          <cx:pt idx="26081">1.45</cx:pt>
          <cx:pt idx="26082">1.25</cx:pt>
          <cx:pt idx="26083">2.1000000000000001</cx:pt>
          <cx:pt idx="26084">1.6499999999999999</cx:pt>
          <cx:pt idx="26085">2.5499999999999998</cx:pt>
          <cx:pt idx="26086">0.65000000000000002</cx:pt>
          <cx:pt idx="26087">2.1000000000000001</cx:pt>
          <cx:pt idx="26088">12.75</cx:pt>
          <cx:pt idx="26089">2.9500000000000002</cx:pt>
          <cx:pt idx="26090">1.45</cx:pt>
          <cx:pt idx="26091">2.0800000000000001</cx:pt>
          <cx:pt idx="26092">8.5</cx:pt>
          <cx:pt idx="26093">2.0800000000000001</cx:pt>
          <cx:pt idx="26094">2.1000000000000001</cx:pt>
          <cx:pt idx="26095">4.9500000000000002</cx:pt>
          <cx:pt idx="26096">9.9499999999999993</cx:pt>
          <cx:pt idx="26097">2.0800000000000001</cx:pt>
          <cx:pt idx="26098">2.9500000000000002</cx:pt>
          <cx:pt idx="26099">7.9500000000000002</cx:pt>
          <cx:pt idx="26100">7.9500000000000002</cx:pt>
          <cx:pt idx="26101">1.45</cx:pt>
          <cx:pt idx="26102">1.25</cx:pt>
          <cx:pt idx="26103">1.25</cx:pt>
          <cx:pt idx="26104">1.25</cx:pt>
          <cx:pt idx="26105">2.4900000000000002</cx:pt>
          <cx:pt idx="26106">0.65000000000000002</cx:pt>
          <cx:pt idx="26107">2.0800000000000001</cx:pt>
          <cx:pt idx="26108">2.25</cx:pt>
          <cx:pt idx="26109">0.41999999999999998</cx:pt>
          <cx:pt idx="26110">6.75</cx:pt>
          <cx:pt idx="26111">4.9500000000000002</cx:pt>
          <cx:pt idx="26112">7.9500000000000002</cx:pt>
          <cx:pt idx="26113">0.41999999999999998</cx:pt>
          <cx:pt idx="26114">1.25</cx:pt>
          <cx:pt idx="26115">2.9500000000000002</cx:pt>
          <cx:pt idx="26116">2.5499999999999998</cx:pt>
          <cx:pt idx="26117">0.41999999999999998</cx:pt>
          <cx:pt idx="26118">0.41999999999999998</cx:pt>
          <cx:pt idx="26119">1.6499999999999999</cx:pt>
          <cx:pt idx="26120">1.6499999999999999</cx:pt>
          <cx:pt idx="26121">2.1000000000000001</cx:pt>
          <cx:pt idx="26122">1.6499999999999999</cx:pt>
          <cx:pt idx="26123">0.84999999999999998</cx:pt>
          <cx:pt idx="26124">2.0800000000000001</cx:pt>
          <cx:pt idx="26125">8.5</cx:pt>
          <cx:pt idx="26126">1.25</cx:pt>
          <cx:pt idx="26127">0.65000000000000002</cx:pt>
          <cx:pt idx="26128">1.25</cx:pt>
          <cx:pt idx="26129">0.41999999999999998</cx:pt>
          <cx:pt idx="26130">4.9500000000000002</cx:pt>
          <cx:pt idx="26131">2.25</cx:pt>
          <cx:pt idx="26132">2.1000000000000001</cx:pt>
          <cx:pt idx="26133">0.41999999999999998</cx:pt>
          <cx:pt idx="26134">1.45</cx:pt>
          <cx:pt idx="26135">0.55000000000000004</cx:pt>
          <cx:pt idx="26136">14.949999999999999</cx:pt>
          <cx:pt idx="26137">2.5499999999999998</cx:pt>
          <cx:pt idx="26138">1.25</cx:pt>
          <cx:pt idx="26139">2.1000000000000001</cx:pt>
          <cx:pt idx="26140">1.45</cx:pt>
          <cx:pt idx="26141">0.82999999999999996</cx:pt>
          <cx:pt idx="26142">4.9500000000000002</cx:pt>
          <cx:pt idx="26143">6.3499999999999996</cx:pt>
          <cx:pt idx="26144">2.25</cx:pt>
          <cx:pt idx="26145">8.5</cx:pt>
          <cx:pt idx="26146">1.25</cx:pt>
          <cx:pt idx="26147">2.0800000000000001</cx:pt>
          <cx:pt idx="26148">1.45</cx:pt>
          <cx:pt idx="26149">9.9499999999999993</cx:pt>
          <cx:pt idx="26150">3.75</cx:pt>
          <cx:pt idx="26151">4.1500000000000004</cx:pt>
          <cx:pt idx="26152">0.84999999999999998</cx:pt>
          <cx:pt idx="26153">1.45</cx:pt>
          <cx:pt idx="26154">1.25</cx:pt>
          <cx:pt idx="26155">0.41999999999999998</cx:pt>
          <cx:pt idx="26156">2.0800000000000001</cx:pt>
          <cx:pt idx="26157">1.25</cx:pt>
          <cx:pt idx="26158">0.55000000000000004</cx:pt>
          <cx:pt idx="26159">4.9500000000000002</cx:pt>
          <cx:pt idx="26160">14.949999999999999</cx:pt>
          <cx:pt idx="26161">0.55000000000000004</cx:pt>
          <cx:pt idx="26162">2.9500000000000002</cx:pt>
          <cx:pt idx="26163">6.75</cx:pt>
          <cx:pt idx="26164">2.9500000000000002</cx:pt>
          <cx:pt idx="26165">4.1500000000000004</cx:pt>
          <cx:pt idx="26166">4.1500000000000004</cx:pt>
          <cx:pt idx="26167">3.75</cx:pt>
          <cx:pt idx="26168">1.6499999999999999</cx:pt>
          <cx:pt idx="26169">2.1000000000000001</cx:pt>
          <cx:pt idx="26170">0.41999999999999998</cx:pt>
          <cx:pt idx="26171">7.9500000000000002</cx:pt>
          <cx:pt idx="26172">0.41999999999999998</cx:pt>
          <cx:pt idx="26173">1.25</cx:pt>
          <cx:pt idx="26174">8.5</cx:pt>
          <cx:pt idx="26175">12.75</cx:pt>
          <cx:pt idx="26176">7.9500000000000002</cx:pt>
          <cx:pt idx="26177">6.9500000000000002</cx:pt>
          <cx:pt idx="26178">1.25</cx:pt>
          <cx:pt idx="26179">1.25</cx:pt>
          <cx:pt idx="26180">0.71999999999999997</cx:pt>
          <cx:pt idx="26181">5.79</cx:pt>
          <cx:pt idx="26182">3.29</cx:pt>
          <cx:pt idx="26183">2.0800000000000001</cx:pt>
          <cx:pt idx="26184">10.789999999999999</cx:pt>
          <cx:pt idx="26185">4.1299999999999999</cx:pt>
          <cx:pt idx="26186">1.6299999999999999</cx:pt>
          <cx:pt idx="26187">3.29</cx:pt>
          <cx:pt idx="26188">0.41999999999999998</cx:pt>
          <cx:pt idx="26189">2.46</cx:pt>
          <cx:pt idx="26190">5.79</cx:pt>
          <cx:pt idx="26191">5.79</cx:pt>
          <cx:pt idx="26192">4.5800000000000001</cx:pt>
          <cx:pt idx="26193">3.29</cx:pt>
          <cx:pt idx="26194">0.82999999999999996</cx:pt>
          <cx:pt idx="26195">7.46</cx:pt>
          <cx:pt idx="26196">3.29</cx:pt>
          <cx:pt idx="26197">4.96</cx:pt>
          <cx:pt idx="26198">1.6299999999999999</cx:pt>
          <cx:pt idx="26199">4.5800000000000001</cx:pt>
          <cx:pt idx="26200">2.0800000000000001</cx:pt>
          <cx:pt idx="26201">24.960000000000001</cx:pt>
          <cx:pt idx="26202">2.46</cx:pt>
          <cx:pt idx="26203">2.46</cx:pt>
          <cx:pt idx="26204">1.25</cx:pt>
          <cx:pt idx="26205">1.6299999999999999</cx:pt>
          <cx:pt idx="26206">1.6299999999999999</cx:pt>
          <cx:pt idx="26207">4.96</cx:pt>
          <cx:pt idx="26208">0.82999999999999996</cx:pt>
          <cx:pt idx="26209">3.29</cx:pt>
          <cx:pt idx="26210">10.789999999999999</cx:pt>
          <cx:pt idx="26211">4.1299999999999999</cx:pt>
          <cx:pt idx="26212">2.46</cx:pt>
          <cx:pt idx="26213">0.82999999999999996</cx:pt>
          <cx:pt idx="26214">0.82999999999999996</cx:pt>
          <cx:pt idx="26215">15.789999999999999</cx:pt>
          <cx:pt idx="26216">2.46</cx:pt>
          <cx:pt idx="26217">2.46</cx:pt>
          <cx:pt idx="26218">7.46</cx:pt>
          <cx:pt idx="26219">6.6299999999999999</cx:pt>
          <cx:pt idx="26220">16.629999999999999</cx:pt>
          <cx:pt idx="26221">4.1299999999999999</cx:pt>
          <cx:pt idx="26222">24.960000000000001</cx:pt>
          <cx:pt idx="26223">2.46</cx:pt>
          <cx:pt idx="26224">3.29</cx:pt>
          <cx:pt idx="26225">1.25</cx:pt>
          <cx:pt idx="26226">1.25</cx:pt>
          <cx:pt idx="26227">3.29</cx:pt>
          <cx:pt idx="26228">1.6299999999999999</cx:pt>
          <cx:pt idx="26229">3.29</cx:pt>
          <cx:pt idx="26230">4.1299999999999999</cx:pt>
          <cx:pt idx="26231">10.789999999999999</cx:pt>
          <cx:pt idx="26232">3.29</cx:pt>
          <cx:pt idx="26233">3.29</cx:pt>
          <cx:pt idx="26234">16.629999999999999</cx:pt>
          <cx:pt idx="26235">5.79</cx:pt>
          <cx:pt idx="26236">4.5800000000000001</cx:pt>
          <cx:pt idx="26237">4.1299999999999999</cx:pt>
          <cx:pt idx="26238">5.79</cx:pt>
          <cx:pt idx="26239">2.46</cx:pt>
          <cx:pt idx="26240">1.25</cx:pt>
          <cx:pt idx="26241">2.46</cx:pt>
          <cx:pt idx="26242">3.29</cx:pt>
          <cx:pt idx="26243">1.6299999999999999</cx:pt>
          <cx:pt idx="26244">24.960000000000001</cx:pt>
          <cx:pt idx="26245">4.1299999999999999</cx:pt>
          <cx:pt idx="26246">0.82999999999999996</cx:pt>
          <cx:pt idx="26247">4.1299999999999999</cx:pt>
          <cx:pt idx="26248">8.2899999999999991</cx:pt>
          <cx:pt idx="26249">9.9600000000000009</cx:pt>
          <cx:pt idx="26250">4.1299999999999999</cx:pt>
          <cx:pt idx="26251">4.1299999999999999</cx:pt>
          <cx:pt idx="26252">0.82999999999999996</cx:pt>
          <cx:pt idx="26253">2.46</cx:pt>
          <cx:pt idx="26254">1.6299999999999999</cx:pt>
          <cx:pt idx="26255">1.6499999999999999</cx:pt>
          <cx:pt idx="26256">1.25</cx:pt>
          <cx:pt idx="26257">1.45</cx:pt>
          <cx:pt idx="26258">0.41999999999999998</cx:pt>
          <cx:pt idx="26259">4.9500000000000002</cx:pt>
          <cx:pt idx="26260">1.45</cx:pt>
          <cx:pt idx="26261">1.25</cx:pt>
          <cx:pt idx="26262">2.25</cx:pt>
          <cx:pt idx="26263">1.45</cx:pt>
          <cx:pt idx="26264">7.6500000000000004</cx:pt>
          <cx:pt idx="26265">8.5</cx:pt>
          <cx:pt idx="26266">1.45</cx:pt>
          <cx:pt idx="26267">2.9500000000000002</cx:pt>
          <cx:pt idx="26268">2.1000000000000001</cx:pt>
          <cx:pt idx="26269">2.9500000000000002</cx:pt>
          <cx:pt idx="26270">0.41999999999999998</cx:pt>
          <cx:pt idx="26271">6.9500000000000002</cx:pt>
          <cx:pt idx="26272">2.9500000000000002</cx:pt>
          <cx:pt idx="26273">2.9500000000000002</cx:pt>
          <cx:pt idx="26274">3.75</cx:pt>
          <cx:pt idx="26275">2.0800000000000001</cx:pt>
          <cx:pt idx="26276">2.0800000000000001</cx:pt>
          <cx:pt idx="26277">4.9500000000000002</cx:pt>
          <cx:pt idx="26278">1.6499999999999999</cx:pt>
          <cx:pt idx="26279">2.0800000000000001</cx:pt>
          <cx:pt idx="26280">2.9500000000000002</cx:pt>
          <cx:pt idx="26281">0.55000000000000004</cx:pt>
          <cx:pt idx="26282">2.1000000000000001</cx:pt>
          <cx:pt idx="26283">1.49</cx:pt>
          <cx:pt idx="26284">4.1500000000000004</cx:pt>
          <cx:pt idx="26285">3.25</cx:pt>
          <cx:pt idx="26286">2.5499999999999998</cx:pt>
          <cx:pt idx="26287">1.6499999999999999</cx:pt>
          <cx:pt idx="26288">0.41999999999999998</cx:pt>
          <cx:pt idx="26289">1.6499999999999999</cx:pt>
          <cx:pt idx="26290">0.41999999999999998</cx:pt>
          <cx:pt idx="26291">1.6499999999999999</cx:pt>
          <cx:pt idx="26292">0.84999999999999998</cx:pt>
          <cx:pt idx="26293">1.25</cx:pt>
          <cx:pt idx="26294">2.1000000000000001</cx:pt>
          <cx:pt idx="26295">0.84999999999999998</cx:pt>
          <cx:pt idx="26296">7.9500000000000002</cx:pt>
          <cx:pt idx="26297">2.0800000000000001</cx:pt>
          <cx:pt idx="26298">7.9500000000000002</cx:pt>
          <cx:pt idx="26299">12.75</cx:pt>
          <cx:pt idx="26300">4.9500000000000002</cx:pt>
          <cx:pt idx="26301">6.9500000000000002</cx:pt>
          <cx:pt idx="26302">0.41999999999999998</cx:pt>
          <cx:pt idx="26303">1.6499999999999999</cx:pt>
          <cx:pt idx="26304">0.84999999999999998</cx:pt>
          <cx:pt idx="26305">0.41999999999999998</cx:pt>
          <cx:pt idx="26306">2.9500000000000002</cx:pt>
          <cx:pt idx="26307">0.65000000000000002</cx:pt>
          <cx:pt idx="26308">3.25</cx:pt>
          <cx:pt idx="26309">2.9500000000000002</cx:pt>
          <cx:pt idx="26310">6.9500000000000002</cx:pt>
          <cx:pt idx="26311">1.25</cx:pt>
          <cx:pt idx="26312">12.75</cx:pt>
          <cx:pt idx="26313">2.0800000000000001</cx:pt>
          <cx:pt idx="26314">2.0800000000000001</cx:pt>
          <cx:pt idx="26315">1.6499999999999999</cx:pt>
          <cx:pt idx="26316">0.55000000000000004</cx:pt>
          <cx:pt idx="26317">7.9500000000000002</cx:pt>
          <cx:pt idx="26318">7.9500000000000002</cx:pt>
          <cx:pt idx="26319">7.9500000000000002</cx:pt>
          <cx:pt idx="26320">7.9500000000000002</cx:pt>
          <cx:pt idx="26321">7.9500000000000002</cx:pt>
          <cx:pt idx="26322">3.75</cx:pt>
          <cx:pt idx="26323">0.84999999999999998</cx:pt>
          <cx:pt idx="26324">2.1000000000000001</cx:pt>
          <cx:pt idx="26325">2.9500000000000002</cx:pt>
          <cx:pt idx="26326">2.0800000000000001</cx:pt>
          <cx:pt idx="26327">0.55000000000000004</cx:pt>
          <cx:pt idx="26328">2.9500000000000002</cx:pt>
          <cx:pt idx="26329">1.6499999999999999</cx:pt>
          <cx:pt idx="26330">2.0800000000000001</cx:pt>
          <cx:pt idx="26331">1.6499999999999999</cx:pt>
          <cx:pt idx="26332">1.6499999999999999</cx:pt>
          <cx:pt idx="26333">0.84999999999999998</cx:pt>
          <cx:pt idx="26334">4.9500000000000002</cx:pt>
          <cx:pt idx="26335">4.1500000000000004</cx:pt>
          <cx:pt idx="26336">0.84999999999999998</cx:pt>
          <cx:pt idx="26337">2.0800000000000001</cx:pt>
          <cx:pt idx="26338">4.1500000000000004</cx:pt>
          <cx:pt idx="26339">2.46</cx:pt>
          <cx:pt idx="26340">3.29</cx:pt>
          <cx:pt idx="26341">6.6299999999999999</cx:pt>
          <cx:pt idx="26342">8.2899999999999991</cx:pt>
          <cx:pt idx="26343">4.1299999999999999</cx:pt>
          <cx:pt idx="26344">1.6299999999999999</cx:pt>
          <cx:pt idx="26345">6.6299999999999999</cx:pt>
          <cx:pt idx="26346">4.96</cx:pt>
          <cx:pt idx="26347">2.46</cx:pt>
          <cx:pt idx="26348">7.46</cx:pt>
          <cx:pt idx="26349">4.1299999999999999</cx:pt>
          <cx:pt idx="26350">4.1299999999999999</cx:pt>
          <cx:pt idx="26351">3.29</cx:pt>
          <cx:pt idx="26352">5.79</cx:pt>
          <cx:pt idx="26353">2.46</cx:pt>
          <cx:pt idx="26354">5.79</cx:pt>
          <cx:pt idx="26355">1.6299999999999999</cx:pt>
          <cx:pt idx="26356">2.46</cx:pt>
          <cx:pt idx="26357">0.82999999999999996</cx:pt>
          <cx:pt idx="26358">3.29</cx:pt>
          <cx:pt idx="26359">1.25</cx:pt>
          <cx:pt idx="26360">4.1299999999999999</cx:pt>
          <cx:pt idx="26361">0.82999999999999996</cx:pt>
          <cx:pt idx="26362">10.789999999999999</cx:pt>
          <cx:pt idx="26363">1.6299999999999999</cx:pt>
          <cx:pt idx="26364">2.46</cx:pt>
          <cx:pt idx="26365">0.41999999999999998</cx:pt>
          <cx:pt idx="26366">7.46</cx:pt>
          <cx:pt idx="26367">3.29</cx:pt>
          <cx:pt idx="26368">0.82999999999999996</cx:pt>
          <cx:pt idx="26369">15.789999999999999</cx:pt>
          <cx:pt idx="26370">2.46</cx:pt>
          <cx:pt idx="26371">0.82999999999999996</cx:pt>
          <cx:pt idx="26372">4.1299999999999999</cx:pt>
          <cx:pt idx="26373">4.9500000000000002</cx:pt>
          <cx:pt idx="26374">2.1000000000000001</cx:pt>
          <cx:pt idx="26375">1.45</cx:pt>
          <cx:pt idx="26376">1.6499999999999999</cx:pt>
          <cx:pt idx="26377">8.5</cx:pt>
          <cx:pt idx="26378">1.45</cx:pt>
          <cx:pt idx="26379">1.25</cx:pt>
          <cx:pt idx="26380">3.75</cx:pt>
          <cx:pt idx="26381">4.1500000000000004</cx:pt>
          <cx:pt idx="26382">2.1000000000000001</cx:pt>
          <cx:pt idx="26383">1.25</cx:pt>
          <cx:pt idx="26384">1.45</cx:pt>
          <cx:pt idx="26385">2.0800000000000001</cx:pt>
          <cx:pt idx="26386">0.84999999999999998</cx:pt>
          <cx:pt idx="26387">2.9500000000000002</cx:pt>
          <cx:pt idx="26388">7.9500000000000002</cx:pt>
          <cx:pt idx="26389">1.6499999999999999</cx:pt>
          <cx:pt idx="26390">0.84999999999999998</cx:pt>
          <cx:pt idx="26391">3.25</cx:pt>
          <cx:pt idx="26392">2.9500000000000002</cx:pt>
          <cx:pt idx="26393">0.55000000000000004</cx:pt>
          <cx:pt idx="26394">1.45</cx:pt>
          <cx:pt idx="26395">2.0800000000000001</cx:pt>
          <cx:pt idx="26396">8.5</cx:pt>
          <cx:pt idx="26397">7.9500000000000002</cx:pt>
          <cx:pt idx="26398">2.0800000000000001</cx:pt>
          <cx:pt idx="26399">0.41999999999999998</cx:pt>
          <cx:pt idx="26400">7.9500000000000002</cx:pt>
          <cx:pt idx="26401">1.45</cx:pt>
          <cx:pt idx="26402">1.45</cx:pt>
          <cx:pt idx="26403">2.9500000000000002</cx:pt>
          <cx:pt idx="26404">10.949999999999999</cx:pt>
          <cx:pt idx="26405">7.9500000000000002</cx:pt>
          <cx:pt idx="26406">0.65000000000000002</cx:pt>
          <cx:pt idx="26407">2.25</cx:pt>
          <cx:pt idx="26408">0.84999999999999998</cx:pt>
          <cx:pt idx="26409">0.84999999999999998</cx:pt>
          <cx:pt idx="26410">2.9500000000000002</cx:pt>
          <cx:pt idx="26411">0.55000000000000004</cx:pt>
          <cx:pt idx="26412">2.9500000000000002</cx:pt>
          <cx:pt idx="26413">1.45</cx:pt>
          <cx:pt idx="26414">1.6499999999999999</cx:pt>
          <cx:pt idx="26415">2.0800000000000001</cx:pt>
          <cx:pt idx="26416">2.1000000000000001</cx:pt>
          <cx:pt idx="26417">2.0800000000000001</cx:pt>
          <cx:pt idx="26418">1.6499999999999999</cx:pt>
          <cx:pt idx="26419">0.41999999999999998</cx:pt>
          <cx:pt idx="26420">0.84999999999999998</cx:pt>
          <cx:pt idx="26421">2.5499999999999998</cx:pt>
          <cx:pt idx="26422">2.9500000000000002</cx:pt>
          <cx:pt idx="26423">12.75</cx:pt>
          <cx:pt idx="26424">4.9500000000000002</cx:pt>
          <cx:pt idx="26425">4.9500000000000002</cx:pt>
          <cx:pt idx="26426">2.5499999999999998</cx:pt>
          <cx:pt idx="26427">2.0800000000000001</cx:pt>
          <cx:pt idx="26428">0.28999999999999998</cx:pt>
          <cx:pt idx="26429">2.0800000000000001</cx:pt>
          <cx:pt idx="26430">1.6499999999999999</cx:pt>
          <cx:pt idx="26431">1.6499999999999999</cx:pt>
          <cx:pt idx="26432">0.41999999999999998</cx:pt>
          <cx:pt idx="26433">1.6899999999999999</cx:pt>
          <cx:pt idx="26434">2.8900000000000001</cx:pt>
          <cx:pt idx="26435">2.1000000000000001</cx:pt>
          <cx:pt idx="26436">0.41999999999999998</cx:pt>
          <cx:pt idx="26437">4.6500000000000004</cx:pt>
          <cx:pt idx="26438">6.3499999999999996</cx:pt>
          <cx:pt idx="26439">1.45</cx:pt>
          <cx:pt idx="26440">0.55000000000000004</cx:pt>
          <cx:pt idx="26441">0.41999999999999998</cx:pt>
          <cx:pt idx="26442">2.9500000000000002</cx:pt>
          <cx:pt idx="26443">4.9500000000000002</cx:pt>
          <cx:pt idx="26444">1.45</cx:pt>
          <cx:pt idx="26445">1.25</cx:pt>
          <cx:pt idx="26446">0.28999999999999998</cx:pt>
          <cx:pt idx="26447">1.6499999999999999</cx:pt>
          <cx:pt idx="26448">1.6499999999999999</cx:pt>
          <cx:pt idx="26449">0.41999999999999998</cx:pt>
          <cx:pt idx="26450">2.9500000000000002</cx:pt>
          <cx:pt idx="26451">0.41999999999999998</cx:pt>
          <cx:pt idx="26452">0.41999999999999998</cx:pt>
          <cx:pt idx="26453">2.0800000000000001</cx:pt>
          <cx:pt idx="26454">24.960000000000001</cx:pt>
          <cx:pt idx="26455">4.1299999999999999</cx:pt>
          <cx:pt idx="26456">4.1299999999999999</cx:pt>
          <cx:pt idx="26457">0.82999999999999996</cx:pt>
          <cx:pt idx="26458">2.46</cx:pt>
          <cx:pt idx="26459">10.789999999999999</cx:pt>
          <cx:pt idx="26460">2.46</cx:pt>
          <cx:pt idx="26461">5.79</cx:pt>
          <cx:pt idx="26462">4.1299999999999999</cx:pt>
          <cx:pt idx="26463">2.46</cx:pt>
          <cx:pt idx="26464">0.82999999999999996</cx:pt>
          <cx:pt idx="26465">2.46</cx:pt>
          <cx:pt idx="26466">2.46</cx:pt>
          <cx:pt idx="26467">0.41999999999999998</cx:pt>
          <cx:pt idx="26468">0.82999999999999996</cx:pt>
          <cx:pt idx="26469">9.1300000000000008</cx:pt>
          <cx:pt idx="26470">1.25</cx:pt>
          <cx:pt idx="26471">15.789999999999999</cx:pt>
          <cx:pt idx="26472">0.82999999999999996</cx:pt>
          <cx:pt idx="26473">3.29</cx:pt>
          <cx:pt idx="26474">4.1299999999999999</cx:pt>
          <cx:pt idx="26475">1.6299999999999999</cx:pt>
          <cx:pt idx="26476">8.2899999999999991</cx:pt>
          <cx:pt idx="26477">3.29</cx:pt>
          <cx:pt idx="26478">3.29</cx:pt>
          <cx:pt idx="26479">0.82999999999999996</cx:pt>
          <cx:pt idx="26480">7.46</cx:pt>
          <cx:pt idx="26481">8.2899999999999991</cx:pt>
          <cx:pt idx="26482">16.629999999999999</cx:pt>
          <cx:pt idx="26483">24.960000000000001</cx:pt>
          <cx:pt idx="26484">1.25</cx:pt>
          <cx:pt idx="26485">3.29</cx:pt>
          <cx:pt idx="26486">1.6299999999999999</cx:pt>
          <cx:pt idx="26487">2.0800000000000001</cx:pt>
          <cx:pt idx="26488">2.0800000000000001</cx:pt>
          <cx:pt idx="26489">1.25</cx:pt>
          <cx:pt idx="26490">1.6499999999999999</cx:pt>
          <cx:pt idx="26491">1.45</cx:pt>
          <cx:pt idx="26492">2.9500000000000002</cx:pt>
          <cx:pt idx="26493">1.45</cx:pt>
          <cx:pt idx="26494">1.45</cx:pt>
          <cx:pt idx="26495">8.25</cx:pt>
          <cx:pt idx="26496">1.79</cx:pt>
          <cx:pt idx="26497">1.6499999999999999</cx:pt>
          <cx:pt idx="26498">2.9500000000000002</cx:pt>
          <cx:pt idx="26499">1.45</cx:pt>
          <cx:pt idx="26500">1.6499999999999999</cx:pt>
          <cx:pt idx="26501">2.5499999999999998</cx:pt>
          <cx:pt idx="26502">2.9500000000000002</cx:pt>
          <cx:pt idx="26503">1.6499999999999999</cx:pt>
          <cx:pt idx="26504">6.75</cx:pt>
          <cx:pt idx="26505">2.1000000000000001</cx:pt>
          <cx:pt idx="26506">1.6499999999999999</cx:pt>
          <cx:pt idx="26507">0.65000000000000002</cx:pt>
          <cx:pt idx="26508">0.41999999999999998</cx:pt>
          <cx:pt idx="26509">0.41999999999999998</cx:pt>
          <cx:pt idx="26510">8.5</cx:pt>
          <cx:pt idx="26511">8.25</cx:pt>
          <cx:pt idx="26512">1.25</cx:pt>
          <cx:pt idx="26513">1.45</cx:pt>
          <cx:pt idx="26514">1.45</cx:pt>
          <cx:pt idx="26515">1.25</cx:pt>
          <cx:pt idx="26516">0.41999999999999998</cx:pt>
          <cx:pt idx="26517">2.9500000000000002</cx:pt>
          <cx:pt idx="26518">7.9500000000000002</cx:pt>
          <cx:pt idx="26519">1.45</cx:pt>
          <cx:pt idx="26520">7.9500000000000002</cx:pt>
          <cx:pt idx="26521">1.6499999999999999</cx:pt>
          <cx:pt idx="26522">7.9500000000000002</cx:pt>
          <cx:pt idx="26523">1.6499999999999999</cx:pt>
          <cx:pt idx="26524">0.55000000000000004</cx:pt>
          <cx:pt idx="26525">8.5</cx:pt>
          <cx:pt idx="26526">2.0800000000000001</cx:pt>
          <cx:pt idx="26527">1.6499999999999999</cx:pt>
          <cx:pt idx="26528">0.84999999999999998</cx:pt>
          <cx:pt idx="26529">4.9500000000000002</cx:pt>
          <cx:pt idx="26530">1.6499999999999999</cx:pt>
          <cx:pt idx="26531">1.45</cx:pt>
          <cx:pt idx="26532">4.9500000000000002</cx:pt>
          <cx:pt idx="26533">3.25</cx:pt>
          <cx:pt idx="26534">4.1500000000000004</cx:pt>
          <cx:pt idx="26535">2.1000000000000001</cx:pt>
          <cx:pt idx="26536">1.45</cx:pt>
          <cx:pt idx="26537">0.41999999999999998</cx:pt>
          <cx:pt idx="26538">4.1500000000000004</cx:pt>
          <cx:pt idx="26539">0.65000000000000002</cx:pt>
          <cx:pt idx="26540">0.84999999999999998</cx:pt>
          <cx:pt idx="26541">2.0800000000000001</cx:pt>
          <cx:pt idx="26542">0.65000000000000002</cx:pt>
          <cx:pt idx="26543">0.55000000000000004</cx:pt>
          <cx:pt idx="26544">8.25</cx:pt>
          <cx:pt idx="26545">1.6499999999999999</cx:pt>
          <cx:pt idx="26546">2.8900000000000001</cx:pt>
          <cx:pt idx="26547">2.1000000000000001</cx:pt>
          <cx:pt idx="26548">3.75</cx:pt>
          <cx:pt idx="26549">2.0800000000000001</cx:pt>
          <cx:pt idx="26550">1.25</cx:pt>
          <cx:pt idx="26551">1.6499999999999999</cx:pt>
          <cx:pt idx="26552">5.9500000000000002</cx:pt>
          <cx:pt idx="26553">1.25</cx:pt>
          <cx:pt idx="26554">9.9499999999999993</cx:pt>
          <cx:pt idx="26555">8.5</cx:pt>
          <cx:pt idx="26556">7.9500000000000002</cx:pt>
          <cx:pt idx="26557">2.0800000000000001</cx:pt>
          <cx:pt idx="26558">8.5</cx:pt>
          <cx:pt idx="26559">2.0800000000000001</cx:pt>
          <cx:pt idx="26560">1.6499999999999999</cx:pt>
          <cx:pt idx="26561">0.84999999999999998</cx:pt>
          <cx:pt idx="26562">1.25</cx:pt>
          <cx:pt idx="26563">8.5</cx:pt>
          <cx:pt idx="26564">4.6500000000000004</cx:pt>
          <cx:pt idx="26565">2.9500000000000002</cx:pt>
          <cx:pt idx="26566">4.1500000000000004</cx:pt>
          <cx:pt idx="26567">1.25</cx:pt>
          <cx:pt idx="26568">1.6499999999999999</cx:pt>
          <cx:pt idx="26569">1.6499999999999999</cx:pt>
          <cx:pt idx="26570">1.25</cx:pt>
          <cx:pt idx="26571">1.45</cx:pt>
          <cx:pt idx="26572">1.45</cx:pt>
          <cx:pt idx="26573">2.9500000000000002</cx:pt>
          <cx:pt idx="26574">1.6499999999999999</cx:pt>
          <cx:pt idx="26575">2.25</cx:pt>
          <cx:pt idx="26576">1.95</cx:pt>
          <cx:pt idx="26577">0.65000000000000002</cx:pt>
          <cx:pt idx="26578">12.75</cx:pt>
          <cx:pt idx="26579">2.0800000000000001</cx:pt>
          <cx:pt idx="26580">1.6499999999999999</cx:pt>
          <cx:pt idx="26581">1.6499999999999999</cx:pt>
          <cx:pt idx="26582">4.9500000000000002</cx:pt>
          <cx:pt idx="26583">2.5499999999999998</cx:pt>
          <cx:pt idx="26584">4.9500000000000002</cx:pt>
          <cx:pt idx="26585">0.41999999999999998</cx:pt>
          <cx:pt idx="26586">8.5</cx:pt>
          <cx:pt idx="26587">3.25</cx:pt>
          <cx:pt idx="26588">2.9500000000000002</cx:pt>
          <cx:pt idx="26589">0.55000000000000004</cx:pt>
          <cx:pt idx="26590">1.6499999999999999</cx:pt>
          <cx:pt idx="26591">0.41999999999999998</cx:pt>
          <cx:pt idx="26592">3.75</cx:pt>
          <cx:pt idx="26593">7.9500000000000002</cx:pt>
          <cx:pt idx="26594">0.41999999999999998</cx:pt>
          <cx:pt idx="26595">4.1500000000000004</cx:pt>
          <cx:pt idx="26596">2.75</cx:pt>
          <cx:pt idx="26597">2.5499999999999998</cx:pt>
          <cx:pt idx="26598">1.45</cx:pt>
          <cx:pt idx="26599">4.9500000000000002</cx:pt>
          <cx:pt idx="26600">2.0800000000000001</cx:pt>
          <cx:pt idx="26601">2.5499999999999998</cx:pt>
          <cx:pt idx="26602">12.75</cx:pt>
          <cx:pt idx="26603">4.1500000000000004</cx:pt>
          <cx:pt idx="26604">1.6499999999999999</cx:pt>
          <cx:pt idx="26605">4.9500000000000002</cx:pt>
          <cx:pt idx="26606">0.65000000000000002</cx:pt>
          <cx:pt idx="26607">0.41999999999999998</cx:pt>
          <cx:pt idx="26608">0.41999999999999998</cx:pt>
          <cx:pt idx="26609">1.6499999999999999</cx:pt>
          <cx:pt idx="26610">1.6599999999999999</cx:pt>
          <cx:pt idx="26611">7.6500000000000004</cx:pt>
          <cx:pt idx="26612">2.75</cx:pt>
          <cx:pt idx="26613">2.5499999999999998</cx:pt>
          <cx:pt idx="26614">1.45</cx:pt>
          <cx:pt idx="26615">2.4900000000000002</cx:pt>
          <cx:pt idx="26616">2.0800000000000001</cx:pt>
          <cx:pt idx="26617">1.45</cx:pt>
          <cx:pt idx="26618">2.9500000000000002</cx:pt>
          <cx:pt idx="26619">2.8900000000000001</cx:pt>
          <cx:pt idx="26620">5.79</cx:pt>
          <cx:pt idx="26621">4.1299999999999999</cx:pt>
          <cx:pt idx="26622">3.29</cx:pt>
          <cx:pt idx="26623">4.1299999999999999</cx:pt>
          <cx:pt idx="26624">4.1299999999999999</cx:pt>
          <cx:pt idx="26625">1.6299999999999999</cx:pt>
          <cx:pt idx="26626">2.46</cx:pt>
          <cx:pt idx="26627">7.46</cx:pt>
          <cx:pt idx="26628">4.1299999999999999</cx:pt>
          <cx:pt idx="26629">2.46</cx:pt>
          <cx:pt idx="26630">5.79</cx:pt>
          <cx:pt idx="26631">5.79</cx:pt>
          <cx:pt idx="26632">1.25</cx:pt>
          <cx:pt idx="26633">0.41999999999999998</cx:pt>
          <cx:pt idx="26634">1.25</cx:pt>
          <cx:pt idx="26635">5.8799999999999999</cx:pt>
          <cx:pt idx="26636">7.9500000000000002</cx:pt>
          <cx:pt idx="26637">7.9500000000000002</cx:pt>
          <cx:pt idx="26638">1.45</cx:pt>
          <cx:pt idx="26639">2.0800000000000001</cx:pt>
          <cx:pt idx="26640">6.9500000000000002</cx:pt>
          <cx:pt idx="26641">2.0800000000000001</cx:pt>
          <cx:pt idx="26642">8.5</cx:pt>
          <cx:pt idx="26643">6.75</cx:pt>
          <cx:pt idx="26644">12.75</cx:pt>
          <cx:pt idx="26645">1.6499999999999999</cx:pt>
          <cx:pt idx="26646">4.9500000000000002</cx:pt>
          <cx:pt idx="26647">3.75</cx:pt>
          <cx:pt idx="26648">2.1000000000000001</cx:pt>
          <cx:pt idx="26649">0.82999999999999996</cx:pt>
          <cx:pt idx="26650">1.45</cx:pt>
          <cx:pt idx="26651">8.5</cx:pt>
          <cx:pt idx="26652">1.6499999999999999</cx:pt>
          <cx:pt idx="26653">2.9500000000000002</cx:pt>
          <cx:pt idx="26654">1.6499999999999999</cx:pt>
          <cx:pt idx="26655">2.5499999999999998</cx:pt>
          <cx:pt idx="26656">1.6499999999999999</cx:pt>
          <cx:pt idx="26657">9.9499999999999993</cx:pt>
          <cx:pt idx="26658">2.5499999999999998</cx:pt>
          <cx:pt idx="26659">1.45</cx:pt>
          <cx:pt idx="26660">1.25</cx:pt>
          <cx:pt idx="26661">1.95</cx:pt>
          <cx:pt idx="26662">2.0800000000000001</cx:pt>
          <cx:pt idx="26663">1.25</cx:pt>
          <cx:pt idx="26664">8.5</cx:pt>
          <cx:pt idx="26665">3.75</cx:pt>
          <cx:pt idx="26666">1.6499999999999999</cx:pt>
          <cx:pt idx="26667">1.45</cx:pt>
          <cx:pt idx="26668">1.45</cx:pt>
          <cx:pt idx="26669">1.6499999999999999</cx:pt>
          <cx:pt idx="26670">8.5</cx:pt>
          <cx:pt idx="26671">12.75</cx:pt>
          <cx:pt idx="26672">1.45</cx:pt>
          <cx:pt idx="26673">0.55000000000000004</cx:pt>
          <cx:pt idx="26674">2.5499999999999998</cx:pt>
          <cx:pt idx="26675">2.1000000000000001</cx:pt>
          <cx:pt idx="26676">2.0800000000000001</cx:pt>
          <cx:pt idx="26677">4.1500000000000004</cx:pt>
          <cx:pt idx="26678">4.9500000000000002</cx:pt>
          <cx:pt idx="26679">8.5</cx:pt>
          <cx:pt idx="26680">2.9500000000000002</cx:pt>
          <cx:pt idx="26681">4.9500000000000002</cx:pt>
          <cx:pt idx="26682">6.75</cx:pt>
          <cx:pt idx="26683">1.6499999999999999</cx:pt>
          <cx:pt idx="26684">0.41999999999999998</cx:pt>
          <cx:pt idx="26685">2.0800000000000001</cx:pt>
          <cx:pt idx="26686">2.9500000000000002</cx:pt>
          <cx:pt idx="26687">2.0800000000000001</cx:pt>
          <cx:pt idx="26688">3.75</cx:pt>
          <cx:pt idx="26689">2.0800000000000001</cx:pt>
          <cx:pt idx="26690">1.25</cx:pt>
          <cx:pt idx="26691">6.3499999999999996</cx:pt>
          <cx:pt idx="26692">2.25</cx:pt>
          <cx:pt idx="26693">3.25</cx:pt>
          <cx:pt idx="26694">8.5</cx:pt>
          <cx:pt idx="26695">2.25</cx:pt>
          <cx:pt idx="26696">1.25</cx:pt>
          <cx:pt idx="26697">0.55000000000000004</cx:pt>
          <cx:pt idx="26698">2.1000000000000001</cx:pt>
          <cx:pt idx="26699">0.84999999999999998</cx:pt>
          <cx:pt idx="26700">7.9500000000000002</cx:pt>
          <cx:pt idx="26701">6.9500000000000002</cx:pt>
          <cx:pt idx="26702">1.6499999999999999</cx:pt>
          <cx:pt idx="26703">0.35999999999999999</cx:pt>
          <cx:pt idx="26704">2.9500000000000002</cx:pt>
          <cx:pt idx="26705">4.1500000000000004</cx:pt>
          <cx:pt idx="26706">1.6499999999999999</cx:pt>
          <cx:pt idx="26707">0.55000000000000004</cx:pt>
          <cx:pt idx="26708">1.25</cx:pt>
          <cx:pt idx="26709">2.0800000000000001</cx:pt>
          <cx:pt idx="26710">1.25</cx:pt>
          <cx:pt idx="26711">2.1000000000000001</cx:pt>
          <cx:pt idx="26712">0.41999999999999998</cx:pt>
          <cx:pt idx="26713">2.0800000000000001</cx:pt>
          <cx:pt idx="26714">4.1500000000000004</cx:pt>
          <cx:pt idx="26715">0.84999999999999998</cx:pt>
          <cx:pt idx="26716">0.41999999999999998</cx:pt>
          <cx:pt idx="26717">3.75</cx:pt>
          <cx:pt idx="26718">2.0800000000000001</cx:pt>
          <cx:pt idx="26719">2.0800000000000001</cx:pt>
          <cx:pt idx="26720">0.41999999999999998</cx:pt>
          <cx:pt idx="26721">0.55000000000000004</cx:pt>
          <cx:pt idx="26722">1.6499999999999999</cx:pt>
          <cx:pt idx="26723">1.6499999999999999</cx:pt>
          <cx:pt idx="26724">0.41999999999999998</cx:pt>
          <cx:pt idx="26725">1.6499999999999999</cx:pt>
          <cx:pt idx="26726">0.41999999999999998</cx:pt>
          <cx:pt idx="26727">0.84999999999999998</cx:pt>
          <cx:pt idx="26728">4.1500000000000004</cx:pt>
          <cx:pt idx="26729">2.5499999999999998</cx:pt>
          <cx:pt idx="26730">0.84999999999999998</cx:pt>
          <cx:pt idx="26731">4.1500000000000004</cx:pt>
          <cx:pt idx="26732">2.0800000000000001</cx:pt>
          <cx:pt idx="26733">1.6499999999999999</cx:pt>
          <cx:pt idx="26734">4.9500000000000002</cx:pt>
          <cx:pt idx="26735">2.9500000000000002</cx:pt>
          <cx:pt idx="26736">3.75</cx:pt>
          <cx:pt idx="26737">0.55000000000000004</cx:pt>
          <cx:pt idx="26738">7.6500000000000004</cx:pt>
          <cx:pt idx="26739">12.75</cx:pt>
          <cx:pt idx="26740">2.0800000000000001</cx:pt>
          <cx:pt idx="26741">1.45</cx:pt>
          <cx:pt idx="26742">2.9500000000000002</cx:pt>
          <cx:pt idx="26743">2.0800000000000001</cx:pt>
          <cx:pt idx="26744">2.1000000000000001</cx:pt>
          <cx:pt idx="26745">2.0800000000000001</cx:pt>
          <cx:pt idx="26746">1.25</cx:pt>
          <cx:pt idx="26747">0.84999999999999998</cx:pt>
          <cx:pt idx="26748">4.9500000000000002</cx:pt>
          <cx:pt idx="26749">2.9500000000000002</cx:pt>
          <cx:pt idx="26750">4.1500000000000004</cx:pt>
          <cx:pt idx="26751">2.0800000000000001</cx:pt>
          <cx:pt idx="26752">4.9500000000000002</cx:pt>
          <cx:pt idx="26753">2.0800000000000001</cx:pt>
          <cx:pt idx="26754">0.84999999999999998</cx:pt>
          <cx:pt idx="26755">2.5499999999999998</cx:pt>
          <cx:pt idx="26756">12.75</cx:pt>
          <cx:pt idx="26757">2.9500000000000002</cx:pt>
          <cx:pt idx="26758">12.75</cx:pt>
          <cx:pt idx="26759">2.0800000000000001</cx:pt>
          <cx:pt idx="26760">24.960000000000001</cx:pt>
          <cx:pt idx="26761">2.9199999999999999</cx:pt>
          <cx:pt idx="26762">10.789999999999999</cx:pt>
          <cx:pt idx="26763">4.1299999999999999</cx:pt>
          <cx:pt idx="26764">3.29</cx:pt>
          <cx:pt idx="26765">4.1299999999999999</cx:pt>
          <cx:pt idx="26766">10.789999999999999</cx:pt>
          <cx:pt idx="26767">5.79</cx:pt>
          <cx:pt idx="26768">0.82999999999999996</cx:pt>
          <cx:pt idx="26769">16.629999999999999</cx:pt>
          <cx:pt idx="26770">3.29</cx:pt>
          <cx:pt idx="26771">2.46</cx:pt>
          <cx:pt idx="26772">4.96</cx:pt>
          <cx:pt idx="26773">0.82999999999999996</cx:pt>
          <cx:pt idx="26774">0.55000000000000004</cx:pt>
          <cx:pt idx="26775">1.79</cx:pt>
          <cx:pt idx="26776">0.41999999999999998</cx:pt>
          <cx:pt idx="26777">9.9499999999999993</cx:pt>
          <cx:pt idx="26778">1.6499999999999999</cx:pt>
          <cx:pt idx="26779">1.95</cx:pt>
          <cx:pt idx="26780">2.5499999999999998</cx:pt>
          <cx:pt idx="26781">2.5499999999999998</cx:pt>
          <cx:pt idx="26782">0.41999999999999998</cx:pt>
          <cx:pt idx="26783">2.9500000000000002</cx:pt>
          <cx:pt idx="26784">1.6499999999999999</cx:pt>
          <cx:pt idx="26785">0.84999999999999998</cx:pt>
          <cx:pt idx="26786">1.6499999999999999</cx:pt>
          <cx:pt idx="26787">2.0800000000000001</cx:pt>
          <cx:pt idx="26788">2.0800000000000001</cx:pt>
          <cx:pt idx="26789">1.6499999999999999</cx:pt>
          <cx:pt idx="26790">0.55000000000000004</cx:pt>
          <cx:pt idx="26791">2.0800000000000001</cx:pt>
          <cx:pt idx="26792">2.0800000000000001</cx:pt>
          <cx:pt idx="26793">1.95</cx:pt>
          <cx:pt idx="26794">1.25</cx:pt>
          <cx:pt idx="26795">2.9500000000000002</cx:pt>
          <cx:pt idx="26796">0.41999999999999998</cx:pt>
          <cx:pt idx="26797">8.5</cx:pt>
          <cx:pt idx="26798">0.41999999999999998</cx:pt>
          <cx:pt idx="26799">2.5499999999999998</cx:pt>
          <cx:pt idx="26800">0.28999999999999998</cx:pt>
          <cx:pt idx="26801">2.5499999999999998</cx:pt>
          <cx:pt idx="26802">0.55000000000000004</cx:pt>
          <cx:pt idx="26803">2.8900000000000001</cx:pt>
          <cx:pt idx="26804">4.1500000000000004</cx:pt>
          <cx:pt idx="26805">2.8900000000000001</cx:pt>
          <cx:pt idx="26806">2.4900000000000002</cx:pt>
          <cx:pt idx="26807">0.84999999999999998</cx:pt>
          <cx:pt idx="26808">1.6499999999999999</cx:pt>
          <cx:pt idx="26809">1.25</cx:pt>
          <cx:pt idx="26810">1.45</cx:pt>
          <cx:pt idx="26811">2.1000000000000001</cx:pt>
          <cx:pt idx="26812">2.0800000000000001</cx:pt>
          <cx:pt idx="26813">2.9500000000000002</cx:pt>
          <cx:pt idx="26814">2.9500000000000002</cx:pt>
          <cx:pt idx="26815">1.25</cx:pt>
          <cx:pt idx="26816">0.84999999999999998</cx:pt>
          <cx:pt idx="26817">2.1000000000000001</cx:pt>
          <cx:pt idx="26818">2.5499999999999998</cx:pt>
          <cx:pt idx="26819">2.0800000000000001</cx:pt>
          <cx:pt idx="26820">2.9500000000000002</cx:pt>
          <cx:pt idx="26821">2.0800000000000001</cx:pt>
          <cx:pt idx="26822">0.41999999999999998</cx:pt>
          <cx:pt idx="26823">2.5499999999999998</cx:pt>
          <cx:pt idx="26824">1.45</cx:pt>
          <cx:pt idx="26825">3.75</cx:pt>
          <cx:pt idx="26826">0.41999999999999998</cx:pt>
          <cx:pt idx="26827">2.0800000000000001</cx:pt>
          <cx:pt idx="26828">1.6499999999999999</cx:pt>
          <cx:pt idx="26829">3.75</cx:pt>
          <cx:pt idx="26830">2.1000000000000001</cx:pt>
          <cx:pt idx="26831">0.65000000000000002</cx:pt>
          <cx:pt idx="26832">0.65000000000000002</cx:pt>
          <cx:pt idx="26833">0.41999999999999998</cx:pt>
          <cx:pt idx="26834">0.41999999999999998</cx:pt>
          <cx:pt idx="26835">4.9500000000000002</cx:pt>
          <cx:pt idx="26836">2.9500000000000002</cx:pt>
          <cx:pt idx="26837">1.6499999999999999</cx:pt>
          <cx:pt idx="26838">0.84999999999999998</cx:pt>
          <cx:pt idx="26839">1.25</cx:pt>
          <cx:pt idx="26840">8.5</cx:pt>
          <cx:pt idx="26841">6.9500000000000002</cx:pt>
          <cx:pt idx="26842">2.9500000000000002</cx:pt>
          <cx:pt idx="26843">1.6499999999999999</cx:pt>
          <cx:pt idx="26844">2.0800000000000001</cx:pt>
          <cx:pt idx="26845">2.0800000000000001</cx:pt>
          <cx:pt idx="26846">9.9499999999999993</cx:pt>
          <cx:pt idx="26847">4.9500000000000002</cx:pt>
          <cx:pt idx="26848">2.9500000000000002</cx:pt>
          <cx:pt idx="26849">2.0800000000000001</cx:pt>
          <cx:pt idx="26850">4.9500000000000002</cx:pt>
          <cx:pt idx="26851">1.25</cx:pt>
          <cx:pt idx="26852">0.41999999999999998</cx:pt>
          <cx:pt idx="26853">1.6499999999999999</cx:pt>
          <cx:pt idx="26854">0.65000000000000002</cx:pt>
          <cx:pt idx="26855">4.9500000000000002</cx:pt>
          <cx:pt idx="26856">4.1500000000000004</cx:pt>
          <cx:pt idx="26857">2.5499999999999998</cx:pt>
          <cx:pt idx="26858">6.9500000000000002</cx:pt>
          <cx:pt idx="26859">12.75</cx:pt>
          <cx:pt idx="26860">1.6499999999999999</cx:pt>
          <cx:pt idx="26861">0.41999999999999998</cx:pt>
          <cx:pt idx="26862">0.65000000000000002</cx:pt>
          <cx:pt idx="26863">1.6499999999999999</cx:pt>
          <cx:pt idx="26864">2.9500000000000002</cx:pt>
          <cx:pt idx="26865">12.75</cx:pt>
          <cx:pt idx="26866">2.5499999999999998</cx:pt>
          <cx:pt idx="26867">0.82999999999999996</cx:pt>
          <cx:pt idx="26868">1.45</cx:pt>
          <cx:pt idx="26869">0.55000000000000004</cx:pt>
          <cx:pt idx="26870">0.41999999999999998</cx:pt>
          <cx:pt idx="26871">1.6499999999999999</cx:pt>
          <cx:pt idx="26872">3.75</cx:pt>
          <cx:pt idx="26873">4.9500000000000002</cx:pt>
          <cx:pt idx="26874">2.1000000000000001</cx:pt>
          <cx:pt idx="26875">1.45</cx:pt>
          <cx:pt idx="26876">0.84999999999999998</cx:pt>
          <cx:pt idx="26877">4.25</cx:pt>
          <cx:pt idx="26878">2.1000000000000001</cx:pt>
          <cx:pt idx="26879">2.5499999999999998</cx:pt>
          <cx:pt idx="26880">2.8900000000000001</cx:pt>
          <cx:pt idx="26881">0.41999999999999998</cx:pt>
          <cx:pt idx="26882">0.41999999999999998</cx:pt>
          <cx:pt idx="26883">0.41999999999999998</cx:pt>
          <cx:pt idx="26884">2.9500000000000002</cx:pt>
          <cx:pt idx="26885">4.9500000000000002</cx:pt>
          <cx:pt idx="26886">0.41999999999999998</cx:pt>
          <cx:pt idx="26887">7.9500000000000002</cx:pt>
          <cx:pt idx="26888">2.1000000000000001</cx:pt>
          <cx:pt idx="26889">0.65000000000000002</cx:pt>
          <cx:pt idx="26890">0.41999999999999998</cx:pt>
          <cx:pt idx="26891">1.45</cx:pt>
          <cx:pt idx="26892">2.9500000000000002</cx:pt>
          <cx:pt idx="26893">1.25</cx:pt>
          <cx:pt idx="26894">0.84999999999999998</cx:pt>
          <cx:pt idx="26895">1.25</cx:pt>
          <cx:pt idx="26896">0.55000000000000004</cx:pt>
          <cx:pt idx="26897">1.6499999999999999</cx:pt>
          <cx:pt idx="26898">7.6500000000000004</cx:pt>
          <cx:pt idx="26899">0.41999999999999998</cx:pt>
          <cx:pt idx="26900">4.25</cx:pt>
          <cx:pt idx="26901">2.1000000000000001</cx:pt>
          <cx:pt idx="26902">2.5499999999999998</cx:pt>
          <cx:pt idx="26903">1.25</cx:pt>
          <cx:pt idx="26904">1.6499999999999999</cx:pt>
          <cx:pt idx="26905">4.9500000000000002</cx:pt>
          <cx:pt idx="26906">0.84999999999999998</cx:pt>
          <cx:pt idx="26907">1.6499999999999999</cx:pt>
          <cx:pt idx="26908">0.41999999999999998</cx:pt>
          <cx:pt idx="26909">1.6499999999999999</cx:pt>
          <cx:pt idx="26910">0.84999999999999998</cx:pt>
          <cx:pt idx="26911">2.1000000000000001</cx:pt>
          <cx:pt idx="26912">8.5</cx:pt>
          <cx:pt idx="26913">1.25</cx:pt>
          <cx:pt idx="26914">2.0800000000000001</cx:pt>
          <cx:pt idx="26915">7.9500000000000002</cx:pt>
          <cx:pt idx="26916">2.1000000000000001</cx:pt>
          <cx:pt idx="26917">2.0800000000000001</cx:pt>
          <cx:pt idx="26918">4.6500000000000004</cx:pt>
          <cx:pt idx="26919">0.55000000000000004</cx:pt>
          <cx:pt idx="26920">2.0800000000000001</cx:pt>
          <cx:pt idx="26921">1.45</cx:pt>
          <cx:pt idx="26922">0.65000000000000002</cx:pt>
          <cx:pt idx="26923">6.9500000000000002</cx:pt>
          <cx:pt idx="26924">2.0800000000000001</cx:pt>
          <cx:pt idx="26925">2.0800000000000001</cx:pt>
          <cx:pt idx="26926">4.1500000000000004</cx:pt>
          <cx:pt idx="26927">2.0800000000000001</cx:pt>
          <cx:pt idx="26928">1.25</cx:pt>
          <cx:pt idx="26929">0.41999999999999998</cx:pt>
          <cx:pt idx="26930">4.9500000000000002</cx:pt>
          <cx:pt idx="26931">2.9500000000000002</cx:pt>
          <cx:pt idx="26932">1.45</cx:pt>
          <cx:pt idx="26933">8.5</cx:pt>
          <cx:pt idx="26934">6.9500000000000002</cx:pt>
          <cx:pt idx="26935">4.9500000000000002</cx:pt>
          <cx:pt idx="26936">1.25</cx:pt>
          <cx:pt idx="26937">2.1000000000000001</cx:pt>
          <cx:pt idx="26938">2.9500000000000002</cx:pt>
          <cx:pt idx="26939">6.9500000000000002</cx:pt>
          <cx:pt idx="26940">2.0800000000000001</cx:pt>
          <cx:pt idx="26941">0.41999999999999998</cx:pt>
          <cx:pt idx="26942">12.75</cx:pt>
          <cx:pt idx="26943">4.9500000000000002</cx:pt>
          <cx:pt idx="26944">1.45</cx:pt>
          <cx:pt idx="26945">1.25</cx:pt>
          <cx:pt idx="26946">6.9500000000000002</cx:pt>
          <cx:pt idx="26947">4.9500000000000002</cx:pt>
          <cx:pt idx="26948">2.1000000000000001</cx:pt>
          <cx:pt idx="26949">2.5499999999999998</cx:pt>
          <cx:pt idx="26950">0.41999999999999998</cx:pt>
          <cx:pt idx="26951">2.0800000000000001</cx:pt>
          <cx:pt idx="26952">4.9500000000000002</cx:pt>
          <cx:pt idx="26953">2.0800000000000001</cx:pt>
          <cx:pt idx="26954">1.6499999999999999</cx:pt>
          <cx:pt idx="26955">4.25</cx:pt>
          <cx:pt idx="26956">2.1000000000000001</cx:pt>
          <cx:pt idx="26957">2.5499999999999998</cx:pt>
          <cx:pt idx="26958">1.45</cx:pt>
          <cx:pt idx="26959">2.0800000000000001</cx:pt>
          <cx:pt idx="26960">2.0800000000000001</cx:pt>
          <cx:pt idx="26961">2.0800000000000001</cx:pt>
          <cx:pt idx="26962">2.1000000000000001</cx:pt>
          <cx:pt idx="26963">8.5</cx:pt>
          <cx:pt idx="26964">24.960000000000001</cx:pt>
          <cx:pt idx="26965">16.629999999999999</cx:pt>
          <cx:pt idx="26966">4.1299999999999999</cx:pt>
          <cx:pt idx="26967">2.46</cx:pt>
          <cx:pt idx="26968">0.82999999999999996</cx:pt>
          <cx:pt idx="26969">12.460000000000001</cx:pt>
          <cx:pt idx="26970">2.46</cx:pt>
          <cx:pt idx="26971">2.46</cx:pt>
          <cx:pt idx="26972">0.82999999999999996</cx:pt>
          <cx:pt idx="26973">7.46</cx:pt>
          <cx:pt idx="26974">4.1299999999999999</cx:pt>
          <cx:pt idx="26975">24.960000000000001</cx:pt>
          <cx:pt idx="26976">2.46</cx:pt>
          <cx:pt idx="26977">3.29</cx:pt>
          <cx:pt idx="26978">1.25</cx:pt>
          <cx:pt idx="26979">4.1299999999999999</cx:pt>
          <cx:pt idx="26980">4.1299999999999999</cx:pt>
          <cx:pt idx="26981">4.1299999999999999</cx:pt>
          <cx:pt idx="26982">0.82999999999999996</cx:pt>
          <cx:pt idx="26983">1.79</cx:pt>
          <cx:pt idx="26984">7.9500000000000002</cx:pt>
          <cx:pt idx="26985">7.9500000000000002</cx:pt>
          <cx:pt idx="26986">12.75</cx:pt>
          <cx:pt idx="26987">7.9500000000000002</cx:pt>
          <cx:pt idx="26988">2.0800000000000001</cx:pt>
          <cx:pt idx="26989">1.25</cx:pt>
          <cx:pt idx="26990">4.9500000000000002</cx:pt>
          <cx:pt idx="26991">7.6500000000000004</cx:pt>
          <cx:pt idx="26992">7.9500000000000002</cx:pt>
          <cx:pt idx="26993">9.9499999999999993</cx:pt>
          <cx:pt idx="26994">2.1000000000000001</cx:pt>
          <cx:pt idx="26995">0.82999999999999996</cx:pt>
          <cx:pt idx="26996">4.9500000000000002</cx:pt>
          <cx:pt idx="26997">6.3499999999999996</cx:pt>
          <cx:pt idx="26998">8.5</cx:pt>
          <cx:pt idx="26999">2.0800000000000001</cx:pt>
          <cx:pt idx="27000">14.949999999999999</cx:pt>
          <cx:pt idx="27001">12.75</cx:pt>
          <cx:pt idx="27002">4.6500000000000004</cx:pt>
          <cx:pt idx="27003">7.9500000000000002</cx:pt>
          <cx:pt idx="27004">7.9500000000000002</cx:pt>
          <cx:pt idx="27005">2.0800000000000001</cx:pt>
          <cx:pt idx="27006">3.25</cx:pt>
          <cx:pt idx="27007">0.55000000000000004</cx:pt>
          <cx:pt idx="27008">4.9500000000000002</cx:pt>
          <cx:pt idx="27009">3.25</cx:pt>
          <cx:pt idx="27010">2.9500000000000002</cx:pt>
          <cx:pt idx="27011">1.6499999999999999</cx:pt>
          <cx:pt idx="27012">8.5</cx:pt>
          <cx:pt idx="27013">4.9500000000000002</cx:pt>
          <cx:pt idx="27014">9.9499999999999993</cx:pt>
          <cx:pt idx="27015">8.5</cx:pt>
          <cx:pt idx="27016">1.25</cx:pt>
          <cx:pt idx="27017">0.84999999999999998</cx:pt>
          <cx:pt idx="27018">0.84999999999999998</cx:pt>
          <cx:pt idx="27019">2.1000000000000001</cx:pt>
          <cx:pt idx="27020">4.1500000000000004</cx:pt>
          <cx:pt idx="27021">0.84999999999999998</cx:pt>
          <cx:pt idx="27022">1.6499999999999999</cx:pt>
          <cx:pt idx="27023">3.75</cx:pt>
          <cx:pt idx="27024">2.8900000000000001</cx:pt>
          <cx:pt idx="27025">1.95</cx:pt>
          <cx:pt idx="27026">2.0800000000000001</cx:pt>
          <cx:pt idx="27027">14.949999999999999</cx:pt>
          <cx:pt idx="27028">2.4900000000000002</cx:pt>
          <cx:pt idx="27029">4.9500000000000002</cx:pt>
          <cx:pt idx="27030">0.84999999999999998</cx:pt>
          <cx:pt idx="27031">1.6499999999999999</cx:pt>
          <cx:pt idx="27032">2.4900000000000002</cx:pt>
          <cx:pt idx="27033">3.75</cx:pt>
          <cx:pt idx="27034">1.25</cx:pt>
          <cx:pt idx="27035">2.9500000000000002</cx:pt>
          <cx:pt idx="27036">7.9500000000000002</cx:pt>
          <cx:pt idx="27037">7.9500000000000002</cx:pt>
          <cx:pt idx="27038">2.25</cx:pt>
          <cx:pt idx="27039">3.75</cx:pt>
          <cx:pt idx="27040">4.1500000000000004</cx:pt>
          <cx:pt idx="27041">1.6499999999999999</cx:pt>
          <cx:pt idx="27042">0.84999999999999998</cx:pt>
          <cx:pt idx="27043">2.0800000000000001</cx:pt>
          <cx:pt idx="27044">2.25</cx:pt>
          <cx:pt idx="27045">14.949999999999999</cx:pt>
          <cx:pt idx="27046">2.9500000000000002</cx:pt>
          <cx:pt idx="27047">2.4900000000000002</cx:pt>
          <cx:pt idx="27048">4.6500000000000004</cx:pt>
          <cx:pt idx="27049">2.1000000000000001</cx:pt>
          <cx:pt idx="27050">1.6499999999999999</cx:pt>
          <cx:pt idx="27051">1.6499999999999999</cx:pt>
          <cx:pt idx="27052">1.25</cx:pt>
          <cx:pt idx="27053">7.9500000000000002</cx:pt>
          <cx:pt idx="27054">7.9500000000000002</cx:pt>
          <cx:pt idx="27055">3.25</cx:pt>
          <cx:pt idx="27056">2.9500000000000002</cx:pt>
          <cx:pt idx="27057">4.9500000000000002</cx:pt>
          <cx:pt idx="27058">1.25</cx:pt>
          <cx:pt idx="27059">8.5</cx:pt>
          <cx:pt idx="27060">1.25</cx:pt>
          <cx:pt idx="27061">7.9500000000000002</cx:pt>
          <cx:pt idx="27062">1.0600000000000001</cx:pt>
          <cx:pt idx="27063">1.45</cx:pt>
          <cx:pt idx="27064">0.82999999999999996</cx:pt>
          <cx:pt idx="27065">5.9500000000000002</cx:pt>
          <cx:pt idx="27066">0.71999999999999997</cx:pt>
          <cx:pt idx="27067">1.6499999999999999</cx:pt>
          <cx:pt idx="27068">0.84999999999999998</cx:pt>
          <cx:pt idx="27069">7.9500000000000002</cx:pt>
          <cx:pt idx="27070">2.0800000000000001</cx:pt>
          <cx:pt idx="27071">1.45</cx:pt>
          <cx:pt idx="27072">1.6499999999999999</cx:pt>
          <cx:pt idx="27073">2.8900000000000001</cx:pt>
          <cx:pt idx="27074">4.9500000000000002</cx:pt>
          <cx:pt idx="27075">4.6500000000000004</cx:pt>
          <cx:pt idx="27076">2.0800000000000001</cx:pt>
          <cx:pt idx="27077">3.75</cx:pt>
          <cx:pt idx="27078">1.6499999999999999</cx:pt>
          <cx:pt idx="27079">2.0800000000000001</cx:pt>
          <cx:pt idx="27080">1.6499999999999999</cx:pt>
          <cx:pt idx="27081">0.55000000000000004</cx:pt>
          <cx:pt idx="27082">0.84999999999999998</cx:pt>
          <cx:pt idx="27083">1.6499999999999999</cx:pt>
          <cx:pt idx="27084">2.9500000000000002</cx:pt>
          <cx:pt idx="27085">5.9500000000000002</cx:pt>
          <cx:pt idx="27086">2.0800000000000001</cx:pt>
          <cx:pt idx="27087">1.6499999999999999</cx:pt>
          <cx:pt idx="27088">1.6499999999999999</cx:pt>
          <cx:pt idx="27089">0.84999999999999998</cx:pt>
          <cx:pt idx="27090">8.3300000000000001</cx:pt>
          <cx:pt idx="27091">4.96</cx:pt>
          <cx:pt idx="27092">6.6299999999999999</cx:pt>
          <cx:pt idx="27093">8.2899999999999991</cx:pt>
          <cx:pt idx="27094">1.6299999999999999</cx:pt>
          <cx:pt idx="27095">6.6299999999999999</cx:pt>
          <cx:pt idx="27096">3.29</cx:pt>
          <cx:pt idx="27097">4.96</cx:pt>
          <cx:pt idx="27098">8.3300000000000001</cx:pt>
          <cx:pt idx="27099">2.46</cx:pt>
          <cx:pt idx="27100">7.46</cx:pt>
          <cx:pt idx="27101">0.65000000000000002</cx:pt>
          <cx:pt idx="27102">0.65000000000000002</cx:pt>
          <cx:pt idx="27103">24.960000000000001</cx:pt>
          <cx:pt idx="27104">4.1299999999999999</cx:pt>
          <cx:pt idx="27105">10.789999999999999</cx:pt>
          <cx:pt idx="27106">2.46</cx:pt>
          <cx:pt idx="27107">14.960000000000001</cx:pt>
          <cx:pt idx="27108">5.79</cx:pt>
          <cx:pt idx="27109">19.960000000000001</cx:pt>
          <cx:pt idx="27110">2.46</cx:pt>
          <cx:pt idx="27111">5.79</cx:pt>
          <cx:pt idx="27112">4.5800000000000001</cx:pt>
          <cx:pt idx="27113">0.82999999999999996</cx:pt>
          <cx:pt idx="27114">7.46</cx:pt>
          <cx:pt idx="27115">1.6299999999999999</cx:pt>
          <cx:pt idx="27116">24.960000000000001</cx:pt>
          <cx:pt idx="27117">3.29</cx:pt>
          <cx:pt idx="27118">2.7599999999999998</cx:pt>
          <cx:pt idx="27119">4.1299999999999999</cx:pt>
          <cx:pt idx="27120">3.29</cx:pt>
          <cx:pt idx="27121">4.96</cx:pt>
          <cx:pt idx="27122">5.79</cx:pt>
          <cx:pt idx="27123">3.29</cx:pt>
          <cx:pt idx="27124">10.789999999999999</cx:pt>
          <cx:pt idx="27125">15.789999999999999</cx:pt>
          <cx:pt idx="27126">24.960000000000001</cx:pt>
          <cx:pt idx="27127">16.629999999999999</cx:pt>
          <cx:pt idx="27128">5.79</cx:pt>
          <cx:pt idx="27129">0.82999999999999996</cx:pt>
          <cx:pt idx="27130">7.46</cx:pt>
          <cx:pt idx="27131">8.2899999999999991</cx:pt>
          <cx:pt idx="27132">1.6299999999999999</cx:pt>
          <cx:pt idx="27133">7.46</cx:pt>
          <cx:pt idx="27134">1.25</cx:pt>
          <cx:pt idx="27135">0.82999999999999996</cx:pt>
          <cx:pt idx="27136">4.1299999999999999</cx:pt>
          <cx:pt idx="27137">1.6299999999999999</cx:pt>
          <cx:pt idx="27138">1.6299999999999999</cx:pt>
          <cx:pt idx="27139">4.96</cx:pt>
          <cx:pt idx="27140">4.9500000000000002</cx:pt>
          <cx:pt idx="27141">2.9500000000000002</cx:pt>
          <cx:pt idx="27142">3.75</cx:pt>
          <cx:pt idx="27143">0.35999999999999999</cx:pt>
          <cx:pt idx="27144">0.82999999999999996</cx:pt>
          <cx:pt idx="27145">1.45</cx:pt>
          <cx:pt idx="27146">1.45</cx:pt>
          <cx:pt idx="27147">2.5499999999999998</cx:pt>
          <cx:pt idx="27148">1.25</cx:pt>
          <cx:pt idx="27149">2.9500000000000002</cx:pt>
          <cx:pt idx="27150">0.82999999999999996</cx:pt>
          <cx:pt idx="27151">1.45</cx:pt>
          <cx:pt idx="27152">7.9500000000000002</cx:pt>
          <cx:pt idx="27153">2.0800000000000001</cx:pt>
          <cx:pt idx="27154">4.9500000000000002</cx:pt>
          <cx:pt idx="27155">7.9500000000000002</cx:pt>
          <cx:pt idx="27156">7.9500000000000002</cx:pt>
          <cx:pt idx="27157">2.1000000000000001</cx:pt>
          <cx:pt idx="27158">2.5499999999999998</cx:pt>
          <cx:pt idx="27159">0.82999999999999996</cx:pt>
          <cx:pt idx="27160">2.9500000000000002</cx:pt>
          <cx:pt idx="27161">7.9500000000000002</cx:pt>
          <cx:pt idx="27162">4.1500000000000004</cx:pt>
          <cx:pt idx="27163">3.75</cx:pt>
          <cx:pt idx="27164">1.45</cx:pt>
          <cx:pt idx="27165">3.25</cx:pt>
          <cx:pt idx="27166">0.28999999999999998</cx:pt>
          <cx:pt idx="27167">1.6499999999999999</cx:pt>
          <cx:pt idx="27168">2.1000000000000001</cx:pt>
          <cx:pt idx="27169">1.6499999999999999</cx:pt>
          <cx:pt idx="27170">2.0800000000000001</cx:pt>
          <cx:pt idx="27171">12.75</cx:pt>
          <cx:pt idx="27172">1.25</cx:pt>
          <cx:pt idx="27173">1.6499999999999999</cx:pt>
          <cx:pt idx="27174">1.25</cx:pt>
          <cx:pt idx="27175">2.0800000000000001</cx:pt>
          <cx:pt idx="27176">2.1000000000000001</cx:pt>
          <cx:pt idx="27177">2.0800000000000001</cx:pt>
          <cx:pt idx="27178">2.9500000000000002</cx:pt>
          <cx:pt idx="27179">1.25</cx:pt>
          <cx:pt idx="27180">2.9500000000000002</cx:pt>
          <cx:pt idx="27181">2.0800000000000001</cx:pt>
          <cx:pt idx="27182">2.9500000000000002</cx:pt>
          <cx:pt idx="27183">2.1000000000000001</cx:pt>
          <cx:pt idx="27184">1.45</cx:pt>
          <cx:pt idx="27185">1.0600000000000001</cx:pt>
          <cx:pt idx="27186">1.45</cx:pt>
          <cx:pt idx="27187">1.95</cx:pt>
          <cx:pt idx="27188">1.45</cx:pt>
          <cx:pt idx="27189">3.25</cx:pt>
          <cx:pt idx="27190">0.65000000000000002</cx:pt>
          <cx:pt idx="27191">2.9500000000000002</cx:pt>
          <cx:pt idx="27192">1.6499999999999999</cx:pt>
          <cx:pt idx="27193">2.0800000000000001</cx:pt>
          <cx:pt idx="27194">2.0800000000000001</cx:pt>
          <cx:pt idx="27195">1.25</cx:pt>
          <cx:pt idx="27196">7.9500000000000002</cx:pt>
          <cx:pt idx="27197">1.6499999999999999</cx:pt>
          <cx:pt idx="27198">0.84999999999999998</cx:pt>
          <cx:pt idx="27199">7.9500000000000002</cx:pt>
          <cx:pt idx="27200">2.5499999999999998</cx:pt>
          <cx:pt idx="27201">0.82999999999999996</cx:pt>
          <cx:pt idx="27202">1.25</cx:pt>
          <cx:pt idx="27203">2.9500000000000002</cx:pt>
          <cx:pt idx="27204">1.6499999999999999</cx:pt>
          <cx:pt idx="27205">1.25</cx:pt>
          <cx:pt idx="27206">2.9500000000000002</cx:pt>
          <cx:pt idx="27207">1.6499999999999999</cx:pt>
          <cx:pt idx="27208">1.25</cx:pt>
          <cx:pt idx="27209">1.6499999999999999</cx:pt>
          <cx:pt idx="27210">8.5</cx:pt>
          <cx:pt idx="27211">4.6500000000000004</cx:pt>
          <cx:pt idx="27212">2.0800000000000001</cx:pt>
          <cx:pt idx="27213">1.25</cx:pt>
          <cx:pt idx="27214">8.5</cx:pt>
          <cx:pt idx="27215">12.75</cx:pt>
          <cx:pt idx="27216">8.5</cx:pt>
          <cx:pt idx="27217">3.75</cx:pt>
          <cx:pt idx="27218">7.9500000000000002</cx:pt>
          <cx:pt idx="27219">0.82999999999999996</cx:pt>
          <cx:pt idx="27220">2.9500000000000002</cx:pt>
          <cx:pt idx="27221">2.5499999999999998</cx:pt>
          <cx:pt idx="27222">1.6499999999999999</cx:pt>
          <cx:pt idx="27223">4.6500000000000004</cx:pt>
          <cx:pt idx="27224">1.25</cx:pt>
          <cx:pt idx="27225">2.1000000000000001</cx:pt>
          <cx:pt idx="27226">2.8900000000000001</cx:pt>
          <cx:pt idx="27227">0.84999999999999998</cx:pt>
          <cx:pt idx="27228">1.25</cx:pt>
          <cx:pt idx="27229">2.9500000000000002</cx:pt>
          <cx:pt idx="27230">3.25</cx:pt>
          <cx:pt idx="27231">2.5499999999999998</cx:pt>
          <cx:pt idx="27232">6.9500000000000002</cx:pt>
          <cx:pt idx="27233">1.45</cx:pt>
          <cx:pt idx="27234">1.6499999999999999</cx:pt>
          <cx:pt idx="27235">3.75</cx:pt>
          <cx:pt idx="27236">4.9500000000000002</cx:pt>
          <cx:pt idx="27237">1.45</cx:pt>
          <cx:pt idx="27238">1.6499999999999999</cx:pt>
          <cx:pt idx="27239">2.9500000000000002</cx:pt>
          <cx:pt idx="27240">2.0800000000000001</cx:pt>
          <cx:pt idx="27241">4.9500000000000002</cx:pt>
          <cx:pt idx="27242">0.84999999999999998</cx:pt>
          <cx:pt idx="27243">1.25</cx:pt>
          <cx:pt idx="27244">2.8900000000000001</cx:pt>
          <cx:pt idx="27245">2.5499999999999998</cx:pt>
          <cx:pt idx="27246">4.9500000000000002</cx:pt>
          <cx:pt idx="27247">3.75</cx:pt>
          <cx:pt idx="27248">2.0800000000000001</cx:pt>
          <cx:pt idx="27249">0.55000000000000004</cx:pt>
          <cx:pt idx="27250">7.9500000000000002</cx:pt>
          <cx:pt idx="27251">1.45</cx:pt>
          <cx:pt idx="27252">8.5</cx:pt>
          <cx:pt idx="27253">1.45</cx:pt>
          <cx:pt idx="27254">0.84999999999999998</cx:pt>
          <cx:pt idx="27255">0.55000000000000004</cx:pt>
          <cx:pt idx="27256">0.41999999999999998</cx:pt>
          <cx:pt idx="27257">3.75</cx:pt>
          <cx:pt idx="27258">4.9500000000000002</cx:pt>
          <cx:pt idx="27259">1.6499999999999999</cx:pt>
          <cx:pt idx="27260">8.5</cx:pt>
          <cx:pt idx="27261">1.45</cx:pt>
          <cx:pt idx="27262">1.25</cx:pt>
          <cx:pt idx="27263">0.41999999999999998</cx:pt>
          <cx:pt idx="27264">2.0800000000000001</cx:pt>
          <cx:pt idx="27265">1.6499999999999999</cx:pt>
          <cx:pt idx="27266">3.75</cx:pt>
          <cx:pt idx="27267">3.75</cx:pt>
          <cx:pt idx="27268">0.84999999999999998</cx:pt>
          <cx:pt idx="27269">6.75</cx:pt>
          <cx:pt idx="27270">8.25</cx:pt>
          <cx:pt idx="27271">2.9500000000000002</cx:pt>
          <cx:pt idx="27272">1.6499999999999999</cx:pt>
          <cx:pt idx="27273">7.9500000000000002</cx:pt>
          <cx:pt idx="27274">1.6499999999999999</cx:pt>
          <cx:pt idx="27275">6.3499999999999996</cx:pt>
          <cx:pt idx="27276">8.5</cx:pt>
          <cx:pt idx="27277">4.9500000000000002</cx:pt>
          <cx:pt idx="27278">1.6499999999999999</cx:pt>
          <cx:pt idx="27279">1.6499999999999999</cx:pt>
          <cx:pt idx="27280">1.6499999999999999</cx:pt>
          <cx:pt idx="27281">1.45</cx:pt>
          <cx:pt idx="27282">2.0800000000000001</cx:pt>
          <cx:pt idx="27283">1.6499999999999999</cx:pt>
          <cx:pt idx="27284">1.45</cx:pt>
          <cx:pt idx="27285">2.9500000000000002</cx:pt>
          <cx:pt idx="27286">3.25</cx:pt>
          <cx:pt idx="27287">1.25</cx:pt>
          <cx:pt idx="27288">5.79</cx:pt>
          <cx:pt idx="27289">3.29</cx:pt>
          <cx:pt idx="27290">10.789999999999999</cx:pt>
          <cx:pt idx="27291">4.1299999999999999</cx:pt>
          <cx:pt idx="27292">5.79</cx:pt>
          <cx:pt idx="27293">0.82999999999999996</cx:pt>
          <cx:pt idx="27294">5.79</cx:pt>
          <cx:pt idx="27295">3.29</cx:pt>
          <cx:pt idx="27296">5.79</cx:pt>
          <cx:pt idx="27297">4.1299999999999999</cx:pt>
          <cx:pt idx="27298">7.46</cx:pt>
          <cx:pt idx="27299">4.1299999999999999</cx:pt>
          <cx:pt idx="27300">2.46</cx:pt>
          <cx:pt idx="27301">5.79</cx:pt>
          <cx:pt idx="27302">4.96</cx:pt>
          <cx:pt idx="27303">1.25</cx:pt>
          <cx:pt idx="27304">1.25</cx:pt>
          <cx:pt idx="27305">15.789999999999999</cx:pt>
          <cx:pt idx="27306">4.1299999999999999</cx:pt>
          <cx:pt idx="27307">1.6299999999999999</cx:pt>
          <cx:pt idx="27308">8.25</cx:pt>
          <cx:pt idx="27309">4.9500000000000002</cx:pt>
          <cx:pt idx="27310">1.6499999999999999</cx:pt>
          <cx:pt idx="27311">0.41999999999999998</cx:pt>
          <cx:pt idx="27312">2.0800000000000001</cx:pt>
          <cx:pt idx="27313">2.9500000000000002</cx:pt>
          <cx:pt idx="27314">3.75</cx:pt>
          <cx:pt idx="27315">4.9500000000000002</cx:pt>
          <cx:pt idx="27316">2.5499999999999998</cx:pt>
          <cx:pt idx="27317">8.5</cx:pt>
          <cx:pt idx="27318">2.9500000000000002</cx:pt>
          <cx:pt idx="27319">12.75</cx:pt>
          <cx:pt idx="27320">2.9500000000000002</cx:pt>
          <cx:pt idx="27321">9.9499999999999993</cx:pt>
          <cx:pt idx="27322">2.5499999999999998</cx:pt>
          <cx:pt idx="27323">1.25</cx:pt>
          <cx:pt idx="27324">2.0800000000000001</cx:pt>
          <cx:pt idx="27325">1.45</cx:pt>
          <cx:pt idx="27326">2.9500000000000002</cx:pt>
          <cx:pt idx="27327">6.3499999999999996</cx:pt>
          <cx:pt idx="27328">1.6499999999999999</cx:pt>
          <cx:pt idx="27329">0.55000000000000004</cx:pt>
          <cx:pt idx="27330">1.6499999999999999</cx:pt>
          <cx:pt idx="27331">1.45</cx:pt>
          <cx:pt idx="27332">6.75</cx:pt>
          <cx:pt idx="27333">2.5499999999999998</cx:pt>
          <cx:pt idx="27334">1.79</cx:pt>
          <cx:pt idx="27335">1.6499999999999999</cx:pt>
          <cx:pt idx="27336">1.6499999999999999</cx:pt>
          <cx:pt idx="27337">4.9500000000000002</cx:pt>
          <cx:pt idx="27338">1.95</cx:pt>
          <cx:pt idx="27339">4.9500000000000002</cx:pt>
          <cx:pt idx="27340">2.9500000000000002</cx:pt>
          <cx:pt idx="27341">1.6499999999999999</cx:pt>
          <cx:pt idx="27342">6.75</cx:pt>
          <cx:pt idx="27343">1.45</cx:pt>
          <cx:pt idx="27344">2.1000000000000001</cx:pt>
          <cx:pt idx="27345">0.34000000000000002</cx:pt>
          <cx:pt idx="27346">2.0800000000000001</cx:pt>
          <cx:pt idx="27347">2.0800000000000001</cx:pt>
          <cx:pt idx="27348">9.9499999999999993</cx:pt>
          <cx:pt idx="27349">4.1500000000000004</cx:pt>
          <cx:pt idx="27350">1.45</cx:pt>
          <cx:pt idx="27351">0.84999999999999998</cx:pt>
          <cx:pt idx="27352">0.71999999999999997</cx:pt>
          <cx:pt idx="27353">1.25</cx:pt>
          <cx:pt idx="27354">0.84999999999999998</cx:pt>
          <cx:pt idx="27355">1.25</cx:pt>
          <cx:pt idx="27356">2.9500000000000002</cx:pt>
          <cx:pt idx="27357">4.1500000000000004</cx:pt>
          <cx:pt idx="27358">1.6499999999999999</cx:pt>
          <cx:pt idx="27359">7.9500000000000002</cx:pt>
          <cx:pt idx="27360">2.0800000000000001</cx:pt>
          <cx:pt idx="27361">0.41999999999999998</cx:pt>
          <cx:pt idx="27362">2.0800000000000001</cx:pt>
          <cx:pt idx="27363">2.0800000000000001</cx:pt>
          <cx:pt idx="27364">0.41999999999999998</cx:pt>
          <cx:pt idx="27365">0.41999999999999998</cx:pt>
          <cx:pt idx="27366">1.6499999999999999</cx:pt>
          <cx:pt idx="27367">1.6499999999999999</cx:pt>
          <cx:pt idx="27368">1.79</cx:pt>
          <cx:pt idx="27369">2.0800000000000001</cx:pt>
          <cx:pt idx="27370">2.1000000000000001</cx:pt>
          <cx:pt idx="27371">0.41999999999999998</cx:pt>
          <cx:pt idx="27372">1.0600000000000001</cx:pt>
          <cx:pt idx="27373">1.95</cx:pt>
          <cx:pt idx="27374">1.6499999999999999</cx:pt>
          <cx:pt idx="27375">2.1000000000000001</cx:pt>
          <cx:pt idx="27376">2.9500000000000002</cx:pt>
          <cx:pt idx="27377">0.41999999999999998</cx:pt>
          <cx:pt idx="27378">1.25</cx:pt>
          <cx:pt idx="27379">1.25</cx:pt>
          <cx:pt idx="27380">0.41999999999999998</cx:pt>
          <cx:pt idx="27381">6.75</cx:pt>
          <cx:pt idx="27382">5.5499999999999998</cx:pt>
          <cx:pt idx="27383">1.79</cx:pt>
          <cx:pt idx="27384">1.45</cx:pt>
          <cx:pt idx="27385">0.35999999999999999</cx:pt>
          <cx:pt idx="27386">7.9500000000000002</cx:pt>
          <cx:pt idx="27387">1.79</cx:pt>
          <cx:pt idx="27388">4.9500000000000002</cx:pt>
          <cx:pt idx="27389">1.79</cx:pt>
          <cx:pt idx="27390">2.9500000000000002</cx:pt>
          <cx:pt idx="27391">1.79</cx:pt>
          <cx:pt idx="27392">1.6499999999999999</cx:pt>
          <cx:pt idx="27393">0.55000000000000004</cx:pt>
          <cx:pt idx="27394">1.6499999999999999</cx:pt>
          <cx:pt idx="27395">3.75</cx:pt>
          <cx:pt idx="27396">2.9500000000000002</cx:pt>
          <cx:pt idx="27397">8.5</cx:pt>
          <cx:pt idx="27398">2.9500000000000002</cx:pt>
          <cx:pt idx="27399">1.6499999999999999</cx:pt>
          <cx:pt idx="27400">1.25</cx:pt>
          <cx:pt idx="27401">0.84999999999999998</cx:pt>
          <cx:pt idx="27402">2.1000000000000001</cx:pt>
          <cx:pt idx="27403">2.5499999999999998</cx:pt>
          <cx:pt idx="27404">6.9500000000000002</cx:pt>
          <cx:pt idx="27405">1.6499999999999999</cx:pt>
          <cx:pt idx="27406">2.9500000000000002</cx:pt>
          <cx:pt idx="27407">2.9500000000000002</cx:pt>
          <cx:pt idx="27408">0.28999999999999998</cx:pt>
          <cx:pt idx="27409">2.5499999999999998</cx:pt>
          <cx:pt idx="27410">8.5</cx:pt>
          <cx:pt idx="27411">8.5</cx:pt>
          <cx:pt idx="27412">1.25</cx:pt>
          <cx:pt idx="27413">8.5</cx:pt>
          <cx:pt idx="27414">1.25</cx:pt>
          <cx:pt idx="27415">0.55000000000000004</cx:pt>
          <cx:pt idx="27416">8.5</cx:pt>
          <cx:pt idx="27417">2.9500000000000002</cx:pt>
          <cx:pt idx="27418">7.6500000000000004</cx:pt>
          <cx:pt idx="27419">2.75</cx:pt>
          <cx:pt idx="27420">2.5499999999999998</cx:pt>
          <cx:pt idx="27421">1.45</cx:pt>
          <cx:pt idx="27422">7.6500000000000004</cx:pt>
          <cx:pt idx="27423">2.75</cx:pt>
          <cx:pt idx="27424">2.5499999999999998</cx:pt>
          <cx:pt idx="27425">1.45</cx:pt>
          <cx:pt idx="27426">2.0800000000000001</cx:pt>
          <cx:pt idx="27427">4.9500000000000002</cx:pt>
          <cx:pt idx="27428">3.25</cx:pt>
          <cx:pt idx="27429">2.8900000000000001</cx:pt>
          <cx:pt idx="27430">2.9500000000000002</cx:pt>
          <cx:pt idx="27431">4.1500000000000004</cx:pt>
          <cx:pt idx="27432">2.0800000000000001</cx:pt>
          <cx:pt idx="27433">2.0800000000000001</cx:pt>
          <cx:pt idx="27434">0.41999999999999998</cx:pt>
          <cx:pt idx="27435">2.4900000000000002</cx:pt>
          <cx:pt idx="27436">1.6899999999999999</cx:pt>
          <cx:pt idx="27437">1.25</cx:pt>
          <cx:pt idx="27438">3.75</cx:pt>
          <cx:pt idx="27439">2.9500000000000002</cx:pt>
          <cx:pt idx="27440">2.25</cx:pt>
          <cx:pt idx="27441">1.25</cx:pt>
          <cx:pt idx="27442">7.9500000000000002</cx:pt>
          <cx:pt idx="27443">7.9500000000000002</cx:pt>
          <cx:pt idx="27444">2.5499999999999998</cx:pt>
          <cx:pt idx="27445">8.5</cx:pt>
          <cx:pt idx="27446">7.9500000000000002</cx:pt>
          <cx:pt idx="27447">1.6499999999999999</cx:pt>
          <cx:pt idx="27448">0.84999999999999998</cx:pt>
          <cx:pt idx="27449">2.9500000000000002</cx:pt>
          <cx:pt idx="27450">0.41999999999999998</cx:pt>
          <cx:pt idx="27451">2.0800000000000001</cx:pt>
          <cx:pt idx="27452">2.9500000000000002</cx:pt>
          <cx:pt idx="27453">10.949999999999999</cx:pt>
          <cx:pt idx="27454">2.0800000000000001</cx:pt>
          <cx:pt idx="27455">2.8900000000000001</cx:pt>
          <cx:pt idx="27456">2.0800000000000001</cx:pt>
          <cx:pt idx="27457">2.0800000000000001</cx:pt>
          <cx:pt idx="27458">2.4900000000000002</cx:pt>
          <cx:pt idx="27459">5.79</cx:pt>
          <cx:pt idx="27460">4.1299999999999999</cx:pt>
          <cx:pt idx="27461">5.79</cx:pt>
          <cx:pt idx="27462">1.25</cx:pt>
          <cx:pt idx="27463">4.96</cx:pt>
          <cx:pt idx="27464">2.46</cx:pt>
          <cx:pt idx="27465">16.629999999999999</cx:pt>
          <cx:pt idx="27466">5.79</cx:pt>
          <cx:pt idx="27467">2.46</cx:pt>
          <cx:pt idx="27468">1.6299999999999999</cx:pt>
          <cx:pt idx="27469">1.6299999999999999</cx:pt>
          <cx:pt idx="27470">2.46</cx:pt>
          <cx:pt idx="27471">4.1299999999999999</cx:pt>
          <cx:pt idx="27472">0.82999999999999996</cx:pt>
          <cx:pt idx="27473">7.9500000000000002</cx:pt>
          <cx:pt idx="27474">4.9500000000000002</cx:pt>
          <cx:pt idx="27475">1.6499999999999999</cx:pt>
          <cx:pt idx="27476">3.25</cx:pt>
          <cx:pt idx="27477">16.629999999999999</cx:pt>
          <cx:pt idx="27478">10.789999999999999</cx:pt>
          <cx:pt idx="27479">5.79</cx:pt>
          <cx:pt idx="27480">15.789999999999999</cx:pt>
          <cx:pt idx="27481">4.1299999999999999</cx:pt>
          <cx:pt idx="27482">4.96</cx:pt>
          <cx:pt idx="27483">2.46</cx:pt>
          <cx:pt idx="27484">2.46</cx:pt>
          <cx:pt idx="27485">5.79</cx:pt>
          <cx:pt idx="27486">3.29</cx:pt>
          <cx:pt idx="27487">16.629999999999999</cx:pt>
          <cx:pt idx="27488">7.46</cx:pt>
          <cx:pt idx="27489">0.82999999999999996</cx:pt>
          <cx:pt idx="27490">2.46</cx:pt>
          <cx:pt idx="27491">2.7599999999999998</cx:pt>
          <cx:pt idx="27492">1.6299999999999999</cx:pt>
          <cx:pt idx="27493">0.82999999999999996</cx:pt>
          <cx:pt idx="27494">4.1299999999999999</cx:pt>
          <cx:pt idx="27495">0.82999999999999996</cx:pt>
          <cx:pt idx="27496">8.25</cx:pt>
          <cx:pt idx="27497">3.25</cx:pt>
          <cx:pt idx="27498">4.6500000000000004</cx:pt>
          <cx:pt idx="27499">2.9500000000000002</cx:pt>
          <cx:pt idx="27500">3.75</cx:pt>
          <cx:pt idx="27501">2.1000000000000001</cx:pt>
          <cx:pt idx="27502">2.9500000000000002</cx:pt>
          <cx:pt idx="27503">3.75</cx:pt>
          <cx:pt idx="27504">8.5</cx:pt>
          <cx:pt idx="27505">2.0800000000000001</cx:pt>
          <cx:pt idx="27506">2.0800000000000001</cx:pt>
          <cx:pt idx="27507">1.6499999999999999</cx:pt>
          <cx:pt idx="27508">7.6500000000000004</cx:pt>
          <cx:pt idx="27509">7.9500000000000002</cx:pt>
          <cx:pt idx="27510">4.9500000000000002</cx:pt>
          <cx:pt idx="27511">0.82999999999999996</cx:pt>
          <cx:pt idx="27512">0.65000000000000002</cx:pt>
          <cx:pt idx="27513">0.55000000000000004</cx:pt>
          <cx:pt idx="27514">1.79</cx:pt>
          <cx:pt idx="27515">12.75</cx:pt>
          <cx:pt idx="27516">2.0800000000000001</cx:pt>
          <cx:pt idx="27517">2.5499999999999998</cx:pt>
          <cx:pt idx="27518">0.82999999999999996</cx:pt>
          <cx:pt idx="27519">4.6500000000000004</cx:pt>
          <cx:pt idx="27520">0.41999999999999998</cx:pt>
          <cx:pt idx="27521">6.9500000000000002</cx:pt>
          <cx:pt idx="27522">1.6499999999999999</cx:pt>
          <cx:pt idx="27523">0.84999999999999998</cx:pt>
          <cx:pt idx="27524">4.9500000000000002</cx:pt>
          <cx:pt idx="27525">0.71999999999999997</cx:pt>
          <cx:pt idx="27526">1.45</cx:pt>
          <cx:pt idx="27527">0.55000000000000004</cx:pt>
          <cx:pt idx="27528">0.65000000000000002</cx:pt>
          <cx:pt idx="27529">2.9500000000000002</cx:pt>
          <cx:pt idx="27530">2.5499999999999998</cx:pt>
          <cx:pt idx="27531">1.25</cx:pt>
          <cx:pt idx="27532">2.0800000000000001</cx:pt>
          <cx:pt idx="27533">2.25</cx:pt>
          <cx:pt idx="27534">2.0800000000000001</cx:pt>
          <cx:pt idx="27535">1.6499999999999999</cx:pt>
          <cx:pt idx="27536">8.5</cx:pt>
          <cx:pt idx="27537">2.1000000000000001</cx:pt>
          <cx:pt idx="27538">1.25</cx:pt>
          <cx:pt idx="27539">4.1500000000000004</cx:pt>
          <cx:pt idx="27540">7.6500000000000004</cx:pt>
          <cx:pt idx="27541">1.25</cx:pt>
          <cx:pt idx="27542">0.84999999999999998</cx:pt>
          <cx:pt idx="27543">1.25</cx:pt>
          <cx:pt idx="27544">1.25</cx:pt>
          <cx:pt idx="27545">0.55000000000000004</cx:pt>
          <cx:pt idx="27546">1.45</cx:pt>
          <cx:pt idx="27547">0.41999999999999998</cx:pt>
          <cx:pt idx="27548">0.41999999999999998</cx:pt>
          <cx:pt idx="27549">0.41999999999999998</cx:pt>
          <cx:pt idx="27550">1.25</cx:pt>
          <cx:pt idx="27551">0.41999999999999998</cx:pt>
          <cx:pt idx="27552">7.6500000000000004</cx:pt>
          <cx:pt idx="27553">2.0800000000000001</cx:pt>
          <cx:pt idx="27554">1.6599999999999999</cx:pt>
          <cx:pt idx="27555">2.5499999999999998</cx:pt>
          <cx:pt idx="27556">0.84999999999999998</cx:pt>
          <cx:pt idx="27557">7.6500000000000004</cx:pt>
          <cx:pt idx="27558">4.9500000000000002</cx:pt>
          <cx:pt idx="27559">2.5499999999999998</cx:pt>
          <cx:pt idx="27560">2.5499999999999998</cx:pt>
          <cx:pt idx="27561">0.55000000000000004</cx:pt>
          <cx:pt idx="27562">0.84999999999999998</cx:pt>
          <cx:pt idx="27563">9.9499999999999993</cx:pt>
          <cx:pt idx="27564">12.75</cx:pt>
          <cx:pt idx="27565">2.9500000000000002</cx:pt>
          <cx:pt idx="27566">2.0800000000000001</cx:pt>
          <cx:pt idx="27567">2.0800000000000001</cx:pt>
          <cx:pt idx="27568">1.45</cx:pt>
          <cx:pt idx="27569">1.25</cx:pt>
          <cx:pt idx="27570">1.25</cx:pt>
          <cx:pt idx="27571">1.6499999999999999</cx:pt>
          <cx:pt idx="27572">0.55000000000000004</cx:pt>
          <cx:pt idx="27573">1.6499999999999999</cx:pt>
          <cx:pt idx="27574">1.6499999999999999</cx:pt>
          <cx:pt idx="27575">0.84999999999999998</cx:pt>
          <cx:pt idx="27576">2.0800000000000001</cx:pt>
          <cx:pt idx="27577">2.9500000000000002</cx:pt>
          <cx:pt idx="27578">0.84999999999999998</cx:pt>
          <cx:pt idx="27579">2.9500000000000002</cx:pt>
          <cx:pt idx="27580">0.55000000000000004</cx:pt>
          <cx:pt idx="27581">12.75</cx:pt>
          <cx:pt idx="27582">2.9500000000000002</cx:pt>
          <cx:pt idx="27583">7.9500000000000002</cx:pt>
          <cx:pt idx="27584">7.9500000000000002</cx:pt>
          <cx:pt idx="27585">7.9500000000000002</cx:pt>
          <cx:pt idx="27586">9.9499999999999993</cx:pt>
          <cx:pt idx="27587">7.9500000000000002</cx:pt>
          <cx:pt idx="27588">2.1000000000000001</cx:pt>
          <cx:pt idx="27589">14.949999999999999</cx:pt>
          <cx:pt idx="27590">2.9500000000000002</cx:pt>
          <cx:pt idx="27591">2.8900000000000001</cx:pt>
          <cx:pt idx="27592">1.45</cx:pt>
          <cx:pt idx="27593">0.84999999999999998</cx:pt>
          <cx:pt idx="27594">2.4900000000000002</cx:pt>
          <cx:pt idx="27595">6.75</cx:pt>
          <cx:pt idx="27596">4.1500000000000004</cx:pt>
          <cx:pt idx="27597">0.84999999999999998</cx:pt>
          <cx:pt idx="27598">2.0800000000000001</cx:pt>
          <cx:pt idx="27599">4.1500000000000004</cx:pt>
          <cx:pt idx="27600">0.41999999999999998</cx:pt>
          <cx:pt idx="27601">1.25</cx:pt>
          <cx:pt idx="27602">7.9500000000000002</cx:pt>
          <cx:pt idx="27603">1.25</cx:pt>
          <cx:pt idx="27604">2.0800000000000001</cx:pt>
          <cx:pt idx="27605">0.41999999999999998</cx:pt>
          <cx:pt idx="27606">5.8799999999999999</cx:pt>
          <cx:pt idx="27607">0.41999999999999998</cx:pt>
          <cx:pt idx="27608">0.41999999999999998</cx:pt>
          <cx:pt idx="27609">0.41999999999999998</cx:pt>
          <cx:pt idx="27610">2.0800000000000001</cx:pt>
          <cx:pt idx="27611">4.9500000000000002</cx:pt>
          <cx:pt idx="27612">2.5499999999999998</cx:pt>
          <cx:pt idx="27613">3.75</cx:pt>
          <cx:pt idx="27614">4.9500000000000002</cx:pt>
          <cx:pt idx="27615">2.5499999999999998</cx:pt>
          <cx:pt idx="27616">2.25</cx:pt>
          <cx:pt idx="27617">2.25</cx:pt>
          <cx:pt idx="27618">1.25</cx:pt>
          <cx:pt idx="27619">4.6500000000000004</cx:pt>
          <cx:pt idx="27620">0.41999999999999998</cx:pt>
          <cx:pt idx="27621">4.1299999999999999</cx:pt>
          <cx:pt idx="27622">19.960000000000001</cx:pt>
          <cx:pt idx="27623">15.789999999999999</cx:pt>
          <cx:pt idx="27624">1.25</cx:pt>
          <cx:pt idx="27625">2.46</cx:pt>
          <cx:pt idx="27626">24.960000000000001</cx:pt>
          <cx:pt idx="27627">12.460000000000001</cx:pt>
          <cx:pt idx="27628">5.79</cx:pt>
          <cx:pt idx="27629">6.6299999999999999</cx:pt>
          <cx:pt idx="27630">7.46</cx:pt>
          <cx:pt idx="27631">1.25</cx:pt>
          <cx:pt idx="27632">1.25</cx:pt>
          <cx:pt idx="27633">1.25</cx:pt>
          <cx:pt idx="27634">1.45</cx:pt>
          <cx:pt idx="27635">1.6499999999999999</cx:pt>
          <cx:pt idx="27636">7.9500000000000002</cx:pt>
          <cx:pt idx="27637">4.9500000000000002</cx:pt>
          <cx:pt idx="27638">8.5</cx:pt>
          <cx:pt idx="27639">2.9500000000000002</cx:pt>
          <cx:pt idx="27640">3.25</cx:pt>
          <cx:pt idx="27641">0.41999999999999998</cx:pt>
          <cx:pt idx="27642">2.0800000000000001</cx:pt>
          <cx:pt idx="27643">0.65000000000000002</cx:pt>
          <cx:pt idx="27644">0.55000000000000004</cx:pt>
          <cx:pt idx="27645">0.55000000000000004</cx:pt>
          <cx:pt idx="27646">1.6499999999999999</cx:pt>
          <cx:pt idx="27647">0.84999999999999998</cx:pt>
          <cx:pt idx="27648">2.5499999999999998</cx:pt>
          <cx:pt idx="27649">1.25</cx:pt>
          <cx:pt idx="27650">1.25</cx:pt>
          <cx:pt idx="27651">12.75</cx:pt>
          <cx:pt idx="27652">8.25</cx:pt>
          <cx:pt idx="27653">2.0800000000000001</cx:pt>
          <cx:pt idx="27654">4.9500000000000002</cx:pt>
          <cx:pt idx="27655">4.9500000000000002</cx:pt>
          <cx:pt idx="27656">3.25</cx:pt>
          <cx:pt idx="27657">0.82999999999999996</cx:pt>
          <cx:pt idx="27658">6.3499999999999996</cx:pt>
          <cx:pt idx="27659">8.5</cx:pt>
          <cx:pt idx="27660">2.0800000000000001</cx:pt>
          <cx:pt idx="27661">2.9500000000000002</cx:pt>
          <cx:pt idx="27662">8.5</cx:pt>
          <cx:pt idx="27663">14.949999999999999</cx:pt>
          <cx:pt idx="27664">1.45</cx:pt>
          <cx:pt idx="27665">0.55000000000000004</cx:pt>
          <cx:pt idx="27666">1.25</cx:pt>
          <cx:pt idx="27667">1.25</cx:pt>
          <cx:pt idx="27668">2.1000000000000001</cx:pt>
          <cx:pt idx="27669">2.1000000000000001</cx:pt>
          <cx:pt idx="27670">2.0800000000000001</cx:pt>
          <cx:pt idx="27671">0.82999999999999996</cx:pt>
          <cx:pt idx="27672">0.55000000000000004</cx:pt>
          <cx:pt idx="27673">0.84999999999999998</cx:pt>
          <cx:pt idx="27674">1.45</cx:pt>
          <cx:pt idx="27675">1.45</cx:pt>
          <cx:pt idx="27676">1.45</cx:pt>
          <cx:pt idx="27677">1.45</cx:pt>
          <cx:pt idx="27678">1.6499999999999999</cx:pt>
          <cx:pt idx="27679">0.84999999999999998</cx:pt>
          <cx:pt idx="27680">2.8900000000000001</cx:pt>
          <cx:pt idx="27681">2.4900000000000002</cx:pt>
          <cx:pt idx="27682">4.25</cx:pt>
          <cx:pt idx="27683">0.41999999999999998</cx:pt>
          <cx:pt idx="27684">0.84999999999999998</cx:pt>
          <cx:pt idx="27685">1.25</cx:pt>
          <cx:pt idx="27686">1.6499999999999999</cx:pt>
          <cx:pt idx="27687">0.84999999999999998</cx:pt>
          <cx:pt idx="27688">6.9500000000000002</cx:pt>
          <cx:pt idx="27689">1.6499999999999999</cx:pt>
          <cx:pt idx="27690">1.45</cx:pt>
          <cx:pt idx="27691">1.45</cx:pt>
          <cx:pt idx="27692">0.41999999999999998</cx:pt>
          <cx:pt idx="27693">1.25</cx:pt>
          <cx:pt idx="27694">0.55000000000000004</cx:pt>
          <cx:pt idx="27695">0.55000000000000004</cx:pt>
          <cx:pt idx="27696">0.84999999999999998</cx:pt>
          <cx:pt idx="27697">0.84999999999999998</cx:pt>
          <cx:pt idx="27698">2.0800000000000001</cx:pt>
          <cx:pt idx="27699">4.1500000000000004</cx:pt>
          <cx:pt idx="27700">1.95</cx:pt>
          <cx:pt idx="27701">2.9500000000000002</cx:pt>
          <cx:pt idx="27702">1.45</cx:pt>
          <cx:pt idx="27703">4.9500000000000002</cx:pt>
          <cx:pt idx="27704">4.9500000000000002</cx:pt>
          <cx:pt idx="27705">2.0800000000000001</cx:pt>
          <cx:pt idx="27706">2.9500000000000002</cx:pt>
          <cx:pt idx="27707">2.9500000000000002</cx:pt>
          <cx:pt idx="27708">1.25</cx:pt>
          <cx:pt idx="27709">2.9500000000000002</cx:pt>
          <cx:pt idx="27710">2.9500000000000002</cx:pt>
          <cx:pt idx="27711">2.0800000000000001</cx:pt>
          <cx:pt idx="27712">1.45</cx:pt>
          <cx:pt idx="27713">4.9500000000000002</cx:pt>
          <cx:pt idx="27714">8.5</cx:pt>
          <cx:pt idx="27715">1.45</cx:pt>
          <cx:pt idx="27716">0.28999999999999998</cx:pt>
          <cx:pt idx="27717">1.6499999999999999</cx:pt>
          <cx:pt idx="27718">1.6499999999999999</cx:pt>
          <cx:pt idx="27719">2.9500000000000002</cx:pt>
          <cx:pt idx="27720">4.1500000000000004</cx:pt>
          <cx:pt idx="27721">0.84999999999999998</cx:pt>
          <cx:pt idx="27722">0.82999999999999996</cx:pt>
          <cx:pt idx="27723">2.9500000000000002</cx:pt>
          <cx:pt idx="27724">3.25</cx:pt>
          <cx:pt idx="27725">1.6499999999999999</cx:pt>
          <cx:pt idx="27726">2.0800000000000001</cx:pt>
          <cx:pt idx="27727">2.9500000000000002</cx:pt>
          <cx:pt idx="27728">2.5499999999999998</cx:pt>
          <cx:pt idx="27729">1.6499999999999999</cx:pt>
          <cx:pt idx="27730">1.95</cx:pt>
          <cx:pt idx="27731">2.0800000000000001</cx:pt>
          <cx:pt idx="27732">4.6500000000000004</cx:pt>
          <cx:pt idx="27733">7.9500000000000002</cx:pt>
          <cx:pt idx="27734">7.9500000000000002</cx:pt>
          <cx:pt idx="27735">7.9500000000000002</cx:pt>
          <cx:pt idx="27736">7.9500000000000002</cx:pt>
          <cx:pt idx="27737">0.84999999999999998</cx:pt>
          <cx:pt idx="27738">0.84999999999999998</cx:pt>
          <cx:pt idx="27739">0.65000000000000002</cx:pt>
          <cx:pt idx="27740">1.45</cx:pt>
          <cx:pt idx="27741">1.25</cx:pt>
          <cx:pt idx="27742">4.9500000000000002</cx:pt>
          <cx:pt idx="27743">0.41999999999999998</cx:pt>
          <cx:pt idx="27744">6.3499999999999996</cx:pt>
          <cx:pt idx="27745">1.25</cx:pt>
          <cx:pt idx="27746">6.9500000000000002</cx:pt>
          <cx:pt idx="27747">1.25</cx:pt>
          <cx:pt idx="27748">0.41999999999999998</cx:pt>
          <cx:pt idx="27749">1.6499999999999999</cx:pt>
          <cx:pt idx="27750">8.5</cx:pt>
          <cx:pt idx="27751">1.45</cx:pt>
          <cx:pt idx="27752">4.9500000000000002</cx:pt>
          <cx:pt idx="27753">4.9500000000000002</cx:pt>
          <cx:pt idx="27754">8.5</cx:pt>
          <cx:pt idx="27755">3.25</cx:pt>
          <cx:pt idx="27756">3.25</cx:pt>
          <cx:pt idx="27757">8.5</cx:pt>
          <cx:pt idx="27758">8.5</cx:pt>
          <cx:pt idx="27759">2.9500000000000002</cx:pt>
          <cx:pt idx="27760">2.9500000000000002</cx:pt>
          <cx:pt idx="27761">3.75</cx:pt>
          <cx:pt idx="27762">3.25</cx:pt>
          <cx:pt idx="27763">2.0800000000000001</cx:pt>
          <cx:pt idx="27764">0.55000000000000004</cx:pt>
          <cx:pt idx="27765">0.55000000000000004</cx:pt>
          <cx:pt idx="27766">1.6499999999999999</cx:pt>
          <cx:pt idx="27767">1.6499999999999999</cx:pt>
          <cx:pt idx="27768">2.9500000000000002</cx:pt>
          <cx:pt idx="27769">1.25</cx:pt>
          <cx:pt idx="27770">0.82999999999999996</cx:pt>
          <cx:pt idx="27771">3.75</cx:pt>
          <cx:pt idx="27772">1.45</cx:pt>
          <cx:pt idx="27773">2.1000000000000001</cx:pt>
          <cx:pt idx="27774">3.25</cx:pt>
          <cx:pt idx="27775">0.41999999999999998</cx:pt>
          <cx:pt idx="27776">0.55000000000000004</cx:pt>
          <cx:pt idx="27777">1.6499999999999999</cx:pt>
          <cx:pt idx="27778">0.84999999999999998</cx:pt>
          <cx:pt idx="27779">1.45</cx:pt>
          <cx:pt idx="27780">0.55000000000000004</cx:pt>
          <cx:pt idx="27781">2.5499999999999998</cx:pt>
          <cx:pt idx="27782">2.9500000000000002</cx:pt>
          <cx:pt idx="27783">0.82999999999999996</cx:pt>
          <cx:pt idx="27784">1.45</cx:pt>
          <cx:pt idx="27785">2.0800000000000001</cx:pt>
          <cx:pt idx="27786">0.82999999999999996</cx:pt>
          <cx:pt idx="27787">2.0800000000000001</cx:pt>
          <cx:pt idx="27788">4.6500000000000004</cx:pt>
          <cx:pt idx="27789">1.6499999999999999</cx:pt>
          <cx:pt idx="27790">4.9500000000000002</cx:pt>
          <cx:pt idx="27791">4.9500000000000002</cx:pt>
          <cx:pt idx="27792">8.25</cx:pt>
          <cx:pt idx="27793">6.3499999999999996</cx:pt>
          <cx:pt idx="27794">0.41999999999999998</cx:pt>
          <cx:pt idx="27795">3.25</cx:pt>
          <cx:pt idx="27796">0.55000000000000004</cx:pt>
          <cx:pt idx="27797">2.0800000000000001</cx:pt>
          <cx:pt idx="27798">4.9500000000000002</cx:pt>
          <cx:pt idx="27799">1.6499999999999999</cx:pt>
          <cx:pt idx="27800">2.9500000000000002</cx:pt>
          <cx:pt idx="27801">3.75</cx:pt>
          <cx:pt idx="27802">2.0800000000000001</cx:pt>
          <cx:pt idx="27803">2.9500000000000002</cx:pt>
          <cx:pt idx="27804">2.0800000000000001</cx:pt>
          <cx:pt idx="27805">1.6499999999999999</cx:pt>
          <cx:pt idx="27806">1.6499999999999999</cx:pt>
          <cx:pt idx="27807">0.55000000000000004</cx:pt>
          <cx:pt idx="27808">1.6499999999999999</cx:pt>
          <cx:pt idx="27809">7.9500000000000002</cx:pt>
          <cx:pt idx="27810">1.25</cx:pt>
          <cx:pt idx="27811">7.9500000000000002</cx:pt>
          <cx:pt idx="27812">1.45</cx:pt>
          <cx:pt idx="27813">3.25</cx:pt>
          <cx:pt idx="27814">2.5499999999999998</cx:pt>
          <cx:pt idx="27815">8.5</cx:pt>
          <cx:pt idx="27816">0.41999999999999998</cx:pt>
          <cx:pt idx="27817">1.25</cx:pt>
          <cx:pt idx="27818">2.9500000000000002</cx:pt>
          <cx:pt idx="27819">2.5499999999999998</cx:pt>
          <cx:pt idx="27820">1.25</cx:pt>
          <cx:pt idx="27821">2.9500000000000002</cx:pt>
          <cx:pt idx="27822">0.65000000000000002</cx:pt>
          <cx:pt idx="27823">0.41999999999999998</cx:pt>
          <cx:pt idx="27824">0.41999999999999998</cx:pt>
          <cx:pt idx="27825">1.8500000000000001</cx:pt>
          <cx:pt idx="27826">7.9500000000000002</cx:pt>
          <cx:pt idx="27827">3.25</cx:pt>
          <cx:pt idx="27828">1.25</cx:pt>
          <cx:pt idx="27829">2.0800000000000001</cx:pt>
          <cx:pt idx="27830">1.0600000000000001</cx:pt>
          <cx:pt idx="27831">0.71999999999999997</cx:pt>
          <cx:pt idx="27832">1.25</cx:pt>
          <cx:pt idx="27833">2.0800000000000001</cx:pt>
          <cx:pt idx="27834">2.9500000000000002</cx:pt>
          <cx:pt idx="27835">4.1500000000000004</cx:pt>
          <cx:pt idx="27836">1.6499999999999999</cx:pt>
          <cx:pt idx="27837">12.75</cx:pt>
          <cx:pt idx="27838">2.8900000000000001</cx:pt>
          <cx:pt idx="27839">0.55000000000000004</cx:pt>
          <cx:pt idx="27840">2.1000000000000001</cx:pt>
          <cx:pt idx="27841">2.5499999999999998</cx:pt>
          <cx:pt idx="27842">4.1299999999999999</cx:pt>
          <cx:pt idx="27843">9.9600000000000009</cx:pt>
          <cx:pt idx="27844">5.79</cx:pt>
          <cx:pt idx="27845">3.29</cx:pt>
          <cx:pt idx="27846">4.96</cx:pt>
          <cx:pt idx="27847">2.46</cx:pt>
          <cx:pt idx="27848">2.46</cx:pt>
          <cx:pt idx="27849">2.46</cx:pt>
          <cx:pt idx="27850">0.82999999999999996</cx:pt>
          <cx:pt idx="27851">7.46</cx:pt>
          <cx:pt idx="27852">6.6299999999999999</cx:pt>
          <cx:pt idx="27853">7.46</cx:pt>
          <cx:pt idx="27854">1.6299999999999999</cx:pt>
          <cx:pt idx="27855">4.96</cx:pt>
          <cx:pt idx="27856">2.46</cx:pt>
          <cx:pt idx="27857">4.1299999999999999</cx:pt>
          <cx:pt idx="27858">4.1299999999999999</cx:pt>
          <cx:pt idx="27859">2.5499999999999998</cx:pt>
          <cx:pt idx="27860">2.1000000000000001</cx:pt>
          <cx:pt idx="27861">4.1500000000000004</cx:pt>
          <cx:pt idx="27862">2.9500000000000002</cx:pt>
          <cx:pt idx="27863">1.6499999999999999</cx:pt>
          <cx:pt idx="27864">0.84999999999999998</cx:pt>
          <cx:pt idx="27865">4.1299999999999999</cx:pt>
          <cx:pt idx="27866">4.1299999999999999</cx:pt>
          <cx:pt idx="27867">5.79</cx:pt>
          <cx:pt idx="27868">4.1299999999999999</cx:pt>
          <cx:pt idx="27869">2.46</cx:pt>
          <cx:pt idx="27870">4.96</cx:pt>
          <cx:pt idx="27871">2.46</cx:pt>
          <cx:pt idx="27872">2.46</cx:pt>
          <cx:pt idx="27873">5.79</cx:pt>
          <cx:pt idx="27874">8.2899999999999991</cx:pt>
          <cx:pt idx="27875">2.46</cx:pt>
          <cx:pt idx="27876">4.1299999999999999</cx:pt>
          <cx:pt idx="27877">4.1299999999999999</cx:pt>
          <cx:pt idx="27878">0.82999999999999996</cx:pt>
          <cx:pt idx="27879">1.45</cx:pt>
          <cx:pt idx="27880">1.6499999999999999</cx:pt>
          <cx:pt idx="27881">1.6499999999999999</cx:pt>
          <cx:pt idx="27882">6.3499999999999996</cx:pt>
          <cx:pt idx="27883">0.65000000000000002</cx:pt>
          <cx:pt idx="27884">6.75</cx:pt>
          <cx:pt idx="27885">1.0600000000000001</cx:pt>
          <cx:pt idx="27886">0.41999999999999998</cx:pt>
          <cx:pt idx="27887">6.75</cx:pt>
          <cx:pt idx="27888">1.45</cx:pt>
          <cx:pt idx="27889">4.9500000000000002</cx:pt>
          <cx:pt idx="27890">3.75</cx:pt>
          <cx:pt idx="27891">0.84999999999999998</cx:pt>
          <cx:pt idx="27892">2.5499999999999998</cx:pt>
          <cx:pt idx="27893">2.9500000000000002</cx:pt>
          <cx:pt idx="27894">2.25</cx:pt>
          <cx:pt idx="27895">2.5499999999999998</cx:pt>
          <cx:pt idx="27896">2.1000000000000001</cx:pt>
          <cx:pt idx="27897">12.75</cx:pt>
          <cx:pt idx="27898">2.1000000000000001</cx:pt>
          <cx:pt idx="27899">7.9500000000000002</cx:pt>
          <cx:pt idx="27900">0.41999999999999998</cx:pt>
          <cx:pt idx="27901">1.25</cx:pt>
          <cx:pt idx="27902">2.9500000000000002</cx:pt>
          <cx:pt idx="27903">12.75</cx:pt>
          <cx:pt idx="27904">4.6500000000000004</cx:pt>
          <cx:pt idx="27905">2.75</cx:pt>
          <cx:pt idx="27906">2.0800000000000001</cx:pt>
          <cx:pt idx="27907">0.41999999999999998</cx:pt>
          <cx:pt idx="27908">2.0800000000000001</cx:pt>
          <cx:pt idx="27909">2.0800000000000001</cx:pt>
          <cx:pt idx="27910">7.9500000000000002</cx:pt>
          <cx:pt idx="27911">1.6499999999999999</cx:pt>
          <cx:pt idx="27912">4.9500000000000002</cx:pt>
          <cx:pt idx="27913">0.41999999999999998</cx:pt>
          <cx:pt idx="27914">1.6499999999999999</cx:pt>
          <cx:pt idx="27915">1.6499999999999999</cx:pt>
          <cx:pt idx="27916">0.84999999999999998</cx:pt>
          <cx:pt idx="27917">2.9500000000000002</cx:pt>
          <cx:pt idx="27918">8.5</cx:pt>
          <cx:pt idx="27919">4.9500000000000002</cx:pt>
          <cx:pt idx="27920">2.1000000000000001</cx:pt>
          <cx:pt idx="27921">1.6499999999999999</cx:pt>
          <cx:pt idx="27922">2.8900000000000001</cx:pt>
          <cx:pt idx="27923">4.1500000000000004</cx:pt>
          <cx:pt idx="27924">2.25</cx:pt>
          <cx:pt idx="27925">12.75</cx:pt>
          <cx:pt idx="27926">4.6500000000000004</cx:pt>
          <cx:pt idx="27927">2.1000000000000001</cx:pt>
          <cx:pt idx="27928">2.0800000000000001</cx:pt>
          <cx:pt idx="27929">2.9500000000000002</cx:pt>
          <cx:pt idx="27930">1.6499999999999999</cx:pt>
          <cx:pt idx="27931">0.55000000000000004</cx:pt>
          <cx:pt idx="27932">12.75</cx:pt>
          <cx:pt idx="27933">2.5499999999999998</cx:pt>
          <cx:pt idx="27934">2.75</cx:pt>
          <cx:pt idx="27935">8.5</cx:pt>
          <cx:pt idx="27936">2.1000000000000001</cx:pt>
          <cx:pt idx="27937">2.1000000000000001</cx:pt>
          <cx:pt idx="27938">1.25</cx:pt>
          <cx:pt idx="27939">4.9500000000000002</cx:pt>
          <cx:pt idx="27940">4.9500000000000002</cx:pt>
          <cx:pt idx="27941">4.9500000000000002</cx:pt>
          <cx:pt idx="27942">0.41999999999999998</cx:pt>
          <cx:pt idx="27943">8.5</cx:pt>
          <cx:pt idx="27944">1.6499999999999999</cx:pt>
          <cx:pt idx="27945">1.6499999999999999</cx:pt>
          <cx:pt idx="27946">0.84999999999999998</cx:pt>
          <cx:pt idx="27947">7.9500000000000002</cx:pt>
          <cx:pt idx="27948">7.9500000000000002</cx:pt>
          <cx:pt idx="27949">7.9500000000000002</cx:pt>
          <cx:pt idx="27950">1.6499999999999999</cx:pt>
          <cx:pt idx="27951">1.45</cx:pt>
          <cx:pt idx="27952">3.75</cx:pt>
          <cx:pt idx="27953">6.9500000000000002</cx:pt>
          <cx:pt idx="27954">1.6499999999999999</cx:pt>
          <cx:pt idx="27955">1.6499999999999999</cx:pt>
          <cx:pt idx="27956">1.6499999999999999</cx:pt>
          <cx:pt idx="27957">2.0800000000000001</cx:pt>
          <cx:pt idx="27958">3.75</cx:pt>
          <cx:pt idx="27959">4.1500000000000004</cx:pt>
          <cx:pt idx="27960">2.1000000000000001</cx:pt>
          <cx:pt idx="27961">4.25</cx:pt>
          <cx:pt idx="27962">1.25</cx:pt>
          <cx:pt idx="27963">2.0800000000000001</cx:pt>
          <cx:pt idx="27964">2.5499999999999998</cx:pt>
          <cx:pt idx="27965">0.84999999999999998</cx:pt>
          <cx:pt idx="27966">1.79</cx:pt>
          <cx:pt idx="27967">0.71999999999999997</cx:pt>
          <cx:pt idx="27968">2.1000000000000001</cx:pt>
          <cx:pt idx="27969">2.9500000000000002</cx:pt>
          <cx:pt idx="27970">1.25</cx:pt>
          <cx:pt idx="27971">1.25</cx:pt>
          <cx:pt idx="27972">2.0800000000000001</cx:pt>
          <cx:pt idx="27973">8.5</cx:pt>
          <cx:pt idx="27974">12.75</cx:pt>
          <cx:pt idx="27975">2.0800000000000001</cx:pt>
          <cx:pt idx="27976">2.0800000000000001</cx:pt>
          <cx:pt idx="27977">1.6499999999999999</cx:pt>
          <cx:pt idx="27978">2.1000000000000001</cx:pt>
          <cx:pt idx="27979">2.9500000000000002</cx:pt>
          <cx:pt idx="27980">1.45</cx:pt>
          <cx:pt idx="27981">4.9500000000000002</cx:pt>
          <cx:pt idx="27982">2.9500000000000002</cx:pt>
          <cx:pt idx="27983">0.84999999999999998</cx:pt>
          <cx:pt idx="27984">0.41999999999999998</cx:pt>
          <cx:pt idx="27985">1.6499999999999999</cx:pt>
          <cx:pt idx="27986">0.84999999999999998</cx:pt>
          <cx:pt idx="27987">6.9500000000000002</cx:pt>
          <cx:pt idx="27988">1.25</cx:pt>
          <cx:pt idx="27989">8.5</cx:pt>
          <cx:pt idx="27990">0.84999999999999998</cx:pt>
          <cx:pt idx="27991">2.9500000000000002</cx:pt>
          <cx:pt idx="27992">2.0800000000000001</cx:pt>
          <cx:pt idx="27993">8.5</cx:pt>
          <cx:pt idx="27994">5.79</cx:pt>
          <cx:pt idx="27995">5.79</cx:pt>
          <cx:pt idx="27996">4.1299999999999999</cx:pt>
          <cx:pt idx="27997">1.6299999999999999</cx:pt>
          <cx:pt idx="27998">2.46</cx:pt>
          <cx:pt idx="27999">5.79</cx:pt>
          <cx:pt idx="28000">2.46</cx:pt>
          <cx:pt idx="28001">0.41999999999999998</cx:pt>
          <cx:pt idx="28002">24.960000000000001</cx:pt>
          <cx:pt idx="28003">1.25</cx:pt>
          <cx:pt idx="28004">15.789999999999999</cx:pt>
          <cx:pt idx="28005">3.29</cx:pt>
          <cx:pt idx="28006">0.82999999999999996</cx:pt>
          <cx:pt idx="28007">4.1299999999999999</cx:pt>
          <cx:pt idx="28008">4.9500000000000002</cx:pt>
          <cx:pt idx="28009">8.5</cx:pt>
          <cx:pt idx="28010">3.29</cx:pt>
          <cx:pt idx="28011">6.6299999999999999</cx:pt>
          <cx:pt idx="28012">4.1299999999999999</cx:pt>
          <cx:pt idx="28013">8.2899999999999991</cx:pt>
          <cx:pt idx="28014">4.1299999999999999</cx:pt>
          <cx:pt idx="28015">1.6299999999999999</cx:pt>
          <cx:pt idx="28016">6.6299999999999999</cx:pt>
          <cx:pt idx="28017">3.29</cx:pt>
          <cx:pt idx="28018">4.96</cx:pt>
          <cx:pt idx="28019">2.46</cx:pt>
          <cx:pt idx="28020">13.130000000000001</cx:pt>
          <cx:pt idx="28021">2.1000000000000001</cx:pt>
          <cx:pt idx="28022">0.41999999999999998</cx:pt>
          <cx:pt idx="28023">2.9500000000000002</cx:pt>
          <cx:pt idx="28024">1.6499999999999999</cx:pt>
          <cx:pt idx="28025">1.45</cx:pt>
          <cx:pt idx="28026">0.84999999999999998</cx:pt>
          <cx:pt idx="28027">1.45</cx:pt>
          <cx:pt idx="28028">2.9500000000000002</cx:pt>
          <cx:pt idx="28029">3.75</cx:pt>
          <cx:pt idx="28030">1.6499999999999999</cx:pt>
          <cx:pt idx="28031">0.41999999999999998</cx:pt>
          <cx:pt idx="28032">2.0800000000000001</cx:pt>
          <cx:pt idx="28033">2.9500000000000002</cx:pt>
          <cx:pt idx="28034">0.41999999999999998</cx:pt>
          <cx:pt idx="28035">1.6499999999999999</cx:pt>
          <cx:pt idx="28036">1.6499999999999999</cx:pt>
          <cx:pt idx="28037">2.1000000000000001</cx:pt>
          <cx:pt idx="28038">1.0600000000000001</cx:pt>
          <cx:pt idx="28039">4.1500000000000004</cx:pt>
          <cx:pt idx="28040">0.71999999999999997</cx:pt>
          <cx:pt idx="28041">1.45</cx:pt>
          <cx:pt idx="28042">1.6499999999999999</cx:pt>
          <cx:pt idx="28043">4.9500000000000002</cx:pt>
          <cx:pt idx="28044">4.9500000000000002</cx:pt>
          <cx:pt idx="28045">2.0800000000000001</cx:pt>
          <cx:pt idx="28046">12.75</cx:pt>
          <cx:pt idx="28047">1.6499999999999999</cx:pt>
          <cx:pt idx="28048">0.84999999999999998</cx:pt>
          <cx:pt idx="28049">2.5499999999999998</cx:pt>
          <cx:pt idx="28050">4.9500000000000002</cx:pt>
          <cx:pt idx="28051">0.41999999999999998</cx:pt>
          <cx:pt idx="28052">0.84999999999999998</cx:pt>
          <cx:pt idx="28053">3.25</cx:pt>
          <cx:pt idx="28054">2.8900000000000001</cx:pt>
          <cx:pt idx="28055">4.1500000000000004</cx:pt>
          <cx:pt idx="28056">1.6499999999999999</cx:pt>
          <cx:pt idx="28057">4.9500000000000002</cx:pt>
          <cx:pt idx="28058">2.5499999999999998</cx:pt>
          <cx:pt idx="28059">1.45</cx:pt>
          <cx:pt idx="28060">2.9500000000000002</cx:pt>
          <cx:pt idx="28061">2.9500000000000002</cx:pt>
          <cx:pt idx="28062">1.25</cx:pt>
          <cx:pt idx="28063">2.5499999999999998</cx:pt>
          <cx:pt idx="28064">9.9499999999999993</cx:pt>
          <cx:pt idx="28065">1.6499999999999999</cx:pt>
          <cx:pt idx="28066">2.9500000000000002</cx:pt>
          <cx:pt idx="28067">2.5499999999999998</cx:pt>
          <cx:pt idx="28068">0.41999999999999998</cx:pt>
          <cx:pt idx="28069">1.25</cx:pt>
          <cx:pt idx="28070">2.1000000000000001</cx:pt>
          <cx:pt idx="28071">2.0800000000000001</cx:pt>
          <cx:pt idx="28072">0.55000000000000004</cx:pt>
          <cx:pt idx="28073">2.9500000000000002</cx:pt>
          <cx:pt idx="28074">1.45</cx:pt>
          <cx:pt idx="28075">1.95</cx:pt>
          <cx:pt idx="28076">2.1000000000000001</cx:pt>
          <cx:pt idx="28077">12.75</cx:pt>
          <cx:pt idx="28078">0.82999999999999996</cx:pt>
          <cx:pt idx="28079">2.0800000000000001</cx:pt>
          <cx:pt idx="28080">3.75</cx:pt>
          <cx:pt idx="28081">4.1500000000000004</cx:pt>
          <cx:pt idx="28082">0.41999999999999998</cx:pt>
          <cx:pt idx="28083">1.25</cx:pt>
          <cx:pt idx="28084">2.0800000000000001</cx:pt>
          <cx:pt idx="28085">1.25</cx:pt>
          <cx:pt idx="28086">0.41999999999999998</cx:pt>
          <cx:pt idx="28087">1.45</cx:pt>
          <cx:pt idx="28088">8.5</cx:pt>
          <cx:pt idx="28089">0.41999999999999998</cx:pt>
          <cx:pt idx="28090">0.41999999999999998</cx:pt>
          <cx:pt idx="28091">7.6500000000000004</cx:pt>
          <cx:pt idx="28092">2.9500000000000002</cx:pt>
          <cx:pt idx="28093">2.5499999999999998</cx:pt>
          <cx:pt idx="28094">0.41999999999999998</cx:pt>
          <cx:pt idx="28095">1.6499999999999999</cx:pt>
          <cx:pt idx="28096">4.1299999999999999</cx:pt>
          <cx:pt idx="28097">4.1299999999999999</cx:pt>
          <cx:pt idx="28098">3.29</cx:pt>
          <cx:pt idx="28099">5.79</cx:pt>
          <cx:pt idx="28100">4.1299999999999999</cx:pt>
          <cx:pt idx="28101">2.46</cx:pt>
          <cx:pt idx="28102">5.79</cx:pt>
          <cx:pt idx="28103">5.79</cx:pt>
          <cx:pt idx="28104">1.25</cx:pt>
          <cx:pt idx="28105">3.29</cx:pt>
          <cx:pt idx="28106">1.25</cx:pt>
          <cx:pt idx="28107">4.96</cx:pt>
          <cx:pt idx="28108">2.46</cx:pt>
          <cx:pt idx="28109">24.960000000000001</cx:pt>
          <cx:pt idx="28110">2.46</cx:pt>
          <cx:pt idx="28111">16.629999999999999</cx:pt>
          <cx:pt idx="28112">5.79</cx:pt>
          <cx:pt idx="28113">3.29</cx:pt>
          <cx:pt idx="28114">2.46</cx:pt>
          <cx:pt idx="28115">0.41999999999999998</cx:pt>
          <cx:pt idx="28116">1.6299999999999999</cx:pt>
          <cx:pt idx="28117">2.46</cx:pt>
          <cx:pt idx="28118">0.82999999999999996</cx:pt>
          <cx:pt idx="28119">0.82999999999999996</cx:pt>
          <cx:pt idx="28120">9.1300000000000008</cx:pt>
          <cx:pt idx="28121">2.46</cx:pt>
          <cx:pt idx="28122">1.25</cx:pt>
          <cx:pt idx="28123">0.82999999999999996</cx:pt>
          <cx:pt idx="28124">4.1299999999999999</cx:pt>
          <cx:pt idx="28125">1.6299999999999999</cx:pt>
          <cx:pt idx="28126">4.1299999999999999</cx:pt>
          <cx:pt idx="28127">5.79</cx:pt>
          <cx:pt idx="28128">16.629999999999999</cx:pt>
          <cx:pt idx="28129">2.9199999999999999</cx:pt>
          <cx:pt idx="28130">5.79</cx:pt>
          <cx:pt idx="28131">4.1299999999999999</cx:pt>
          <cx:pt idx="28132">14.960000000000001</cx:pt>
          <cx:pt idx="28133">3.29</cx:pt>
          <cx:pt idx="28134">3.29</cx:pt>
          <cx:pt idx="28135">2.46</cx:pt>
          <cx:pt idx="28136">12.460000000000001</cx:pt>
          <cx:pt idx="28137">16.629999999999999</cx:pt>
          <cx:pt idx="28138">4.1299999999999999</cx:pt>
          <cx:pt idx="28139">5.79</cx:pt>
          <cx:pt idx="28140">5.79</cx:pt>
          <cx:pt idx="28141">4.5800000000000001</cx:pt>
          <cx:pt idx="28142">3.29</cx:pt>
          <cx:pt idx="28143">2.46</cx:pt>
          <cx:pt idx="28144">0.41999999999999998</cx:pt>
          <cx:pt idx="28145">7.46</cx:pt>
          <cx:pt idx="28146">24.960000000000001</cx:pt>
          <cx:pt idx="28147">2.46</cx:pt>
          <cx:pt idx="28148">4.1299999999999999</cx:pt>
          <cx:pt idx="28149">3.29</cx:pt>
          <cx:pt idx="28150">1.25</cx:pt>
          <cx:pt idx="28151">0.82999999999999996</cx:pt>
          <cx:pt idx="28152">4.1299999999999999</cx:pt>
          <cx:pt idx="28153">4.1299999999999999</cx:pt>
          <cx:pt idx="28154">2.0800000000000001</cx:pt>
          <cx:pt idx="28155">5.9500000000000002</cx:pt>
          <cx:pt idx="28156">2.0800000000000001</cx:pt>
          <cx:pt idx="28157">0.65000000000000002</cx:pt>
          <cx:pt idx="28158">0.65000000000000002</cx:pt>
          <cx:pt idx="28159">2.1000000000000001</cx:pt>
          <cx:pt idx="28160">0.82999999999999996</cx:pt>
          <cx:pt idx="28161">2.25</cx:pt>
          <cx:pt idx="28162">0.55000000000000004</cx:pt>
          <cx:pt idx="28163">0.41999999999999998</cx:pt>
          <cx:pt idx="28164">6.75</cx:pt>
          <cx:pt idx="28165">6.75</cx:pt>
          <cx:pt idx="28166">7.9500000000000002</cx:pt>
          <cx:pt idx="28167">7.9500000000000002</cx:pt>
          <cx:pt idx="28168">7.9500000000000002</cx:pt>
          <cx:pt idx="28169">2.9500000000000002</cx:pt>
          <cx:pt idx="28170">2.0800000000000001</cx:pt>
          <cx:pt idx="28171">4.1500000000000004</cx:pt>
          <cx:pt idx="28172">1.6499999999999999</cx:pt>
          <cx:pt idx="28173">1.6499999999999999</cx:pt>
          <cx:pt idx="28174">3.75</cx:pt>
          <cx:pt idx="28175">12.75</cx:pt>
          <cx:pt idx="28176">4.9500000000000002</cx:pt>
          <cx:pt idx="28177">3.25</cx:pt>
          <cx:pt idx="28178">0.41999999999999998</cx:pt>
          <cx:pt idx="28179">4.9500000000000002</cx:pt>
          <cx:pt idx="28180">0.84999999999999998</cx:pt>
          <cx:pt idx="28181">0.41999999999999998</cx:pt>
          <cx:pt idx="28182">12.75</cx:pt>
          <cx:pt idx="28183">4.9500000000000002</cx:pt>
          <cx:pt idx="28184">2.9500000000000002</cx:pt>
          <cx:pt idx="28185">1.25</cx:pt>
          <cx:pt idx="28186">2.9500000000000002</cx:pt>
          <cx:pt idx="28187">6.6299999999999999</cx:pt>
          <cx:pt idx="28188">7.46</cx:pt>
          <cx:pt idx="28189">24.960000000000001</cx:pt>
          <cx:pt idx="28190">4.1299999999999999</cx:pt>
          <cx:pt idx="28191">0.82999999999999996</cx:pt>
          <cx:pt idx="28192">12.460000000000001</cx:pt>
          <cx:pt idx="28193">4.1299999999999999</cx:pt>
          <cx:pt idx="28194">0.82999999999999996</cx:pt>
          <cx:pt idx="28195">3.75</cx:pt>
          <cx:pt idx="28196">10.789999999999999</cx:pt>
          <cx:pt idx="28197">16.629999999999999</cx:pt>
          <cx:pt idx="28198">16.629999999999999</cx:pt>
          <cx:pt idx="28199">19.960000000000001</cx:pt>
          <cx:pt idx="28200">5.79</cx:pt>
          <cx:pt idx="28201">2.5499999999999998</cx:pt>
          <cx:pt idx="28202">4.1299999999999999</cx:pt>
          <cx:pt idx="28203">10.789999999999999</cx:pt>
          <cx:pt idx="28204">12.460000000000001</cx:pt>
          <cx:pt idx="28205">4.1299999999999999</cx:pt>
          <cx:pt idx="28206">5.79</cx:pt>
          <cx:pt idx="28207">3.29</cx:pt>
          <cx:pt idx="28208">0.82999999999999996</cx:pt>
          <cx:pt idx="28209">6.6299999999999999</cx:pt>
          <cx:pt idx="28210">12.460000000000001</cx:pt>
          <cx:pt idx="28211">24.960000000000001</cx:pt>
          <cx:pt idx="28212">3.29</cx:pt>
          <cx:pt idx="28213">24.960000000000001</cx:pt>
          <cx:pt idx="28214">3.29</cx:pt>
          <cx:pt idx="28215">1.25</cx:pt>
          <cx:pt idx="28216">4.1299999999999999</cx:pt>
          <cx:pt idx="28217">16.629999999999999</cx:pt>
          <cx:pt idx="28218">3.29</cx:pt>
          <cx:pt idx="28219">3.29</cx:pt>
          <cx:pt idx="28220">1.25</cx:pt>
          <cx:pt idx="28221">0.82999999999999996</cx:pt>
          <cx:pt idx="28222">14.130000000000001</cx:pt>
          <cx:pt idx="28223">4.96</cx:pt>
          <cx:pt idx="28224">4.1299999999999999</cx:pt>
          <cx:pt idx="28225">0.41999999999999998</cx:pt>
          <cx:pt idx="28226">1.25</cx:pt>
          <cx:pt idx="28227">4.9500000000000002</cx:pt>
          <cx:pt idx="28228">0.41999999999999998</cx:pt>
          <cx:pt idx="28229">2.0800000000000001</cx:pt>
          <cx:pt idx="28230">1.45</cx:pt>
          <cx:pt idx="28231">1.25</cx:pt>
          <cx:pt idx="28232">1.6499999999999999</cx:pt>
          <cx:pt idx="28233">1.6499999999999999</cx:pt>
          <cx:pt idx="28234">1.25</cx:pt>
          <cx:pt idx="28235">1.6499999999999999</cx:pt>
          <cx:pt idx="28236">1.25</cx:pt>
          <cx:pt idx="28237">8.5</cx:pt>
          <cx:pt idx="28238">1.25</cx:pt>
          <cx:pt idx="28239">2.0800000000000001</cx:pt>
          <cx:pt idx="28240">4.9500000000000002</cx:pt>
          <cx:pt idx="28241">2.8900000000000001</cx:pt>
          <cx:pt idx="28242">8.5</cx:pt>
          <cx:pt idx="28243">2.0800000000000001</cx:pt>
          <cx:pt idx="28244">2.4900000000000002</cx:pt>
          <cx:pt idx="28245">1.6499999999999999</cx:pt>
          <cx:pt idx="28246">1.6499999999999999</cx:pt>
          <cx:pt idx="28247">4.1500000000000004</cx:pt>
          <cx:pt idx="28248">0.84999999999999998</cx:pt>
          <cx:pt idx="28249">2.9500000000000002</cx:pt>
          <cx:pt idx="28250">2.5499999999999998</cx:pt>
          <cx:pt idx="28251">0.82999999999999996</cx:pt>
          <cx:pt idx="28252">4.6500000000000004</cx:pt>
          <cx:pt idx="28253">2.9500000000000002</cx:pt>
          <cx:pt idx="28254">3.75</cx:pt>
          <cx:pt idx="28255">1.6499999999999999</cx:pt>
          <cx:pt idx="28256">1.6499999999999999</cx:pt>
          <cx:pt idx="28257">1.6499999999999999</cx:pt>
          <cx:pt idx="28258">1.45</cx:pt>
          <cx:pt idx="28259">0.28999999999999998</cx:pt>
          <cx:pt idx="28260">2.9500000000000002</cx:pt>
          <cx:pt idx="28261">1.6499999999999999</cx:pt>
          <cx:pt idx="28262">0.84999999999999998</cx:pt>
          <cx:pt idx="28263">8.25</cx:pt>
          <cx:pt idx="28264">4.1500000000000004</cx:pt>
          <cx:pt idx="28265">0.65000000000000002</cx:pt>
          <cx:pt idx="28266">2.5499999999999998</cx:pt>
          <cx:pt idx="28267">1.6499999999999999</cx:pt>
          <cx:pt idx="28268">2.5499999999999998</cx:pt>
          <cx:pt idx="28269">1.6499999999999999</cx:pt>
          <cx:pt idx="28270">1.6499999999999999</cx:pt>
          <cx:pt idx="28271">1.79</cx:pt>
          <cx:pt idx="28272">0.41999999999999998</cx:pt>
          <cx:pt idx="28273">0.41999999999999998</cx:pt>
          <cx:pt idx="28274">0.41999999999999998</cx:pt>
          <cx:pt idx="28275">2.5499999999999998</cx:pt>
          <cx:pt idx="28276">2.9500000000000002</cx:pt>
          <cx:pt idx="28277">2.9500000000000002</cx:pt>
          <cx:pt idx="28278">2.5499999999999998</cx:pt>
          <cx:pt idx="28279">2.1000000000000001</cx:pt>
          <cx:pt idx="28280">2.0800000000000001</cx:pt>
          <cx:pt idx="28281">0.41999999999999998</cx:pt>
          <cx:pt idx="28282">2.5499999999999998</cx:pt>
          <cx:pt idx="28283">2.5499999999999998</cx:pt>
          <cx:pt idx="28284">4.9500000000000002</cx:pt>
          <cx:pt idx="28285">0.41999999999999998</cx:pt>
          <cx:pt idx="28286">2.9500000000000002</cx:pt>
          <cx:pt idx="28287">1.6499999999999999</cx:pt>
          <cx:pt idx="28288">1.25</cx:pt>
          <cx:pt idx="28289">7.9500000000000002</cx:pt>
          <cx:pt idx="28290">4.9500000000000002</cx:pt>
          <cx:pt idx="28291">2.9500000000000002</cx:pt>
          <cx:pt idx="28292">6.9500000000000002</cx:pt>
          <cx:pt idx="28293">1.6499999999999999</cx:pt>
          <cx:pt idx="28294">1.6499999999999999</cx:pt>
          <cx:pt idx="28295">1.6499999999999999</cx:pt>
          <cx:pt idx="28296">1.25</cx:pt>
          <cx:pt idx="28297">4.1500000000000004</cx:pt>
          <cx:pt idx="28298">1.6499999999999999</cx:pt>
          <cx:pt idx="28299">2.9500000000000002</cx:pt>
          <cx:pt idx="28300">0.41999999999999998</cx:pt>
          <cx:pt idx="28301">1.6499999999999999</cx:pt>
          <cx:pt idx="28302">1.25</cx:pt>
          <cx:pt idx="28303">1.6499999999999999</cx:pt>
          <cx:pt idx="28304">1.6499999999999999</cx:pt>
          <cx:pt idx="28305">6.9500000000000002</cx:pt>
          <cx:pt idx="28306">1.45</cx:pt>
          <cx:pt idx="28307">12.75</cx:pt>
          <cx:pt idx="28308">1.6499999999999999</cx:pt>
          <cx:pt idx="28309">1.6499999999999999</cx:pt>
          <cx:pt idx="28310">1.25</cx:pt>
          <cx:pt idx="28311">1.6499999999999999</cx:pt>
          <cx:pt idx="28312">2.5499999999999998</cx:pt>
          <cx:pt idx="28313">8.5</cx:pt>
          <cx:pt idx="28314">0.41999999999999998</cx:pt>
          <cx:pt idx="28315">3.75</cx:pt>
          <cx:pt idx="28316">0.41999999999999998</cx:pt>
          <cx:pt idx="28317">1.25</cx:pt>
          <cx:pt idx="28318">4.1500000000000004</cx:pt>
          <cx:pt idx="28319">2.9500000000000002</cx:pt>
          <cx:pt idx="28320">0.41999999999999998</cx:pt>
          <cx:pt idx="28321">1.25</cx:pt>
          <cx:pt idx="28322">4.1500000000000004</cx:pt>
          <cx:pt idx="28323">7.9500000000000002</cx:pt>
          <cx:pt idx="28324">3.75</cx:pt>
          <cx:pt idx="28325">0.55000000000000004</cx:pt>
          <cx:pt idx="28326">1.79</cx:pt>
          <cx:pt idx="28327">2.5499999999999998</cx:pt>
          <cx:pt idx="28328">4.1500000000000004</cx:pt>
          <cx:pt idx="28329">2.1000000000000001</cx:pt>
          <cx:pt idx="28330">1.25</cx:pt>
          <cx:pt idx="28331">1.05</cx:pt>
          <cx:pt idx="28332">7.6500000000000004</cx:pt>
          <cx:pt idx="28333">1.79</cx:pt>
          <cx:pt idx="28334">1.95</cx:pt>
          <cx:pt idx="28335">1.45</cx:pt>
          <cx:pt idx="28336">2.5499999999999998</cx:pt>
          <cx:pt idx="28337">1.45</cx:pt>
          <cx:pt idx="28338">1.45</cx:pt>
          <cx:pt idx="28339">2.0800000000000001</cx:pt>
          <cx:pt idx="28340">4.9500000000000002</cx:pt>
          <cx:pt idx="28341">0.82999999999999996</cx:pt>
          <cx:pt idx="28342">4.9500000000000002</cx:pt>
          <cx:pt idx="28343">1.45</cx:pt>
          <cx:pt idx="28344">2.9500000000000002</cx:pt>
          <cx:pt idx="28345">0.41999999999999998</cx:pt>
          <cx:pt idx="28346">12.75</cx:pt>
          <cx:pt idx="28347">4.9500000000000002</cx:pt>
          <cx:pt idx="28348">4.9500000000000002</cx:pt>
          <cx:pt idx="28349">5.79</cx:pt>
          <cx:pt idx="28350">15.789999999999999</cx:pt>
          <cx:pt idx="28351">4.1299999999999999</cx:pt>
          <cx:pt idx="28352">8.2899999999999991</cx:pt>
          <cx:pt idx="28353">5.79</cx:pt>
          <cx:pt idx="28354">3.29</cx:pt>
          <cx:pt idx="28355">16.629999999999999</cx:pt>
          <cx:pt idx="28356">24.960000000000001</cx:pt>
          <cx:pt idx="28357">24.960000000000001</cx:pt>
          <cx:pt idx="28358">4.1299999999999999</cx:pt>
          <cx:pt idx="28359">3.29</cx:pt>
          <cx:pt idx="28360">4.1299999999999999</cx:pt>
          <cx:pt idx="28361">4.1299999999999999</cx:pt>
          <cx:pt idx="28362">2.1000000000000001</cx:pt>
          <cx:pt idx="28363">1.25</cx:pt>
          <cx:pt idx="28364">1.25</cx:pt>
          <cx:pt idx="28365">2.0800000000000001</cx:pt>
          <cx:pt idx="28366">4.6500000000000004</cx:pt>
          <cx:pt idx="28367">3.75</cx:pt>
          <cx:pt idx="28368">4.1500000000000004</cx:pt>
          <cx:pt idx="28369">1.6499999999999999</cx:pt>
          <cx:pt idx="28370">7.9500000000000002</cx:pt>
          <cx:pt idx="28371">2.4900000000000002</cx:pt>
          <cx:pt idx="28372">4.9500000000000002</cx:pt>
          <cx:pt idx="28373">7.9500000000000002</cx:pt>
          <cx:pt idx="28374">4.6500000000000004</cx:pt>
          <cx:pt idx="28375">8.5</cx:pt>
          <cx:pt idx="28376">2.5499999999999998</cx:pt>
          <cx:pt idx="28377">0.55000000000000004</cx:pt>
          <cx:pt idx="28378">7.9500000000000002</cx:pt>
          <cx:pt idx="28379">1.6499999999999999</cx:pt>
          <cx:pt idx="28380">6.75</cx:pt>
          <cx:pt idx="28381">4.9500000000000002</cx:pt>
          <cx:pt idx="28382">2.1000000000000001</cx:pt>
          <cx:pt idx="28383">9.9499999999999993</cx:pt>
          <cx:pt idx="28384">1.95</cx:pt>
          <cx:pt idx="28385">12.75</cx:pt>
          <cx:pt idx="28386">2.4900000000000002</cx:pt>
          <cx:pt idx="28387">12.75</cx:pt>
          <cx:pt idx="28388">6.9500000000000002</cx:pt>
          <cx:pt idx="28389">2.9500000000000002</cx:pt>
          <cx:pt idx="28390">1.6499999999999999</cx:pt>
          <cx:pt idx="28391">8.25</cx:pt>
          <cx:pt idx="28392">0.55000000000000004</cx:pt>
          <cx:pt idx="28393">1.25</cx:pt>
          <cx:pt idx="28394">2.9500000000000002</cx:pt>
          <cx:pt idx="28395">1.6499999999999999</cx:pt>
          <cx:pt idx="28396">8.5</cx:pt>
          <cx:pt idx="28397">8.25</cx:pt>
          <cx:pt idx="28398">0.84999999999999998</cx:pt>
          <cx:pt idx="28399">1.6499999999999999</cx:pt>
          <cx:pt idx="28400">2.75</cx:pt>
          <cx:pt idx="28401">4.9500000000000002</cx:pt>
          <cx:pt idx="28402">2.5499999999999998</cx:pt>
          <cx:pt idx="28403">1.6499999999999999</cx:pt>
          <cx:pt idx="28404">2.1000000000000001</cx:pt>
          <cx:pt idx="28405">8.5</cx:pt>
          <cx:pt idx="28406">7.9500000000000002</cx:pt>
          <cx:pt idx="28407">4.9500000000000002</cx:pt>
          <cx:pt idx="28408">2.9500000000000002</cx:pt>
          <cx:pt idx="28409">7.9500000000000002</cx:pt>
          <cx:pt idx="28410">6.9500000000000002</cx:pt>
          <cx:pt idx="28411">1.6499999999999999</cx:pt>
          <cx:pt idx="28412">4.9500000000000002</cx:pt>
          <cx:pt idx="28413">1.25</cx:pt>
          <cx:pt idx="28414">1.6499999999999999</cx:pt>
          <cx:pt idx="28415">8.25</cx:pt>
          <cx:pt idx="28416">2.5499999999999998</cx:pt>
          <cx:pt idx="28417">1.6499999999999999</cx:pt>
          <cx:pt idx="28418">1.6499999999999999</cx:pt>
          <cx:pt idx="28419">2.0800000000000001</cx:pt>
          <cx:pt idx="28420">0.82999999999999996</cx:pt>
          <cx:pt idx="28421">0.55000000000000004</cx:pt>
          <cx:pt idx="28422">2.5499999999999998</cx:pt>
          <cx:pt idx="28423">1.6499999999999999</cx:pt>
          <cx:pt idx="28424">3.75</cx:pt>
          <cx:pt idx="28425">2.5499999999999998</cx:pt>
          <cx:pt idx="28426">2.5499999999999998</cx:pt>
          <cx:pt idx="28427">1.6899999999999999</cx:pt>
          <cx:pt idx="28428">5.79</cx:pt>
          <cx:pt idx="28429">16.629999999999999</cx:pt>
          <cx:pt idx="28430">5.79</cx:pt>
          <cx:pt idx="28431">1.6299999999999999</cx:pt>
          <cx:pt idx="28432">0.82999999999999996</cx:pt>
          <cx:pt idx="28433">1.25</cx:pt>
          <cx:pt idx="28434">15.789999999999999</cx:pt>
          <cx:pt idx="28435">19.960000000000001</cx:pt>
          <cx:pt idx="28436">2.46</cx:pt>
          <cx:pt idx="28437">5.79</cx:pt>
          <cx:pt idx="28438">2.46</cx:pt>
          <cx:pt idx="28439">3.29</cx:pt>
          <cx:pt idx="28440">3.29</cx:pt>
          <cx:pt idx="28441">4.1299999999999999</cx:pt>
          <cx:pt idx="28442">12.75</cx:pt>
          <cx:pt idx="28443">15.789999999999999</cx:pt>
          <cx:pt idx="28444">8.2899999999999991</cx:pt>
          <cx:pt idx="28445">5.79</cx:pt>
          <cx:pt idx="28446">4.1299999999999999</cx:pt>
          <cx:pt idx="28447">1.6299999999999999</cx:pt>
          <cx:pt idx="28448">2.46</cx:pt>
          <cx:pt idx="28449">5.79</cx:pt>
          <cx:pt idx="28450">5.79</cx:pt>
          <cx:pt idx="28451">0.82999999999999996</cx:pt>
          <cx:pt idx="28452">3.29</cx:pt>
          <cx:pt idx="28453">2.46</cx:pt>
          <cx:pt idx="28454">0.82999999999999996</cx:pt>
          <cx:pt idx="28455">24.960000000000001</cx:pt>
          <cx:pt idx="28456">10.789999999999999</cx:pt>
          <cx:pt idx="28457">9.1300000000000008</cx:pt>
          <cx:pt idx="28458">2.46</cx:pt>
          <cx:pt idx="28459">5.79</cx:pt>
          <cx:pt idx="28460">6.9500000000000002</cx:pt>
          <cx:pt idx="28461">2.46</cx:pt>
          <cx:pt idx="28462">3.29</cx:pt>
          <cx:pt idx="28463">4.1299999999999999</cx:pt>
          <cx:pt idx="28464">0.55000000000000004</cx:pt>
          <cx:pt idx="28465">4.1299999999999999</cx:pt>
          <cx:pt idx="28466">3.29</cx:pt>
          <cx:pt idx="28467">4.1299999999999999</cx:pt>
          <cx:pt idx="28468">0.82999999999999996</cx:pt>
          <cx:pt idx="28469">7.9500000000000002</cx:pt>
          <cx:pt idx="28470">7.9500000000000002</cx:pt>
          <cx:pt idx="28471">1.25</cx:pt>
          <cx:pt idx="28472">7.9500000000000002</cx:pt>
          <cx:pt idx="28473">0.65000000000000002</cx:pt>
          <cx:pt idx="28474">7.9500000000000002</cx:pt>
          <cx:pt idx="28475">1.25</cx:pt>
          <cx:pt idx="28476">7.9500000000000002</cx:pt>
          <cx:pt idx="28477">0.41999999999999998</cx:pt>
          <cx:pt idx="28478">4.1500000000000004</cx:pt>
          <cx:pt idx="28479">4.1500000000000004</cx:pt>
          <cx:pt idx="28480">7.9500000000000002</cx:pt>
          <cx:pt idx="28481">7.9500000000000002</cx:pt>
          <cx:pt idx="28482">2.9500000000000002</cx:pt>
          <cx:pt idx="28483">1.6499999999999999</cx:pt>
          <cx:pt idx="28484">7.9500000000000002</cx:pt>
          <cx:pt idx="28485">2.0800000000000001</cx:pt>
          <cx:pt idx="28486">0.55000000000000004</cx:pt>
          <cx:pt idx="28487">2.8900000000000001</cx:pt>
          <cx:pt idx="28488">2.9500000000000002</cx:pt>
          <cx:pt idx="28489">1.25</cx:pt>
          <cx:pt idx="28490">2.1000000000000001</cx:pt>
          <cx:pt idx="28491">1.45</cx:pt>
          <cx:pt idx="28492">6.9500000000000002</cx:pt>
          <cx:pt idx="28493">7.9500000000000002</cx:pt>
          <cx:pt idx="28494">1.45</cx:pt>
          <cx:pt idx="28495">6.9500000000000002</cx:pt>
          <cx:pt idx="28496">1.6499999999999999</cx:pt>
          <cx:pt idx="28497">0.84999999999999998</cx:pt>
          <cx:pt idx="28498">0.65000000000000002</cx:pt>
          <cx:pt idx="28499">2.0800000000000001</cx:pt>
          <cx:pt idx="28500">1.45</cx:pt>
          <cx:pt idx="28501">3.75</cx:pt>
          <cx:pt idx="28502">1.45</cx:pt>
          <cx:pt idx="28503">1.6499999999999999</cx:pt>
          <cx:pt idx="28504">2.5499999999999998</cx:pt>
          <cx:pt idx="28505">7.9500000000000002</cx:pt>
          <cx:pt idx="28506">1.45</cx:pt>
          <cx:pt idx="28507">2.5499999999999998</cx:pt>
          <cx:pt idx="28508">2.9500000000000002</cx:pt>
          <cx:pt idx="28509">8.5</cx:pt>
          <cx:pt idx="28510">2.0800000000000001</cx:pt>
          <cx:pt idx="28511">0.41999999999999998</cx:pt>
          <cx:pt idx="28512">2.5499999999999998</cx:pt>
          <cx:pt idx="28513">1.6499999999999999</cx:pt>
          <cx:pt idx="28514">0.41999999999999998</cx:pt>
          <cx:pt idx="28515">1.0600000000000001</cx:pt>
          <cx:pt idx="28516">1.0600000000000001</cx:pt>
          <cx:pt idx="28517">0.35999999999999999</cx:pt>
          <cx:pt idx="28518">1.45</cx:pt>
          <cx:pt idx="28519">4.9500000000000002</cx:pt>
          <cx:pt idx="28520">0.84999999999999998</cx:pt>
          <cx:pt idx="28521">3.25</cx:pt>
          <cx:pt idx="28522">2.5499999999999998</cx:pt>
          <cx:pt idx="28523">1.45</cx:pt>
          <cx:pt idx="28524">1.25</cx:pt>
          <cx:pt idx="28525">1.45</cx:pt>
          <cx:pt idx="28526">1.25</cx:pt>
          <cx:pt idx="28527">1.25</cx:pt>
          <cx:pt idx="28528">2.1000000000000001</cx:pt>
          <cx:pt idx="28529">9.9499999999999993</cx:pt>
          <cx:pt idx="28530">0.41999999999999998</cx:pt>
          <cx:pt idx="28531">1.6499999999999999</cx:pt>
          <cx:pt idx="28532">2.0800000000000001</cx:pt>
          <cx:pt idx="28533">1.25</cx:pt>
          <cx:pt idx="28534">1.6499999999999999</cx:pt>
          <cx:pt idx="28535">1.6499999999999999</cx:pt>
          <cx:pt idx="28536">0.84999999999999998</cx:pt>
          <cx:pt idx="28537">4.25</cx:pt>
          <cx:pt idx="28538">2.1000000000000001</cx:pt>
          <cx:pt idx="28539">2.5499999999999998</cx:pt>
          <cx:pt idx="28540">2.0800000000000001</cx:pt>
          <cx:pt idx="28541">0.41999999999999998</cx:pt>
          <cx:pt idx="28542">0.41999999999999998</cx:pt>
          <cx:pt idx="28543">0.55000000000000004</cx:pt>
          <cx:pt idx="28544">7.9500000000000002</cx:pt>
          <cx:pt idx="28545">7.9500000000000002</cx:pt>
          <cx:pt idx="28546">7.9500000000000002</cx:pt>
          <cx:pt idx="28547">8.5</cx:pt>
          <cx:pt idx="28548">0.65000000000000002</cx:pt>
          <cx:pt idx="28549">2.8900000000000001</cx:pt>
          <cx:pt idx="28550">7.9500000000000002</cx:pt>
          <cx:pt idx="28551">7.9500000000000002</cx:pt>
          <cx:pt idx="28552">1.25</cx:pt>
          <cx:pt idx="28553">1.25</cx:pt>
          <cx:pt idx="28554">1.45</cx:pt>
          <cx:pt idx="28555">0.82999999999999996</cx:pt>
          <cx:pt idx="28556">0.55000000000000004</cx:pt>
          <cx:pt idx="28557">4.9500000000000002</cx:pt>
          <cx:pt idx="28558">9.9499999999999993</cx:pt>
          <cx:pt idx="28559">4.9500000000000002</cx:pt>
          <cx:pt idx="28560">1.25</cx:pt>
          <cx:pt idx="28561">1.6499999999999999</cx:pt>
          <cx:pt idx="28562">1.6499999999999999</cx:pt>
          <cx:pt idx="28563">2.9500000000000002</cx:pt>
          <cx:pt idx="28564">2.9500000000000002</cx:pt>
          <cx:pt idx="28565">2.5499999999999998</cx:pt>
          <cx:pt idx="28566">2.0800000000000001</cx:pt>
          <cx:pt idx="28567">7.9500000000000002</cx:pt>
          <cx:pt idx="28568">1.45</cx:pt>
          <cx:pt idx="28569">3.75</cx:pt>
          <cx:pt idx="28570">12.75</cx:pt>
          <cx:pt idx="28571">2.0800000000000001</cx:pt>
          <cx:pt idx="28572">2.8900000000000001</cx:pt>
          <cx:pt idx="28573">2.0800000000000001</cx:pt>
          <cx:pt idx="28574">1.6499999999999999</cx:pt>
          <cx:pt idx="28575">1.45</cx:pt>
          <cx:pt idx="28576">2.8900000000000001</cx:pt>
          <cx:pt idx="28577">1.45</cx:pt>
          <cx:pt idx="28578">2.5499999999999998</cx:pt>
          <cx:pt idx="28579">2.9500000000000002</cx:pt>
          <cx:pt idx="28580">4.9500000000000002</cx:pt>
          <cx:pt idx="28581">9.9499999999999993</cx:pt>
          <cx:pt idx="28582">12.75</cx:pt>
          <cx:pt idx="28583">1.25</cx:pt>
          <cx:pt idx="28584">2.9500000000000002</cx:pt>
          <cx:pt idx="28585">4.1500000000000004</cx:pt>
          <cx:pt idx="28586">1.25</cx:pt>
          <cx:pt idx="28587">1.6499999999999999</cx:pt>
          <cx:pt idx="28588">0.41999999999999998</cx:pt>
          <cx:pt idx="28589">1.45</cx:pt>
          <cx:pt idx="28590">1.45</cx:pt>
          <cx:pt idx="28591">4.9500000000000002</cx:pt>
          <cx:pt idx="28592">1.45</cx:pt>
          <cx:pt idx="28593">0.55000000000000004</cx:pt>
          <cx:pt idx="28594">1.25</cx:pt>
          <cx:pt idx="28595">4.6500000000000004</cx:pt>
          <cx:pt idx="28596">4.9500000000000002</cx:pt>
          <cx:pt idx="28597">7.9500000000000002</cx:pt>
          <cx:pt idx="28598">2.9500000000000002</cx:pt>
          <cx:pt idx="28599">2.9500000000000002</cx:pt>
          <cx:pt idx="28600">1.6499999999999999</cx:pt>
          <cx:pt idx="28601">1.25</cx:pt>
          <cx:pt idx="28602">0.55000000000000004</cx:pt>
          <cx:pt idx="28603">0.55000000000000004</cx:pt>
          <cx:pt idx="28604">0.41999999999999998</cx:pt>
          <cx:pt idx="28605">1.45</cx:pt>
          <cx:pt idx="28606">8.5</cx:pt>
          <cx:pt idx="28607">2.9500000000000002</cx:pt>
          <cx:pt idx="28608">1.25</cx:pt>
          <cx:pt idx="28609">8.5</cx:pt>
          <cx:pt idx="28610">1.6499999999999999</cx:pt>
          <cx:pt idx="28611">2.9500000000000002</cx:pt>
          <cx:pt idx="28612">2.9500000000000002</cx:pt>
          <cx:pt idx="28613">4.9500000000000002</cx:pt>
          <cx:pt idx="28614">1.6499999999999999</cx:pt>
          <cx:pt idx="28615">8.5</cx:pt>
          <cx:pt idx="28616">0.41999999999999998</cx:pt>
          <cx:pt idx="28617">0.41999999999999998</cx:pt>
          <cx:pt idx="28618">1.6499999999999999</cx:pt>
          <cx:pt idx="28619">1.6499999999999999</cx:pt>
          <cx:pt idx="28620">0.84999999999999998</cx:pt>
          <cx:pt idx="28621">2.9500000000000002</cx:pt>
          <cx:pt idx="28622">1.45</cx:pt>
          <cx:pt idx="28623">4.9500000000000002</cx:pt>
          <cx:pt idx="28624">2.5499999999999998</cx:pt>
          <cx:pt idx="28625">0.41999999999999998</cx:pt>
          <cx:pt idx="28626">4.9500000000000002</cx:pt>
          <cx:pt idx="28627">1.6499999999999999</cx:pt>
          <cx:pt idx="28628">0.84999999999999998</cx:pt>
          <cx:pt idx="28629">2.9500000000000002</cx:pt>
          <cx:pt idx="28630">2.9500000000000002</cx:pt>
          <cx:pt idx="28631">2.9500000000000002</cx:pt>
          <cx:pt idx="28632">2.9500000000000002</cx:pt>
          <cx:pt idx="28633">2.0800000000000001</cx:pt>
          <cx:pt idx="28634">4.1500000000000004</cx:pt>
          <cx:pt idx="28635">2.5499999999999998</cx:pt>
          <cx:pt idx="28636">1.45</cx:pt>
          <cx:pt idx="28637">1.25</cx:pt>
          <cx:pt idx="28638">2.0800000000000001</cx:pt>
          <cx:pt idx="28639">1.25</cx:pt>
          <cx:pt idx="28640">1.6499999999999999</cx:pt>
          <cx:pt idx="28641">1.6499999999999999</cx:pt>
          <cx:pt idx="28642">2.0800000000000001</cx:pt>
          <cx:pt idx="28643">2.8900000000000001</cx:pt>
          <cx:pt idx="28644">1.25</cx:pt>
          <cx:pt idx="28645">0.41999999999999998</cx:pt>
          <cx:pt idx="28646">6.9500000000000002</cx:pt>
          <cx:pt idx="28647">2.0800000000000001</cx:pt>
          <cx:pt idx="28648">1.6499999999999999</cx:pt>
          <cx:pt idx="28649">12.75</cx:pt>
          <cx:pt idx="28650">6.75</cx:pt>
          <cx:pt idx="28651">6.75</cx:pt>
          <cx:pt idx="28652">2.5499999999999998</cx:pt>
          <cx:pt idx="28653">3.75</cx:pt>
          <cx:pt idx="28654">8.5</cx:pt>
          <cx:pt idx="28655">6.9500000000000002</cx:pt>
          <cx:pt idx="28656">0.41999999999999998</cx:pt>
          <cx:pt idx="28657">0.41999999999999998</cx:pt>
          <cx:pt idx="28658">4.1500000000000004</cx:pt>
          <cx:pt idx="28659">0.41999999999999998</cx:pt>
          <cx:pt idx="28660">8.5</cx:pt>
          <cx:pt idx="28661">1.6499999999999999</cx:pt>
          <cx:pt idx="28662">0.28999999999999998</cx:pt>
          <cx:pt idx="28663">0.41999999999999998</cx:pt>
          <cx:pt idx="28664">3.29</cx:pt>
          <cx:pt idx="28665">6.6299999999999999</cx:pt>
          <cx:pt idx="28666">4.1299999999999999</cx:pt>
          <cx:pt idx="28667">8.2899999999999991</cx:pt>
          <cx:pt idx="28668">8.2899999999999991</cx:pt>
          <cx:pt idx="28669">4.1299999999999999</cx:pt>
          <cx:pt idx="28670">1.6299999999999999</cx:pt>
          <cx:pt idx="28671">3.29</cx:pt>
          <cx:pt idx="28672">6.6299999999999999</cx:pt>
          <cx:pt idx="28673">4.96</cx:pt>
          <cx:pt idx="28674">2.46</cx:pt>
          <cx:pt idx="28675">7.46</cx:pt>
          <cx:pt idx="28676">4.9500000000000002</cx:pt>
          <cx:pt idx="28677">2.9500000000000002</cx:pt>
          <cx:pt idx="28678">2.5499999999999998</cx:pt>
          <cx:pt idx="28679">1.6499999999999999</cx:pt>
          <cx:pt idx="28680">9.9499999999999993</cx:pt>
          <cx:pt idx="28681">4.9500000000000002</cx:pt>
          <cx:pt idx="28682">6.3499999999999996</cx:pt>
          <cx:pt idx="28683">8.5</cx:pt>
          <cx:pt idx="28684">1.25</cx:pt>
          <cx:pt idx="28685">2.0800000000000001</cx:pt>
          <cx:pt idx="28686">4.9500000000000002</cx:pt>
          <cx:pt idx="28687">2.0800000000000001</cx:pt>
          <cx:pt idx="28688">7.9500000000000002</cx:pt>
          <cx:pt idx="28689">7.9500000000000002</cx:pt>
          <cx:pt idx="28690">0.41999999999999998</cx:pt>
          <cx:pt idx="28691">1.6499999999999999</cx:pt>
          <cx:pt idx="28692">1.6499999999999999</cx:pt>
          <cx:pt idx="28693">4.9500000000000002</cx:pt>
          <cx:pt idx="28694">1.45</cx:pt>
          <cx:pt idx="28695">12.75</cx:pt>
          <cx:pt idx="28696">1.25</cx:pt>
          <cx:pt idx="28697">2.0800000000000001</cx:pt>
          <cx:pt idx="28698">2.9500000000000002</cx:pt>
          <cx:pt idx="28699">1.6499999999999999</cx:pt>
          <cx:pt idx="28700">1.6499999999999999</cx:pt>
          <cx:pt idx="28701">1.45</cx:pt>
          <cx:pt idx="28702">4.1500000000000004</cx:pt>
          <cx:pt idx="28703">8.5</cx:pt>
          <cx:pt idx="28704">8.5</cx:pt>
          <cx:pt idx="28705">1.25</cx:pt>
          <cx:pt idx="28706">1.6499999999999999</cx:pt>
          <cx:pt idx="28707">0.55000000000000004</cx:pt>
          <cx:pt idx="28708">1.25</cx:pt>
          <cx:pt idx="28709">1.45</cx:pt>
          <cx:pt idx="28710">2.4900000000000002</cx:pt>
          <cx:pt idx="28711">5.9500000000000002</cx:pt>
          <cx:pt idx="28712">1.6499999999999999</cx:pt>
          <cx:pt idx="28713">0.41999999999999998</cx:pt>
          <cx:pt idx="28714">2.9500000000000002</cx:pt>
          <cx:pt idx="28715">14.949999999999999</cx:pt>
          <cx:pt idx="28716">1.25</cx:pt>
          <cx:pt idx="28717">2.8900000000000001</cx:pt>
          <cx:pt idx="28718">1.25</cx:pt>
          <cx:pt idx="28719">0.55000000000000004</cx:pt>
          <cx:pt idx="28720">5.9500000000000002</cx:pt>
          <cx:pt idx="28721">1.6499999999999999</cx:pt>
          <cx:pt idx="28722">1.79</cx:pt>
          <cx:pt idx="28723">3.75</cx:pt>
          <cx:pt idx="28724">7.6500000000000004</cx:pt>
          <cx:pt idx="28725">7.9500000000000002</cx:pt>
          <cx:pt idx="28726">2.0800000000000001</cx:pt>
          <cx:pt idx="28727">1.6499999999999999</cx:pt>
          <cx:pt idx="28728">1.6499999999999999</cx:pt>
          <cx:pt idx="28729">4.9500000000000002</cx:pt>
          <cx:pt idx="28730">2.1000000000000001</cx:pt>
          <cx:pt idx="28731">2.9500000000000002</cx:pt>
          <cx:pt idx="28732">2.1000000000000001</cx:pt>
          <cx:pt idx="28733">0.41999999999999998</cx:pt>
          <cx:pt idx="28734">4.9500000000000002</cx:pt>
          <cx:pt idx="28735">0.82999999999999996</cx:pt>
          <cx:pt idx="28736">2.0800000000000001</cx:pt>
          <cx:pt idx="28737">2.25</cx:pt>
          <cx:pt idx="28738">0.41999999999999998</cx:pt>
          <cx:pt idx="28739">1.6499999999999999</cx:pt>
          <cx:pt idx="28740">1.6499999999999999</cx:pt>
          <cx:pt idx="28741">0.84999999999999998</cx:pt>
          <cx:pt idx="28742">12.75</cx:pt>
          <cx:pt idx="28743">2.0800000000000001</cx:pt>
          <cx:pt idx="28744">1.45</cx:pt>
          <cx:pt idx="28745">1.45</cx:pt>
          <cx:pt idx="28746">2.0800000000000001</cx:pt>
          <cx:pt idx="28747">1.6499999999999999</cx:pt>
          <cx:pt idx="28748">1.6499999999999999</cx:pt>
          <cx:pt idx="28749">1.25</cx:pt>
          <cx:pt idx="28750">8.5</cx:pt>
          <cx:pt idx="28751">0.41999999999999998</cx:pt>
          <cx:pt idx="28752">4.1500000000000004</cx:pt>
          <cx:pt idx="28753">1.6499999999999999</cx:pt>
          <cx:pt idx="28754">0.41999999999999998</cx:pt>
          <cx:pt idx="28755">3.75</cx:pt>
          <cx:pt idx="28756">3.75</cx:pt>
          <cx:pt idx="28757">0.41999999999999998</cx:pt>
          <cx:pt idx="28758">1.6499999999999999</cx:pt>
          <cx:pt idx="28759">1.25</cx:pt>
          <cx:pt idx="28760">7.9500000000000002</cx:pt>
          <cx:pt idx="28761">6.6299999999999999</cx:pt>
          <cx:pt idx="28762">24.960000000000001</cx:pt>
          <cx:pt idx="28763">16.629999999999999</cx:pt>
          <cx:pt idx="28764">5.79</cx:pt>
          <cx:pt idx="28765">16.629999999999999</cx:pt>
          <cx:pt idx="28766">4.1299999999999999</cx:pt>
          <cx:pt idx="28767">10.789999999999999</cx:pt>
          <cx:pt idx="28768">12.460000000000001</cx:pt>
          <cx:pt idx="28769">4.1299999999999999</cx:pt>
          <cx:pt idx="28770">5.79</cx:pt>
          <cx:pt idx="28771">3.29</cx:pt>
          <cx:pt idx="28772">2.46</cx:pt>
          <cx:pt idx="28773">24.960000000000001</cx:pt>
          <cx:pt idx="28774">3.29</cx:pt>
          <cx:pt idx="28775">4.1299999999999999</cx:pt>
          <cx:pt idx="28776">16.629999999999999</cx:pt>
          <cx:pt idx="28777">3.29</cx:pt>
          <cx:pt idx="28778">3.29</cx:pt>
          <cx:pt idx="28779">1.25</cx:pt>
          <cx:pt idx="28780">1.6299999999999999</cx:pt>
          <cx:pt idx="28781">14.130000000000001</cx:pt>
          <cx:pt idx="28782">2.46</cx:pt>
          <cx:pt idx="28783">4.96</cx:pt>
          <cx:pt idx="28784">4.1299999999999999</cx:pt>
          <cx:pt idx="28785">4.9500000000000002</cx:pt>
          <cx:pt idx="28786">3.75</cx:pt>
          <cx:pt idx="28787">2.9500000000000002</cx:pt>
          <cx:pt idx="28788">1.25</cx:pt>
          <cx:pt idx="28789">2.1000000000000001</cx:pt>
          <cx:pt idx="28790">8.5</cx:pt>
          <cx:pt idx="28791">2.5499999999999998</cx:pt>
          <cx:pt idx="28792">8.5</cx:pt>
          <cx:pt idx="28793">2.9500000000000002</cx:pt>
          <cx:pt idx="28794">1.6499999999999999</cx:pt>
          <cx:pt idx="28795">2.0800000000000001</cx:pt>
          <cx:pt idx="28796">3.75</cx:pt>
          <cx:pt idx="28797">0.41999999999999998</cx:pt>
          <cx:pt idx="28798">1.6499999999999999</cx:pt>
          <cx:pt idx="28799">1.6499999999999999</cx:pt>
          <cx:pt idx="28800">2.0800000000000001</cx:pt>
          <cx:pt idx="28801">1.6499999999999999</cx:pt>
          <cx:pt idx="28802">2.9500000000000002</cx:pt>
          <cx:pt idx="28803">12.75</cx:pt>
          <cx:pt idx="28804">1.25</cx:pt>
          <cx:pt idx="28805">1.45</cx:pt>
          <cx:pt idx="28806">1.6499999999999999</cx:pt>
          <cx:pt idx="28807">2.9500000000000002</cx:pt>
          <cx:pt idx="28808">2.5499999999999998</cx:pt>
          <cx:pt idx="28809">0.82999999999999996</cx:pt>
          <cx:pt idx="28810">4.9500000000000002</cx:pt>
          <cx:pt idx="28811">4.1500000000000004</cx:pt>
          <cx:pt idx="28812">3.25</cx:pt>
          <cx:pt idx="28813">0.41999999999999998</cx:pt>
          <cx:pt idx="28814">0.28999999999999998</cx:pt>
          <cx:pt idx="28815">12.75</cx:pt>
          <cx:pt idx="28816">1.45</cx:pt>
          <cx:pt idx="28817">0.55000000000000004</cx:pt>
          <cx:pt idx="28818">2.9500000000000002</cx:pt>
          <cx:pt idx="28819">0.65000000000000002</cx:pt>
          <cx:pt idx="28820">2.1000000000000001</cx:pt>
          <cx:pt idx="28821">2.0800000000000001</cx:pt>
          <cx:pt idx="28822">2.9500000000000002</cx:pt>
          <cx:pt idx="28823">2.0800000000000001</cx:pt>
          <cx:pt idx="28824">4.9500000000000002</cx:pt>
          <cx:pt idx="28825">6.75</cx:pt>
          <cx:pt idx="28826">2.9500000000000002</cx:pt>
          <cx:pt idx="28827">6.75</cx:pt>
          <cx:pt idx="28828">1.6499999999999999</cx:pt>
          <cx:pt idx="28829">1.45</cx:pt>
          <cx:pt idx="28830">8.25</cx:pt>
          <cx:pt idx="28831">2.9500000000000002</cx:pt>
          <cx:pt idx="28832">1.6499999999999999</cx:pt>
          <cx:pt idx="28833">1.25</cx:pt>
          <cx:pt idx="28834">12.75</cx:pt>
          <cx:pt idx="28835">3.25</cx:pt>
          <cx:pt idx="28836">3.75</cx:pt>
          <cx:pt idx="28837">1.25</cx:pt>
          <cx:pt idx="28838">1.25</cx:pt>
          <cx:pt idx="28839">2.5499999999999998</cx:pt>
          <cx:pt idx="28840">2.5499999999999998</cx:pt>
          <cx:pt idx="28841">2.9500000000000002</cx:pt>
          <cx:pt idx="28842">2.9500000000000002</cx:pt>
          <cx:pt idx="28843">2.9500000000000002</cx:pt>
          <cx:pt idx="28844">2.1000000000000001</cx:pt>
          <cx:pt idx="28845">1.45</cx:pt>
          <cx:pt idx="28846">2.9500000000000002</cx:pt>
          <cx:pt idx="28847">1.45</cx:pt>
          <cx:pt idx="28848">1.6499999999999999</cx:pt>
          <cx:pt idx="28849">2.0800000000000001</cx:pt>
          <cx:pt idx="28850">2.9500000000000002</cx:pt>
          <cx:pt idx="28851">2.9500000000000002</cx:pt>
          <cx:pt idx="28852">4.1500000000000004</cx:pt>
          <cx:pt idx="28853">1.6499999999999999</cx:pt>
          <cx:pt idx="28854">0.41999999999999998</cx:pt>
          <cx:pt idx="28855">2.0800000000000001</cx:pt>
          <cx:pt idx="28856">2.0800000000000001</cx:pt>
          <cx:pt idx="28857">0.65000000000000002</cx:pt>
          <cx:pt idx="28858">0.41999999999999998</cx:pt>
          <cx:pt idx="28859">4.1500000000000004</cx:pt>
          <cx:pt idx="28860">1.25</cx:pt>
          <cx:pt idx="28861">1.25</cx:pt>
          <cx:pt idx="28862">14.949999999999999</cx:pt>
          <cx:pt idx="28863">1.45</cx:pt>
          <cx:pt idx="28864">4.9500000000000002</cx:pt>
          <cx:pt idx="28865">2.9500000000000002</cx:pt>
          <cx:pt idx="28866">0.65000000000000002</cx:pt>
          <cx:pt idx="28867">1.25</cx:pt>
          <cx:pt idx="28868">2.9500000000000002</cx:pt>
          <cx:pt idx="28869">0.84999999999999998</cx:pt>
          <cx:pt idx="28870">3.75</cx:pt>
          <cx:pt idx="28871">2.0800000000000001</cx:pt>
          <cx:pt idx="28872">4.9500000000000002</cx:pt>
          <cx:pt idx="28873">1.25</cx:pt>
          <cx:pt idx="28874">1.6499999999999999</cx:pt>
          <cx:pt idx="28875">1.45</cx:pt>
          <cx:pt idx="28876">0.41999999999999998</cx:pt>
          <cx:pt idx="28877">7.9500000000000002</cx:pt>
          <cx:pt idx="28878">2.1000000000000001</cx:pt>
          <cx:pt idx="28879">4.9500000000000002</cx:pt>
          <cx:pt idx="28880">4.6500000000000004</cx:pt>
          <cx:pt idx="28881">6.3499999999999996</cx:pt>
          <cx:pt idx="28882">8.5</cx:pt>
          <cx:pt idx="28883">2.9500000000000002</cx:pt>
          <cx:pt idx="28884">2.0800000000000001</cx:pt>
          <cx:pt idx="28885">1.6499999999999999</cx:pt>
          <cx:pt idx="28886">0.41999999999999998</cx:pt>
          <cx:pt idx="28887">1.6499999999999999</cx:pt>
          <cx:pt idx="28888">4.9500000000000002</cx:pt>
          <cx:pt idx="28889">4.9500000000000002</cx:pt>
          <cx:pt idx="28890">2.9500000000000002</cx:pt>
          <cx:pt idx="28891">2.9500000000000002</cx:pt>
          <cx:pt idx="28892">1.6499999999999999</cx:pt>
          <cx:pt idx="28893">1.25</cx:pt>
          <cx:pt idx="28894">1.25</cx:pt>
          <cx:pt idx="28895">1.6499999999999999</cx:pt>
          <cx:pt idx="28896">1.45</cx:pt>
          <cx:pt idx="28897">2.1000000000000001</cx:pt>
          <cx:pt idx="28898">8</cx:pt>
          <cx:pt idx="28899">8</cx:pt>
          <cx:pt idx="28900">8</cx:pt>
          <cx:pt idx="28901">8</cx:pt>
          <cx:pt idx="28902">8</cx:pt>
          <cx:pt idx="28903">8</cx:pt>
          <cx:pt idx="28904">4.0800000000000001</cx:pt>
          <cx:pt idx="28905">2.1000000000000001</cx:pt>
          <cx:pt idx="28906">2.75</cx:pt>
          <cx:pt idx="28907">6.3499999999999996</cx:pt>
          <cx:pt idx="28908">8.5</cx:pt>
          <cx:pt idx="28909">2.9500000000000002</cx:pt>
          <cx:pt idx="28910">8.25</cx:pt>
          <cx:pt idx="28911">2.0800000000000001</cx:pt>
          <cx:pt idx="28912">1.45</cx:pt>
          <cx:pt idx="28913">4.9500000000000002</cx:pt>
          <cx:pt idx="28914">9.9499999999999993</cx:pt>
          <cx:pt idx="28915">1.25</cx:pt>
          <cx:pt idx="28916">8.5</cx:pt>
          <cx:pt idx="28917">2.5499999999999998</cx:pt>
          <cx:pt idx="28918">2.9500000000000002</cx:pt>
          <cx:pt idx="28919">3.75</cx:pt>
          <cx:pt idx="28920">8.5</cx:pt>
          <cx:pt idx="28921">0.84999999999999998</cx:pt>
          <cx:pt idx="28922">2.0800000000000001</cx:pt>
          <cx:pt idx="28923">12.75</cx:pt>
          <cx:pt idx="28924">1.6499999999999999</cx:pt>
          <cx:pt idx="28925">0.71999999999999997</cx:pt>
          <cx:pt idx="28926">3.3900000000000001</cx:pt>
          <cx:pt idx="28927">2.4900000000000002</cx:pt>
          <cx:pt idx="28928">3.75</cx:pt>
          <cx:pt idx="28929">1.25</cx:pt>
          <cx:pt idx="28930">2.5499999999999998</cx:pt>
          <cx:pt idx="28931">1.95</cx:pt>
          <cx:pt idx="28932">1.45</cx:pt>
          <cx:pt idx="28933">1.95</cx:pt>
          <cx:pt idx="28934">1.45</cx:pt>
          <cx:pt idx="28935">1.6499999999999999</cx:pt>
          <cx:pt idx="28936">0.84999999999999998</cx:pt>
          <cx:pt idx="28937">0.40000000000000002</cx:pt>
          <cx:pt idx="28938">1.6499999999999999</cx:pt>
          <cx:pt idx="28939">2.9500000000000002</cx:pt>
          <cx:pt idx="28940">1.6499999999999999</cx:pt>
          <cx:pt idx="28941">2.1000000000000001</cx:pt>
          <cx:pt idx="28942">0.84999999999999998</cx:pt>
          <cx:pt idx="28943">1.45</cx:pt>
          <cx:pt idx="28944">4.9500000000000002</cx:pt>
          <cx:pt idx="28945">1.6499999999999999</cx:pt>
          <cx:pt idx="28946">2.5499999999999998</cx:pt>
          <cx:pt idx="28947">1.45</cx:pt>
          <cx:pt idx="28948">2.1000000000000001</cx:pt>
          <cx:pt idx="28949">2.0800000000000001</cx:pt>
          <cx:pt idx="28950">0.84999999999999998</cx:pt>
          <cx:pt idx="28951">1.6499999999999999</cx:pt>
          <cx:pt idx="28952">0.84999999999999998</cx:pt>
          <cx:pt idx="28953">1.45</cx:pt>
          <cx:pt idx="28954">0.84999999999999998</cx:pt>
          <cx:pt idx="28955">2.5499999999999998</cx:pt>
          <cx:pt idx="28956">1.45</cx:pt>
          <cx:pt idx="28957">4.1500000000000004</cx:pt>
          <cx:pt idx="28958">2.75</cx:pt>
          <cx:pt idx="28959">1.45</cx:pt>
          <cx:pt idx="28960">2.9500000000000002</cx:pt>
          <cx:pt idx="28961">4.9500000000000002</cx:pt>
          <cx:pt idx="28962">2.0800000000000001</cx:pt>
          <cx:pt idx="28963">2.4900000000000002</cx:pt>
          <cx:pt idx="28964">1.6499999999999999</cx:pt>
          <cx:pt idx="28965">0.84999999999999998</cx:pt>
          <cx:pt idx="28966">9.9499999999999993</cx:pt>
          <cx:pt idx="28967">0.84999999999999998</cx:pt>
          <cx:pt idx="28968">0.41999999999999998</cx:pt>
          <cx:pt idx="28969">4.6500000000000004</cx:pt>
          <cx:pt idx="28970">4.1500000000000004</cx:pt>
          <cx:pt idx="28971">6.75</cx:pt>
          <cx:pt idx="28972">1.6499999999999999</cx:pt>
          <cx:pt idx="28973">2.9500000000000002</cx:pt>
          <cx:pt idx="28974">2.0800000000000001</cx:pt>
          <cx:pt idx="28975">0.28999999999999998</cx:pt>
          <cx:pt idx="28976">1.6499999999999999</cx:pt>
          <cx:pt idx="28977">7.9500000000000002</cx:pt>
          <cx:pt idx="28978">4.9500000000000002</cx:pt>
          <cx:pt idx="28979">8.5</cx:pt>
          <cx:pt idx="28980">2.0800000000000001</cx:pt>
          <cx:pt idx="28981">1.6499999999999999</cx:pt>
          <cx:pt idx="28982">7.9500000000000002</cx:pt>
          <cx:pt idx="28983">2.0800000000000001</cx:pt>
          <cx:pt idx="28984">0.84999999999999998</cx:pt>
          <cx:pt idx="28985">7.9500000000000002</cx:pt>
          <cx:pt idx="28986">2.1000000000000001</cx:pt>
          <cx:pt idx="28987">12.75</cx:pt>
          <cx:pt idx="28988">4.9500000000000002</cx:pt>
          <cx:pt idx="28989">2.9500000000000002</cx:pt>
          <cx:pt idx="28990">1.25</cx:pt>
          <cx:pt idx="28991">1.95</cx:pt>
          <cx:pt idx="28992">2.0800000000000001</cx:pt>
          <cx:pt idx="28993">2.9500000000000002</cx:pt>
          <cx:pt idx="28994">0.41999999999999998</cx:pt>
          <cx:pt idx="28995">1.6499999999999999</cx:pt>
          <cx:pt idx="28996">0.55000000000000004</cx:pt>
          <cx:pt idx="28997">1.6499999999999999</cx:pt>
          <cx:pt idx="28998">7.9500000000000002</cx:pt>
          <cx:pt idx="28999">4.1500000000000004</cx:pt>
          <cx:pt idx="29000">2.9500000000000002</cx:pt>
          <cx:pt idx="29001">1.6499999999999999</cx:pt>
          <cx:pt idx="29002">8.5</cx:pt>
          <cx:pt idx="29003">1.6499999999999999</cx:pt>
          <cx:pt idx="29004">2.5499999999999998</cx:pt>
          <cx:pt idx="29005">8.5</cx:pt>
          <cx:pt idx="29006">2.9500000000000002</cx:pt>
          <cx:pt idx="29007">2.1000000000000001</cx:pt>
          <cx:pt idx="29008">2.5499999999999998</cx:pt>
          <cx:pt idx="29009">4.9500000000000002</cx:pt>
          <cx:pt idx="29010">0.55000000000000004</cx:pt>
          <cx:pt idx="29011">0.41999999999999998</cx:pt>
          <cx:pt idx="29012">1.6899999999999999</cx:pt>
          <cx:pt idx="29013">4.9500000000000002</cx:pt>
          <cx:pt idx="29014">1.25</cx:pt>
          <cx:pt idx="29015">2.0800000000000001</cx:pt>
          <cx:pt idx="29016">2.0800000000000001</cx:pt>
          <cx:pt idx="29017">1.6899999999999999</cx:pt>
          <cx:pt idx="29018">0.41999999999999998</cx:pt>
          <cx:pt idx="29019">1.25</cx:pt>
          <cx:pt idx="29020">1.6499999999999999</cx:pt>
          <cx:pt idx="29021">3.75</cx:pt>
          <cx:pt idx="29022">1.6499999999999999</cx:pt>
          <cx:pt idx="29023">1.25</cx:pt>
          <cx:pt idx="29024">1.25</cx:pt>
          <cx:pt idx="29025">4.9500000000000002</cx:pt>
          <cx:pt idx="29026">0.84999999999999998</cx:pt>
          <cx:pt idx="29027">0.82999999999999996</cx:pt>
          <cx:pt idx="29028">2.9500000000000002</cx:pt>
          <cx:pt idx="29029">1.45</cx:pt>
          <cx:pt idx="29030">4.6500000000000004</cx:pt>
          <cx:pt idx="29031">1.45</cx:pt>
          <cx:pt idx="29032">2.1000000000000001</cx:pt>
          <cx:pt idx="29033">3.25</cx:pt>
          <cx:pt idx="29034">0.84999999999999998</cx:pt>
          <cx:pt idx="29035">2.0800000000000001</cx:pt>
          <cx:pt idx="29036">2.0800000000000001</cx:pt>
          <cx:pt idx="29037">0.82999999999999996</cx:pt>
          <cx:pt idx="29038">0.55000000000000004</cx:pt>
          <cx:pt idx="29039">1.45</cx:pt>
          <cx:pt idx="29040">1.25</cx:pt>
          <cx:pt idx="29041">2.0800000000000001</cx:pt>
          <cx:pt idx="29042">1.25</cx:pt>
          <cx:pt idx="29043">1.6899999999999999</cx:pt>
          <cx:pt idx="29044">4.6500000000000004</cx:pt>
          <cx:pt idx="29045">2.5499999999999998</cx:pt>
          <cx:pt idx="29046">7.9500000000000002</cx:pt>
          <cx:pt idx="29047">7.9500000000000002</cx:pt>
          <cx:pt idx="29048">0.28999999999999998</cx:pt>
          <cx:pt idx="29049">0.41999999999999998</cx:pt>
          <cx:pt idx="29050">0.55000000000000004</cx:pt>
          <cx:pt idx="29051">4.9500000000000002</cx:pt>
          <cx:pt idx="29052">1.45</cx:pt>
          <cx:pt idx="29053">2.9500000000000002</cx:pt>
          <cx:pt idx="29054">1.95</cx:pt>
          <cx:pt idx="29055">1.25</cx:pt>
          <cx:pt idx="29056">6.75</cx:pt>
          <cx:pt idx="29057">4.9500000000000002</cx:pt>
          <cx:pt idx="29058">1.95</cx:pt>
          <cx:pt idx="29059">6.75</cx:pt>
          <cx:pt idx="29060">0.41999999999999998</cx:pt>
          <cx:pt idx="29061">3.75</cx:pt>
          <cx:pt idx="29062">6.9500000000000002</cx:pt>
          <cx:pt idx="29063">6.75</cx:pt>
          <cx:pt idx="29064">1.6499999999999999</cx:pt>
          <cx:pt idx="29065">0.84999999999999998</cx:pt>
          <cx:pt idx="29066">1.6499999999999999</cx:pt>
          <cx:pt idx="29067">1.6499999999999999</cx:pt>
          <cx:pt idx="29068">0.84999999999999998</cx:pt>
          <cx:pt idx="29069">1.25</cx:pt>
          <cx:pt idx="29070">0.41999999999999998</cx:pt>
          <cx:pt idx="29071">0.41999999999999998</cx:pt>
          <cx:pt idx="29072">4.1500000000000004</cx:pt>
          <cx:pt idx="29073">2.5499999999999998</cx:pt>
          <cx:pt idx="29074">1.25</cx:pt>
          <cx:pt idx="29075">0.41999999999999998</cx:pt>
          <cx:pt idx="29076">7.9500000000000002</cx:pt>
          <cx:pt idx="29077">7.9500000000000002</cx:pt>
          <cx:pt idx="29078">1.25</cx:pt>
          <cx:pt idx="29079">1.45</cx:pt>
          <cx:pt idx="29080">2.9500000000000002</cx:pt>
          <cx:pt idx="29081">8.5</cx:pt>
          <cx:pt idx="29082">7.9500000000000002</cx:pt>
          <cx:pt idx="29083">1.45</cx:pt>
          <cx:pt idx="29084">0.41999999999999998</cx:pt>
          <cx:pt idx="29085">4.9500000000000002</cx:pt>
          <cx:pt idx="29086">4.9500000000000002</cx:pt>
          <cx:pt idx="29087">2.9500000000000002</cx:pt>
          <cx:pt idx="29088">1.6499999999999999</cx:pt>
          <cx:pt idx="29089">1.25</cx:pt>
          <cx:pt idx="29090">7.9500000000000002</cx:pt>
          <cx:pt idx="29091">2.0800000000000001</cx:pt>
          <cx:pt idx="29092">4.9500000000000002</cx:pt>
          <cx:pt idx="29093">2.25</cx:pt>
          <cx:pt idx="29094">1.6499999999999999</cx:pt>
          <cx:pt idx="29095">3.25</cx:pt>
          <cx:pt idx="29096">2.0800000000000001</cx:pt>
          <cx:pt idx="29097">4.1500000000000004</cx:pt>
          <cx:pt idx="29098">1.25</cx:pt>
          <cx:pt idx="29099">2.5499999999999998</cx:pt>
          <cx:pt idx="29100">2.0800000000000001</cx:pt>
          <cx:pt idx="29101">1.6499999999999999</cx:pt>
          <cx:pt idx="29102">3.75</cx:pt>
          <cx:pt idx="29103">8.5</cx:pt>
          <cx:pt idx="29104">8.5</cx:pt>
          <cx:pt idx="29105">7.9500000000000002</cx:pt>
          <cx:pt idx="29106">2.9500000000000002</cx:pt>
          <cx:pt idx="29107">2.0800000000000001</cx:pt>
          <cx:pt idx="29108">4.9500000000000002</cx:pt>
          <cx:pt idx="29109">2.9500000000000002</cx:pt>
          <cx:pt idx="29110">0.82999999999999996</cx:pt>
          <cx:pt idx="29111">2.5499999999999998</cx:pt>
          <cx:pt idx="29112">1.6499999999999999</cx:pt>
          <cx:pt idx="29113">2.9500000000000002</cx:pt>
          <cx:pt idx="29114">8.25</cx:pt>
          <cx:pt idx="29115">0.41999999999999998</cx:pt>
          <cx:pt idx="29116">0.55000000000000004</cx:pt>
          <cx:pt idx="29117">1.6499999999999999</cx:pt>
          <cx:pt idx="29118">1.45</cx:pt>
          <cx:pt idx="29119">1.25</cx:pt>
          <cx:pt idx="29120">2.5499999999999998</cx:pt>
          <cx:pt idx="29121">0.41999999999999998</cx:pt>
          <cx:pt idx="29122">0.55000000000000004</cx:pt>
          <cx:pt idx="29123">2.0800000000000001</cx:pt>
          <cx:pt idx="29124">2.0800000000000001</cx:pt>
          <cx:pt idx="29125">0.84999999999999998</cx:pt>
          <cx:pt idx="29126">6.9500000000000002</cx:pt>
          <cx:pt idx="29127">0.41999999999999998</cx:pt>
          <cx:pt idx="29128">0.84999999999999998</cx:pt>
          <cx:pt idx="29129">5.5499999999999998</cx:pt>
          <cx:pt idx="29130">1.6499999999999999</cx:pt>
          <cx:pt idx="29131">8.5</cx:pt>
          <cx:pt idx="29132">3.75</cx:pt>
          <cx:pt idx="29133">7.6500000000000004</cx:pt>
          <cx:pt idx="29134">2.5499999999999998</cx:pt>
          <cx:pt idx="29135">2.9500000000000002</cx:pt>
          <cx:pt idx="29136">2.25</cx:pt>
          <cx:pt idx="29137">12.75</cx:pt>
          <cx:pt idx="29138">4.9500000000000002</cx:pt>
          <cx:pt idx="29139">1.6499999999999999</cx:pt>
          <cx:pt idx="29140">0.55000000000000004</cx:pt>
          <cx:pt idx="29141">4.9500000000000002</cx:pt>
          <cx:pt idx="29142">4.9500000000000002</cx:pt>
          <cx:pt idx="29143">2.9500000000000002</cx:pt>
          <cx:pt idx="29144">0.41999999999999998</cx:pt>
          <cx:pt idx="29145">1.45</cx:pt>
          <cx:pt idx="29146">1.6499999999999999</cx:pt>
          <cx:pt idx="29147">2.75</cx:pt>
          <cx:pt idx="29148">4.9500000000000002</cx:pt>
          <cx:pt idx="29149">8.5</cx:pt>
          <cx:pt idx="29150">1.6899999999999999</cx:pt>
          <cx:pt idx="29151">2.9500000000000002</cx:pt>
          <cx:pt idx="29152">8.5</cx:pt>
          <cx:pt idx="29153">7.9500000000000002</cx:pt>
          <cx:pt idx="29154">1.25</cx:pt>
          <cx:pt idx="29155">4.9500000000000002</cx:pt>
          <cx:pt idx="29156">1.25</cx:pt>
          <cx:pt idx="29157">4.6500000000000004</cx:pt>
          <cx:pt idx="29158">2.9500000000000002</cx:pt>
          <cx:pt idx="29159">2.9500000000000002</cx:pt>
          <cx:pt idx="29160">0.41999999999999998</cx:pt>
          <cx:pt idx="29161">1.6499999999999999</cx:pt>
          <cx:pt idx="29162">6.9500000000000002</cx:pt>
          <cx:pt idx="29163">2.4900000000000002</cx:pt>
          <cx:pt idx="29164">2.9500000000000002</cx:pt>
          <cx:pt idx="29165">1.6499999999999999</cx:pt>
          <cx:pt idx="29166">1.6499999999999999</cx:pt>
          <cx:pt idx="29167">2.5499999999999998</cx:pt>
          <cx:pt idx="29168">2.0800000000000001</cx:pt>
          <cx:pt idx="29169">4.1500000000000004</cx:pt>
          <cx:pt idx="29170">1.6499999999999999</cx:pt>
          <cx:pt idx="29171">3.75</cx:pt>
          <cx:pt idx="29172">1.6499999999999999</cx:pt>
          <cx:pt idx="29173">2.0800000000000001</cx:pt>
          <cx:pt idx="29174">0.41999999999999998</cx:pt>
          <cx:pt idx="29175">2.9500000000000002</cx:pt>
          <cx:pt idx="29176">4.1500000000000004</cx:pt>
          <cx:pt idx="29177">0.84999999999999998</cx:pt>
          <cx:pt idx="29178">4.1500000000000004</cx:pt>
          <cx:pt idx="29179">1.6499999999999999</cx:pt>
          <cx:pt idx="29180">4.9500000000000002</cx:pt>
          <cx:pt idx="29181">1.25</cx:pt>
          <cx:pt idx="29182">3.25</cx:pt>
          <cx:pt idx="29183">6.9500000000000002</cx:pt>
          <cx:pt idx="29184">0.41999999999999998</cx:pt>
          <cx:pt idx="29185">7.9500000000000002</cx:pt>
          <cx:pt idx="29186">1.25</cx:pt>
          <cx:pt idx="29187">6.9500000000000002</cx:pt>
          <cx:pt idx="29188">7.9500000000000002</cx:pt>
          <cx:pt idx="29189">2.9500000000000002</cx:pt>
          <cx:pt idx="29190">2.5499999999999998</cx:pt>
          <cx:pt idx="29191">2.1000000000000001</cx:pt>
          <cx:pt idx="29192">2.1000000000000001</cx:pt>
          <cx:pt idx="29193">0.41999999999999998</cx:pt>
          <cx:pt idx="29194">1.25</cx:pt>
          <cx:pt idx="29195">7.9500000000000002</cx:pt>
          <cx:pt idx="29196">4.1500000000000004</cx:pt>
          <cx:pt idx="29197">6.9500000000000002</cx:pt>
          <cx:pt idx="29198">6.9500000000000002</cx:pt>
          <cx:pt idx="29199">0.65000000000000002</cx:pt>
          <cx:pt idx="29200">4.6500000000000004</cx:pt>
          <cx:pt idx="29201">1.25</cx:pt>
          <cx:pt idx="29202">2.9500000000000002</cx:pt>
          <cx:pt idx="29203">2.0800000000000001</cx:pt>
          <cx:pt idx="29204">2.8900000000000001</cx:pt>
          <cx:pt idx="29205">1.45</cx:pt>
          <cx:pt idx="29206">1.45</cx:pt>
          <cx:pt idx="29207">2.4900000000000002</cx:pt>
          <cx:pt idx="29208">4.9500000000000002</cx:pt>
          <cx:pt idx="29209">1.25</cx:pt>
          <cx:pt idx="29210">2.0800000000000001</cx:pt>
          <cx:pt idx="29211">1.6499999999999999</cx:pt>
          <cx:pt idx="29212">4.6500000000000004</cx:pt>
          <cx:pt idx="29213">2.0800000000000001</cx:pt>
          <cx:pt idx="29214">4.1500000000000004</cx:pt>
          <cx:pt idx="29215">0.65000000000000002</cx:pt>
          <cx:pt idx="29216">0.41999999999999998</cx:pt>
          <cx:pt idx="29217">4.6500000000000004</cx:pt>
          <cx:pt idx="29218">1.6499999999999999</cx:pt>
          <cx:pt idx="29219">0.55000000000000004</cx:pt>
          <cx:pt idx="29220">1.6499999999999999</cx:pt>
          <cx:pt idx="29221">2.0800000000000001</cx:pt>
          <cx:pt idx="29222">4.1500000000000004</cx:pt>
          <cx:pt idx="29223">4.9500000000000002</cx:pt>
          <cx:pt idx="29224">2.1000000000000001</cx:pt>
          <cx:pt idx="29225">12.75</cx:pt>
          <cx:pt idx="29226">4.9500000000000002</cx:pt>
          <cx:pt idx="29227">4.9500000000000002</cx:pt>
          <cx:pt idx="29228">1.6499999999999999</cx:pt>
          <cx:pt idx="29229">7.9500000000000002</cx:pt>
          <cx:pt idx="29230">2.9500000000000002</cx:pt>
          <cx:pt idx="29231">1.25</cx:pt>
          <cx:pt idx="29232">1.6499999999999999</cx:pt>
          <cx:pt idx="29233">1.6499999999999999</cx:pt>
          <cx:pt idx="29234">2.8900000000000001</cx:pt>
          <cx:pt idx="29235">8.5</cx:pt>
          <cx:pt idx="29236">2.9500000000000002</cx:pt>
          <cx:pt idx="29237">2.9500000000000002</cx:pt>
          <cx:pt idx="29238">0.41999999999999998</cx:pt>
          <cx:pt idx="29239">6.9500000000000002</cx:pt>
          <cx:pt idx="29240">1.6499999999999999</cx:pt>
          <cx:pt idx="29241">1.45</cx:pt>
          <cx:pt idx="29242">2.1000000000000001</cx:pt>
          <cx:pt idx="29243">1.45</cx:pt>
          <cx:pt idx="29244">1.45</cx:pt>
          <cx:pt idx="29245">2.9500000000000002</cx:pt>
          <cx:pt idx="29246">7.9500000000000002</cx:pt>
          <cx:pt idx="29247">6.3499999999999996</cx:pt>
          <cx:pt idx="29248">0.65000000000000002</cx:pt>
          <cx:pt idx="29249">2.9500000000000002</cx:pt>
          <cx:pt idx="29250">2.0800000000000001</cx:pt>
          <cx:pt idx="29251">4.1500000000000004</cx:pt>
          <cx:pt idx="29252">2.0800000000000001</cx:pt>
          <cx:pt idx="29253">1.95</cx:pt>
          <cx:pt idx="29254">2.0800000000000001</cx:pt>
          <cx:pt idx="29255">1.6499999999999999</cx:pt>
          <cx:pt idx="29256">0.65000000000000002</cx:pt>
          <cx:pt idx="29257">4.9500000000000002</cx:pt>
          <cx:pt idx="29258">7.9500000000000002</cx:pt>
          <cx:pt idx="29259">0.82999999999999996</cx:pt>
          <cx:pt idx="29260">2.0800000000000001</cx:pt>
          <cx:pt idx="29261">1.25</cx:pt>
          <cx:pt idx="29262">1.95</cx:pt>
          <cx:pt idx="29263">0.65000000000000002</cx:pt>
          <cx:pt idx="29264">4.1500000000000004</cx:pt>
          <cx:pt idx="29265">0.84999999999999998</cx:pt>
          <cx:pt idx="29266">1.45</cx:pt>
          <cx:pt idx="29267">2.8900000000000001</cx:pt>
          <cx:pt idx="29268">4.1500000000000004</cx:pt>
          <cx:pt idx="29269">4.9500000000000002</cx:pt>
          <cx:pt idx="29270">3.75</cx:pt>
          <cx:pt idx="29271">1.45</cx:pt>
          <cx:pt idx="29272">9.9499999999999993</cx:pt>
          <cx:pt idx="29273">2.9500000000000002</cx:pt>
          <cx:pt idx="29274">1.6499999999999999</cx:pt>
          <cx:pt idx="29275">4.1500000000000004</cx:pt>
          <cx:pt idx="29276">4.9500000000000002</cx:pt>
          <cx:pt idx="29277">2.0800000000000001</cx:pt>
          <cx:pt idx="29278">2.25</cx:pt>
          <cx:pt idx="29279">1.6499999999999999</cx:pt>
          <cx:pt idx="29280">2.0800000000000001</cx:pt>
          <cx:pt idx="29281">6.75</cx:pt>
          <cx:pt idx="29282">3.75</cx:pt>
          <cx:pt idx="29283">2.5499999999999998</cx:pt>
          <cx:pt idx="29284">12.75</cx:pt>
          <cx:pt idx="29285">1.25</cx:pt>
          <cx:pt idx="29286">2.5499999999999998</cx:pt>
          <cx:pt idx="29287">2.1000000000000001</cx:pt>
          <cx:pt idx="29288">2.0800000000000001</cx:pt>
          <cx:pt idx="29289">2.9500000000000002</cx:pt>
          <cx:pt idx="29290">1.45</cx:pt>
          <cx:pt idx="29291">1.6499999999999999</cx:pt>
          <cx:pt idx="29292">0.41999999999999998</cx:pt>
          <cx:pt idx="29293">0.41999999999999998</cx:pt>
          <cx:pt idx="29294">0.41999999999999998</cx:pt>
          <cx:pt idx="29295">1.6499999999999999</cx:pt>
          <cx:pt idx="29296">2.5499999999999998</cx:pt>
          <cx:pt idx="29297">1.45</cx:pt>
          <cx:pt idx="29298">2.1000000000000001</cx:pt>
          <cx:pt idx="29299">0.41999999999999998</cx:pt>
          <cx:pt idx="29300">1.45</cx:pt>
          <cx:pt idx="29301">8.5</cx:pt>
          <cx:pt idx="29302">4.6500000000000004</cx:pt>
          <cx:pt idx="29303">3.75</cx:pt>
          <cx:pt idx="29304">1.95</cx:pt>
          <cx:pt idx="29305">7.9500000000000002</cx:pt>
          <cx:pt idx="29306">0.41999999999999998</cx:pt>
          <cx:pt idx="29307">1.25</cx:pt>
          <cx:pt idx="29308">2.8900000000000001</cx:pt>
          <cx:pt idx="29309">1.25</cx:pt>
          <cx:pt idx="29310">3.25</cx:pt>
          <cx:pt idx="29311">2.25</cx:pt>
          <cx:pt idx="29312">1.25</cx:pt>
          <cx:pt idx="29313">0.28999999999999998</cx:pt>
          <cx:pt idx="29314">1.6499999999999999</cx:pt>
          <cx:pt idx="29315">0.41999999999999998</cx:pt>
          <cx:pt idx="29316">6.3499999999999996</cx:pt>
          <cx:pt idx="29317">2.0800000000000001</cx:pt>
          <cx:pt idx="29318">1.6499999999999999</cx:pt>
          <cx:pt idx="29319">1.6499999999999999</cx:pt>
          <cx:pt idx="29320">0.84999999999999998</cx:pt>
          <cx:pt idx="29321">2.9500000000000002</cx:pt>
          <cx:pt idx="29322">1.45</cx:pt>
          <cx:pt idx="29323">6.9500000000000002</cx:pt>
          <cx:pt idx="29324">2.0800000000000001</cx:pt>
          <cx:pt idx="29325">0.84999999999999998</cx:pt>
          <cx:pt idx="29326">3.3900000000000001</cx:pt>
          <cx:pt idx="29327">4.6500000000000004</cx:pt>
          <cx:pt idx="29328">8.5</cx:pt>
          <cx:pt idx="29329">2.5499999999999998</cx:pt>
          <cx:pt idx="29330">2.9500000000000002</cx:pt>
          <cx:pt idx="29331">8.5</cx:pt>
          <cx:pt idx="29332">8.5</cx:pt>
          <cx:pt idx="29333">2.9500000000000002</cx:pt>
          <cx:pt idx="29334">1.45</cx:pt>
          <cx:pt idx="29335">6.9500000000000002</cx:pt>
          <cx:pt idx="29336">1.6499999999999999</cx:pt>
          <cx:pt idx="29337">2.9500000000000002</cx:pt>
          <cx:pt idx="29338">8.5</cx:pt>
          <cx:pt idx="29339">2.0800000000000001</cx:pt>
          <cx:pt idx="29340">2.9500000000000002</cx:pt>
          <cx:pt idx="29341">1.25</cx:pt>
          <cx:pt idx="29342">0.41999999999999998</cx:pt>
          <cx:pt idx="29343">7.9500000000000002</cx:pt>
          <cx:pt idx="29344">8.25</cx:pt>
          <cx:pt idx="29345">1.25</cx:pt>
          <cx:pt idx="29346">2.0800000000000001</cx:pt>
          <cx:pt idx="29347">7.9500000000000002</cx:pt>
          <cx:pt idx="29348">0.65000000000000002</cx:pt>
          <cx:pt idx="29349">0.41999999999999998</cx:pt>
          <cx:pt idx="29350">7.9500000000000002</cx:pt>
          <cx:pt idx="29351">1.6499999999999999</cx:pt>
          <cx:pt idx="29352">12.75</cx:pt>
          <cx:pt idx="29353">3.25</cx:pt>
          <cx:pt idx="29354">2.9500000000000002</cx:pt>
          <cx:pt idx="29355">1.6499999999999999</cx:pt>
          <cx:pt idx="29356">1.45</cx:pt>
          <cx:pt idx="29357">6.3499999999999996</cx:pt>
          <cx:pt idx="29358">1.25</cx:pt>
          <cx:pt idx="29359">2.9500000000000002</cx:pt>
          <cx:pt idx="29360">1.6499999999999999</cx:pt>
          <cx:pt idx="29361">2.0800000000000001</cx:pt>
          <cx:pt idx="29362">2.4900000000000002</cx:pt>
          <cx:pt idx="29363">0.65000000000000002</cx:pt>
          <cx:pt idx="29364">2.9500000000000002</cx:pt>
          <cx:pt idx="29365">9.9499999999999993</cx:pt>
          <cx:pt idx="29366">1.45</cx:pt>
          <cx:pt idx="29367">1.6499999999999999</cx:pt>
          <cx:pt idx="29368">2.5499999999999998</cx:pt>
          <cx:pt idx="29369">4.6500000000000004</cx:pt>
          <cx:pt idx="29370">7.9500000000000002</cx:pt>
          <cx:pt idx="29371">4.1500000000000004</cx:pt>
          <cx:pt idx="29372">0.84999999999999998</cx:pt>
          <cx:pt idx="29373">2.0800000000000001</cx:pt>
          <cx:pt idx="29374">7.9500000000000002</cx:pt>
          <cx:pt idx="29375">2.9500000000000002</cx:pt>
          <cx:pt idx="29376">4.9500000000000002</cx:pt>
          <cx:pt idx="29377">2.5499999999999998</cx:pt>
          <cx:pt idx="29378">2.0800000000000001</cx:pt>
          <cx:pt idx="29379">3.75</cx:pt>
          <cx:pt idx="29380">8.25</cx:pt>
          <cx:pt idx="29381">4.9500000000000002</cx:pt>
          <cx:pt idx="29382">9.9499999999999993</cx:pt>
          <cx:pt idx="29383">2.5499999999999998</cx:pt>
          <cx:pt idx="29384">4.1500000000000004</cx:pt>
          <cx:pt idx="29385">1.6499999999999999</cx:pt>
          <cx:pt idx="29386">1.45</cx:pt>
          <cx:pt idx="29387">1.95</cx:pt>
          <cx:pt idx="29388">1.6499999999999999</cx:pt>
          <cx:pt idx="29389">2.1000000000000001</cx:pt>
          <cx:pt idx="29390">7.9500000000000002</cx:pt>
          <cx:pt idx="29391">8.5</cx:pt>
          <cx:pt idx="29392">1.6499999999999999</cx:pt>
          <cx:pt idx="29393">1.6499999999999999</cx:pt>
          <cx:pt idx="29394">8.5</cx:pt>
          <cx:pt idx="29395">1.45</cx:pt>
          <cx:pt idx="29396">1.6899999999999999</cx:pt>
          <cx:pt idx="29397">1.45</cx:pt>
          <cx:pt idx="29398">4.9500000000000002</cx:pt>
          <cx:pt idx="29399">0.84999999999999998</cx:pt>
          <cx:pt idx="29400">1.45</cx:pt>
          <cx:pt idx="29401">2.9500000000000002</cx:pt>
          <cx:pt idx="29402">4.1500000000000004</cx:pt>
          <cx:pt idx="29403">0.55000000000000004</cx:pt>
          <cx:pt idx="29404">1.25</cx:pt>
          <cx:pt idx="29405">8.5</cx:pt>
          <cx:pt idx="29406">3.9500000000000002</cx:pt>
          <cx:pt idx="29407">2.0800000000000001</cx:pt>
          <cx:pt idx="29408">3.75</cx:pt>
          <cx:pt idx="29409">2.1000000000000001</cx:pt>
          <cx:pt idx="29410">1.6499999999999999</cx:pt>
          <cx:pt idx="29411">2.1000000000000001</cx:pt>
          <cx:pt idx="29412">2.5499999999999998</cx:pt>
          <cx:pt idx="29413">0.41999999999999998</cx:pt>
          <cx:pt idx="29414">8.5</cx:pt>
          <cx:pt idx="29415">2.0800000000000001</cx:pt>
          <cx:pt idx="29416">4.6500000000000004</cx:pt>
          <cx:pt idx="29417">1.6499999999999999</cx:pt>
          <cx:pt idx="29418">1.6499999999999999</cx:pt>
          <cx:pt idx="29419">2.1000000000000001</cx:pt>
          <cx:pt idx="29420">0.41999999999999998</cx:pt>
          <cx:pt idx="29421">1.25</cx:pt>
          <cx:pt idx="29422">4.9500000000000002</cx:pt>
          <cx:pt idx="29423">1.6499999999999999</cx:pt>
          <cx:pt idx="29424">2.9500000000000002</cx:pt>
          <cx:pt idx="29425">2.5499999999999998</cx:pt>
          <cx:pt idx="29426">2.5499999999999998</cx:pt>
          <cx:pt idx="29427">8.5</cx:pt>
          <cx:pt idx="29428">0.55000000000000004</cx:pt>
          <cx:pt idx="29429">0.41999999999999998</cx:pt>
          <cx:pt idx="29430">1.6499999999999999</cx:pt>
          <cx:pt idx="29431">6.75</cx:pt>
          <cx:pt idx="29432">0.41999999999999998</cx:pt>
          <cx:pt idx="29433">1.25</cx:pt>
          <cx:pt idx="29434">1.6499999999999999</cx:pt>
          <cx:pt idx="29435">1.25</cx:pt>
          <cx:pt idx="29436">2.0800000000000001</cx:pt>
          <cx:pt idx="29437">1.6499999999999999</cx:pt>
          <cx:pt idx="29438">7.6500000000000004</cx:pt>
          <cx:pt idx="29439">2.9500000000000002</cx:pt>
          <cx:pt idx="29440">8.5</cx:pt>
          <cx:pt idx="29441">7.9500000000000002</cx:pt>
          <cx:pt idx="29442">7.9500000000000002</cx:pt>
          <cx:pt idx="29443">7.9500000000000002</cx:pt>
          <cx:pt idx="29444">7.9500000000000002</cx:pt>
          <cx:pt idx="29445">2.9500000000000002</cx:pt>
          <cx:pt idx="29446">7.9500000000000002</cx:pt>
          <cx:pt idx="29447">1.6499999999999999</cx:pt>
          <cx:pt idx="29448">1.25</cx:pt>
          <cx:pt idx="29449">2.5499999999999998</cx:pt>
          <cx:pt idx="29450">2.4900000000000002</cx:pt>
          <cx:pt idx="29451">8.5</cx:pt>
          <cx:pt idx="29452">7.9500000000000002</cx:pt>
          <cx:pt idx="29453">7.9500000000000002</cx:pt>
          <cx:pt idx="29454">0.41999999999999998</cx:pt>
          <cx:pt idx="29455">2.9500000000000002</cx:pt>
          <cx:pt idx="29456">2.0800000000000001</cx:pt>
          <cx:pt idx="29457">1.6499999999999999</cx:pt>
          <cx:pt idx="29458">1.6499999999999999</cx:pt>
          <cx:pt idx="29459">2.1000000000000001</cx:pt>
          <cx:pt idx="29460">0.82999999999999996</cx:pt>
          <cx:pt idx="29461">0.41999999999999998</cx:pt>
          <cx:pt idx="29462">1.6499999999999999</cx:pt>
          <cx:pt idx="29463">0.65000000000000002</cx:pt>
          <cx:pt idx="29464">4.9500000000000002</cx:pt>
          <cx:pt idx="29465">4.9500000000000002</cx:pt>
          <cx:pt idx="29466">2.9500000000000002</cx:pt>
          <cx:pt idx="29467">2.25</cx:pt>
          <cx:pt idx="29468">2.25</cx:pt>
          <cx:pt idx="29469">0.28999999999999998</cx:pt>
          <cx:pt idx="29470">0.55000000000000004</cx:pt>
          <cx:pt idx="29471">1.25</cx:pt>
          <cx:pt idx="29472">2.0800000000000001</cx:pt>
          <cx:pt idx="29473">4.1500000000000004</cx:pt>
          <cx:pt idx="29474">1.6499999999999999</cx:pt>
          <cx:pt idx="29475">2.0800000000000001</cx:pt>
          <cx:pt idx="29476">0.84999999999999998</cx:pt>
          <cx:pt idx="29477">4.1500000000000004</cx:pt>
          <cx:pt idx="29478">2.1000000000000001</cx:pt>
          <cx:pt idx="29479">2.9500000000000002</cx:pt>
          <cx:pt idx="29480">0.55000000000000004</cx:pt>
          <cx:pt idx="29481">1.6499999999999999</cx:pt>
          <cx:pt idx="29482">4.9500000000000002</cx:pt>
          <cx:pt idx="29483">1.45</cx:pt>
          <cx:pt idx="29484">2.9500000000000002</cx:pt>
          <cx:pt idx="29485">1.45</cx:pt>
          <cx:pt idx="29486">2.0800000000000001</cx:pt>
          <cx:pt idx="29487">1.25</cx:pt>
          <cx:pt idx="29488">6.9500000000000002</cx:pt>
          <cx:pt idx="29489">1.6499999999999999</cx:pt>
          <cx:pt idx="29490">0.84999999999999998</cx:pt>
          <cx:pt idx="29491">1.25</cx:pt>
          <cx:pt idx="29492">0.41999999999999998</cx:pt>
          <cx:pt idx="29493">4.9500000000000002</cx:pt>
          <cx:pt idx="29494">6.9500000000000002</cx:pt>
          <cx:pt idx="29495">0.41999999999999998</cx:pt>
          <cx:pt idx="29496">4.9500000000000002</cx:pt>
          <cx:pt idx="29497">1.95</cx:pt>
          <cx:pt idx="29498">1.45</cx:pt>
          <cx:pt idx="29499">1.25</cx:pt>
          <cx:pt idx="29500">1.25</cx:pt>
          <cx:pt idx="29501">2.9500000000000002</cx:pt>
          <cx:pt idx="29502">1.6499999999999999</cx:pt>
          <cx:pt idx="29503">8.5</cx:pt>
          <cx:pt idx="29504">6.3499999999999996</cx:pt>
          <cx:pt idx="29505">3.75</cx:pt>
          <cx:pt idx="29506">7.6500000000000004</cx:pt>
          <cx:pt idx="29507">2.1000000000000001</cx:pt>
          <cx:pt idx="29508">2.9500000000000002</cx:pt>
          <cx:pt idx="29509">0.41999999999999998</cx:pt>
          <cx:pt idx="29510">1.25</cx:pt>
          <cx:pt idx="29511">1.6499999999999999</cx:pt>
          <cx:pt idx="29512">0.65000000000000002</cx:pt>
          <cx:pt idx="29513">2.8900000000000001</cx:pt>
          <cx:pt idx="29514">1.6499999999999999</cx:pt>
          <cx:pt idx="29515">2.8900000000000001</cx:pt>
          <cx:pt idx="29516">0.82999999999999996</cx:pt>
          <cx:pt idx="29517">2.9500000000000002</cx:pt>
          <cx:pt idx="29518">2.9500000000000002</cx:pt>
          <cx:pt idx="29519">0.41999999999999998</cx:pt>
          <cx:pt idx="29520">1.6499999999999999</cx:pt>
          <cx:pt idx="29521">1.6899999999999999</cx:pt>
          <cx:pt idx="29522">0.41999999999999998</cx:pt>
          <cx:pt idx="29523">4.9500000000000002</cx:pt>
          <cx:pt idx="29524">2.0800000000000001</cx:pt>
          <cx:pt idx="29525">2.9500000000000002</cx:pt>
          <cx:pt idx="29526">3.75</cx:pt>
          <cx:pt idx="29527">1.45</cx:pt>
          <cx:pt idx="29528">6.6299999999999999</cx:pt>
          <cx:pt idx="29529">7.46</cx:pt>
          <cx:pt idx="29530">24.960000000000001</cx:pt>
          <cx:pt idx="29531">4.1299999999999999</cx:pt>
          <cx:pt idx="29532">0.82999999999999996</cx:pt>
          <cx:pt idx="29533">12.460000000000001</cx:pt>
          <cx:pt idx="29534">4.1299999999999999</cx:pt>
          <cx:pt idx="29535">0.82999999999999996</cx:pt>
          <cx:pt idx="29536">5.79</cx:pt>
          <cx:pt idx="29537">16.629999999999999</cx:pt>
          <cx:pt idx="29538">16.629999999999999</cx:pt>
          <cx:pt idx="29539">5.79</cx:pt>
          <cx:pt idx="29540">4.1299999999999999</cx:pt>
          <cx:pt idx="29541">5.79</cx:pt>
          <cx:pt idx="29542">4.5800000000000001</cx:pt>
          <cx:pt idx="29543">4.5800000000000001</cx:pt>
          <cx:pt idx="29544">5.79</cx:pt>
          <cx:pt idx="29545">24.960000000000001</cx:pt>
          <cx:pt idx="29546">4.96</cx:pt>
          <cx:pt idx="29547">1.25</cx:pt>
          <cx:pt idx="29548">4.1299999999999999</cx:pt>
          <cx:pt idx="29549">3.29</cx:pt>
          <cx:pt idx="29550">3.29</cx:pt>
          <cx:pt idx="29551">1.25</cx:pt>
          <cx:pt idx="29552">0.82999999999999996</cx:pt>
          <cx:pt idx="29553">14.130000000000001</cx:pt>
          <cx:pt idx="29554">1.6299999999999999</cx:pt>
          <cx:pt idx="29555">4.96</cx:pt>
          <cx:pt idx="29556">4.1299999999999999</cx:pt>
          <cx:pt idx="29557">2.9500000000000002</cx:pt>
          <cx:pt idx="29558">1.6499999999999999</cx:pt>
          <cx:pt idx="29559">4.6500000000000004</cx:pt>
          <cx:pt idx="29560">1.25</cx:pt>
          <cx:pt idx="29561">4.9500000000000002</cx:pt>
          <cx:pt idx="29562">1.95</cx:pt>
          <cx:pt idx="29563">4.9500000000000002</cx:pt>
          <cx:pt idx="29564">3.75</cx:pt>
          <cx:pt idx="29565">1.6499999999999999</cx:pt>
          <cx:pt idx="29566">4.96</cx:pt>
          <cx:pt idx="29567">12.75</cx:pt>
          <cx:pt idx="29568">3.29</cx:pt>
          <cx:pt idx="29569">6.6299999999999999</cx:pt>
          <cx:pt idx="29570">8.2899999999999991</cx:pt>
          <cx:pt idx="29571">8.2899999999999991</cx:pt>
          <cx:pt idx="29572">4.1299999999999999</cx:pt>
          <cx:pt idx="29573">1.6299999999999999</cx:pt>
          <cx:pt idx="29574">3.29</cx:pt>
          <cx:pt idx="29575">6.6299999999999999</cx:pt>
          <cx:pt idx="29576">4.96</cx:pt>
          <cx:pt idx="29577">2.46</cx:pt>
          <cx:pt idx="29578">7.46</cx:pt>
          <cx:pt idx="29579">7.9500000000000002</cx:pt>
          <cx:pt idx="29580">2.0800000000000001</cx:pt>
          <cx:pt idx="29581">6.75</cx:pt>
          <cx:pt idx="29582">4.1500000000000004</cx:pt>
          <cx:pt idx="29583">4.9500000000000002</cx:pt>
          <cx:pt idx="29584">1.25</cx:pt>
          <cx:pt idx="29585">0.41999999999999998</cx:pt>
          <cx:pt idx="29586">2.0800000000000001</cx:pt>
          <cx:pt idx="29587">1.25</cx:pt>
          <cx:pt idx="29588">0.55000000000000004</cx:pt>
          <cx:pt idx="29589">7.9500000000000002</cx:pt>
          <cx:pt idx="29590">9.9499999999999993</cx:pt>
          <cx:pt idx="29591">3.9500000000000002</cx:pt>
          <cx:pt idx="29592">1.25</cx:pt>
          <cx:pt idx="29593">2.9500000000000002</cx:pt>
          <cx:pt idx="29594">2.9500000000000002</cx:pt>
          <cx:pt idx="29595">1.45</cx:pt>
          <cx:pt idx="29596">2.9500000000000002</cx:pt>
          <cx:pt idx="29597">1.6499999999999999</cx:pt>
          <cx:pt idx="29598">0.41999999999999998</cx:pt>
          <cx:pt idx="29599">0.41999999999999998</cx:pt>
          <cx:pt idx="29600">4.9500000000000002</cx:pt>
          <cx:pt idx="29601">7.9500000000000002</cx:pt>
          <cx:pt idx="29602">2.9500000000000002</cx:pt>
          <cx:pt idx="29603">2.25</cx:pt>
          <cx:pt idx="29604">1.25</cx:pt>
          <cx:pt idx="29605">2.9500000000000002</cx:pt>
          <cx:pt idx="29606">1.6899999999999999</cx:pt>
          <cx:pt idx="29607">1.45</cx:pt>
          <cx:pt idx="29608">1.45</cx:pt>
          <cx:pt idx="29609">2.25</cx:pt>
          <cx:pt idx="29610">2.25</cx:pt>
          <cx:pt idx="29611">9.9499999999999993</cx:pt>
          <cx:pt idx="29612">0.82999999999999996</cx:pt>
          <cx:pt idx="29613">4.9500000000000002</cx:pt>
          <cx:pt idx="29614">2.9500000000000002</cx:pt>
          <cx:pt idx="29615">1.45</cx:pt>
          <cx:pt idx="29616">4.1500000000000004</cx:pt>
          <cx:pt idx="29617">0.84999999999999998</cx:pt>
          <cx:pt idx="29618">1.6499999999999999</cx:pt>
          <cx:pt idx="29619">2.5499999999999998</cx:pt>
          <cx:pt idx="29620">4.9500000000000002</cx:pt>
          <cx:pt idx="29621">8.5</cx:pt>
          <cx:pt idx="29622">3.75</cx:pt>
          <cx:pt idx="29623">2.9500000000000002</cx:pt>
          <cx:pt idx="29624">2.9500000000000002</cx:pt>
          <cx:pt idx="29625">6.9500000000000002</cx:pt>
          <cx:pt idx="29626">1.25</cx:pt>
          <cx:pt idx="29627">1.25</cx:pt>
          <cx:pt idx="29628">1.25</cx:pt>
          <cx:pt idx="29629">4.25</cx:pt>
          <cx:pt idx="29630">7.9500000000000002</cx:pt>
          <cx:pt idx="29631">4.9500000000000002</cx:pt>
          <cx:pt idx="29632">1.45</cx:pt>
          <cx:pt idx="29633">2.9500000000000002</cx:pt>
          <cx:pt idx="29634">2.4900000000000002</cx:pt>
          <cx:pt idx="29635">2.9500000000000002</cx:pt>
          <cx:pt idx="29636">2.0800000000000001</cx:pt>
          <cx:pt idx="29637">2.9500000000000002</cx:pt>
          <cx:pt idx="29638">1.6499999999999999</cx:pt>
          <cx:pt idx="29639">1.6499999999999999</cx:pt>
          <cx:pt idx="29640">2.4900000000000002</cx:pt>
          <cx:pt idx="29641">2.5499999999999998</cx:pt>
          <cx:pt idx="29642">6.9500000000000002</cx:pt>
          <cx:pt idx="29643">0.71999999999999997</cx:pt>
          <cx:pt idx="29644">1.75</cx:pt>
          <cx:pt idx="29645">5.9500000000000002</cx:pt>
          <cx:pt idx="29646">7.6500000000000004</cx:pt>
          <cx:pt idx="29647">1.25</cx:pt>
          <cx:pt idx="29648">2.75</cx:pt>
          <cx:pt idx="29649">1.6899999999999999</cx:pt>
          <cx:pt idx="29650">0.82999999999999996</cx:pt>
          <cx:pt idx="29651">0.28999999999999998</cx:pt>
          <cx:pt idx="29652">0.65000000000000002</cx:pt>
          <cx:pt idx="29653">2.9500000000000002</cx:pt>
          <cx:pt idx="29654">2.9500000000000002</cx:pt>
          <cx:pt idx="29655">1.45</cx:pt>
          <cx:pt idx="29656">1.45</cx:pt>
          <cx:pt idx="29657">0.41999999999999998</cx:pt>
          <cx:pt idx="29658">2.0800000000000001</cx:pt>
          <cx:pt idx="29659">12.75</cx:pt>
          <cx:pt idx="29660">0.55000000000000004</cx:pt>
          <cx:pt idx="29661">0.55000000000000004</cx:pt>
          <cx:pt idx="29662">0.55000000000000004</cx:pt>
          <cx:pt idx="29663">1.25</cx:pt>
          <cx:pt idx="29664">0.65000000000000002</cx:pt>
          <cx:pt idx="29665">2.0800000000000001</cx:pt>
          <cx:pt idx="29666">2.0800000000000001</cx:pt>
          <cx:pt idx="29667">1.6899999999999999</cx:pt>
          <cx:pt idx="29668">1.6499999999999999</cx:pt>
          <cx:pt idx="29669">2.8900000000000001</cx:pt>
          <cx:pt idx="29670">1.25</cx:pt>
          <cx:pt idx="29671">1.6499999999999999</cx:pt>
          <cx:pt idx="29672">4.1500000000000004</cx:pt>
          <cx:pt idx="29673">3.75</cx:pt>
          <cx:pt idx="29674">8.5</cx:pt>
          <cx:pt idx="29675">7.9500000000000002</cx:pt>
          <cx:pt idx="29676">2.9500000000000002</cx:pt>
          <cx:pt idx="29677">7.6500000000000004</cx:pt>
          <cx:pt idx="29678">1.25</cx:pt>
          <cx:pt idx="29679">4.1500000000000004</cx:pt>
          <cx:pt idx="29680">2.5499999999999998</cx:pt>
          <cx:pt idx="29681">1.45</cx:pt>
          <cx:pt idx="29682">1.6499999999999999</cx:pt>
          <cx:pt idx="29683">2.5499999999999998</cx:pt>
          <cx:pt idx="29684">7.9500000000000002</cx:pt>
          <cx:pt idx="29685">2.1000000000000001</cx:pt>
          <cx:pt idx="29686">2.1000000000000001</cx:pt>
          <cx:pt idx="29687">1.45</cx:pt>
          <cx:pt idx="29688">1.25</cx:pt>
          <cx:pt idx="29689">2.9500000000000002</cx:pt>
          <cx:pt idx="29690">1.25</cx:pt>
          <cx:pt idx="29691">2.0800000000000001</cx:pt>
          <cx:pt idx="29692">0.65000000000000002</cx:pt>
          <cx:pt idx="29693">2.5499999999999998</cx:pt>
          <cx:pt idx="29694">1.45</cx:pt>
          <cx:pt idx="29695">3.75</cx:pt>
          <cx:pt idx="29696">14.949999999999999</cx:pt>
          <cx:pt idx="29697">1.6499999999999999</cx:pt>
          <cx:pt idx="29698">1.6499999999999999</cx:pt>
          <cx:pt idx="29699">0.84999999999999998</cx:pt>
          <cx:pt idx="29700">7.9500000000000002</cx:pt>
          <cx:pt idx="29701">4.1500000000000004</cx:pt>
          <cx:pt idx="29702">7.9500000000000002</cx:pt>
          <cx:pt idx="29703">6.3499999999999996</cx:pt>
          <cx:pt idx="29704">2.9500000000000002</cx:pt>
          <cx:pt idx="29705">2.9500000000000002</cx:pt>
          <cx:pt idx="29706">1.6499999999999999</cx:pt>
          <cx:pt idx="29707">4.1500000000000004</cx:pt>
          <cx:pt idx="29708">4.9500000000000002</cx:pt>
          <cx:pt idx="29709">1.25</cx:pt>
          <cx:pt idx="29710">4.6500000000000004</cx:pt>
          <cx:pt idx="29711">0.41999999999999998</cx:pt>
          <cx:pt idx="29712">1.45</cx:pt>
          <cx:pt idx="29713">3.75</cx:pt>
          <cx:pt idx="29714">1.6499999999999999</cx:pt>
          <cx:pt idx="29715">0.41999999999999998</cx:pt>
          <cx:pt idx="29716">0.41999999999999998</cx:pt>
          <cx:pt idx="29717">2.5499999999999998</cx:pt>
          <cx:pt idx="29718">1.25</cx:pt>
          <cx:pt idx="29719">1.6499999999999999</cx:pt>
          <cx:pt idx="29720">0.41999999999999998</cx:pt>
          <cx:pt idx="29721">1.6499999999999999</cx:pt>
          <cx:pt idx="29722">1.6499999999999999</cx:pt>
          <cx:pt idx="29723">6.75</cx:pt>
          <cx:pt idx="29724">1.25</cx:pt>
          <cx:pt idx="29725">4.9500000000000002</cx:pt>
          <cx:pt idx="29726">0.41999999999999998</cx:pt>
          <cx:pt idx="29727">1.6499999999999999</cx:pt>
          <cx:pt idx="29728">1.45</cx:pt>
          <cx:pt idx="29729">2.75</cx:pt>
          <cx:pt idx="29730">1.0600000000000001</cx:pt>
          <cx:pt idx="29731">2.0800000000000001</cx:pt>
          <cx:pt idx="29732">4.1500000000000004</cx:pt>
          <cx:pt idx="29733">2.0800000000000001</cx:pt>
          <cx:pt idx="29734">7.9500000000000002</cx:pt>
          <cx:pt idx="29735">2.9500000000000002</cx:pt>
          <cx:pt idx="29736">1.6499999999999999</cx:pt>
          <cx:pt idx="29737">0.84999999999999998</cx:pt>
          <cx:pt idx="29738">0.41999999999999998</cx:pt>
          <cx:pt idx="29739">4.1500000000000004</cx:pt>
          <cx:pt idx="29740">4.9500000000000002</cx:pt>
          <cx:pt idx="29741">4.9500000000000002</cx:pt>
          <cx:pt idx="29742">2.0800000000000001</cx:pt>
          <cx:pt idx="29743">0.41999999999999998</cx:pt>
          <cx:pt idx="29744">1.25</cx:pt>
          <cx:pt idx="29745">0.84999999999999998</cx:pt>
          <cx:pt idx="29746">4.9500000000000002</cx:pt>
          <cx:pt idx="29747">2.9500000000000002</cx:pt>
          <cx:pt idx="29748">2.5499999999999998</cx:pt>
          <cx:pt idx="29749">0.84999999999999998</cx:pt>
          <cx:pt idx="29750">2.5499999999999998</cx:pt>
          <cx:pt idx="29751">2.0800000000000001</cx:pt>
          <cx:pt idx="29752">1.6499999999999999</cx:pt>
          <cx:pt idx="29753">1.6899999999999999</cx:pt>
          <cx:pt idx="29754">1.6899999999999999</cx:pt>
          <cx:pt idx="29755">1.45</cx:pt>
          <cx:pt idx="29756">1.6499999999999999</cx:pt>
          <cx:pt idx="29757">1.6499999999999999</cx:pt>
          <cx:pt idx="29758">12.75</cx:pt>
          <cx:pt idx="29759">1.25</cx:pt>
          <cx:pt idx="29760">12.75</cx:pt>
          <cx:pt idx="29761">1.6499999999999999</cx:pt>
          <cx:pt idx="29762">9.9499999999999993</cx:pt>
          <cx:pt idx="29763">2.0800000000000001</cx:pt>
          <cx:pt idx="29764">4.1500000000000004</cx:pt>
          <cx:pt idx="29765">2.1000000000000001</cx:pt>
          <cx:pt idx="29766">0.82999999999999996</cx:pt>
          <cx:pt idx="29767">7.9500000000000002</cx:pt>
          <cx:pt idx="29768">0.82999999999999996</cx:pt>
          <cx:pt idx="29769">2.0800000000000001</cx:pt>
          <cx:pt idx="29770">7.9500000000000002</cx:pt>
          <cx:pt idx="29771">0.41999999999999998</cx:pt>
          <cx:pt idx="29772">2.1000000000000001</cx:pt>
          <cx:pt idx="29773">7.9500000000000002</cx:pt>
          <cx:pt idx="29774">2.0800000000000001</cx:pt>
          <cx:pt idx="29775">2.9500000000000002</cx:pt>
          <cx:pt idx="29776">4.1500000000000004</cx:pt>
          <cx:pt idx="29777">0.84999999999999998</cx:pt>
          <cx:pt idx="29778">1.6499999999999999</cx:pt>
          <cx:pt idx="29779">1.95</cx:pt>
          <cx:pt idx="29780">2.9500000000000002</cx:pt>
          <cx:pt idx="29781">4.9500000000000002</cx:pt>
          <cx:pt idx="29782">2.9500000000000002</cx:pt>
          <cx:pt idx="29783">1.6499999999999999</cx:pt>
          <cx:pt idx="29784">1.25</cx:pt>
          <cx:pt idx="29785">1.95</cx:pt>
          <cx:pt idx="29786">1.45</cx:pt>
          <cx:pt idx="29787">4.1299999999999999</cx:pt>
          <cx:pt idx="29788">4.1299999999999999</cx:pt>
          <cx:pt idx="29789">16.629999999999999</cx:pt>
          <cx:pt idx="29790">10.789999999999999</cx:pt>
          <cx:pt idx="29791">3.29</cx:pt>
          <cx:pt idx="29792">1.25</cx:pt>
          <cx:pt idx="29793">14.130000000000001</cx:pt>
          <cx:pt idx="29794">4.96</cx:pt>
          <cx:pt idx="29795">4.1299999999999999</cx:pt>
          <cx:pt idx="29796">1.6499999999999999</cx:pt>
          <cx:pt idx="29797">1.25</cx:pt>
          <cx:pt idx="29798">1.25</cx:pt>
          <cx:pt idx="29799">2.9500000000000002</cx:pt>
          <cx:pt idx="29800">0.84999999999999998</cx:pt>
          <cx:pt idx="29801">1.45</cx:pt>
          <cx:pt idx="29802">4.9500000000000002</cx:pt>
          <cx:pt idx="29803">8.5</cx:pt>
          <cx:pt idx="29804">0.65000000000000002</cx:pt>
          <cx:pt idx="29805">2.5499999999999998</cx:pt>
          <cx:pt idx="29806">0.41999999999999998</cx:pt>
          <cx:pt idx="29807">1.25</cx:pt>
          <cx:pt idx="29808">2.0800000000000001</cx:pt>
          <cx:pt idx="29809">4.9500000000000002</cx:pt>
          <cx:pt idx="29810">0.84999999999999998</cx:pt>
          <cx:pt idx="29811">9.9499999999999993</cx:pt>
          <cx:pt idx="29812">0.41999999999999998</cx:pt>
          <cx:pt idx="29813">1.6499999999999999</cx:pt>
          <cx:pt idx="29814">1.25</cx:pt>
          <cx:pt idx="29815">0.84999999999999998</cx:pt>
          <cx:pt idx="29816">2.9500000000000002</cx:pt>
          <cx:pt idx="29817">2.9500000000000002</cx:pt>
          <cx:pt idx="29818">4.9500000000000002</cx:pt>
          <cx:pt idx="29819">2.25</cx:pt>
          <cx:pt idx="29820">1.45</cx:pt>
          <cx:pt idx="29821">0.41999999999999998</cx:pt>
          <cx:pt idx="29822">7.6500000000000004</cx:pt>
          <cx:pt idx="29823">0.41999999999999998</cx:pt>
          <cx:pt idx="29824">1.45</cx:pt>
          <cx:pt idx="29825">0.41999999999999998</cx:pt>
          <cx:pt idx="29826">1.25</cx:pt>
          <cx:pt idx="29827">7.9500000000000002</cx:pt>
          <cx:pt idx="29828">2.0800000000000001</cx:pt>
          <cx:pt idx="29829">1.45</cx:pt>
          <cx:pt idx="29830">2.9500000000000002</cx:pt>
          <cx:pt idx="29831">0.41999999999999998</cx:pt>
          <cx:pt idx="29832">1.95</cx:pt>
          <cx:pt idx="29833">1.6499999999999999</cx:pt>
          <cx:pt idx="29834">4.9500000000000002</cx:pt>
          <cx:pt idx="29835">1.6499999999999999</cx:pt>
          <cx:pt idx="29836">2.9500000000000002</cx:pt>
          <cx:pt idx="29837">1.25</cx:pt>
          <cx:pt idx="29838">0.55000000000000004</cx:pt>
          <cx:pt idx="29839">1.25</cx:pt>
          <cx:pt idx="29840">2.0800000000000001</cx:pt>
          <cx:pt idx="29841">1.6499999999999999</cx:pt>
          <cx:pt idx="29842">1.6499999999999999</cx:pt>
          <cx:pt idx="29843">4.9500000000000002</cx:pt>
          <cx:pt idx="29844">2.5499999999999998</cx:pt>
          <cx:pt idx="29845">0.65000000000000002</cx:pt>
          <cx:pt idx="29846">4.25</cx:pt>
          <cx:pt idx="29847">2.1000000000000001</cx:pt>
          <cx:pt idx="29848">2.5499999999999998</cx:pt>
          <cx:pt idx="29849">1.6899999999999999</cx:pt>
          <cx:pt idx="29850">0.41999999999999998</cx:pt>
          <cx:pt idx="29851">1.25</cx:pt>
          <cx:pt idx="29852">0.41999999999999998</cx:pt>
          <cx:pt idx="29853">4.1500000000000004</cx:pt>
          <cx:pt idx="29854">1.45</cx:pt>
          <cx:pt idx="29855">8.5</cx:pt>
          <cx:pt idx="29856">7.9500000000000002</cx:pt>
          <cx:pt idx="29857">7.9500000000000002</cx:pt>
          <cx:pt idx="29858">12.75</cx:pt>
          <cx:pt idx="29859">0.41999999999999998</cx:pt>
          <cx:pt idx="29860">4.9500000000000002</cx:pt>
          <cx:pt idx="29861">4.9500000000000002</cx:pt>
          <cx:pt idx="29862">2.0800000000000001</cx:pt>
          <cx:pt idx="29863">0.82999999999999996</cx:pt>
          <cx:pt idx="29864">0.55000000000000004</cx:pt>
          <cx:pt idx="29865">1.6499999999999999</cx:pt>
          <cx:pt idx="29866">0.84999999999999998</cx:pt>
          <cx:pt idx="29867">1.6499999999999999</cx:pt>
          <cx:pt idx="29868">0.65000000000000002</cx:pt>
          <cx:pt idx="29869">1.6899999999999999</cx:pt>
          <cx:pt idx="29870">0.65000000000000002</cx:pt>
          <cx:pt idx="29871">1.25</cx:pt>
          <cx:pt idx="29872">0.41999999999999998</cx:pt>
          <cx:pt idx="29873">2.0800000000000001</cx:pt>
          <cx:pt idx="29874">0.65000000000000002</cx:pt>
          <cx:pt idx="29875">0.55000000000000004</cx:pt>
          <cx:pt idx="29876">0.84999999999999998</cx:pt>
          <cx:pt idx="29877">8.3300000000000001</cx:pt>
          <cx:pt idx="29878">6.6299999999999999</cx:pt>
          <cx:pt idx="29879">8.2899999999999991</cx:pt>
          <cx:pt idx="29880">8.2899999999999991</cx:pt>
          <cx:pt idx="29881">1.6299999999999999</cx:pt>
          <cx:pt idx="29882">3.29</cx:pt>
          <cx:pt idx="29883">6.6299999999999999</cx:pt>
          <cx:pt idx="29884">3.29</cx:pt>
          <cx:pt idx="29885">2.46</cx:pt>
          <cx:pt idx="29886">7.46</cx:pt>
          <cx:pt idx="29887">4.1500000000000004</cx:pt>
          <cx:pt idx="29888">1.6499999999999999</cx:pt>
          <cx:pt idx="29889">0.41999999999999998</cx:pt>
          <cx:pt idx="29890">2.0800000000000001</cx:pt>
          <cx:pt idx="29891">4.9500000000000002</cx:pt>
          <cx:pt idx="29892">1.45</cx:pt>
          <cx:pt idx="29893">0.55000000000000004</cx:pt>
          <cx:pt idx="29894">0.84999999999999998</cx:pt>
          <cx:pt idx="29895">2.0800000000000001</cx:pt>
          <cx:pt idx="29896">1.0600000000000001</cx:pt>
          <cx:pt idx="29897">1.45</cx:pt>
          <cx:pt idx="29898">4.1500000000000004</cx:pt>
          <cx:pt idx="29899">3.75</cx:pt>
          <cx:pt idx="29900">0.71999999999999997</cx:pt>
          <cx:pt idx="29901">1.6899999999999999</cx:pt>
          <cx:pt idx="29902">1.25</cx:pt>
          <cx:pt idx="29903">12.75</cx:pt>
          <cx:pt idx="29904">2.0800000000000001</cx:pt>
          <cx:pt idx="29905">2.8900000000000001</cx:pt>
          <cx:pt idx="29906">0.41999999999999998</cx:pt>
          <cx:pt idx="29907">1.45</cx:pt>
          <cx:pt idx="29908">2.5499999999999998</cx:pt>
          <cx:pt idx="29909">2.9500000000000002</cx:pt>
          <cx:pt idx="29910">2.9500000000000002</cx:pt>
          <cx:pt idx="29911">2.4900000000000002</cx:pt>
          <cx:pt idx="29912">2.5499999999999998</cx:pt>
          <cx:pt idx="29913">0.55000000000000004</cx:pt>
          <cx:pt idx="29914">2.0800000000000001</cx:pt>
          <cx:pt idx="29915">2.1000000000000001</cx:pt>
          <cx:pt idx="29916">2.5499999999999998</cx:pt>
          <cx:pt idx="29917">1.25</cx:pt>
          <cx:pt idx="29918">2.4900000000000002</cx:pt>
          <cx:pt idx="29919">12.75</cx:pt>
          <cx:pt idx="29920">0.65000000000000002</cx:pt>
          <cx:pt idx="29921">2.9500000000000002</cx:pt>
          <cx:pt idx="29922">2.9500000000000002</cx:pt>
          <cx:pt idx="29923">1.25</cx:pt>
          <cx:pt idx="29924">4.9500000000000002</cx:pt>
          <cx:pt idx="29925">3.75</cx:pt>
          <cx:pt idx="29926">1.6499999999999999</cx:pt>
          <cx:pt idx="29927">1.6499999999999999</cx:pt>
          <cx:pt idx="29928">4.9500000000000002</cx:pt>
          <cx:pt idx="29929">2.9500000000000002</cx:pt>
          <cx:pt idx="29930">1.6499999999999999</cx:pt>
          <cx:pt idx="29931">6.9500000000000002</cx:pt>
          <cx:pt idx="29932">0.65000000000000002</cx:pt>
          <cx:pt idx="29933">0.84999999999999998</cx:pt>
          <cx:pt idx="29934">2.9500000000000002</cx:pt>
          <cx:pt idx="29935">0.41999999999999998</cx:pt>
          <cx:pt idx="29936">0.41999999999999998</cx:pt>
          <cx:pt idx="29937">2.0800000000000001</cx:pt>
          <cx:pt idx="29938">6.9500000000000002</cx:pt>
          <cx:pt idx="29939">1.25</cx:pt>
          <cx:pt idx="29940">1.25</cx:pt>
          <cx:pt idx="29941">1.25</cx:pt>
          <cx:pt idx="29942">1.6499999999999999</cx:pt>
          <cx:pt idx="29943">1.25</cx:pt>
          <cx:pt idx="29944">0.41999999999999998</cx:pt>
          <cx:pt idx="29945">1.6499999999999999</cx:pt>
          <cx:pt idx="29946">0.41999999999999998</cx:pt>
          <cx:pt idx="29947">1.6899999999999999</cx:pt>
          <cx:pt idx="29948">1.25</cx:pt>
          <cx:pt idx="29949">2.25</cx:pt>
          <cx:pt idx="29950">0.55000000000000004</cx:pt>
          <cx:pt idx="29951">2.9500000000000002</cx:pt>
          <cx:pt idx="29952">2.1000000000000001</cx:pt>
          <cx:pt idx="29953">1.6499999999999999</cx:pt>
          <cx:pt idx="29954">2.5499999999999998</cx:pt>
          <cx:pt idx="29955">0.41999999999999998</cx:pt>
          <cx:pt idx="29956">4.1500000000000004</cx:pt>
          <cx:pt idx="29957">2.1000000000000001</cx:pt>
          <cx:pt idx="29958">2.9500000000000002</cx:pt>
          <cx:pt idx="29959">2.5499999999999998</cx:pt>
          <cx:pt idx="29960">1.45</cx:pt>
          <cx:pt idx="29961">2.5499999999999998</cx:pt>
          <cx:pt idx="29962">1.25</cx:pt>
          <cx:pt idx="29963">0.41999999999999998</cx:pt>
          <cx:pt idx="29964">4.1500000000000004</cx:pt>
          <cx:pt idx="29965">1.25</cx:pt>
          <cx:pt idx="29966">2.9500000000000002</cx:pt>
          <cx:pt idx="29967">3.75</cx:pt>
          <cx:pt idx="29968">1.6499999999999999</cx:pt>
          <cx:pt idx="29969">2.9500000000000002</cx:pt>
          <cx:pt idx="29970">1.45</cx:pt>
          <cx:pt idx="29971">4.9500000000000002</cx:pt>
          <cx:pt idx="29972">7.9500000000000002</cx:pt>
          <cx:pt idx="29973">4.6500000000000004</cx:pt>
          <cx:pt idx="29974">2.9500000000000002</cx:pt>
          <cx:pt idx="29975">1.6499999999999999</cx:pt>
          <cx:pt idx="29976">1.6499999999999999</cx:pt>
          <cx:pt idx="29977">1.6499999999999999</cx:pt>
          <cx:pt idx="29978">1.6499999999999999</cx:pt>
          <cx:pt idx="29979">2.9500000000000002</cx:pt>
          <cx:pt idx="29980">1.25</cx:pt>
          <cx:pt idx="29981">9.9499999999999993</cx:pt>
          <cx:pt idx="29982">4.9500000000000002</cx:pt>
          <cx:pt idx="29983">0.41999999999999998</cx:pt>
          <cx:pt idx="29984">0.41999999999999998</cx:pt>
          <cx:pt idx="29985">0.41999999999999998</cx:pt>
          <cx:pt idx="29986">1.6499999999999999</cx:pt>
          <cx:pt idx="29987">2.1000000000000001</cx:pt>
          <cx:pt idx="29988">0.41999999999999998</cx:pt>
          <cx:pt idx="29989">0.41999999999999998</cx:pt>
          <cx:pt idx="29990">0.41999999999999998</cx:pt>
          <cx:pt idx="29991">6.3499999999999996</cx:pt>
          <cx:pt idx="29992">0.65000000000000002</cx:pt>
          <cx:pt idx="29993">3.9500000000000002</cx:pt>
          <cx:pt idx="29994">0.41999999999999998</cx:pt>
          <cx:pt idx="29995">0.41999999999999998</cx:pt>
          <cx:pt idx="29996">1.45</cx:pt>
          <cx:pt idx="29997">2.9500000000000002</cx:pt>
          <cx:pt idx="29998">0.41999999999999998</cx:pt>
          <cx:pt idx="29999">1.25</cx:pt>
          <cx:pt idx="30000">1.95</cx:pt>
          <cx:pt idx="30001">0.82999999999999996</cx:pt>
          <cx:pt idx="30002">1.25</cx:pt>
          <cx:pt idx="30003">2.9500000000000002</cx:pt>
          <cx:pt idx="30004">0.41999999999999998</cx:pt>
          <cx:pt idx="30005">1.6499999999999999</cx:pt>
          <cx:pt idx="30006">2.5499999999999998</cx:pt>
          <cx:pt idx="30007">1.6499999999999999</cx:pt>
          <cx:pt idx="30008">2.9500000000000002</cx:pt>
          <cx:pt idx="30009">1.45</cx:pt>
          <cx:pt idx="30010">8.5</cx:pt>
          <cx:pt idx="30011">8.5</cx:pt>
          <cx:pt idx="30012">6.75</cx:pt>
          <cx:pt idx="30013">7.9500000000000002</cx:pt>
          <cx:pt idx="30014">2.1000000000000001</cx:pt>
          <cx:pt idx="30015">1.25</cx:pt>
          <cx:pt idx="30016">1.25</cx:pt>
          <cx:pt idx="30017">6.9500000000000002</cx:pt>
          <cx:pt idx="30018">1.25</cx:pt>
          <cx:pt idx="30019">1.25</cx:pt>
          <cx:pt idx="30020">1.25</cx:pt>
          <cx:pt idx="30021">0.84999999999999998</cx:pt>
          <cx:pt idx="30022">3.75</cx:pt>
          <cx:pt idx="30023">8.5</cx:pt>
          <cx:pt idx="30024">1.25</cx:pt>
          <cx:pt idx="30025">1.45</cx:pt>
          <cx:pt idx="30026">4.1500000000000004</cx:pt>
          <cx:pt idx="30027">1.45</cx:pt>
          <cx:pt idx="30028">2.9500000000000002</cx:pt>
          <cx:pt idx="30029">7.9500000000000002</cx:pt>
          <cx:pt idx="30030">2.0800000000000001</cx:pt>
          <cx:pt idx="30031">1.25</cx:pt>
          <cx:pt idx="30032">6.9500000000000002</cx:pt>
          <cx:pt idx="30033">1.25</cx:pt>
          <cx:pt idx="30034">0.41999999999999998</cx:pt>
          <cx:pt idx="30035">16.629999999999999</cx:pt>
          <cx:pt idx="30036">3.29</cx:pt>
          <cx:pt idx="30037">4.1299999999999999</cx:pt>
          <cx:pt idx="30038">2.9199999999999999</cx:pt>
          <cx:pt idx="30039">10.789999999999999</cx:pt>
          <cx:pt idx="30040">1.6299999999999999</cx:pt>
          <cx:pt idx="30041">2.46</cx:pt>
          <cx:pt idx="30042">5.79</cx:pt>
          <cx:pt idx="30043">15.789999999999999</cx:pt>
          <cx:pt idx="30044">1.25</cx:pt>
          <cx:pt idx="30045">24.960000000000001</cx:pt>
          <cx:pt idx="30046">3.29</cx:pt>
          <cx:pt idx="30047">2.46</cx:pt>
          <cx:pt idx="30048">5.79</cx:pt>
          <cx:pt idx="30049">5.79</cx:pt>
          <cx:pt idx="30050">0.41999999999999998</cx:pt>
          <cx:pt idx="30051">4.5800000000000001</cx:pt>
          <cx:pt idx="30052">2.46</cx:pt>
          <cx:pt idx="30053">4.96</cx:pt>
          <cx:pt idx="30054">4.1299999999999999</cx:pt>
          <cx:pt idx="30055">1.25</cx:pt>
          <cx:pt idx="30056">1.25</cx:pt>
          <cx:pt idx="30057">2.46</cx:pt>
          <cx:pt idx="30058">3.29</cx:pt>
          <cx:pt idx="30059">4.1299999999999999</cx:pt>
          <cx:pt idx="30060">4.1299999999999999</cx:pt>
          <cx:pt idx="30061">1.6299999999999999</cx:pt>
          <cx:pt idx="30062">0.82999999999999996</cx:pt>
          <cx:pt idx="30063">4.1299999999999999</cx:pt>
          <cx:pt idx="30064">0.82999999999999996</cx:pt>
          <cx:pt idx="30065">10.789999999999999</cx:pt>
          <cx:pt idx="30066">4.1299999999999999</cx:pt>
          <cx:pt idx="30067">2.46</cx:pt>
          <cx:pt idx="30068">4.1299999999999999</cx:pt>
          <cx:pt idx="30069">5.79</cx:pt>
          <cx:pt idx="30070">3.29</cx:pt>
          <cx:pt idx="30071">0.82999999999999996</cx:pt>
          <cx:pt idx="30072">3.29</cx:pt>
          <cx:pt idx="30073">4.1299999999999999</cx:pt>
          <cx:pt idx="30074">1.25</cx:pt>
          <cx:pt idx="30075">3.29</cx:pt>
          <cx:pt idx="30076">1.25</cx:pt>
          <cx:pt idx="30077">2.7599999999999998</cx:pt>
          <cx:pt idx="30078">5.79</cx:pt>
          <cx:pt idx="30079">2.46</cx:pt>
          <cx:pt idx="30080">5.79</cx:pt>
          <cx:pt idx="30081">2.46</cx:pt>
          <cx:pt idx="30082">0.41999999999999998</cx:pt>
          <cx:pt idx="30083">2.46</cx:pt>
          <cx:pt idx="30084">4.96</cx:pt>
          <cx:pt idx="30085">4.1299999999999999</cx:pt>
          <cx:pt idx="30086">4.1299999999999999</cx:pt>
          <cx:pt idx="30087">1.6299999999999999</cx:pt>
          <cx:pt idx="30088">4.96</cx:pt>
          <cx:pt idx="30089">3.29</cx:pt>
          <cx:pt idx="30090">9.9600000000000009</cx:pt>
          <cx:pt idx="30091">4.1299999999999999</cx:pt>
          <cx:pt idx="30092">0.82999999999999996</cx:pt>
          <cx:pt idx="30093">15.789999999999999</cx:pt>
          <cx:pt idx="30094">1.25</cx:pt>
          <cx:pt idx="30095">4.1299999999999999</cx:pt>
          <cx:pt idx="30096">0.82999999999999996</cx:pt>
          <cx:pt idx="30097">24.960000000000001</cx:pt>
          <cx:pt idx="30098">0.82999999999999996</cx:pt>
          <cx:pt idx="30099">2.46</cx:pt>
          <cx:pt idx="30100">5.79</cx:pt>
          <cx:pt idx="30101">3.29</cx:pt>
          <cx:pt idx="30102">1.6299999999999999</cx:pt>
          <cx:pt idx="30103">0.82999999999999996</cx:pt>
          <cx:pt idx="30104">0.82999999999999996</cx:pt>
          <cx:pt idx="30105">5.79</cx:pt>
          <cx:pt idx="30106">5.79</cx:pt>
          <cx:pt idx="30107">4.1299999999999999</cx:pt>
          <cx:pt idx="30108">2.9199999999999999</cx:pt>
          <cx:pt idx="30109">10.789999999999999</cx:pt>
          <cx:pt idx="30110">4.1299999999999999</cx:pt>
          <cx:pt idx="30111">2.46</cx:pt>
          <cx:pt idx="30112">14.960000000000001</cx:pt>
          <cx:pt idx="30113">5.79</cx:pt>
          <cx:pt idx="30114">15.789999999999999</cx:pt>
          <cx:pt idx="30115">15.789999999999999</cx:pt>
          <cx:pt idx="30116">2.46</cx:pt>
          <cx:pt idx="30117">10.789999999999999</cx:pt>
          <cx:pt idx="30118">16.629999999999999</cx:pt>
          <cx:pt idx="30119">5.79</cx:pt>
          <cx:pt idx="30120">8.2899999999999991</cx:pt>
          <cx:pt idx="30121">4.1299999999999999</cx:pt>
          <cx:pt idx="30122">4.96</cx:pt>
          <cx:pt idx="30123">4.1299999999999999</cx:pt>
          <cx:pt idx="30124">2.46</cx:pt>
          <cx:pt idx="30125">1.25</cx:pt>
          <cx:pt idx="30126">3.29</cx:pt>
          <cx:pt idx="30127">15.789999999999999</cx:pt>
          <cx:pt idx="30128">9.9600000000000009</cx:pt>
          <cx:pt idx="30129">10.789999999999999</cx:pt>
          <cx:pt idx="30130">2.46</cx:pt>
          <cx:pt idx="30131">5.79</cx:pt>
          <cx:pt idx="30132">5.79</cx:pt>
          <cx:pt idx="30133">2.46</cx:pt>
          <cx:pt idx="30134">3.29</cx:pt>
          <cx:pt idx="30135">0.82999999999999996</cx:pt>
          <cx:pt idx="30136">3.29</cx:pt>
          <cx:pt idx="30137">4.1299999999999999</cx:pt>
          <cx:pt idx="30138">4.1500000000000004</cx:pt>
          <cx:pt idx="30139">6.3499999999999996</cx:pt>
          <cx:pt idx="30140">4.9500000000000002</cx:pt>
          <cx:pt idx="30141">3.25</cx:pt>
          <cx:pt idx="30142">1.6499999999999999</cx:pt>
          <cx:pt idx="30143">1.6499999999999999</cx:pt>
          <cx:pt idx="30144">5.79</cx:pt>
          <cx:pt idx="30145">3.29</cx:pt>
          <cx:pt idx="30146">2.46</cx:pt>
          <cx:pt idx="30147">5.79</cx:pt>
          <cx:pt idx="30148">0.82999999999999996</cx:pt>
          <cx:pt idx="30149">0.41999999999999998</cx:pt>
          <cx:pt idx="30150">5.79</cx:pt>
          <cx:pt idx="30151">0.41999999999999998</cx:pt>
          <cx:pt idx="30152">3.29</cx:pt>
          <cx:pt idx="30153">0.41999999999999998</cx:pt>
          <cx:pt idx="30154">24.960000000000001</cx:pt>
          <cx:pt idx="30155">1.25</cx:pt>
          <cx:pt idx="30156">4.1299999999999999</cx:pt>
          <cx:pt idx="30157">1.6299999999999999</cx:pt>
          <cx:pt idx="30158">0.82999999999999996</cx:pt>
          <cx:pt idx="30159">0.82999999999999996</cx:pt>
          <cx:pt idx="30160">2.46</cx:pt>
          <cx:pt idx="30161">0.41999999999999998</cx:pt>
          <cx:pt idx="30162">2.46</cx:pt>
          <cx:pt idx="30163">0.41999999999999998</cx:pt>
          <cx:pt idx="30164">10.789999999999999</cx:pt>
          <cx:pt idx="30165">0.41999999999999998</cx:pt>
          <cx:pt idx="30166">6.6299999999999999</cx:pt>
          <cx:pt idx="30167">6.9500000000000002</cx:pt>
          <cx:pt idx="30168">9.1300000000000008</cx:pt>
          <cx:pt idx="30169">2.46</cx:pt>
          <cx:pt idx="30170">1.25</cx:pt>
          <cx:pt idx="30171">1.25</cx:pt>
          <cx:pt idx="30172">1.6299999999999999</cx:pt>
          <cx:pt idx="30173">16.629999999999999</cx:pt>
          <cx:pt idx="30174">15.789999999999999</cx:pt>
          <cx:pt idx="30175">24.960000000000001</cx:pt>
          <cx:pt idx="30176">1.45</cx:pt>
          <cx:pt idx="30177">2.46</cx:pt>
          <cx:pt idx="30178">5.79</cx:pt>
          <cx:pt idx="30179">0.41999999999999998</cx:pt>
          <cx:pt idx="30180">0.65000000000000002</cx:pt>
          <cx:pt idx="30181">10.789999999999999</cx:pt>
          <cx:pt idx="30182">3.29</cx:pt>
          <cx:pt idx="30183">0.82999999999999996</cx:pt>
          <cx:pt idx="30184">4.96</cx:pt>
          <cx:pt idx="30185">4.1299999999999999</cx:pt>
          <cx:pt idx="30186">1.25</cx:pt>
          <cx:pt idx="30187">1.6299999999999999</cx:pt>
          <cx:pt idx="30188">0.82999999999999996</cx:pt>
          <cx:pt idx="30189">4.1299999999999999</cx:pt>
          <cx:pt idx="30190">3.29</cx:pt>
          <cx:pt idx="30191">10.789999999999999</cx:pt>
          <cx:pt idx="30192">2.46</cx:pt>
          <cx:pt idx="30193">3.29</cx:pt>
          <cx:pt idx="30194">0.41999999999999998</cx:pt>
          <cx:pt idx="30195">5.79</cx:pt>
          <cx:pt idx="30196">4.5800000000000001</cx:pt>
          <cx:pt idx="30197">2.46</cx:pt>
          <cx:pt idx="30198">7.46</cx:pt>
          <cx:pt idx="30199">6.9500000000000002</cx:pt>
          <cx:pt idx="30200">2.46</cx:pt>
          <cx:pt idx="30201">3.29</cx:pt>
          <cx:pt idx="30202">4.1299999999999999</cx:pt>
          <cx:pt idx="30203">1.6299999999999999</cx:pt>
          <cx:pt idx="30204">4.1299999999999999</cx:pt>
          <cx:pt idx="30205">4.1299999999999999</cx:pt>
          <cx:pt idx="30206">2.9199999999999999</cx:pt>
          <cx:pt idx="30207">8.2899999999999991</cx:pt>
          <cx:pt idx="30208">0.41999999999999998</cx:pt>
          <cx:pt idx="30209">15.789999999999999</cx:pt>
          <cx:pt idx="30210">15.789999999999999</cx:pt>
          <cx:pt idx="30211">2.46</cx:pt>
          <cx:pt idx="30212">0.41999999999999998</cx:pt>
          <cx:pt idx="30213">5.79</cx:pt>
          <cx:pt idx="30214">3.29</cx:pt>
          <cx:pt idx="30215">2.46</cx:pt>
          <cx:pt idx="30216">3.29</cx:pt>
          <cx:pt idx="30217">6.9500000000000002</cx:pt>
          <cx:pt idx="30218">0.82999999999999996</cx:pt>
          <cx:pt idx="30219">2.46</cx:pt>
          <cx:pt idx="30220">1.25</cx:pt>
          <cx:pt idx="30221">3.29</cx:pt>
          <cx:pt idx="30222">1.25</cx:pt>
          <cx:pt idx="30223">1.25</cx:pt>
          <cx:pt idx="30224">4.1299999999999999</cx:pt>
          <cx:pt idx="30225">1.6299999999999999</cx:pt>
          <cx:pt idx="30226">4.1299999999999999</cx:pt>
          <cx:pt idx="30227">0.82999999999999996</cx:pt>
          <cx:pt idx="30228">10.789999999999999</cx:pt>
          <cx:pt idx="30229">4.1299999999999999</cx:pt>
          <cx:pt idx="30230">1.6299999999999999</cx:pt>
          <cx:pt idx="30231">5.79</cx:pt>
          <cx:pt idx="30232">15.789999999999999</cx:pt>
          <cx:pt idx="30233">4.96</cx:pt>
          <cx:pt idx="30234">2.46</cx:pt>
          <cx:pt idx="30235">0.41999999999999998</cx:pt>
          <cx:pt idx="30236">3.29</cx:pt>
          <cx:pt idx="30237">16.629999999999999</cx:pt>
          <cx:pt idx="30238">5.79</cx:pt>
          <cx:pt idx="30239">6.9500000000000002</cx:pt>
          <cx:pt idx="30240">3.29</cx:pt>
          <cx:pt idx="30241">4.1299999999999999</cx:pt>
          <cx:pt idx="30242">3.29</cx:pt>
          <cx:pt idx="30243">4.1299999999999999</cx:pt>
          <cx:pt idx="30244">1.6299999999999999</cx:pt>
          <cx:pt idx="30245">3.29</cx:pt>
          <cx:pt idx="30246">4.1299999999999999</cx:pt>
          <cx:pt idx="30247">0.82999999999999996</cx:pt>
          <cx:pt idx="30248">5.79</cx:pt>
          <cx:pt idx="30249">15.789999999999999</cx:pt>
          <cx:pt idx="30250">7.46</cx:pt>
          <cx:pt idx="30251">4.1299999999999999</cx:pt>
          <cx:pt idx="30252">0.82999999999999996</cx:pt>
          <cx:pt idx="30253">3.29</cx:pt>
          <cx:pt idx="30254">3.29</cx:pt>
          <cx:pt idx="30255">4.1299999999999999</cx:pt>
          <cx:pt idx="30256">10.789999999999999</cx:pt>
          <cx:pt idx="30257">2.46</cx:pt>
          <cx:pt idx="30258">5.79</cx:pt>
          <cx:pt idx="30259">0.82999999999999996</cx:pt>
          <cx:pt idx="30260">0.41999999999999998</cx:pt>
          <cx:pt idx="30261">15.789999999999999</cx:pt>
          <cx:pt idx="30262">5.79</cx:pt>
          <cx:pt idx="30263">0.41999999999999998</cx:pt>
          <cx:pt idx="30264">16.629999999999999</cx:pt>
          <cx:pt idx="30265">5.79</cx:pt>
          <cx:pt idx="30266">5.79</cx:pt>
          <cx:pt idx="30267">4.5800000000000001</cx:pt>
          <cx:pt idx="30268">3.29</cx:pt>
          <cx:pt idx="30269">3.29</cx:pt>
          <cx:pt idx="30270">1.25</cx:pt>
          <cx:pt idx="30271">4.1299999999999999</cx:pt>
          <cx:pt idx="30272">1.6299999999999999</cx:pt>
          <cx:pt idx="30273">4.96</cx:pt>
          <cx:pt idx="30274">0.82999999999999996</cx:pt>
          <cx:pt idx="30275">24.960000000000001</cx:pt>
          <cx:pt idx="30276">3.29</cx:pt>
          <cx:pt idx="30277">1.6299999999999999</cx:pt>
          <cx:pt idx="30278">14.960000000000001</cx:pt>
          <cx:pt idx="30279">5.79</cx:pt>
          <cx:pt idx="30280">2.46</cx:pt>
          <cx:pt idx="30281">2.46</cx:pt>
          <cx:pt idx="30282">3.29</cx:pt>
          <cx:pt idx="30283">7.46</cx:pt>
          <cx:pt idx="30284">3.29</cx:pt>
          <cx:pt idx="30285">4.1299999999999999</cx:pt>
          <cx:pt idx="30286">4.1299999999999999</cx:pt>
          <cx:pt idx="30287">3.29</cx:pt>
          <cx:pt idx="30288">3.29</cx:pt>
          <cx:pt idx="30289">6.6299999999999999</cx:pt>
          <cx:pt idx="30290">7.46</cx:pt>
          <cx:pt idx="30291">8.2899999999999991</cx:pt>
          <cx:pt idx="30292">8.2899999999999991</cx:pt>
          <cx:pt idx="30293">4.1299999999999999</cx:pt>
          <cx:pt idx="30294">1.6299999999999999</cx:pt>
          <cx:pt idx="30295">3.29</cx:pt>
          <cx:pt idx="30296">6.6299999999999999</cx:pt>
          <cx:pt idx="30297">2.46</cx:pt>
          <cx:pt idx="30298">8.25</cx:pt>
          <cx:pt idx="30299">2.0800000000000001</cx:pt>
          <cx:pt idx="30300">3.75</cx:pt>
          <cx:pt idx="30301">2.1000000000000001</cx:pt>
          <cx:pt idx="30302">2.0800000000000001</cx:pt>
          <cx:pt idx="30303">8.5</cx:pt>
          <cx:pt idx="30304">4.9500000000000002</cx:pt>
          <cx:pt idx="30305">2.9500000000000002</cx:pt>
          <cx:pt idx="30306">4.1500000000000004</cx:pt>
          <cx:pt idx="30307">1.6499999999999999</cx:pt>
          <cx:pt idx="30308">0.41999999999999998</cx:pt>
          <cx:pt idx="30309">1.25</cx:pt>
          <cx:pt idx="30310">8.5</cx:pt>
          <cx:pt idx="30311">6.9500000000000002</cx:pt>
          <cx:pt idx="30312">0.65000000000000002</cx:pt>
          <cx:pt idx="30313">0.55000000000000004</cx:pt>
          <cx:pt idx="30314">0.84999999999999998</cx:pt>
          <cx:pt idx="30315">2.9500000000000002</cx:pt>
          <cx:pt idx="30316">2.1000000000000001</cx:pt>
          <cx:pt idx="30317">4.9500000000000002</cx:pt>
          <cx:pt idx="30318">4.25</cx:pt>
          <cx:pt idx="30319">6.75</cx:pt>
          <cx:pt idx="30320">4.9500000000000002</cx:pt>
          <cx:pt idx="30321">8.5</cx:pt>
          <cx:pt idx="30322">2.0800000000000001</cx:pt>
          <cx:pt idx="30323">6.75</cx:pt>
          <cx:pt idx="30324">7.9500000000000002</cx:pt>
          <cx:pt idx="30325">6.6299999999999999</cx:pt>
          <cx:pt idx="30326">7.46</cx:pt>
          <cx:pt idx="30327">12.460000000000001</cx:pt>
          <cx:pt idx="30328">4.1299999999999999</cx:pt>
          <cx:pt idx="30329">3.75</cx:pt>
          <cx:pt idx="30330">10.789999999999999</cx:pt>
          <cx:pt idx="30331">14.960000000000001</cx:pt>
          <cx:pt idx="30332">16.629999999999999</cx:pt>
          <cx:pt idx="30333">16.629999999999999</cx:pt>
          <cx:pt idx="30334">2.5</cx:pt>
          <cx:pt idx="30335">12.460000000000001</cx:pt>
          <cx:pt idx="30336">4.1299999999999999</cx:pt>
          <cx:pt idx="30337">5.79</cx:pt>
          <cx:pt idx="30338">3.29</cx:pt>
          <cx:pt idx="30339">2.46</cx:pt>
          <cx:pt idx="30340">4.1299999999999999</cx:pt>
          <cx:pt idx="30341">1.25</cx:pt>
          <cx:pt idx="30342">0.82999999999999996</cx:pt>
          <cx:pt idx="30343">14.130000000000001</cx:pt>
          <cx:pt idx="30344">4.96</cx:pt>
          <cx:pt idx="30345">4.1299999999999999</cx:pt>
          <cx:pt idx="30346">1.25</cx:pt>
          <cx:pt idx="30347">1.6499999999999999</cx:pt>
          <cx:pt idx="30348">8.5</cx:pt>
          <cx:pt idx="30349">2.0800000000000001</cx:pt>
          <cx:pt idx="30350">3.75</cx:pt>
          <cx:pt idx="30351">4.1500000000000004</cx:pt>
          <cx:pt idx="30352">2.0800000000000001</cx:pt>
          <cx:pt idx="30353">1.25</cx:pt>
          <cx:pt idx="30354">2.5499999999999998</cx:pt>
          <cx:pt idx="30355">3.75</cx:pt>
          <cx:pt idx="30356">12.75</cx:pt>
          <cx:pt idx="30357">4.1500000000000004</cx:pt>
          <cx:pt idx="30358">1.25</cx:pt>
          <cx:pt idx="30359">7.9500000000000002</cx:pt>
          <cx:pt idx="30360">4.1500000000000004</cx:pt>
          <cx:pt idx="30361">2.5499999999999998</cx:pt>
          <cx:pt idx="30362">2.1000000000000001</cx:pt>
          <cx:pt idx="30363">0.65000000000000002</cx:pt>
          <cx:pt idx="30364">4.6500000000000004</cx:pt>
          <cx:pt idx="30365">6.75</cx:pt>
          <cx:pt idx="30366">1.6499999999999999</cx:pt>
          <cx:pt idx="30367">6.9500000000000002</cx:pt>
          <cx:pt idx="30368">1.25</cx:pt>
          <cx:pt idx="30369">0.84999999999999998</cx:pt>
          <cx:pt idx="30370">6.75</cx:pt>
          <cx:pt idx="30371">2.75</cx:pt>
          <cx:pt idx="30372">6.9500000000000002</cx:pt>
          <cx:pt idx="30373">1.25</cx:pt>
          <cx:pt idx="30374">2.5499999999999998</cx:pt>
          <cx:pt idx="30375">2.9500000000000002</cx:pt>
          <cx:pt idx="30376">2.5499999999999998</cx:pt>
          <cx:pt idx="30377">2.9500000000000002</cx:pt>
          <cx:pt idx="30378">4.1500000000000004</cx:pt>
          <cx:pt idx="30379">2.5499999999999998</cx:pt>
          <cx:pt idx="30380">1.25</cx:pt>
          <cx:pt idx="30381">4.1500000000000004</cx:pt>
          <cx:pt idx="30382">1.25</cx:pt>
          <cx:pt idx="30383">2.1000000000000001</cx:pt>
          <cx:pt idx="30384">1.45</cx:pt>
          <cx:pt idx="30385">2.5499999999999998</cx:pt>
          <cx:pt idx="30386">2.9500000000000002</cx:pt>
          <cx:pt idx="30387">8.5</cx:pt>
          <cx:pt idx="30388">2.5499999999999998</cx:pt>
          <cx:pt idx="30389">3.75</cx:pt>
          <cx:pt idx="30390">0.55000000000000004</cx:pt>
          <cx:pt idx="30391">2.8900000000000001</cx:pt>
          <cx:pt idx="30392">4.9500000000000002</cx:pt>
          <cx:pt idx="30393">2.9500000000000002</cx:pt>
          <cx:pt idx="30394">2.4900000000000002</cx:pt>
          <cx:pt idx="30395">1.6499999999999999</cx:pt>
          <cx:pt idx="30396">24.960000000000001</cx:pt>
          <cx:pt idx="30397">0.82999999999999996</cx:pt>
          <cx:pt idx="30398">3.29</cx:pt>
          <cx:pt idx="30399">2.46</cx:pt>
          <cx:pt idx="30400">0.41999999999999998</cx:pt>
          <cx:pt idx="30401">15.789999999999999</cx:pt>
          <cx:pt idx="30402">5.79</cx:pt>
          <cx:pt idx="30403">5.79</cx:pt>
          <cx:pt idx="30404">4.96</cx:pt>
          <cx:pt idx="30405">16.629999999999999</cx:pt>
          <cx:pt idx="30406">0.82999999999999996</cx:pt>
          <cx:pt idx="30407">3.29</cx:pt>
          <cx:pt idx="30408">1.25</cx:pt>
          <cx:pt idx="30409">2.46</cx:pt>
          <cx:pt idx="30410">3.29</cx:pt>
          <cx:pt idx="30411">1.25</cx:pt>
          <cx:pt idx="30412">0.82999999999999996</cx:pt>
          <cx:pt idx="30413">1.25</cx:pt>
          <cx:pt idx="30414">4.1299999999999999</cx:pt>
          <cx:pt idx="30415">1.6299999999999999</cx:pt>
          <cx:pt idx="30416">3.25</cx:pt>
          <cx:pt idx="30417">2.9500000000000002</cx:pt>
          <cx:pt idx="30418">1.6499999999999999</cx:pt>
          <cx:pt idx="30419">0.55000000000000004</cx:pt>
          <cx:pt idx="30420">1.6499999999999999</cx:pt>
          <cx:pt idx="30421">2.1000000000000001</cx:pt>
          <cx:pt idx="30422">3.25</cx:pt>
          <cx:pt idx="30423">4.9500000000000002</cx:pt>
          <cx:pt idx="30424">1.45</cx:pt>
          <cx:pt idx="30425">1.6499999999999999</cx:pt>
          <cx:pt idx="30426">8.5</cx:pt>
          <cx:pt idx="30427">2.9500000000000002</cx:pt>
          <cx:pt idx="30428">2.5499999999999998</cx:pt>
          <cx:pt idx="30429">4.1500000000000004</cx:pt>
          <cx:pt idx="30430">0.41999999999999998</cx:pt>
          <cx:pt idx="30431">1.45</cx:pt>
          <cx:pt idx="30432">2.5499999999999998</cx:pt>
          <cx:pt idx="30433">1.45</cx:pt>
          <cx:pt idx="30434">2.25</cx:pt>
          <cx:pt idx="30435">1.25</cx:pt>
          <cx:pt idx="30436">2.25</cx:pt>
          <cx:pt idx="30437">2.5499999999999998</cx:pt>
          <cx:pt idx="30438">2.5499999999999998</cx:pt>
          <cx:pt idx="30439">1.45</cx:pt>
          <cx:pt idx="30440">4.9500000000000002</cx:pt>
          <cx:pt idx="30441">2.1000000000000001</cx:pt>
          <cx:pt idx="30442">7.5</cx:pt>
          <cx:pt idx="30443">2.9500000000000002</cx:pt>
          <cx:pt idx="30444">1.25</cx:pt>
          <cx:pt idx="30445">1.25</cx:pt>
          <cx:pt idx="30446">1.45</cx:pt>
          <cx:pt idx="30447">4.9500000000000002</cx:pt>
          <cx:pt idx="30448">2.1000000000000001</cx:pt>
          <cx:pt idx="30449">1.25</cx:pt>
          <cx:pt idx="30450">3.75</cx:pt>
          <cx:pt idx="30451">8.25</cx:pt>
          <cx:pt idx="30452">8.25</cx:pt>
          <cx:pt idx="30453">2.8900000000000001</cx:pt>
          <cx:pt idx="30454">2.9500000000000002</cx:pt>
          <cx:pt idx="30455">12.75</cx:pt>
          <cx:pt idx="30456">7.9500000000000002</cx:pt>
          <cx:pt idx="30457">1.25</cx:pt>
          <cx:pt idx="30458">2.0800000000000001</cx:pt>
          <cx:pt idx="30459">4.9500000000000002</cx:pt>
          <cx:pt idx="30460">1.6499999999999999</cx:pt>
          <cx:pt idx="30461">7.9500000000000002</cx:pt>
          <cx:pt idx="30462">8.25</cx:pt>
          <cx:pt idx="30463">2.5499999999999998</cx:pt>
          <cx:pt idx="30464">2.9500000000000002</cx:pt>
          <cx:pt idx="30465">1.6499999999999999</cx:pt>
          <cx:pt idx="30466">1.6499999999999999</cx:pt>
          <cx:pt idx="30467">7.9500000000000002</cx:pt>
          <cx:pt idx="30468">1.6499999999999999</cx:pt>
          <cx:pt idx="30469">1.6499999999999999</cx:pt>
          <cx:pt idx="30470">0.41999999999999998</cx:pt>
          <cx:pt idx="30471">2.5499999999999998</cx:pt>
          <cx:pt idx="30472">7.9500000000000002</cx:pt>
          <cx:pt idx="30473">2.9500000000000002</cx:pt>
          <cx:pt idx="30474">0.84999999999999998</cx:pt>
          <cx:pt idx="30475">2.8900000000000001</cx:pt>
          <cx:pt idx="30476">12.75</cx:pt>
          <cx:pt idx="30477">8.25</cx:pt>
          <cx:pt idx="30478">2.0800000000000001</cx:pt>
          <cx:pt idx="30479">8.25</cx:pt>
          <cx:pt idx="30480">0.65000000000000002</cx:pt>
          <cx:pt idx="30481">1.45</cx:pt>
          <cx:pt idx="30482">6.9500000000000002</cx:pt>
          <cx:pt idx="30483">8.25</cx:pt>
          <cx:pt idx="30484">1.6499999999999999</cx:pt>
          <cx:pt idx="30485">0.84999999999999998</cx:pt>
          <cx:pt idx="30486">2.0800000000000001</cx:pt>
          <cx:pt idx="30487">2.5499999999999998</cx:pt>
          <cx:pt idx="30488">1.6499999999999999</cx:pt>
          <cx:pt idx="30489">4.9500000000000002</cx:pt>
          <cx:pt idx="30490">0.41999999999999998</cx:pt>
          <cx:pt idx="30491">4.6500000000000004</cx:pt>
          <cx:pt idx="30492">8.25</cx:pt>
          <cx:pt idx="30493">1.6499999999999999</cx:pt>
          <cx:pt idx="30494">1.6499999999999999</cx:pt>
          <cx:pt idx="30495">1.6499999999999999</cx:pt>
          <cx:pt idx="30496">2.0800000000000001</cx:pt>
          <cx:pt idx="30497">1.25</cx:pt>
          <cx:pt idx="30498">1.45</cx:pt>
          <cx:pt idx="30499">1.25</cx:pt>
          <cx:pt idx="30500">1.79</cx:pt>
          <cx:pt idx="30501">1.0600000000000001</cx:pt>
          <cx:pt idx="30502">0.71999999999999997</cx:pt>
          <cx:pt idx="30503">0.71999999999999997</cx:pt>
          <cx:pt idx="30504">2.5499999999999998</cx:pt>
          <cx:pt idx="30505">0.41999999999999998</cx:pt>
          <cx:pt idx="30506">2.75</cx:pt>
          <cx:pt idx="30507">1.8500000000000001</cx:pt>
          <cx:pt idx="30508">1.0600000000000001</cx:pt>
          <cx:pt idx="30509">1.0600000000000001</cx:pt>
          <cx:pt idx="30510">1.45</cx:pt>
          <cx:pt idx="30511">1.25</cx:pt>
          <cx:pt idx="30512">1.8500000000000001</cx:pt>
          <cx:pt idx="30513">1.45</cx:pt>
          <cx:pt idx="30514">4.9500000000000002</cx:pt>
          <cx:pt idx="30515">2.9500000000000002</cx:pt>
          <cx:pt idx="30516">1.25</cx:pt>
          <cx:pt idx="30517">1.45</cx:pt>
          <cx:pt idx="30518">2.1000000000000001</cx:pt>
          <cx:pt idx="30519">1.45</cx:pt>
          <cx:pt idx="30520">2.1000000000000001</cx:pt>
          <cx:pt idx="30521">1.6499999999999999</cx:pt>
          <cx:pt idx="30522">0.55000000000000004</cx:pt>
          <cx:pt idx="30523">1.6499999999999999</cx:pt>
          <cx:pt idx="30524">6.75</cx:pt>
          <cx:pt idx="30525">2.1000000000000001</cx:pt>
          <cx:pt idx="30526">2.9500000000000002</cx:pt>
          <cx:pt idx="30527">0.41999999999999998</cx:pt>
          <cx:pt idx="30528">1.25</cx:pt>
          <cx:pt idx="30529">1.25</cx:pt>
          <cx:pt idx="30530">4.1500000000000004</cx:pt>
          <cx:pt idx="30531">1.6499999999999999</cx:pt>
          <cx:pt idx="30532">3.75</cx:pt>
          <cx:pt idx="30533">1.6499999999999999</cx:pt>
          <cx:pt idx="30534">7.9500000000000002</cx:pt>
          <cx:pt idx="30535">7.9500000000000002</cx:pt>
          <cx:pt idx="30536">9.9499999999999993</cx:pt>
          <cx:pt idx="30537">4.9500000000000002</cx:pt>
          <cx:pt idx="30538">2.9500000000000002</cx:pt>
          <cx:pt idx="30539">4.9500000000000002</cx:pt>
          <cx:pt idx="30540">8.5</cx:pt>
          <cx:pt idx="30541">0.55000000000000004</cx:pt>
          <cx:pt idx="30542">1.6499999999999999</cx:pt>
          <cx:pt idx="30543">2.5499999999999998</cx:pt>
          <cx:pt idx="30544">1.25</cx:pt>
          <cx:pt idx="30545">2.9500000000000002</cx:pt>
          <cx:pt idx="30546">0.41999999999999998</cx:pt>
          <cx:pt idx="30547">0.65000000000000002</cx:pt>
          <cx:pt idx="30548">1.6499999999999999</cx:pt>
          <cx:pt idx="30549">8.25</cx:pt>
          <cx:pt idx="30550">1.6499999999999999</cx:pt>
          <cx:pt idx="30551">0.84999999999999998</cx:pt>
          <cx:pt idx="30552">7.9500000000000002</cx:pt>
          <cx:pt idx="30553">0.41999999999999998</cx:pt>
          <cx:pt idx="30554">4.6500000000000004</cx:pt>
          <cx:pt idx="30555">2.5499999999999998</cx:pt>
          <cx:pt idx="30556">1.6499999999999999</cx:pt>
          <cx:pt idx="30557">2.9500000000000002</cx:pt>
          <cx:pt idx="30558">2.8900000000000001</cx:pt>
          <cx:pt idx="30559">4.1500000000000004</cx:pt>
          <cx:pt idx="30560">4.9500000000000002</cx:pt>
          <cx:pt idx="30561">0.84999999999999998</cx:pt>
          <cx:pt idx="30562">4.9500000000000002</cx:pt>
          <cx:pt idx="30563">2.4900000000000002</cx:pt>
          <cx:pt idx="30564">4.1500000000000004</cx:pt>
          <cx:pt idx="30565">5.9500000000000002</cx:pt>
          <cx:pt idx="30566">4.9500000000000002</cx:pt>
          <cx:pt idx="30567">2.9500000000000002</cx:pt>
          <cx:pt idx="30568">1.6499999999999999</cx:pt>
          <cx:pt idx="30569">2.5499999999999998</cx:pt>
          <cx:pt idx="30570">4.9500000000000002</cx:pt>
          <cx:pt idx="30571">8.5</cx:pt>
          <cx:pt idx="30572">2.5499999999999998</cx:pt>
          <cx:pt idx="30573">6.75</cx:pt>
          <cx:pt idx="30574">8.25</cx:pt>
          <cx:pt idx="30575">4.9500000000000002</cx:pt>
          <cx:pt idx="30576">6.75</cx:pt>
          <cx:pt idx="30577">8.5</cx:pt>
          <cx:pt idx="30578">6.9500000000000002</cx:pt>
          <cx:pt idx="30579">5.79</cx:pt>
          <cx:pt idx="30580">10.789999999999999</cx:pt>
          <cx:pt idx="30581">5.79</cx:pt>
          <cx:pt idx="30582">5.79</cx:pt>
          <cx:pt idx="30583">0.41999999999999998</cx:pt>
          <cx:pt idx="30584">2.46</cx:pt>
          <cx:pt idx="30585">5.79</cx:pt>
          <cx:pt idx="30586">6.9500000000000002</cx:pt>
          <cx:pt idx="30587">2.46</cx:pt>
          <cx:pt idx="30588">3.29</cx:pt>
          <cx:pt idx="30589">1.25</cx:pt>
          <cx:pt idx="30590">1.6299999999999999</cx:pt>
          <cx:pt idx="30591">4.96</cx:pt>
          <cx:pt idx="30592">4.1299999999999999</cx:pt>
          <cx:pt idx="30593">24.960000000000001</cx:pt>
          <cx:pt idx="30594">0.82999999999999996</cx:pt>
          <cx:pt idx="30595">4.1299999999999999</cx:pt>
          <cx:pt idx="30596">8.2899999999999991</cx:pt>
          <cx:pt idx="30597">10.789999999999999</cx:pt>
          <cx:pt idx="30598">14.960000000000001</cx:pt>
          <cx:pt idx="30599">0.41999999999999998</cx:pt>
          <cx:pt idx="30600">0.41999999999999998</cx:pt>
          <cx:pt idx="30601">4.1299999999999999</cx:pt>
          <cx:pt idx="30602">2.46</cx:pt>
          <cx:pt idx="30603">6.9500000000000002</cx:pt>
          <cx:pt idx="30604">1.6299999999999999</cx:pt>
          <cx:pt idx="30605">4.5800000000000001</cx:pt>
          <cx:pt idx="30606">2.46</cx:pt>
          <cx:pt idx="30607">3.29</cx:pt>
          <cx:pt idx="30608">4.1299999999999999</cx:pt>
          <cx:pt idx="30609">1.25</cx:pt>
          <cx:pt idx="30610">2.46</cx:pt>
          <cx:pt idx="30611">1.6299999999999999</cx:pt>
          <cx:pt idx="30612">3.29</cx:pt>
          <cx:pt idx="30613">4.1299999999999999</cx:pt>
          <cx:pt idx="30614">8.2899999999999991</cx:pt>
          <cx:pt idx="30615">2.46</cx:pt>
          <cx:pt idx="30616">5.79</cx:pt>
          <cx:pt idx="30617">0.82999999999999996</cx:pt>
          <cx:pt idx="30618">0.41999999999999998</cx:pt>
          <cx:pt idx="30619">5.79</cx:pt>
          <cx:pt idx="30620">0.41999999999999998</cx:pt>
          <cx:pt idx="30621">10.789999999999999</cx:pt>
          <cx:pt idx="30622">0.82999999999999996</cx:pt>
          <cx:pt idx="30623">6.9500000000000002</cx:pt>
          <cx:pt idx="30624">2.46</cx:pt>
          <cx:pt idx="30625">3.29</cx:pt>
          <cx:pt idx="30626">4.96</cx:pt>
          <cx:pt idx="30627">3.29</cx:pt>
          <cx:pt idx="30628">2.46</cx:pt>
          <cx:pt idx="30629">3.29</cx:pt>
          <cx:pt idx="30630">0.82999999999999996</cx:pt>
          <cx:pt idx="30631">1.25</cx:pt>
          <cx:pt idx="30632">4.1299999999999999</cx:pt>
          <cx:pt idx="30633">1.6299999999999999</cx:pt>
          <cx:pt idx="30634">24.960000000000001</cx:pt>
          <cx:pt idx="30635">0.82999999999999996</cx:pt>
          <cx:pt idx="30636">1.6299999999999999</cx:pt>
          <cx:pt idx="30637">5.79</cx:pt>
          <cx:pt idx="30638">0.41999999999999998</cx:pt>
          <cx:pt idx="30639">15.789999999999999</cx:pt>
          <cx:pt idx="30640">1.25</cx:pt>
          <cx:pt idx="30641">0.41999999999999998</cx:pt>
          <cx:pt idx="30642">10.789999999999999</cx:pt>
          <cx:pt idx="30643">4.1299999999999999</cx:pt>
          <cx:pt idx="30644">5.79</cx:pt>
          <cx:pt idx="30645">3.29</cx:pt>
          <cx:pt idx="30646">0.41999999999999998</cx:pt>
          <cx:pt idx="30647">0.82999999999999996</cx:pt>
          <cx:pt idx="30648">6.9500000000000002</cx:pt>
          <cx:pt idx="30649">4.5800000000000001</cx:pt>
          <cx:pt idx="30650">5.79</cx:pt>
          <cx:pt idx="30651">4.1299999999999999</cx:pt>
          <cx:pt idx="30652">1.25</cx:pt>
          <cx:pt idx="30653">1.25</cx:pt>
          <cx:pt idx="30654">4.1299999999999999</cx:pt>
          <cx:pt idx="30655">1.6299999999999999</cx:pt>
          <cx:pt idx="30656">1.6299999999999999</cx:pt>
          <cx:pt idx="30657">0.41999999999999998</cx:pt>
          <cx:pt idx="30658">4.1500000000000004</cx:pt>
          <cx:pt idx="30659">4.9500000000000002</cx:pt>
          <cx:pt idx="30660">1.6499999999999999</cx:pt>
          <cx:pt idx="30661">4.9500000000000002</cx:pt>
          <cx:pt idx="30662">2.9500000000000002</cx:pt>
          <cx:pt idx="30663">1.6499999999999999</cx:pt>
          <cx:pt idx="30664">2.5499999999999998</cx:pt>
          <cx:pt idx="30665">1.0600000000000001</cx:pt>
          <cx:pt idx="30666">0.41999999999999998</cx:pt>
          <cx:pt idx="30667">0.84999999999999998</cx:pt>
          <cx:pt idx="30668">3.9500000000000002</cx:pt>
          <cx:pt idx="30669">1.6499999999999999</cx:pt>
          <cx:pt idx="30670">1.45</cx:pt>
          <cx:pt idx="30671">1.25</cx:pt>
          <cx:pt idx="30672">1.6499999999999999</cx:pt>
          <cx:pt idx="30673">4.9500000000000002</cx:pt>
          <cx:pt idx="30674">2.5499999999999998</cx:pt>
          <cx:pt idx="30675">2.0800000000000001</cx:pt>
          <cx:pt idx="30676">2.5499999999999998</cx:pt>
          <cx:pt idx="30677">4.1500000000000004</cx:pt>
          <cx:pt idx="30678">2.5499999999999998</cx:pt>
          <cx:pt idx="30679">2.5499999999999998</cx:pt>
          <cx:pt idx="30680">4.9500000000000002</cx:pt>
          <cx:pt idx="30681">1.25</cx:pt>
          <cx:pt idx="30682">2.75</cx:pt>
          <cx:pt idx="30683">4.1299999999999999</cx:pt>
          <cx:pt idx="30684">4.1299999999999999</cx:pt>
          <cx:pt idx="30685">5.79</cx:pt>
          <cx:pt idx="30686">4.1299999999999999</cx:pt>
          <cx:pt idx="30687">3.29</cx:pt>
          <cx:pt idx="30688">14.130000000000001</cx:pt>
          <cx:pt idx="30689">0.84999999999999998</cx:pt>
          <cx:pt idx="30690">2.5499999999999998</cx:pt>
          <cx:pt idx="30691">4.9500000000000002</cx:pt>
          <cx:pt idx="30692">2.9500000000000002</cx:pt>
          <cx:pt idx="30693">4.6500000000000004</cx:pt>
          <cx:pt idx="30694">1.95</cx:pt>
          <cx:pt idx="30695">1.95</cx:pt>
          <cx:pt idx="30696">0.55000000000000004</cx:pt>
          <cx:pt idx="30697">1.45</cx:pt>
          <cx:pt idx="30698">2.9500000000000002</cx:pt>
          <cx:pt idx="30699">1.45</cx:pt>
          <cx:pt idx="30700">1.45</cx:pt>
          <cx:pt idx="30701">1.25</cx:pt>
          <cx:pt idx="30702">1.45</cx:pt>
          <cx:pt idx="30703">0.41999999999999998</cx:pt>
          <cx:pt idx="30704">0.55000000000000004</cx:pt>
          <cx:pt idx="30705">1.25</cx:pt>
          <cx:pt idx="30706">2.1000000000000001</cx:pt>
          <cx:pt idx="30707">2.9500000000000002</cx:pt>
          <cx:pt idx="30708">2.1000000000000001</cx:pt>
          <cx:pt idx="30709">0.41999999999999998</cx:pt>
          <cx:pt idx="30710">2.1000000000000001</cx:pt>
          <cx:pt idx="30711">2.9500000000000002</cx:pt>
          <cx:pt idx="30712">12.75</cx:pt>
          <cx:pt idx="30713">1.45</cx:pt>
          <cx:pt idx="30714">2.8900000000000001</cx:pt>
          <cx:pt idx="30715">4.1500000000000004</cx:pt>
          <cx:pt idx="30716">1.6499999999999999</cx:pt>
          <cx:pt idx="30717">1.45</cx:pt>
          <cx:pt idx="30718">1.25</cx:pt>
          <cx:pt idx="30719">2.8900000000000001</cx:pt>
          <cx:pt idx="30720">6.3499999999999996</cx:pt>
          <cx:pt idx="30721">6.3499999999999996</cx:pt>
          <cx:pt idx="30722">3.75</cx:pt>
          <cx:pt idx="30723">1.6499999999999999</cx:pt>
          <cx:pt idx="30724">2.0800000000000001</cx:pt>
          <cx:pt idx="30725">0.41999999999999998</cx:pt>
          <cx:pt idx="30726">2.1000000000000001</cx:pt>
          <cx:pt idx="30727">1.25</cx:pt>
          <cx:pt idx="30728">1.25</cx:pt>
          <cx:pt idx="30729">8.5</cx:pt>
          <cx:pt idx="30730">3.75</cx:pt>
          <cx:pt idx="30731">4.9500000000000002</cx:pt>
          <cx:pt idx="30732">0.65000000000000002</cx:pt>
          <cx:pt idx="30733">2.9500000000000002</cx:pt>
          <cx:pt idx="30734">2.9500000000000002</cx:pt>
          <cx:pt idx="30735">2.9500000000000002</cx:pt>
          <cx:pt idx="30736">1.25</cx:pt>
          <cx:pt idx="30737">4.1500000000000004</cx:pt>
          <cx:pt idx="30738">1.45</cx:pt>
          <cx:pt idx="30739">4.9500000000000002</cx:pt>
          <cx:pt idx="30740">4.6500000000000004</cx:pt>
          <cx:pt idx="30741">2.0800000000000001</cx:pt>
          <cx:pt idx="30742">4.1500000000000004</cx:pt>
          <cx:pt idx="30743">1.6499999999999999</cx:pt>
          <cx:pt idx="30744">1.6499999999999999</cx:pt>
          <cx:pt idx="30745">3.9500000000000002</cx:pt>
          <cx:pt idx="30746">3.3900000000000001</cx:pt>
          <cx:pt idx="30747">8.3300000000000001</cx:pt>
          <cx:pt idx="30748">3.29</cx:pt>
          <cx:pt idx="30749">6.6299999999999999</cx:pt>
          <cx:pt idx="30750">7.46</cx:pt>
          <cx:pt idx="30751">8.2899999999999991</cx:pt>
          <cx:pt idx="30752">4.1299999999999999</cx:pt>
          <cx:pt idx="30753">1.6299999999999999</cx:pt>
          <cx:pt idx="30754">3.29</cx:pt>
          <cx:pt idx="30755">6.6299999999999999</cx:pt>
          <cx:pt idx="30756">3.29</cx:pt>
          <cx:pt idx="30757">2.46</cx:pt>
          <cx:pt idx="30758">7.46</cx:pt>
          <cx:pt idx="30759">2.1000000000000001</cx:pt>
          <cx:pt idx="30760">6.9500000000000002</cx:pt>
          <cx:pt idx="30761">6.9500000000000002</cx:pt>
          <cx:pt idx="30762">12.75</cx:pt>
          <cx:pt idx="30763">1.45</cx:pt>
          <cx:pt idx="30764">2.0800000000000001</cx:pt>
          <cx:pt idx="30765">0.55000000000000004</cx:pt>
          <cx:pt idx="30766">2.0800000000000001</cx:pt>
          <cx:pt idx="30767">2.1000000000000001</cx:pt>
          <cx:pt idx="30768">8.25</cx:pt>
          <cx:pt idx="30769">2.0800000000000001</cx:pt>
          <cx:pt idx="30770">2.9500000000000002</cx:pt>
          <cx:pt idx="30771">1.6499999999999999</cx:pt>
          <cx:pt idx="30772">1.6499999999999999</cx:pt>
          <cx:pt idx="30773">4.1299999999999999</cx:pt>
          <cx:pt idx="30774">0.82999999999999996</cx:pt>
          <cx:pt idx="30775">4.1299999999999999</cx:pt>
          <cx:pt idx="30776">1.6299999999999999</cx:pt>
          <cx:pt idx="30777">2.46</cx:pt>
          <cx:pt idx="30778">2.46</cx:pt>
          <cx:pt idx="30779">5.79</cx:pt>
          <cx:pt idx="30780">2.46</cx:pt>
          <cx:pt idx="30781">0.82999999999999996</cx:pt>
          <cx:pt idx="30782">7.46</cx:pt>
          <cx:pt idx="30783">3.29</cx:pt>
          <cx:pt idx="30784">14.130000000000001</cx:pt>
          <cx:pt idx="30785">2.46</cx:pt>
          <cx:pt idx="30786">3.29</cx:pt>
          <cx:pt idx="30787">1.25</cx:pt>
          <cx:pt idx="30788">2.46</cx:pt>
          <cx:pt idx="30789">2.7599999999999998</cx:pt>
          <cx:pt idx="30790">4.1299999999999999</cx:pt>
          <cx:pt idx="30791">8.2899999999999991</cx:pt>
          <cx:pt idx="30792">4.1299999999999999</cx:pt>
          <cx:pt idx="30793">0.41999999999999998</cx:pt>
          <cx:pt idx="30794">1.6499999999999999</cx:pt>
          <cx:pt idx="30795">0.65000000000000002</cx:pt>
          <cx:pt idx="30796">2.0800000000000001</cx:pt>
          <cx:pt idx="30797">5.9500000000000002</cx:pt>
          <cx:pt idx="30798">9.9499999999999993</cx:pt>
          <cx:pt idx="30799">1.6499999999999999</cx:pt>
          <cx:pt idx="30800">6.9500000000000002</cx:pt>
          <cx:pt idx="30801">2.9500000000000002</cx:pt>
          <cx:pt idx="30802">2.9500000000000002</cx:pt>
          <cx:pt idx="30803">8.25</cx:pt>
          <cx:pt idx="30804">1.45</cx:pt>
          <cx:pt idx="30805">1.6499999999999999</cx:pt>
          <cx:pt idx="30806">0.55000000000000004</cx:pt>
          <cx:pt idx="30807">2.0800000000000001</cx:pt>
          <cx:pt idx="30808">8.5</cx:pt>
          <cx:pt idx="30809">0.41999999999999998</cx:pt>
          <cx:pt idx="30810">1.45</cx:pt>
          <cx:pt idx="30811">0.65000000000000002</cx:pt>
          <cx:pt idx="30812">1.25</cx:pt>
          <cx:pt idx="30813">0.41999999999999998</cx:pt>
          <cx:pt idx="30814">2.0800000000000001</cx:pt>
          <cx:pt idx="30815">2.0800000000000001</cx:pt>
          <cx:pt idx="30816">2.5499999999999998</cx:pt>
          <cx:pt idx="30817">0.28999999999999998</cx:pt>
          <cx:pt idx="30818">6.75</cx:pt>
          <cx:pt idx="30819">4.6500000000000004</cx:pt>
          <cx:pt idx="30820">2.0800000000000001</cx:pt>
          <cx:pt idx="30821">4.9500000000000002</cx:pt>
          <cx:pt idx="30822">2.9500000000000002</cx:pt>
          <cx:pt idx="30823">1.25</cx:pt>
          <cx:pt idx="30824">0.55000000000000004</cx:pt>
          <cx:pt idx="30825">2.5499999999999998</cx:pt>
          <cx:pt idx="30826">4.9500000000000002</cx:pt>
          <cx:pt idx="30827">3.75</cx:pt>
          <cx:pt idx="30828">2.0800000000000001</cx:pt>
          <cx:pt idx="30829">2.9500000000000002</cx:pt>
          <cx:pt idx="30830">0.84999999999999998</cx:pt>
          <cx:pt idx="30831">2.0800000000000001</cx:pt>
          <cx:pt idx="30832">2.9500000000000002</cx:pt>
          <cx:pt idx="30833">8.25</cx:pt>
          <cx:pt idx="30834">1.25</cx:pt>
          <cx:pt idx="30835">0.28999999999999998</cx:pt>
          <cx:pt idx="30836">4.25</cx:pt>
          <cx:pt idx="30837">1.45</cx:pt>
          <cx:pt idx="30838">0.65000000000000002</cx:pt>
          <cx:pt idx="30839">8.25</cx:pt>
          <cx:pt idx="30840">8.25</cx:pt>
          <cx:pt idx="30841">8.25</cx:pt>
          <cx:pt idx="30842">8.25</cx:pt>
          <cx:pt idx="30843">4.9500000000000002</cx:pt>
          <cx:pt idx="30844">1.45</cx:pt>
          <cx:pt idx="30845">1.45</cx:pt>
          <cx:pt idx="30846">4.9500000000000002</cx:pt>
          <cx:pt idx="30847">1.25</cx:pt>
          <cx:pt idx="30848">0.55000000000000004</cx:pt>
          <cx:pt idx="30849">2.9500000000000002</cx:pt>
          <cx:pt idx="30850">7.9500000000000002</cx:pt>
          <cx:pt idx="30851">4.9500000000000002</cx:pt>
          <cx:pt idx="30852">2.9500000000000002</cx:pt>
          <cx:pt idx="30853">1.6899999999999999</cx:pt>
          <cx:pt idx="30854">1.25</cx:pt>
          <cx:pt idx="30855">3.75</cx:pt>
          <cx:pt idx="30856">2.5499999999999998</cx:pt>
          <cx:pt idx="30857">4.9500000000000002</cx:pt>
          <cx:pt idx="30858">2.9500000000000002</cx:pt>
          <cx:pt idx="30859">2.5499999999999998</cx:pt>
          <cx:pt idx="30860">4.9500000000000002</cx:pt>
          <cx:pt idx="30861">2.5499999999999998</cx:pt>
          <cx:pt idx="30862">1.45</cx:pt>
          <cx:pt idx="30863">2.0800000000000001</cx:pt>
          <cx:pt idx="30864">2.1000000000000001</cx:pt>
          <cx:pt idx="30865">1.45</cx:pt>
          <cx:pt idx="30866">0.82999999999999996</cx:pt>
          <cx:pt idx="30867">0.82999999999999996</cx:pt>
          <cx:pt idx="30868">1.45</cx:pt>
          <cx:pt idx="30869">0.65000000000000002</cx:pt>
          <cx:pt idx="30870">2.0800000000000001</cx:pt>
          <cx:pt idx="30871">2.0800000000000001</cx:pt>
          <cx:pt idx="30872">2.0800000000000001</cx:pt>
          <cx:pt idx="30873">1.25</cx:pt>
          <cx:pt idx="30874">3.9500000000000002</cx:pt>
          <cx:pt idx="30875">1.6499999999999999</cx:pt>
          <cx:pt idx="30876">2.9500000000000002</cx:pt>
          <cx:pt idx="30877">1.6499999999999999</cx:pt>
          <cx:pt idx="30878">2.0800000000000001</cx:pt>
          <cx:pt idx="30879">4.1500000000000004</cx:pt>
          <cx:pt idx="30880">1.6499999999999999</cx:pt>
          <cx:pt idx="30881">0.84999999999999998</cx:pt>
          <cx:pt idx="30882">0.41999999999999998</cx:pt>
          <cx:pt idx="30883">1.45</cx:pt>
          <cx:pt idx="30884">1.45</cx:pt>
          <cx:pt idx="30885">1.25</cx:pt>
          <cx:pt idx="30886">2.9500000000000002</cx:pt>
          <cx:pt idx="30887">1.6499999999999999</cx:pt>
          <cx:pt idx="30888">1.6499999999999999</cx:pt>
          <cx:pt idx="30889">0.55000000000000004</cx:pt>
          <cx:pt idx="30890">1.6499999999999999</cx:pt>
          <cx:pt idx="30891">0.84999999999999998</cx:pt>
          <cx:pt idx="30892">0.41999999999999998</cx:pt>
          <cx:pt idx="30893">3.75</cx:pt>
          <cx:pt idx="30894">8.5</cx:pt>
          <cx:pt idx="30895">1.6499999999999999</cx:pt>
          <cx:pt idx="30896">1.25</cx:pt>
          <cx:pt idx="30897">1.25</cx:pt>
          <cx:pt idx="30898">0.65000000000000002</cx:pt>
          <cx:pt idx="30899">0.55000000000000004</cx:pt>
          <cx:pt idx="30900">1.6499999999999999</cx:pt>
          <cx:pt idx="30901">3.75</cx:pt>
          <cx:pt idx="30902">1.25</cx:pt>
          <cx:pt idx="30903">2.9500000000000002</cx:pt>
          <cx:pt idx="30904">1.25</cx:pt>
          <cx:pt idx="30905">2.9500000000000002</cx:pt>
          <cx:pt idx="30906">4.1500000000000004</cx:pt>
          <cx:pt idx="30907">1.25</cx:pt>
          <cx:pt idx="30908">1.6499999999999999</cx:pt>
          <cx:pt idx="30909">8.5</cx:pt>
          <cx:pt idx="30910">2.0800000000000001</cx:pt>
          <cx:pt idx="30911">4.9500000000000002</cx:pt>
          <cx:pt idx="30912">2.9500000000000002</cx:pt>
          <cx:pt idx="30913">2.4900000000000002</cx:pt>
          <cx:pt idx="30914">2.8900000000000001</cx:pt>
          <cx:pt idx="30915">4.1500000000000004</cx:pt>
          <cx:pt idx="30916">1.6499999999999999</cx:pt>
          <cx:pt idx="30917">12.75</cx:pt>
          <cx:pt idx="30918">3.75</cx:pt>
          <cx:pt idx="30919">8.5</cx:pt>
          <cx:pt idx="30920">2.5499999999999998</cx:pt>
          <cx:pt idx="30921">2.1000000000000001</cx:pt>
          <cx:pt idx="30922">1.6499999999999999</cx:pt>
          <cx:pt idx="30923">0.41999999999999998</cx:pt>
          <cx:pt idx="30924">1.45</cx:pt>
          <cx:pt idx="30925">1.6499999999999999</cx:pt>
          <cx:pt idx="30926">2.0800000000000001</cx:pt>
          <cx:pt idx="30927">2.0800000000000001</cx:pt>
          <cx:pt idx="30928">2.4900000000000002</cx:pt>
          <cx:pt idx="30929">1.6499999999999999</cx:pt>
          <cx:pt idx="30930">1.25</cx:pt>
          <cx:pt idx="30931">12.75</cx:pt>
          <cx:pt idx="30932">0.41999999999999998</cx:pt>
          <cx:pt idx="30933">0.39000000000000001</cx:pt>
          <cx:pt idx="30934">0.55000000000000004</cx:pt>
          <cx:pt idx="30935">4.6500000000000004</cx:pt>
          <cx:pt idx="30936">1.45</cx:pt>
          <cx:pt idx="30937">1.45</cx:pt>
          <cx:pt idx="30938">2.4900000000000002</cx:pt>
          <cx:pt idx="30939">0.41999999999999998</cx:pt>
          <cx:pt idx="30940">1.45</cx:pt>
          <cx:pt idx="30941">1.6899999999999999</cx:pt>
          <cx:pt idx="30942">2.5499999999999998</cx:pt>
          <cx:pt idx="30943">1.45</cx:pt>
          <cx:pt idx="30944">2.0800000000000001</cx:pt>
          <cx:pt idx="30945">0.55000000000000004</cx:pt>
          <cx:pt idx="30946">2.9500000000000002</cx:pt>
          <cx:pt idx="30947">8.5</cx:pt>
          <cx:pt idx="30948">2.0800000000000001</cx:pt>
          <cx:pt idx="30949">0.41999999999999998</cx:pt>
          <cx:pt idx="30950">7.6500000000000004</cx:pt>
          <cx:pt idx="30951">1.45</cx:pt>
          <cx:pt idx="30952">2.5499999999999998</cx:pt>
          <cx:pt idx="30953">1.45</cx:pt>
          <cx:pt idx="30954">0.41999999999999998</cx:pt>
          <cx:pt idx="30955">6.75</cx:pt>
          <cx:pt idx="30956">1.45</cx:pt>
          <cx:pt idx="30957">1.45</cx:pt>
          <cx:pt idx="30958">2.1000000000000001</cx:pt>
          <cx:pt idx="30959">6.9500000000000002</cx:pt>
          <cx:pt idx="30960">1.6499999999999999</cx:pt>
          <cx:pt idx="30961">1.6499999999999999</cx:pt>
          <cx:pt idx="30962">0.84999999999999998</cx:pt>
          <cx:pt idx="30963">2.0800000000000001</cx:pt>
          <cx:pt idx="30964">2.8900000000000001</cx:pt>
          <cx:pt idx="30965">4.1500000000000004</cx:pt>
          <cx:pt idx="30966">2.0800000000000001</cx:pt>
          <cx:pt idx="30967">4.1500000000000004</cx:pt>
          <cx:pt idx="30968">8.25</cx:pt>
          <cx:pt idx="30969">4.9500000000000002</cx:pt>
          <cx:pt idx="30970">8.25</cx:pt>
          <cx:pt idx="30971">8.25</cx:pt>
          <cx:pt idx="30972">2.9500000000000002</cx:pt>
          <cx:pt idx="30973">0.41999999999999998</cx:pt>
          <cx:pt idx="30974">1.25</cx:pt>
          <cx:pt idx="30975">2.9500000000000002</cx:pt>
          <cx:pt idx="30976">2.9500000000000002</cx:pt>
          <cx:pt idx="30977">1.6499999999999999</cx:pt>
          <cx:pt idx="30978">1.6499999999999999</cx:pt>
          <cx:pt idx="30979">1.45</cx:pt>
          <cx:pt idx="30980">0.55000000000000004</cx:pt>
          <cx:pt idx="30981">8.25</cx:pt>
          <cx:pt idx="30982">1.25</cx:pt>
          <cx:pt idx="30983">0.41999999999999998</cx:pt>
          <cx:pt idx="30984">1.6499999999999999</cx:pt>
          <cx:pt idx="30985">0.84999999999999998</cx:pt>
          <cx:pt idx="30986">0.41999999999999998</cx:pt>
          <cx:pt idx="30987">4.1500000000000004</cx:pt>
          <cx:pt idx="30988">2.25</cx:pt>
          <cx:pt idx="30989">14.949999999999999</cx:pt>
          <cx:pt idx="30990">1.25</cx:pt>
          <cx:pt idx="30991">8.5</cx:pt>
          <cx:pt idx="30992">1.6499999999999999</cx:pt>
          <cx:pt idx="30993">2.8900000000000001</cx:pt>
          <cx:pt idx="30994">1.45</cx:pt>
          <cx:pt idx="30995">2.0800000000000001</cx:pt>
          <cx:pt idx="30996">1.6499999999999999</cx:pt>
          <cx:pt idx="30997">0.55000000000000004</cx:pt>
          <cx:pt idx="30998">1.6499999999999999</cx:pt>
          <cx:pt idx="30999">0.84999999999999998</cx:pt>
          <cx:pt idx="31000">1.45</cx:pt>
          <cx:pt idx="31001">7.6500000000000004</cx:pt>
          <cx:pt idx="31002">7.0800000000000001</cx:pt>
          <cx:pt idx="31003">1.25</cx:pt>
          <cx:pt idx="31004">0.55000000000000004</cx:pt>
          <cx:pt idx="31005">2.0800000000000001</cx:pt>
          <cx:pt idx="31006">0.55000000000000004</cx:pt>
          <cx:pt idx="31007">2.0800000000000001</cx:pt>
          <cx:pt idx="31008">1.6499999999999999</cx:pt>
          <cx:pt idx="31009">0.84999999999999998</cx:pt>
          <cx:pt idx="31010">1.6599999999999999</cx:pt>
          <cx:pt idx="31011">2.0800000000000001</cx:pt>
          <cx:pt idx="31012">1.6499999999999999</cx:pt>
          <cx:pt idx="31013">0.41999999999999998</cx:pt>
          <cx:pt idx="31014">2.0800000000000001</cx:pt>
          <cx:pt idx="31015">0.84999999999999998</cx:pt>
          <cx:pt idx="31016">0.41999999999999998</cx:pt>
          <cx:pt idx="31017">0.65000000000000002</cx:pt>
          <cx:pt idx="31018">2.5499999999999998</cx:pt>
          <cx:pt idx="31019">2.5499999999999998</cx:pt>
          <cx:pt idx="31020">1.25</cx:pt>
          <cx:pt idx="31021">1.6499999999999999</cx:pt>
          <cx:pt idx="31022">2.9500000000000002</cx:pt>
          <cx:pt idx="31023">2.8900000000000001</cx:pt>
          <cx:pt idx="31024">1.45</cx:pt>
          <cx:pt idx="31025">14.949999999999999</cx:pt>
          <cx:pt idx="31026">1.25</cx:pt>
          <cx:pt idx="31027">7.6500000000000004</cx:pt>
          <cx:pt idx="31028">4.9500000000000002</cx:pt>
          <cx:pt idx="31029">3.75</cx:pt>
          <cx:pt idx="31030">2.8900000000000001</cx:pt>
          <cx:pt idx="31031">1.45</cx:pt>
          <cx:pt idx="31032">2.4900000000000002</cx:pt>
          <cx:pt idx="31033">1.25</cx:pt>
          <cx:pt idx="31034">1.6499999999999999</cx:pt>
          <cx:pt idx="31035">1.45</cx:pt>
          <cx:pt idx="31036">9.9499999999999993</cx:pt>
          <cx:pt idx="31037">1.25</cx:pt>
          <cx:pt idx="31038">8.5</cx:pt>
          <cx:pt idx="31039">1.45</cx:pt>
          <cx:pt idx="31040">2.4900000000000002</cx:pt>
          <cx:pt idx="31041">0.82999999999999996</cx:pt>
          <cx:pt idx="31042">4.1299999999999999</cx:pt>
          <cx:pt idx="31043">9.9600000000000009</cx:pt>
          <cx:pt idx="31044">10.789999999999999</cx:pt>
          <cx:pt idx="31045">2.46</cx:pt>
          <cx:pt idx="31046">14.960000000000001</cx:pt>
          <cx:pt idx="31047">3.29</cx:pt>
          <cx:pt idx="31048">2.46</cx:pt>
          <cx:pt idx="31049">1.25</cx:pt>
          <cx:pt idx="31050">4.1299999999999999</cx:pt>
          <cx:pt idx="31051">1.6299999999999999</cx:pt>
          <cx:pt idx="31052">0.55000000000000004</cx:pt>
          <cx:pt idx="31053">3.75</cx:pt>
          <cx:pt idx="31054">0.84999999999999998</cx:pt>
          <cx:pt idx="31055">2.1000000000000001</cx:pt>
          <cx:pt idx="31056">0.84999999999999998</cx:pt>
          <cx:pt idx="31057">0.84999999999999998</cx:pt>
          <cx:pt idx="31058">2.25</cx:pt>
          <cx:pt idx="31059">0.55000000000000004</cx:pt>
          <cx:pt idx="31060">2.0800000000000001</cx:pt>
          <cx:pt idx="31061">6.3499999999999996</cx:pt>
          <cx:pt idx="31062">2.0800000000000001</cx:pt>
          <cx:pt idx="31063">1.6499999999999999</cx:pt>
          <cx:pt idx="31064">2.5499999999999998</cx:pt>
          <cx:pt idx="31065">2.5499999999999998</cx:pt>
          <cx:pt idx="31066">1.25</cx:pt>
          <cx:pt idx="31067">2.25</cx:pt>
          <cx:pt idx="31068">1.25</cx:pt>
          <cx:pt idx="31069">8.5</cx:pt>
          <cx:pt idx="31070">1.45</cx:pt>
          <cx:pt idx="31071">2.5499999999999998</cx:pt>
          <cx:pt idx="31072">3.75</cx:pt>
          <cx:pt idx="31073">1.25</cx:pt>
          <cx:pt idx="31074">2.0800000000000001</cx:pt>
          <cx:pt idx="31075">2.8900000000000001</cx:pt>
          <cx:pt idx="31076">4.1500000000000004</cx:pt>
          <cx:pt idx="31077">2.9500000000000002</cx:pt>
          <cx:pt idx="31078">2.75</cx:pt>
          <cx:pt idx="31079">5.9500000000000002</cx:pt>
          <cx:pt idx="31080">12.75</cx:pt>
          <cx:pt idx="31081">2.1000000000000001</cx:pt>
          <cx:pt idx="31082">2.1000000000000001</cx:pt>
          <cx:pt idx="31083">12.75</cx:pt>
          <cx:pt idx="31084">1.25</cx:pt>
          <cx:pt idx="31085">0.41999999999999998</cx:pt>
          <cx:pt idx="31086">1.25</cx:pt>
          <cx:pt idx="31087">0.41999999999999998</cx:pt>
          <cx:pt idx="31088">1.8500000000000001</cx:pt>
          <cx:pt idx="31089">2.1000000000000001</cx:pt>
          <cx:pt idx="31090">2.9500000000000002</cx:pt>
          <cx:pt idx="31091">0.41999999999999998</cx:pt>
          <cx:pt idx="31092">2.0800000000000001</cx:pt>
          <cx:pt idx="31093">4.9500000000000002</cx:pt>
          <cx:pt idx="31094">1.25</cx:pt>
          <cx:pt idx="31095">2.8900000000000001</cx:pt>
          <cx:pt idx="31096">2.9500000000000002</cx:pt>
          <cx:pt idx="31097">2.5499999999999998</cx:pt>
          <cx:pt idx="31098">4.6500000000000004</cx:pt>
          <cx:pt idx="31099">2.9500000000000002</cx:pt>
          <cx:pt idx="31100">1.6499999999999999</cx:pt>
          <cx:pt idx="31101">1.6499999999999999</cx:pt>
          <cx:pt idx="31102">0.41999999999999998</cx:pt>
          <cx:pt idx="31103">2.5499999999999998</cx:pt>
          <cx:pt idx="31104">1.6499999999999999</cx:pt>
          <cx:pt idx="31105">12.75</cx:pt>
          <cx:pt idx="31106">2.0800000000000001</cx:pt>
          <cx:pt idx="31107">1.45</cx:pt>
          <cx:pt idx="31108">2.0800000000000001</cx:pt>
          <cx:pt idx="31109">1.6499999999999999</cx:pt>
          <cx:pt idx="31110">1.6899999999999999</cx:pt>
          <cx:pt idx="31111">12.75</cx:pt>
          <cx:pt idx="31112">2.0800000000000001</cx:pt>
          <cx:pt idx="31113">4.1500000000000004</cx:pt>
          <cx:pt idx="31114">7.6500000000000004</cx:pt>
          <cx:pt idx="31115">2.5499999999999998</cx:pt>
          <cx:pt idx="31116">1.6499999999999999</cx:pt>
          <cx:pt idx="31117">7.6500000000000004</cx:pt>
          <cx:pt idx="31118">1.45</cx:pt>
          <cx:pt idx="31119">0.84999999999999998</cx:pt>
          <cx:pt idx="31120">2.0800000000000001</cx:pt>
          <cx:pt idx="31121">4.1500000000000004</cx:pt>
          <cx:pt idx="31122">1.6499999999999999</cx:pt>
          <cx:pt idx="31123">1.25</cx:pt>
          <cx:pt idx="31124">8.25</cx:pt>
          <cx:pt idx="31125">2.1000000000000001</cx:pt>
          <cx:pt idx="31126">0.55000000000000004</cx:pt>
          <cx:pt idx="31127">2.0800000000000001</cx:pt>
          <cx:pt idx="31128">1.45</cx:pt>
          <cx:pt idx="31129">8.5</cx:pt>
          <cx:pt idx="31130">0.41999999999999998</cx:pt>
          <cx:pt idx="31131">0.39000000000000001</cx:pt>
          <cx:pt idx="31132">1.6499999999999999</cx:pt>
          <cx:pt idx="31133">0.84999999999999998</cx:pt>
          <cx:pt idx="31134">2.9500000000000002</cx:pt>
          <cx:pt idx="31135">0.41999999999999998</cx:pt>
          <cx:pt idx="31136">2.1000000000000001</cx:pt>
          <cx:pt idx="31137">2.1000000000000001</cx:pt>
          <cx:pt idx="31138">4.9500000000000002</cx:pt>
          <cx:pt idx="31139">8.25</cx:pt>
          <cx:pt idx="31140">2.5499999999999998</cx:pt>
          <cx:pt idx="31141">2.9500000000000002</cx:pt>
          <cx:pt idx="31142">1.25</cx:pt>
          <cx:pt idx="31143">8.5</cx:pt>
          <cx:pt idx="31144">1.25</cx:pt>
          <cx:pt idx="31145">0.55000000000000004</cx:pt>
          <cx:pt idx="31146">1.6499999999999999</cx:pt>
          <cx:pt idx="31147">1.45</cx:pt>
          <cx:pt idx="31148">1.6499999999999999</cx:pt>
          <cx:pt idx="31149">1.6499999999999999</cx:pt>
          <cx:pt idx="31150">0.84999999999999998</cx:pt>
          <cx:pt idx="31151">2.0800000000000001</cx:pt>
          <cx:pt idx="31152">4.1299999999999999</cx:pt>
          <cx:pt idx="31153">3.29</cx:pt>
          <cx:pt idx="31154">6.6299999999999999</cx:pt>
          <cx:pt idx="31155">7.46</cx:pt>
          <cx:pt idx="31156">8.2899999999999991</cx:pt>
          <cx:pt idx="31157">8.2899999999999991</cx:pt>
          <cx:pt idx="31158">3.29</cx:pt>
          <cx:pt idx="31159">6.6299999999999999</cx:pt>
          <cx:pt idx="31160">2.46</cx:pt>
          <cx:pt idx="31161">7.46</cx:pt>
          <cx:pt idx="31162">1.6499999999999999</cx:pt>
          <cx:pt idx="31163">2.0800000000000001</cx:pt>
          <cx:pt idx="31164">2.9500000000000002</cx:pt>
          <cx:pt idx="31165">12.75</cx:pt>
          <cx:pt idx="31166">0.41999999999999998</cx:pt>
          <cx:pt idx="31167">2.8900000000000001</cx:pt>
          <cx:pt idx="31168">2.9500000000000002</cx:pt>
          <cx:pt idx="31169">3.75</cx:pt>
          <cx:pt idx="31170">1.45</cx:pt>
          <cx:pt idx="31171">4.1500000000000004</cx:pt>
          <cx:pt idx="31172">2.75</cx:pt>
          <cx:pt idx="31173">2.5499999999999998</cx:pt>
          <cx:pt idx="31174">1.6499999999999999</cx:pt>
          <cx:pt idx="31175">4.9500000000000002</cx:pt>
          <cx:pt idx="31176">1.6499999999999999</cx:pt>
          <cx:pt idx="31177">8.5</cx:pt>
          <cx:pt idx="31178">4.1500000000000004</cx:pt>
          <cx:pt idx="31179">1.6499999999999999</cx:pt>
          <cx:pt idx="31180">1.8500000000000001</cx:pt>
          <cx:pt idx="31181">2.8900000000000001</cx:pt>
          <cx:pt idx="31182">4.9500000000000002</cx:pt>
          <cx:pt idx="31183">2.0800000000000001</cx:pt>
          <cx:pt idx="31184">2.0800000000000001</cx:pt>
          <cx:pt idx="31185">1.6499999999999999</cx:pt>
          <cx:pt idx="31186">8.5</cx:pt>
          <cx:pt idx="31187">2.9500000000000002</cx:pt>
          <cx:pt idx="31188">1.25</cx:pt>
          <cx:pt idx="31189">0.84999999999999998</cx:pt>
          <cx:pt idx="31190">2.0800000000000001</cx:pt>
          <cx:pt idx="31191">2.9500000000000002</cx:pt>
          <cx:pt idx="31192">2.0800000000000001</cx:pt>
          <cx:pt idx="31193">1.6499999999999999</cx:pt>
          <cx:pt idx="31194">1.6499999999999999</cx:pt>
          <cx:pt idx="31195">2.5499999999999998</cx:pt>
          <cx:pt idx="31196">8.5</cx:pt>
          <cx:pt idx="31197">4.9500000000000002</cx:pt>
          <cx:pt idx="31198">2.8900000000000001</cx:pt>
          <cx:pt idx="31199">1.6499999999999999</cx:pt>
          <cx:pt idx="31200">1.6499999999999999</cx:pt>
          <cx:pt idx="31201">2.9500000000000002</cx:pt>
          <cx:pt idx="31202">1.6499999999999999</cx:pt>
          <cx:pt idx="31203">4.9500000000000002</cx:pt>
          <cx:pt idx="31204">8.5</cx:pt>
          <cx:pt idx="31205">0.65000000000000002</cx:pt>
          <cx:pt idx="31206">8.25</cx:pt>
          <cx:pt idx="31207">1.79</cx:pt>
          <cx:pt idx="31208">1.8500000000000001</cx:pt>
          <cx:pt idx="31209">1.0600000000000001</cx:pt>
          <cx:pt idx="31210">2.9500000000000002</cx:pt>
          <cx:pt idx="31211">1.6499999999999999</cx:pt>
          <cx:pt idx="31212">2.1000000000000001</cx:pt>
          <cx:pt idx="31213">0.82999999999999996</cx:pt>
          <cx:pt idx="31214">2.9199999999999999</cx:pt>
          <cx:pt idx="31215">10.789999999999999</cx:pt>
          <cx:pt idx="31216">4.1299999999999999</cx:pt>
          <cx:pt idx="31217">2.46</cx:pt>
          <cx:pt idx="31218">0.82999999999999996</cx:pt>
          <cx:pt idx="31219">0.41999999999999998</cx:pt>
          <cx:pt idx="31220">1.25</cx:pt>
          <cx:pt idx="31221">4.96</cx:pt>
          <cx:pt idx="31222">0.41999999999999998</cx:pt>
          <cx:pt idx="31223">2.9500000000000002</cx:pt>
          <cx:pt idx="31224">1.45</cx:pt>
          <cx:pt idx="31225">8.2899999999999991</cx:pt>
          <cx:pt idx="31226">3.29</cx:pt>
          <cx:pt idx="31227">0.82999999999999996</cx:pt>
          <cx:pt idx="31228">4.96</cx:pt>
          <cx:pt idx="31229">1.25</cx:pt>
          <cx:pt idx="31230">4.1299999999999999</cx:pt>
          <cx:pt idx="31231">1.6299999999999999</cx:pt>
          <cx:pt idx="31232">4.96</cx:pt>
          <cx:pt idx="31233">0.82999999999999996</cx:pt>
          <cx:pt idx="31234">2.46</cx:pt>
          <cx:pt idx="31235">4.1299999999999999</cx:pt>
          <cx:pt idx="31236">8.2899999999999991</cx:pt>
          <cx:pt idx="31237">1.6299999999999999</cx:pt>
          <cx:pt idx="31238">1.6299999999999999</cx:pt>
          <cx:pt idx="31239">2.46</cx:pt>
          <cx:pt idx="31240">0.82999999999999996</cx:pt>
          <cx:pt idx="31241">0.41999999999999998</cx:pt>
          <cx:pt idx="31242">3.29</cx:pt>
          <cx:pt idx="31243">0.41999999999999998</cx:pt>
          <cx:pt idx="31244">5.79</cx:pt>
          <cx:pt idx="31245">4.5800000000000001</cx:pt>
          <cx:pt idx="31246">0.41999999999999998</cx:pt>
          <cx:pt idx="31247">3.29</cx:pt>
          <cx:pt idx="31248">4.1299999999999999</cx:pt>
          <cx:pt idx="31249">3.29</cx:pt>
          <cx:pt idx="31250">4.1299999999999999</cx:pt>
          <cx:pt idx="31251">1.25</cx:pt>
          <cx:pt idx="31252">15.789999999999999</cx:pt>
          <cx:pt idx="31253">1.25</cx:pt>
          <cx:pt idx="31254">1.25</cx:pt>
          <cx:pt idx="31255">3.29</cx:pt>
          <cx:pt idx="31256">2.46</cx:pt>
          <cx:pt idx="31257">1.45</cx:pt>
          <cx:pt idx="31258">2.5499999999999998</cx:pt>
          <cx:pt idx="31259">1.45</cx:pt>
          <cx:pt idx="31260">2.0800000000000001</cx:pt>
          <cx:pt idx="31261">2.0800000000000001</cx:pt>
          <cx:pt idx="31262">4.9500000000000002</cx:pt>
          <cx:pt idx="31263">2.9500000000000002</cx:pt>
          <cx:pt idx="31264">0.65000000000000002</cx:pt>
          <cx:pt idx="31265">8.25</cx:pt>
          <cx:pt idx="31266">0.41999999999999998</cx:pt>
          <cx:pt idx="31267">2.5499999999999998</cx:pt>
          <cx:pt idx="31268">6.6299999999999999</cx:pt>
          <cx:pt idx="31269">24.960000000000001</cx:pt>
          <cx:pt idx="31270">4.1299999999999999</cx:pt>
          <cx:pt idx="31271">12.460000000000001</cx:pt>
          <cx:pt idx="31272">4.1299999999999999</cx:pt>
          <cx:pt idx="31273">3.75</cx:pt>
          <cx:pt idx="31274">10.789999999999999</cx:pt>
          <cx:pt idx="31275">16.629999999999999</cx:pt>
          <cx:pt idx="31276">5.79</cx:pt>
          <cx:pt idx="31277">2.5</cx:pt>
          <cx:pt idx="31278">10.789999999999999</cx:pt>
          <cx:pt idx="31279">3.29</cx:pt>
          <cx:pt idx="31280">12.460000000000001</cx:pt>
          <cx:pt idx="31281">4.1299999999999999</cx:pt>
          <cx:pt idx="31282">5.79</cx:pt>
          <cx:pt idx="31283">3.29</cx:pt>
          <cx:pt idx="31284">0.82999999999999996</cx:pt>
          <cx:pt idx="31285">3.29</cx:pt>
          <cx:pt idx="31286">4.1299999999999999</cx:pt>
          <cx:pt idx="31287">3.29</cx:pt>
          <cx:pt idx="31288">3.29</cx:pt>
          <cx:pt idx="31289">1.6299999999999999</cx:pt>
          <cx:pt idx="31290">14.130000000000001</cx:pt>
          <cx:pt idx="31291">4.96</cx:pt>
          <cx:pt idx="31292">4.1299999999999999</cx:pt>
          <cx:pt idx="31293">1.45</cx:pt>
          <cx:pt idx="31294">0.41999999999999998</cx:pt>
          <cx:pt idx="31295">1.45</cx:pt>
          <cx:pt idx="31296">2.9500000000000002</cx:pt>
          <cx:pt idx="31297">0.55000000000000004</cx:pt>
          <cx:pt idx="31298">4.25</cx:pt>
          <cx:pt idx="31299">2.9500000000000002</cx:pt>
          <cx:pt idx="31300">1.6499999999999999</cx:pt>
          <cx:pt idx="31301">8.5</cx:pt>
          <cx:pt idx="31302">6.9500000000000002</cx:pt>
          <cx:pt idx="31303">4.6500000000000004</cx:pt>
          <cx:pt idx="31304">1.45</cx:pt>
          <cx:pt idx="31305">1.8500000000000001</cx:pt>
          <cx:pt idx="31306">4.1500000000000004</cx:pt>
          <cx:pt idx="31307">1.6499999999999999</cx:pt>
          <cx:pt idx="31308">1.25</cx:pt>
          <cx:pt idx="31309">1.45</cx:pt>
          <cx:pt idx="31310">0.39000000000000001</cx:pt>
          <cx:pt idx="31311">0.41999999999999998</cx:pt>
          <cx:pt idx="31312">4.9500000000000002</cx:pt>
          <cx:pt idx="31313">4.9500000000000002</cx:pt>
          <cx:pt idx="31314">1.6499999999999999</cx:pt>
          <cx:pt idx="31315">1.45</cx:pt>
          <cx:pt idx="31316">2.5499999999999998</cx:pt>
          <cx:pt idx="31317">2.9500000000000002</cx:pt>
          <cx:pt idx="31318">8.5</cx:pt>
          <cx:pt idx="31319">0.84999999999999998</cx:pt>
          <cx:pt idx="31320">4.25</cx:pt>
          <cx:pt idx="31321">2.0800000000000001</cx:pt>
          <cx:pt idx="31322">2.9500000000000002</cx:pt>
          <cx:pt idx="31323">4.9500000000000002</cx:pt>
          <cx:pt idx="31324">2.1000000000000001</cx:pt>
          <cx:pt idx="31325">2.9500000000000002</cx:pt>
          <cx:pt idx="31326">1.6499999999999999</cx:pt>
          <cx:pt idx="31327">1.45</cx:pt>
          <cx:pt idx="31328">4.1500000000000004</cx:pt>
          <cx:pt idx="31329">1.6499999999999999</cx:pt>
          <cx:pt idx="31330">1.25</cx:pt>
          <cx:pt idx="31331">2.0800000000000001</cx:pt>
          <cx:pt idx="31332">3.75</cx:pt>
          <cx:pt idx="31333">2.5499999999999998</cx:pt>
          <cx:pt idx="31334">1.6499999999999999</cx:pt>
          <cx:pt idx="31335">1.6499999999999999</cx:pt>
          <cx:pt idx="31336">0.84999999999999998</cx:pt>
          <cx:pt idx="31337">2.5499999999999998</cx:pt>
          <cx:pt idx="31338">1.45</cx:pt>
          <cx:pt idx="31339">0.71999999999999997</cx:pt>
          <cx:pt idx="31340">2.1000000000000001</cx:pt>
          <cx:pt idx="31341">0.65000000000000002</cx:pt>
          <cx:pt idx="31342">0.41999999999999998</cx:pt>
          <cx:pt idx="31343">4.6500000000000004</cx:pt>
          <cx:pt idx="31344">1.6499999999999999</cx:pt>
          <cx:pt idx="31345">0.84999999999999998</cx:pt>
          <cx:pt idx="31346">3.25</cx:pt>
          <cx:pt idx="31347">1.25</cx:pt>
          <cx:pt idx="31348">2.9500000000000002</cx:pt>
          <cx:pt idx="31349">4.1299999999999999</cx:pt>
          <cx:pt idx="31350">5.79</cx:pt>
          <cx:pt idx="31351">7.46</cx:pt>
          <cx:pt idx="31352">24.960000000000001</cx:pt>
          <cx:pt idx="31353">0.82999999999999996</cx:pt>
          <cx:pt idx="31354">10.789999999999999</cx:pt>
          <cx:pt idx="31355">4.1299999999999999</cx:pt>
          <cx:pt idx="31356">4.1299999999999999</cx:pt>
          <cx:pt idx="31357">4.1299999999999999</cx:pt>
          <cx:pt idx="31358">2.0800000000000001</cx:pt>
          <cx:pt idx="31359">5.79</cx:pt>
          <cx:pt idx="31360">7.46</cx:pt>
          <cx:pt idx="31361">2.46</cx:pt>
          <cx:pt idx="31362">3.29</cx:pt>
          <cx:pt idx="31363">3.29</cx:pt>
          <cx:pt idx="31364">1.25</cx:pt>
          <cx:pt idx="31365">15.789999999999999</cx:pt>
          <cx:pt idx="31366">2.46</cx:pt>
          <cx:pt idx="31367">0.82999999999999996</cx:pt>
          <cx:pt idx="31368">1.25</cx:pt>
          <cx:pt idx="31369">4.1299999999999999</cx:pt>
          <cx:pt idx="31370">1.6299999999999999</cx:pt>
          <cx:pt idx="31371">1.6299999999999999</cx:pt>
          <cx:pt idx="31372">4.96</cx:pt>
          <cx:pt idx="31373">0.82999999999999996</cx:pt>
          <cx:pt idx="31374">4.1299999999999999</cx:pt>
          <cx:pt idx="31375">0.82999999999999996</cx:pt>
          <cx:pt idx="31376">8.25</cx:pt>
          <cx:pt idx="31377">8.25</cx:pt>
          <cx:pt idx="31378">5.79</cx:pt>
          <cx:pt idx="31379">4.1299999999999999</cx:pt>
          <cx:pt idx="31380">0.82999999999999996</cx:pt>
          <cx:pt idx="31381">3.29</cx:pt>
          <cx:pt idx="31382">4.1299999999999999</cx:pt>
          <cx:pt idx="31383">2.46</cx:pt>
          <cx:pt idx="31384">14.960000000000001</cx:pt>
          <cx:pt idx="31385">0.41999999999999998</cx:pt>
          <cx:pt idx="31386">3.29</cx:pt>
          <cx:pt idx="31387">0.41999999999999998</cx:pt>
          <cx:pt idx="31388">0.82999999999999996</cx:pt>
          <cx:pt idx="31389">7.46</cx:pt>
          <cx:pt idx="31390">3.29</cx:pt>
          <cx:pt idx="31391">1.6299999999999999</cx:pt>
          <cx:pt idx="31392">2.46</cx:pt>
          <cx:pt idx="31393">1.25</cx:pt>
          <cx:pt idx="31394">1.25</cx:pt>
          <cx:pt idx="31395">4.1299999999999999</cx:pt>
          <cx:pt idx="31396">1.6299999999999999</cx:pt>
          <cx:pt idx="31397">4.96</cx:pt>
          <cx:pt idx="31398">0.82999999999999996</cx:pt>
          <cx:pt idx="31399">2.9500000000000002</cx:pt>
          <cx:pt idx="31400">1.25</cx:pt>
          <cx:pt idx="31401">4.9500000000000002</cx:pt>
          <cx:pt idx="31402">2.5499999999999998</cx:pt>
          <cx:pt idx="31403">3.75</cx:pt>
          <cx:pt idx="31404">1.25</cx:pt>
          <cx:pt idx="31405">0.41999999999999998</cx:pt>
          <cx:pt idx="31406">4.9500000000000002</cx:pt>
          <cx:pt idx="31407">2.9500000000000002</cx:pt>
          <cx:pt idx="31408">0.55000000000000004</cx:pt>
          <cx:pt idx="31409">2.5499999999999998</cx:pt>
          <cx:pt idx="31410">1.25</cx:pt>
          <cx:pt idx="31411">2.8900000000000001</cx:pt>
          <cx:pt idx="31412">1.45</cx:pt>
          <cx:pt idx="31413">7.9500000000000002</cx:pt>
          <cx:pt idx="31414">7.0800000000000001</cx:pt>
          <cx:pt idx="31415">4.9500000000000002</cx:pt>
          <cx:pt idx="31416">2.1000000000000001</cx:pt>
          <cx:pt idx="31417">3.75</cx:pt>
          <cx:pt idx="31418">0.84999999999999998</cx:pt>
          <cx:pt idx="31419">1.6499999999999999</cx:pt>
          <cx:pt idx="31420">1.6499999999999999</cx:pt>
          <cx:pt idx="31421">7.6500000000000004</cx:pt>
          <cx:pt idx="31422">1.25</cx:pt>
          <cx:pt idx="31423">1.6899999999999999</cx:pt>
          <cx:pt idx="31424">2.8900000000000001</cx:pt>
          <cx:pt idx="31425">0.41999999999999998</cx:pt>
          <cx:pt idx="31426">1.45</cx:pt>
          <cx:pt idx="31427">3.75</cx:pt>
          <cx:pt idx="31428">1.6499999999999999</cx:pt>
          <cx:pt idx="31429">8.25</cx:pt>
          <cx:pt idx="31430">2.25</cx:pt>
          <cx:pt idx="31431">12.75</cx:pt>
          <cx:pt idx="31432">0.41999999999999998</cx:pt>
          <cx:pt idx="31433">0.41999999999999998</cx:pt>
          <cx:pt idx="31434">4.9500000000000002</cx:pt>
          <cx:pt idx="31435">2.1000000000000001</cx:pt>
          <cx:pt idx="31436">2.1000000000000001</cx:pt>
          <cx:pt idx="31437">1.25</cx:pt>
          <cx:pt idx="31438">7.6500000000000004</cx:pt>
          <cx:pt idx="31439">0.84999999999999998</cx:pt>
          <cx:pt idx="31440">2.0800000000000001</cx:pt>
          <cx:pt idx="31441">2.0800000000000001</cx:pt>
          <cx:pt idx="31442">0.84999999999999998</cx:pt>
          <cx:pt idx="31443">3.25</cx:pt>
          <cx:pt idx="31444">4.9500000000000002</cx:pt>
          <cx:pt idx="31445">2.9500000000000002</cx:pt>
          <cx:pt idx="31446">2.9500000000000002</cx:pt>
          <cx:pt idx="31447">1.6499999999999999</cx:pt>
          <cx:pt idx="31448">3.75</cx:pt>
          <cx:pt idx="31449">1.25</cx:pt>
          <cx:pt idx="31450">0.55000000000000004</cx:pt>
          <cx:pt idx="31451">1.6499999999999999</cx:pt>
          <cx:pt idx="31452">2.5499999999999998</cx:pt>
          <cx:pt idx="31453">1.45</cx:pt>
          <cx:pt idx="31454">1.45</cx:pt>
          <cx:pt idx="31455">2.0800000000000001</cx:pt>
          <cx:pt idx="31456">0.41999999999999998</cx:pt>
          <cx:pt idx="31457">2.1000000000000001</cx:pt>
          <cx:pt idx="31458">4.9500000000000002</cx:pt>
          <cx:pt idx="31459">2.0800000000000001</cx:pt>
          <cx:pt idx="31460">0.41999999999999998</cx:pt>
          <cx:pt idx="31461">0.65000000000000002</cx:pt>
          <cx:pt idx="31462">3.75</cx:pt>
          <cx:pt idx="31463">0.55000000000000004</cx:pt>
          <cx:pt idx="31464">8.25</cx:pt>
          <cx:pt idx="31465">1.45</cx:pt>
          <cx:pt idx="31466">1.25</cx:pt>
          <cx:pt idx="31467">3.75</cx:pt>
          <cx:pt idx="31468">4.1500000000000004</cx:pt>
          <cx:pt idx="31469">1.6499999999999999</cx:pt>
          <cx:pt idx="31470">2.9500000000000002</cx:pt>
          <cx:pt idx="31471">2.9500000000000002</cx:pt>
          <cx:pt idx="31472">4.25</cx:pt>
          <cx:pt idx="31473">4.25</cx:pt>
          <cx:pt idx="31474">1.6499999999999999</cx:pt>
          <cx:pt idx="31475">0.41999999999999998</cx:pt>
          <cx:pt idx="31476">0.41999999999999998</cx:pt>
          <cx:pt idx="31477">1.45</cx:pt>
          <cx:pt idx="31478">8.5</cx:pt>
          <cx:pt idx="31479">2.1000000000000001</cx:pt>
          <cx:pt idx="31480">8.5</cx:pt>
          <cx:pt idx="31481">2.0800000000000001</cx:pt>
          <cx:pt idx="31482">1.25</cx:pt>
          <cx:pt idx="31483">9.9499999999999993</cx:pt>
          <cx:pt idx="31484">0.55000000000000004</cx:pt>
          <cx:pt idx="31485">0.41999999999999998</cx:pt>
          <cx:pt idx="31486">2.1000000000000001</cx:pt>
          <cx:pt idx="31487">1.25</cx:pt>
          <cx:pt idx="31488">0.84999999999999998</cx:pt>
          <cx:pt idx="31489">1.0600000000000001</cx:pt>
          <cx:pt idx="31490">4.6500000000000004</cx:pt>
          <cx:pt idx="31491">4.9500000000000002</cx:pt>
          <cx:pt idx="31492">1.45</cx:pt>
          <cx:pt idx="31493">4.9500000000000002</cx:pt>
          <cx:pt idx="31494">8.5</cx:pt>
          <cx:pt idx="31495">3.75</cx:pt>
          <cx:pt idx="31496">8.25</cx:pt>
          <cx:pt idx="31497">0.82999999999999996</cx:pt>
          <cx:pt idx="31498">2.9500000000000002</cx:pt>
          <cx:pt idx="31499">12.75</cx:pt>
          <cx:pt idx="31500">3.29</cx:pt>
          <cx:pt idx="31501">2.1000000000000001</cx:pt>
          <cx:pt idx="31502">2.5499999999999998</cx:pt>
          <cx:pt idx="31503">2.1000000000000001</cx:pt>
          <cx:pt idx="31504">0.84999999999999998</cx:pt>
          <cx:pt idx="31505">1.25</cx:pt>
          <cx:pt idx="31506">1.45</cx:pt>
          <cx:pt idx="31507">0.55000000000000004</cx:pt>
          <cx:pt idx="31508">0.84999999999999998</cx:pt>
          <cx:pt idx="31509">0.84999999999999998</cx:pt>
          <cx:pt idx="31510">9.9499999999999993</cx:pt>
          <cx:pt idx="31511">4.9500000000000002</cx:pt>
          <cx:pt idx="31512">8.5</cx:pt>
          <cx:pt idx="31513">1.6499999999999999</cx:pt>
          <cx:pt idx="31514">4.25</cx:pt>
          <cx:pt idx="31515">2.0800000000000001</cx:pt>
          <cx:pt idx="31516">0.39000000000000001</cx:pt>
          <cx:pt idx="31517">0.55000000000000004</cx:pt>
          <cx:pt idx="31518">8.5</cx:pt>
          <cx:pt idx="31519">4.1299999999999999</cx:pt>
          <cx:pt idx="31520">0.82999999999999996</cx:pt>
          <cx:pt idx="31521">8.2899999999999991</cx:pt>
          <cx:pt idx="31522">4.1299999999999999</cx:pt>
          <cx:pt idx="31523">2.46</cx:pt>
          <cx:pt idx="31524">0.82999999999999996</cx:pt>
          <cx:pt idx="31525">0.41999999999999998</cx:pt>
          <cx:pt idx="31526">2.46</cx:pt>
          <cx:pt idx="31527">0.41999999999999998</cx:pt>
          <cx:pt idx="31528">16.629999999999999</cx:pt>
          <cx:pt idx="31529">2.9500000000000002</cx:pt>
          <cx:pt idx="31530">5.79</cx:pt>
          <cx:pt idx="31531">3.29</cx:pt>
          <cx:pt idx="31532">1.6299999999999999</cx:pt>
          <cx:pt idx="31533">2.46</cx:pt>
          <cx:pt idx="31534">5.79</cx:pt>
          <cx:pt idx="31535">24.960000000000001</cx:pt>
          <cx:pt idx="31536">3.29</cx:pt>
          <cx:pt idx="31537">4.1299999999999999</cx:pt>
          <cx:pt idx="31538">4.1299999999999999</cx:pt>
          <cx:pt idx="31539">1.25</cx:pt>
          <cx:pt idx="31540">4.1299999999999999</cx:pt>
          <cx:pt idx="31541">1.6299999999999999</cx:pt>
          <cx:pt idx="31542">8.2899999999999991</cx:pt>
          <cx:pt idx="31543">0.82999999999999996</cx:pt>
          <cx:pt idx="31544">1.25</cx:pt>
          <cx:pt idx="31545">4.6500000000000004</cx:pt>
          <cx:pt idx="31546">1.6899999999999999</cx:pt>
          <cx:pt idx="31547">1.45</cx:pt>
          <cx:pt idx="31548">1.6899999999999999</cx:pt>
          <cx:pt idx="31549">2.5499999999999998</cx:pt>
          <cx:pt idx="31550">2.5499999999999998</cx:pt>
          <cx:pt idx="31551">4.9500000000000002</cx:pt>
          <cx:pt idx="31552">2.75</cx:pt>
          <cx:pt idx="31553">1.45</cx:pt>
          <cx:pt idx="31554">8.5</cx:pt>
          <cx:pt idx="31555">1.6499999999999999</cx:pt>
          <cx:pt idx="31556">8.5</cx:pt>
          <cx:pt idx="31557">8.5</cx:pt>
          <cx:pt idx="31558">1.45</cx:pt>
          <cx:pt idx="31559">8.5</cx:pt>
          <cx:pt idx="31560">3.75</cx:pt>
          <cx:pt idx="31561">1.25</cx:pt>
          <cx:pt idx="31562">1.25</cx:pt>
          <cx:pt idx="31563">4.1500000000000004</cx:pt>
          <cx:pt idx="31564">2.9500000000000002</cx:pt>
          <cx:pt idx="31565">4.9500000000000002</cx:pt>
          <cx:pt idx="31566">2.5499999999999998</cx:pt>
          <cx:pt idx="31567">12.75</cx:pt>
          <cx:pt idx="31568">0.41999999999999998</cx:pt>
          <cx:pt idx="31569">2.1000000000000001</cx:pt>
          <cx:pt idx="31570">1.6499999999999999</cx:pt>
          <cx:pt idx="31571">1.6499999999999999</cx:pt>
          <cx:pt idx="31572">0.84999999999999998</cx:pt>
          <cx:pt idx="31573">7.0800000000000001</cx:pt>
          <cx:pt idx="31574">4.9500000000000002</cx:pt>
          <cx:pt idx="31575">4.9500000000000002</cx:pt>
          <cx:pt idx="31576">4.9500000000000002</cx:pt>
          <cx:pt idx="31577">1.25</cx:pt>
          <cx:pt idx="31578">2.9500000000000002</cx:pt>
          <cx:pt idx="31579">4.6500000000000004</cx:pt>
          <cx:pt idx="31580">1.6499999999999999</cx:pt>
          <cx:pt idx="31581">1.8500000000000001</cx:pt>
          <cx:pt idx="31582">7.0800000000000001</cx:pt>
          <cx:pt idx="31583">8.25</cx:pt>
          <cx:pt idx="31584">0.41999999999999998</cx:pt>
          <cx:pt idx="31585">1.6499999999999999</cx:pt>
          <cx:pt idx="31586">2.5499999999999998</cx:pt>
          <cx:pt idx="31587">0.41999999999999998</cx:pt>
          <cx:pt idx="31588">8.25</cx:pt>
          <cx:pt idx="31589">8.25</cx:pt>
          <cx:pt idx="31590">2.1000000000000001</cx:pt>
          <cx:pt idx="31591">2.9500000000000002</cx:pt>
          <cx:pt idx="31592">0.41999999999999998</cx:pt>
          <cx:pt idx="31593">2.0800000000000001</cx:pt>
          <cx:pt idx="31594">8.25</cx:pt>
          <cx:pt idx="31595">8.25</cx:pt>
          <cx:pt idx="31596">3.75</cx:pt>
          <cx:pt idx="31597">4.1500000000000004</cx:pt>
          <cx:pt idx="31598">0.28999999999999998</cx:pt>
          <cx:pt idx="31599">12.75</cx:pt>
          <cx:pt idx="31600">0.41999999999999998</cx:pt>
          <cx:pt idx="31601">4.9500000000000002</cx:pt>
          <cx:pt idx="31602">8.25</cx:pt>
          <cx:pt idx="31603">0.82999999999999996</cx:pt>
          <cx:pt idx="31604">2.9500000000000002</cx:pt>
          <cx:pt idx="31605">0.41999999999999998</cx:pt>
          <cx:pt idx="31606">1.6499999999999999</cx:pt>
          <cx:pt idx="31607">0.84999999999999998</cx:pt>
          <cx:pt idx="31608">1.45</cx:pt>
          <cx:pt idx="31609">4.1500000000000004</cx:pt>
          <cx:pt idx="31610">1.6499999999999999</cx:pt>
          <cx:pt idx="31611">1.25</cx:pt>
          <cx:pt idx="31612">2.0800000000000001</cx:pt>
          <cx:pt idx="31613">3.75</cx:pt>
          <cx:pt idx="31614">2.5499999999999998</cx:pt>
          <cx:pt idx="31615">1.6499999999999999</cx:pt>
          <cx:pt idx="31616">1.6499999999999999</cx:pt>
          <cx:pt idx="31617">0.84999999999999998</cx:pt>
          <cx:pt idx="31618">2.5499999999999998</cx:pt>
          <cx:pt idx="31619">4.1299999999999999</cx:pt>
          <cx:pt idx="31620">6.6299999999999999</cx:pt>
          <cx:pt idx="31621">7.46</cx:pt>
          <cx:pt idx="31622">8.2899999999999991</cx:pt>
          <cx:pt idx="31623">8.2899999999999991</cx:pt>
          <cx:pt idx="31624">4.1299999999999999</cx:pt>
          <cx:pt idx="31625">1.6299999999999999</cx:pt>
          <cx:pt idx="31626">3.29</cx:pt>
          <cx:pt idx="31627">6.6299999999999999</cx:pt>
          <cx:pt idx="31628">2.46</cx:pt>
          <cx:pt idx="31629">7.46</cx:pt>
          <cx:pt idx="31630">2.9500000000000002</cx:pt>
          <cx:pt idx="31631">2.9500000000000002</cx:pt>
          <cx:pt idx="31632">1.25</cx:pt>
          <cx:pt idx="31633">2.5499999999999998</cx:pt>
          <cx:pt idx="31634">1.6499999999999999</cx:pt>
          <cx:pt idx="31635">2.9500000000000002</cx:pt>
          <cx:pt idx="31636">2.9500000000000002</cx:pt>
          <cx:pt idx="31637">1.6499999999999999</cx:pt>
          <cx:pt idx="31638">2.5499999999999998</cx:pt>
          <cx:pt idx="31639">2.5499999999999998</cx:pt>
          <cx:pt idx="31640">2.0800000000000001</cx:pt>
          <cx:pt idx="31641">9.9499999999999993</cx:pt>
          <cx:pt idx="31642">1.45</cx:pt>
          <cx:pt idx="31643">2.9500000000000002</cx:pt>
          <cx:pt idx="31644">1.6499999999999999</cx:pt>
          <cx:pt idx="31645">2.1000000000000001</cx:pt>
          <cx:pt idx="31646">0.55000000000000004</cx:pt>
          <cx:pt idx="31647">4.9500000000000002</cx:pt>
          <cx:pt idx="31648">4.25</cx:pt>
          <cx:pt idx="31649">2.1000000000000001</cx:pt>
          <cx:pt idx="31650">0.65000000000000002</cx:pt>
          <cx:pt idx="31651">1.45</cx:pt>
          <cx:pt idx="31652">0.39000000000000001</cx:pt>
          <cx:pt idx="31653">0.84999999999999998</cx:pt>
          <cx:pt idx="31654">1.45</cx:pt>
          <cx:pt idx="31655">2.9500000000000002</cx:pt>
          <cx:pt idx="31656">1.6499999999999999</cx:pt>
          <cx:pt idx="31657">3.25</cx:pt>
          <cx:pt idx="31658">4.9500000000000002</cx:pt>
          <cx:pt idx="31659">2.9500000000000002</cx:pt>
          <cx:pt idx="31660">2.9500000000000002</cx:pt>
          <cx:pt idx="31661">1.25</cx:pt>
          <cx:pt idx="31662">1.25</cx:pt>
          <cx:pt idx="31663">1.6499999999999999</cx:pt>
          <cx:pt idx="31664">1.6499999999999999</cx:pt>
          <cx:pt idx="31665">0.84999999999999998</cx:pt>
          <cx:pt idx="31666">2.0800000000000001</cx:pt>
          <cx:pt idx="31667">1.6899999999999999</cx:pt>
          <cx:pt idx="31668">2.8900000000000001</cx:pt>
          <cx:pt idx="31669">4.9500000000000002</cx:pt>
          <cx:pt idx="31670">4.9500000000000002</cx:pt>
          <cx:pt idx="31671">0.41999999999999998</cx:pt>
          <cx:pt idx="31672">6.9500000000000002</cx:pt>
          <cx:pt idx="31673">1.6499999999999999</cx:pt>
          <cx:pt idx="31674">0.41999999999999998</cx:pt>
          <cx:pt idx="31675">0.41999999999999998</cx:pt>
          <cx:pt idx="31676">1.25</cx:pt>
          <cx:pt idx="31677">2.9500000000000002</cx:pt>
          <cx:pt idx="31678">0.41999999999999998</cx:pt>
          <cx:pt idx="31679">0.41999999999999998</cx:pt>
          <cx:pt idx="31680">0.55000000000000004</cx:pt>
          <cx:pt idx="31681">3.9500000000000002</cx:pt>
          <cx:pt idx="31682">12.75</cx:pt>
          <cx:pt idx="31683">4.9500000000000002</cx:pt>
          <cx:pt idx="31684">2.1000000000000001</cx:pt>
          <cx:pt idx="31685">1.45</cx:pt>
          <cx:pt idx="31686">4.9500000000000002</cx:pt>
          <cx:pt idx="31687">0.65000000000000002</cx:pt>
          <cx:pt idx="31688">0.65000000000000002</cx:pt>
          <cx:pt idx="31689">0.55000000000000004</cx:pt>
          <cx:pt idx="31690">0.55000000000000004</cx:pt>
          <cx:pt idx="31691">8.25</cx:pt>
          <cx:pt idx="31692">0.41999999999999998</cx:pt>
          <cx:pt idx="31693">12.75</cx:pt>
          <cx:pt idx="31694">2.1000000000000001</cx:pt>
          <cx:pt idx="31695">2.8900000000000001</cx:pt>
          <cx:pt idx="31696">12.75</cx:pt>
          <cx:pt idx="31697">1.25</cx:pt>
          <cx:pt idx="31698">1.25</cx:pt>
          <cx:pt idx="31699">0.35999999999999999</cx:pt>
          <cx:pt idx="31700">2.9500000000000002</cx:pt>
          <cx:pt idx="31701">2.4900000000000002</cx:pt>
          <cx:pt idx="31702">1.25</cx:pt>
          <cx:pt idx="31703">2.1000000000000001</cx:pt>
          <cx:pt idx="31704">2.1000000000000001</cx:pt>
          <cx:pt idx="31705">4.9500000000000002</cx:pt>
          <cx:pt idx="31706">1.25</cx:pt>
          <cx:pt idx="31707">1.25</cx:pt>
          <cx:pt idx="31708">2.9500000000000002</cx:pt>
          <cx:pt idx="31709">2.0800000000000001</cx:pt>
          <cx:pt idx="31710">1.6499999999999999</cx:pt>
          <cx:pt idx="31711">2.9500000000000002</cx:pt>
          <cx:pt idx="31712">2.4900000000000002</cx:pt>
          <cx:pt idx="31713">0.55000000000000004</cx:pt>
          <cx:pt idx="31714">2.1000000000000001</cx:pt>
          <cx:pt idx="31715">0.41999999999999998</cx:pt>
          <cx:pt idx="31716">2.4900000000000002</cx:pt>
          <cx:pt idx="31717">2.0800000000000001</cx:pt>
          <cx:pt idx="31718">0.82999999999999996</cx:pt>
          <cx:pt idx="31719">4.1299999999999999</cx:pt>
          <cx:pt idx="31720">4.1299999999999999</cx:pt>
          <cx:pt idx="31721">1.6299999999999999</cx:pt>
          <cx:pt idx="31722">2.46</cx:pt>
          <cx:pt idx="31723">2.46</cx:pt>
          <cx:pt idx="31724">0.41999999999999998</cx:pt>
          <cx:pt idx="31725">15.789999999999999</cx:pt>
          <cx:pt idx="31726">19.960000000000001</cx:pt>
          <cx:pt idx="31727">7.46</cx:pt>
          <cx:pt idx="31728">4.1299999999999999</cx:pt>
          <cx:pt idx="31729">2.46</cx:pt>
          <cx:pt idx="31730">5.79</cx:pt>
          <cx:pt idx="31731">7.46</cx:pt>
          <cx:pt idx="31732">3.29</cx:pt>
          <cx:pt idx="31733">2.46</cx:pt>
          <cx:pt idx="31734">3.29</cx:pt>
          <cx:pt idx="31735">1.25</cx:pt>
          <cx:pt idx="31736">4.1299999999999999</cx:pt>
          <cx:pt idx="31737">1.6299999999999999</cx:pt>
          <cx:pt idx="31738">4.96</cx:pt>
          <cx:pt idx="31739">0.55000000000000004</cx:pt>
          <cx:pt idx="31740">0.55000000000000004</cx:pt>
          <cx:pt idx="31741">1.6499999999999999</cx:pt>
          <cx:pt idx="31742">4.25</cx:pt>
          <cx:pt idx="31743">7.0800000000000001</cx:pt>
          <cx:pt idx="31744">0.65000000000000002</cx:pt>
          <cx:pt idx="31745">7.0800000000000001</cx:pt>
          <cx:pt idx="31746">8.5</cx:pt>
          <cx:pt idx="31747">1.45</cx:pt>
          <cx:pt idx="31748">2.9500000000000002</cx:pt>
          <cx:pt idx="31749">0.55000000000000004</cx:pt>
          <cx:pt idx="31750">2.1000000000000001</cx:pt>
          <cx:pt idx="31751">1.45</cx:pt>
          <cx:pt idx="31752">1.45</cx:pt>
          <cx:pt idx="31753">1.25</cx:pt>
          <cx:pt idx="31754">8.25</cx:pt>
          <cx:pt idx="31755">2.5499999999999998</cx:pt>
          <cx:pt idx="31756">1.45</cx:pt>
          <cx:pt idx="31757">1.25</cx:pt>
          <cx:pt idx="31758">1.25</cx:pt>
          <cx:pt idx="31759">2.1000000000000001</cx:pt>
          <cx:pt idx="31760">2.9500000000000002</cx:pt>
          <cx:pt idx="31761">1.6499999999999999</cx:pt>
          <cx:pt idx="31762">1.25</cx:pt>
          <cx:pt idx="31763">1.25</cx:pt>
          <cx:pt idx="31764">4.25</cx:pt>
          <cx:pt idx="31765">8.25</cx:pt>
          <cx:pt idx="31766">6.3499999999999996</cx:pt>
          <cx:pt idx="31767">4.1500000000000004</cx:pt>
          <cx:pt idx="31768">1.25</cx:pt>
          <cx:pt idx="31769">2.1000000000000001</cx:pt>
          <cx:pt idx="31770">1.6499999999999999</cx:pt>
          <cx:pt idx="31771">1.45</cx:pt>
          <cx:pt idx="31772">1.45</cx:pt>
          <cx:pt idx="31773">1.45</cx:pt>
          <cx:pt idx="31774">4.9500000000000002</cx:pt>
          <cx:pt idx="31775">1.6899999999999999</cx:pt>
          <cx:pt idx="31776">7.9500000000000002</cx:pt>
          <cx:pt idx="31777">6.75</cx:pt>
          <cx:pt idx="31778">2.75</cx:pt>
          <cx:pt idx="31779">2.5499999999999998</cx:pt>
          <cx:pt idx="31780">0.41999999999999998</cx:pt>
          <cx:pt idx="31781">2.5499999999999998</cx:pt>
          <cx:pt idx="31782">0.41999999999999998</cx:pt>
          <cx:pt idx="31783">2.4900000000000002</cx:pt>
          <cx:pt idx="31784">2.0800000000000001</cx:pt>
          <cx:pt idx="31785">4.1500000000000004</cx:pt>
          <cx:pt idx="31786">4.9500000000000002</cx:pt>
          <cx:pt idx="31787">1.45</cx:pt>
          <cx:pt idx="31788">4.9500000000000002</cx:pt>
          <cx:pt idx="31789">4.9500000000000002</cx:pt>
          <cx:pt idx="31790">4.9500000000000002</cx:pt>
          <cx:pt idx="31791">3.75</cx:pt>
          <cx:pt idx="31792">1.6499999999999999</cx:pt>
          <cx:pt idx="31793">1.6499999999999999</cx:pt>
          <cx:pt idx="31794">0.41999999999999998</cx:pt>
          <cx:pt idx="31795">1.6499999999999999</cx:pt>
          <cx:pt idx="31796">0.71999999999999997</cx:pt>
          <cx:pt idx="31797">1.0600000000000001</cx:pt>
          <cx:pt idx="31798">1.25</cx:pt>
          <cx:pt idx="31799">2.9500000000000002</cx:pt>
          <cx:pt idx="31800">2.1000000000000001</cx:pt>
          <cx:pt idx="31801">0.41999999999999998</cx:pt>
          <cx:pt idx="31802">0.41999999999999998</cx:pt>
          <cx:pt idx="31803">2.5499999999999998</cx:pt>
          <cx:pt idx="31804">4.9500000000000002</cx:pt>
          <cx:pt idx="31805">2.9500000000000002</cx:pt>
          <cx:pt idx="31806">2.5499999999999998</cx:pt>
          <cx:pt idx="31807">0.41999999999999998</cx:pt>
          <cx:pt idx="31808">0.41999999999999998</cx:pt>
          <cx:pt idx="31809">0.41999999999999998</cx:pt>
          <cx:pt idx="31810">0.65000000000000002</cx:pt>
          <cx:pt idx="31811">2.1000000000000001</cx:pt>
          <cx:pt idx="31812">2.1000000000000001</cx:pt>
          <cx:pt idx="31813">2.1000000000000001</cx:pt>
          <cx:pt idx="31814">1.45</cx:pt>
          <cx:pt idx="31815">1.45</cx:pt>
          <cx:pt idx="31816">8.25</cx:pt>
          <cx:pt idx="31817">1.6499999999999999</cx:pt>
          <cx:pt idx="31818">2.9500000000000002</cx:pt>
          <cx:pt idx="31819">8.25</cx:pt>
          <cx:pt idx="31820">3.75</cx:pt>
          <cx:pt idx="31821">1.6499999999999999</cx:pt>
          <cx:pt idx="31822">8.5</cx:pt>
          <cx:pt idx="31823">2.25</cx:pt>
          <cx:pt idx="31824">2.4900000000000002</cx:pt>
          <cx:pt idx="31825">0.55000000000000004</cx:pt>
          <cx:pt idx="31826">2.1000000000000001</cx:pt>
          <cx:pt idx="31827">2.0800000000000001</cx:pt>
          <cx:pt idx="31828">0.41999999999999998</cx:pt>
          <cx:pt idx="31829">4.9500000000000002</cx:pt>
          <cx:pt idx="31830">2.1000000000000001</cx:pt>
          <cx:pt idx="31831">1.6499999999999999</cx:pt>
          <cx:pt idx="31832">1.6499999999999999</cx:pt>
          <cx:pt idx="31833">4.9500000000000002</cx:pt>
          <cx:pt idx="31834">2.5499999999999998</cx:pt>
          <cx:pt idx="31835">2.1000000000000001</cx:pt>
          <cx:pt idx="31836">4.1500000000000004</cx:pt>
          <cx:pt idx="31837">4.9500000000000002</cx:pt>
          <cx:pt idx="31838">2.1000000000000001</cx:pt>
          <cx:pt idx="31839">2.8900000000000001</cx:pt>
          <cx:pt idx="31840">2.1000000000000001</cx:pt>
          <cx:pt idx="31841">2.1000000000000001</cx:pt>
          <cx:pt idx="31842">2.9500000000000002</cx:pt>
          <cx:pt idx="31843">1.25</cx:pt>
          <cx:pt idx="31844">3.9500000000000002</cx:pt>
          <cx:pt idx="31845">6.9500000000000002</cx:pt>
          <cx:pt idx="31846">1.25</cx:pt>
          <cx:pt idx="31847">2.9500000000000002</cx:pt>
          <cx:pt idx="31848">0.41999999999999998</cx:pt>
          <cx:pt idx="31849">0.84999999999999998</cx:pt>
          <cx:pt idx="31850">1.45</cx:pt>
          <cx:pt idx="31851">2.8900000000000001</cx:pt>
          <cx:pt idx="31852">1.25</cx:pt>
          <cx:pt idx="31853">1.25</cx:pt>
          <cx:pt idx="31854">1.6499999999999999</cx:pt>
          <cx:pt idx="31855">8.25</cx:pt>
          <cx:pt idx="31856">8.25</cx:pt>
          <cx:pt idx="31857">4.9500000000000002</cx:pt>
          <cx:pt idx="31858">8.5</cx:pt>
          <cx:pt idx="31859">1.6899999999999999</cx:pt>
          <cx:pt idx="31860">1.25</cx:pt>
          <cx:pt idx="31861">2.5499999999999998</cx:pt>
          <cx:pt idx="31862">6.9500000000000002</cx:pt>
          <cx:pt idx="31863">3.9500000000000002</cx:pt>
          <cx:pt idx="31864">1.45</cx:pt>
          <cx:pt idx="31865">8.25</cx:pt>
          <cx:pt idx="31866">2.0800000000000001</cx:pt>
          <cx:pt idx="31867">0.41999999999999998</cx:pt>
          <cx:pt idx="31868">1.25</cx:pt>
          <cx:pt idx="31869">4.9500000000000002</cx:pt>
          <cx:pt idx="31870">1.25</cx:pt>
          <cx:pt idx="31871">2.8900000000000001</cx:pt>
          <cx:pt idx="31872">2.1000000000000001</cx:pt>
          <cx:pt idx="31873">2.5499999999999998</cx:pt>
          <cx:pt idx="31874">2.5499999999999998</cx:pt>
          <cx:pt idx="31875">0.82999999999999996</cx:pt>
          <cx:pt idx="31876">4.9500000000000002</cx:pt>
          <cx:pt idx="31877">3.9500000000000002</cx:pt>
          <cx:pt idx="31878">1.6499999999999999</cx:pt>
          <cx:pt idx="31879">4.6500000000000004</cx:pt>
          <cx:pt idx="31880">2.0800000000000001</cx:pt>
          <cx:pt idx="31881">0.41999999999999998</cx:pt>
          <cx:pt idx="31882">4.25</cx:pt>
          <cx:pt idx="31883">8.5</cx:pt>
          <cx:pt idx="31884">3.75</cx:pt>
          <cx:pt idx="31885">0.41999999999999998</cx:pt>
          <cx:pt idx="31886">0.55000000000000004</cx:pt>
          <cx:pt idx="31887">2.1000000000000001</cx:pt>
          <cx:pt idx="31888">0.65000000000000002</cx:pt>
          <cx:pt idx="31889">4.6500000000000004</cx:pt>
          <cx:pt idx="31890">2.0800000000000001</cx:pt>
          <cx:pt idx="31891">2.0800000000000001</cx:pt>
          <cx:pt idx="31892">3.75</cx:pt>
          <cx:pt idx="31893">12.75</cx:pt>
          <cx:pt idx="31894">2.9500000000000002</cx:pt>
          <cx:pt idx="31895">0.84999999999999998</cx:pt>
          <cx:pt idx="31896">0.41999999999999998</cx:pt>
          <cx:pt idx="31897">2.5499999999999998</cx:pt>
          <cx:pt idx="31898">2.9500000000000002</cx:pt>
          <cx:pt idx="31899">3.75</cx:pt>
          <cx:pt idx="31900">2.5499999999999998</cx:pt>
          <cx:pt idx="31901">3.75</cx:pt>
          <cx:pt idx="31902">2.0800000000000001</cx:pt>
          <cx:pt idx="31903">1.6499999999999999</cx:pt>
          <cx:pt idx="31904">0.84999999999999998</cx:pt>
          <cx:pt idx="31905">3.25</cx:pt>
          <cx:pt idx="31906">0.65000000000000002</cx:pt>
          <cx:pt idx="31907">2.9500000000000002</cx:pt>
          <cx:pt idx="31908">2.9500000000000002</cx:pt>
          <cx:pt idx="31909">1.45</cx:pt>
          <cx:pt idx="31910">2.9500000000000002</cx:pt>
          <cx:pt idx="31911">0.41999999999999998</cx:pt>
          <cx:pt idx="31912">0.41999999999999998</cx:pt>
          <cx:pt idx="31913">0.65000000000000002</cx:pt>
          <cx:pt idx="31914">1.6499999999999999</cx:pt>
          <cx:pt idx="31915">0.84999999999999998</cx:pt>
          <cx:pt idx="31916">8.5</cx:pt>
          <cx:pt idx="31917">8.25</cx:pt>
          <cx:pt idx="31918">8.25</cx:pt>
          <cx:pt idx="31919">2.1000000000000001</cx:pt>
          <cx:pt idx="31920">1.45</cx:pt>
          <cx:pt idx="31921">1.45</cx:pt>
          <cx:pt idx="31922">8.5</cx:pt>
          <cx:pt idx="31923">6.9500000000000002</cx:pt>
          <cx:pt idx="31924">0.65000000000000002</cx:pt>
          <cx:pt idx="31925">1.45</cx:pt>
          <cx:pt idx="31926">2.0800000000000001</cx:pt>
          <cx:pt idx="31927">1.6899999999999999</cx:pt>
          <cx:pt idx="31928">2.5499999999999998</cx:pt>
          <cx:pt idx="31929">8.5</cx:pt>
          <cx:pt idx="31930">2.9500000000000002</cx:pt>
          <cx:pt idx="31931">3.75</cx:pt>
          <cx:pt idx="31932">0.65000000000000002</cx:pt>
          <cx:pt idx="31933">4.25</cx:pt>
          <cx:pt idx="31934">2.9500000000000002</cx:pt>
          <cx:pt idx="31935">4.9500000000000002</cx:pt>
          <cx:pt idx="31936">2.1000000000000001</cx:pt>
          <cx:pt idx="31937">2.9500000000000002</cx:pt>
          <cx:pt idx="31938">0.41999999999999998</cx:pt>
          <cx:pt idx="31939">6.9500000000000002</cx:pt>
          <cx:pt idx="31940">2.5499999999999998</cx:pt>
          <cx:pt idx="31941">4.9500000000000002</cx:pt>
          <cx:pt idx="31942">2.0800000000000001</cx:pt>
          <cx:pt idx="31943">2.9500000000000002</cx:pt>
          <cx:pt idx="31944">4.6500000000000004</cx:pt>
          <cx:pt idx="31945">0.55000000000000004</cx:pt>
          <cx:pt idx="31946">0.41999999999999998</cx:pt>
          <cx:pt idx="31947">2.1000000000000001</cx:pt>
          <cx:pt idx="31948">1.6499999999999999</cx:pt>
          <cx:pt idx="31949">0.41999999999999998</cx:pt>
          <cx:pt idx="31950">4.1500000000000004</cx:pt>
          <cx:pt idx="31951">2.0800000000000001</cx:pt>
          <cx:pt idx="31952">2.1000000000000001</cx:pt>
          <cx:pt idx="31953">1.6499999999999999</cx:pt>
          <cx:pt idx="31954">1.25</cx:pt>
          <cx:pt idx="31955">3.9500000000000002</cx:pt>
          <cx:pt idx="31956">1.25</cx:pt>
          <cx:pt idx="31957">1.6499999999999999</cx:pt>
          <cx:pt idx="31958">0.84999999999999998</cx:pt>
          <cx:pt idx="31959">2.8900000000000001</cx:pt>
          <cx:pt idx="31960">1.45</cx:pt>
          <cx:pt idx="31961">4.9500000000000002</cx:pt>
          <cx:pt idx="31962">1.45</cx:pt>
          <cx:pt idx="31963">3.29</cx:pt>
          <cx:pt idx="31964">1.6899999999999999</cx:pt>
          <cx:pt idx="31965">2.8900000000000001</cx:pt>
          <cx:pt idx="31966">2.4900000000000002</cx:pt>
          <cx:pt idx="31967">12.75</cx:pt>
          <cx:pt idx="31968">1.6499999999999999</cx:pt>
          <cx:pt idx="31969">4.9500000000000002</cx:pt>
          <cx:pt idx="31970">8.5</cx:pt>
          <cx:pt idx="31971">0.82999999999999996</cx:pt>
          <cx:pt idx="31972">4.9500000000000002</cx:pt>
          <cx:pt idx="31973">0.82999999999999996</cx:pt>
          <cx:pt idx="31974">4.9500000000000002</cx:pt>
          <cx:pt idx="31975">2.1000000000000001</cx:pt>
          <cx:pt idx="31976">1.45</cx:pt>
          <cx:pt idx="31977">0.84999999999999998</cx:pt>
          <cx:pt idx="31978">0.84999999999999998</cx:pt>
          <cx:pt idx="31979">1.25</cx:pt>
          <cx:pt idx="31980">2.5499999999999998</cx:pt>
          <cx:pt idx="31981">2.0800000000000001</cx:pt>
          <cx:pt idx="31982">4.9500000000000002</cx:pt>
          <cx:pt idx="31983">4.6500000000000004</cx:pt>
          <cx:pt idx="31984">2.0800000000000001</cx:pt>
          <cx:pt idx="31985">1.6499999999999999</cx:pt>
          <cx:pt idx="31986">4.9500000000000002</cx:pt>
          <cx:pt idx="31987">4.1500000000000004</cx:pt>
          <cx:pt idx="31988">2.4900000000000002</cx:pt>
          <cx:pt idx="31989">4.1500000000000004</cx:pt>
          <cx:pt idx="31990">1.25</cx:pt>
          <cx:pt idx="31991">2.8900000000000001</cx:pt>
          <cx:pt idx="31992">4.9500000000000002</cx:pt>
          <cx:pt idx="31993">12.75</cx:pt>
          <cx:pt idx="31994">2.9500000000000002</cx:pt>
          <cx:pt idx="31995">2.1000000000000001</cx:pt>
          <cx:pt idx="31996">8.25</cx:pt>
          <cx:pt idx="31997">1.0600000000000001</cx:pt>
          <cx:pt idx="31998">0.65000000000000002</cx:pt>
          <cx:pt idx="31999">2.5499999999999998</cx:pt>
          <cx:pt idx="32000">2.1000000000000001</cx:pt>
          <cx:pt idx="32001">4.1500000000000004</cx:pt>
          <cx:pt idx="32002">1.25</cx:pt>
          <cx:pt idx="32003">2.9500000000000002</cx:pt>
          <cx:pt idx="32004">2.8900000000000001</cx:pt>
          <cx:pt idx="32005">1.25</cx:pt>
          <cx:pt idx="32006">1.45</cx:pt>
          <cx:pt idx="32007">2.0800000000000001</cx:pt>
          <cx:pt idx="32008">0.39000000000000001</cx:pt>
          <cx:pt idx="32009">4.1500000000000004</cx:pt>
          <cx:pt idx="32010">3.25</cx:pt>
          <cx:pt idx="32011">2.9500000000000002</cx:pt>
          <cx:pt idx="32012">1.6499999999999999</cx:pt>
          <cx:pt idx="32013">4.9500000000000002</cx:pt>
          <cx:pt idx="32014">3.25</cx:pt>
          <cx:pt idx="32015">2.5499999999999998</cx:pt>
          <cx:pt idx="32016">2.9500000000000002</cx:pt>
          <cx:pt idx="32017">1.6499999999999999</cx:pt>
          <cx:pt idx="32018">2.9500000000000002</cx:pt>
          <cx:pt idx="32019">8.25</cx:pt>
          <cx:pt idx="32020">8.25</cx:pt>
          <cx:pt idx="32021">8.5</cx:pt>
          <cx:pt idx="32022">2.4900000000000002</cx:pt>
          <cx:pt idx="32023">2.0800000000000001</cx:pt>
          <cx:pt idx="32024">8.5</cx:pt>
          <cx:pt idx="32025">1.45</cx:pt>
          <cx:pt idx="32026">4.9500000000000002</cx:pt>
          <cx:pt idx="32027">2.1000000000000001</cx:pt>
          <cx:pt idx="32028">1.45</cx:pt>
          <cx:pt idx="32029">4.1500000000000004</cx:pt>
          <cx:pt idx="32030">1.45</cx:pt>
          <cx:pt idx="32031">2.9500000000000002</cx:pt>
          <cx:pt idx="32032">1.6499999999999999</cx:pt>
          <cx:pt idx="32033">1.6499999999999999</cx:pt>
          <cx:pt idx="32034">0.84999999999999998</cx:pt>
          <cx:pt idx="32035">1.25</cx:pt>
          <cx:pt idx="32036">0.41999999999999998</cx:pt>
          <cx:pt idx="32037">7.0800000000000001</cx:pt>
          <cx:pt idx="32038">7.0800000000000001</cx:pt>
          <cx:pt idx="32039">3.75</cx:pt>
          <cx:pt idx="32040">0.65000000000000002</cx:pt>
          <cx:pt idx="32041">1.25</cx:pt>
          <cx:pt idx="32042">3.75</cx:pt>
          <cx:pt idx="32043">1.45</cx:pt>
          <cx:pt idx="32044">4.9500000000000002</cx:pt>
          <cx:pt idx="32045">2.25</cx:pt>
          <cx:pt idx="32046">2.25</cx:pt>
          <cx:pt idx="32047">0.41999999999999998</cx:pt>
          <cx:pt idx="32048">1.6499999999999999</cx:pt>
          <cx:pt idx="32049">2.5499999999999998</cx:pt>
          <cx:pt idx="32050">2.9500000000000002</cx:pt>
          <cx:pt idx="32051">2.1000000000000001</cx:pt>
          <cx:pt idx="32052">12.75</cx:pt>
          <cx:pt idx="32053">1.6499999999999999</cx:pt>
          <cx:pt idx="32054">6.9500000000000002</cx:pt>
          <cx:pt idx="32055">1.6499999999999999</cx:pt>
          <cx:pt idx="32056">0.84999999999999998</cx:pt>
          <cx:pt idx="32057">1.25</cx:pt>
          <cx:pt idx="32058">8.25</cx:pt>
          <cx:pt idx="32059">1.25</cx:pt>
          <cx:pt idx="32060">2.9500000000000002</cx:pt>
          <cx:pt idx="32061">1.45</cx:pt>
          <cx:pt idx="32062">1.45</cx:pt>
          <cx:pt idx="32063">1.6499999999999999</cx:pt>
          <cx:pt idx="32064">0.35999999999999999</cx:pt>
          <cx:pt idx="32065">1.25</cx:pt>
          <cx:pt idx="32066">1.6499999999999999</cx:pt>
          <cx:pt idx="32067">1.25</cx:pt>
          <cx:pt idx="32068">4.9500000000000002</cx:pt>
          <cx:pt idx="32069">2.0800000000000001</cx:pt>
          <cx:pt idx="32070">1.45</cx:pt>
          <cx:pt idx="32071">9.9499999999999993</cx:pt>
          <cx:pt idx="32072">12.75</cx:pt>
          <cx:pt idx="32073">2.0800000000000001</cx:pt>
          <cx:pt idx="32074">0.65000000000000002</cx:pt>
          <cx:pt idx="32075">2.5499999999999998</cx:pt>
          <cx:pt idx="32076">9.9499999999999993</cx:pt>
          <cx:pt idx="32077">2.1000000000000001</cx:pt>
          <cx:pt idx="32078">12.75</cx:pt>
          <cx:pt idx="32079">0.84999999999999998</cx:pt>
          <cx:pt idx="32080">2.0800000000000001</cx:pt>
          <cx:pt idx="32081">2.25</cx:pt>
          <cx:pt idx="32082">4.9500000000000002</cx:pt>
          <cx:pt idx="32083">1.25</cx:pt>
          <cx:pt idx="32084">1.45</cx:pt>
          <cx:pt idx="32085">7.46</cx:pt>
          <cx:pt idx="32086">0.82999999999999996</cx:pt>
          <cx:pt idx="32087">4.1299999999999999</cx:pt>
          <cx:pt idx="32088">1.6299999999999999</cx:pt>
          <cx:pt idx="32089">2.46</cx:pt>
          <cx:pt idx="32090">2.46</cx:pt>
          <cx:pt idx="32091">0.41999999999999998</cx:pt>
          <cx:pt idx="32092">2.46</cx:pt>
          <cx:pt idx="32093">10.789999999999999</cx:pt>
          <cx:pt idx="32094">4.1299999999999999</cx:pt>
          <cx:pt idx="32095">0.41999999999999998</cx:pt>
          <cx:pt idx="32096">7.46</cx:pt>
          <cx:pt idx="32097">2.46</cx:pt>
          <cx:pt idx="32098">4.96</cx:pt>
          <cx:pt idx="32099">3.29</cx:pt>
          <cx:pt idx="32100">1.25</cx:pt>
          <cx:pt idx="32101">3.29</cx:pt>
          <cx:pt idx="32102">0.82999999999999996</cx:pt>
          <cx:pt idx="32103">1.25</cx:pt>
          <cx:pt idx="32104">8.5</cx:pt>
          <cx:pt idx="32105">2.0800000000000001</cx:pt>
          <cx:pt idx="32106">4.1500000000000004</cx:pt>
          <cx:pt idx="32107">4.1500000000000004</cx:pt>
          <cx:pt idx="32108">3.75</cx:pt>
          <cx:pt idx="32109">2.1000000000000001</cx:pt>
          <cx:pt idx="32110">4.1500000000000004</cx:pt>
          <cx:pt idx="32111">2.5499999999999998</cx:pt>
          <cx:pt idx="32112">4.9500000000000002</cx:pt>
          <cx:pt idx="32113">1.45</cx:pt>
          <cx:pt idx="32114">0.41999999999999998</cx:pt>
          <cx:pt idx="32115">1.6499999999999999</cx:pt>
          <cx:pt idx="32116">0.41999999999999998</cx:pt>
          <cx:pt idx="32117">4.9500000000000002</cx:pt>
          <cx:pt idx="32118">2.25</cx:pt>
          <cx:pt idx="32119">0.55000000000000004</cx:pt>
          <cx:pt idx="32120">1.6499999999999999</cx:pt>
          <cx:pt idx="32121">0.84999999999999998</cx:pt>
          <cx:pt idx="32122">6.9500000000000002</cx:pt>
          <cx:pt idx="32123">3.25</cx:pt>
          <cx:pt idx="32124">4.9500000000000002</cx:pt>
          <cx:pt idx="32125">8.5</cx:pt>
          <cx:pt idx="32126">2.9500000000000002</cx:pt>
          <cx:pt idx="32127">1.6499999999999999</cx:pt>
          <cx:pt idx="32128">0.84999999999999998</cx:pt>
          <cx:pt idx="32129">4.1500000000000004</cx:pt>
          <cx:pt idx="32130">4.9500000000000002</cx:pt>
          <cx:pt idx="32131">0.41999999999999998</cx:pt>
          <cx:pt idx="32132">0.84999999999999998</cx:pt>
          <cx:pt idx="32133">8.25</cx:pt>
          <cx:pt idx="32134">8.25</cx:pt>
          <cx:pt idx="32135">2.5499999999999998</cx:pt>
          <cx:pt idx="32136">2.9500000000000002</cx:pt>
          <cx:pt idx="32137">1.45</cx:pt>
          <cx:pt idx="32138">4.1500000000000004</cx:pt>
          <cx:pt idx="32139">1.6499999999999999</cx:pt>
          <cx:pt idx="32140">1.45</cx:pt>
          <cx:pt idx="32141">3.9500000000000002</cx:pt>
          <cx:pt idx="32142">1.25</cx:pt>
          <cx:pt idx="32143">2.0800000000000001</cx:pt>
          <cx:pt idx="32144">3.75</cx:pt>
          <cx:pt idx="32145">0.65000000000000002</cx:pt>
          <cx:pt idx="32146">7.9500000000000002</cx:pt>
          <cx:pt idx="32147">4.9500000000000002</cx:pt>
          <cx:pt idx="32148">3.25</cx:pt>
          <cx:pt idx="32149">1.6499999999999999</cx:pt>
          <cx:pt idx="32150">2.1000000000000001</cx:pt>
          <cx:pt idx="32151">8.5</cx:pt>
          <cx:pt idx="32152">2.9500000000000002</cx:pt>
          <cx:pt idx="32153">1.0600000000000001</cx:pt>
          <cx:pt idx="32154">1.45</cx:pt>
          <cx:pt idx="32155">0.41999999999999998</cx:pt>
          <cx:pt idx="32156">2.0800000000000001</cx:pt>
          <cx:pt idx="32157">0.41999999999999998</cx:pt>
          <cx:pt idx="32158">4.1500000000000004</cx:pt>
          <cx:pt idx="32159">0.84999999999999998</cx:pt>
          <cx:pt idx="32160">1.25</cx:pt>
          <cx:pt idx="32161">0.41999999999999998</cx:pt>
          <cx:pt idx="32162">2.5499999999999998</cx:pt>
          <cx:pt idx="32163">0.41999999999999998</cx:pt>
          <cx:pt idx="32164">3.75</cx:pt>
          <cx:pt idx="32165">0.39000000000000001</cx:pt>
          <cx:pt idx="32166">0.55000000000000004</cx:pt>
          <cx:pt idx="32167">0.41999999999999998</cx:pt>
          <cx:pt idx="32168">0.84999999999999998</cx:pt>
          <cx:pt idx="32169">1.6899999999999999</cx:pt>
          <cx:pt idx="32170">2.5499999999999998</cx:pt>
          <cx:pt idx="32171">1.45</cx:pt>
          <cx:pt idx="32172">1.6899999999999999</cx:pt>
          <cx:pt idx="32173">3.75</cx:pt>
          <cx:pt idx="32174">4.1299999999999999</cx:pt>
          <cx:pt idx="32175">8.3300000000000001</cx:pt>
          <cx:pt idx="32176">3.29</cx:pt>
          <cx:pt idx="32177">6.6299999999999999</cx:pt>
          <cx:pt idx="32178">7.46</cx:pt>
          <cx:pt idx="32179">8.2899999999999991</cx:pt>
          <cx:pt idx="32180">8.2899999999999991</cx:pt>
          <cx:pt idx="32181">4.1299999999999999</cx:pt>
          <cx:pt idx="32182">1.6299999999999999</cx:pt>
          <cx:pt idx="32183">3.29</cx:pt>
          <cx:pt idx="32184">6.6299999999999999</cx:pt>
          <cx:pt idx="32185">2.46</cx:pt>
          <cx:pt idx="32186">7.46</cx:pt>
          <cx:pt idx="32187">1.45</cx:pt>
          <cx:pt idx="32188">4.9500000000000002</cx:pt>
          <cx:pt idx="32189">1.8500000000000001</cx:pt>
          <cx:pt idx="32190">2.9500000000000002</cx:pt>
          <cx:pt idx="32191">2.0800000000000001</cx:pt>
          <cx:pt idx="32192">1.6499999999999999</cx:pt>
          <cx:pt idx="32193">0.55000000000000004</cx:pt>
          <cx:pt idx="32194">0.41999999999999998</cx:pt>
          <cx:pt idx="32195">2.1000000000000001</cx:pt>
          <cx:pt idx="32196">1.6499999999999999</cx:pt>
          <cx:pt idx="32197">2.0800000000000001</cx:pt>
          <cx:pt idx="32198">3.75</cx:pt>
          <cx:pt idx="32199">1.49</cx:pt>
          <cx:pt idx="32200">3.75</cx:pt>
          <cx:pt idx="32201">1.25</cx:pt>
          <cx:pt idx="32202">1.0600000000000001</cx:pt>
          <cx:pt idx="32203">0.35999999999999999</cx:pt>
          <cx:pt idx="32204">0.71999999999999997</cx:pt>
          <cx:pt idx="32205">0.35999999999999999</cx:pt>
          <cx:pt idx="32206">1.79</cx:pt>
          <cx:pt idx="32207">2.0800000000000001</cx:pt>
          <cx:pt idx="32208">1.25</cx:pt>
          <cx:pt idx="32209">1.25</cx:pt>
          <cx:pt idx="32210">2.0800000000000001</cx:pt>
          <cx:pt idx="32211">1.6499999999999999</cx:pt>
          <cx:pt idx="32212">2.5499999999999998</cx:pt>
          <cx:pt idx="32213">2.5499999999999998</cx:pt>
          <cx:pt idx="32214">2.4900000000000002</cx:pt>
          <cx:pt idx="32215">3.75</cx:pt>
          <cx:pt idx="32216">1.45</cx:pt>
          <cx:pt idx="32217">1.25</cx:pt>
          <cx:pt idx="32218">0.39000000000000001</cx:pt>
          <cx:pt idx="32219">2.9500000000000002</cx:pt>
          <cx:pt idx="32220">1.6499999999999999</cx:pt>
          <cx:pt idx="32221">0.55000000000000004</cx:pt>
          <cx:pt idx="32222">1.6499999999999999</cx:pt>
          <cx:pt idx="32223">9.9499999999999993</cx:pt>
          <cx:pt idx="32224">1.25</cx:pt>
          <cx:pt idx="32225">0.41999999999999998</cx:pt>
          <cx:pt idx="32226">0.65000000000000002</cx:pt>
          <cx:pt idx="32227">2.5499999999999998</cx:pt>
          <cx:pt idx="32228">0.41999999999999998</cx:pt>
          <cx:pt idx="32229">0.84999999999999998</cx:pt>
          <cx:pt idx="32230">1.25</cx:pt>
          <cx:pt idx="32231">0.41999999999999998</cx:pt>
          <cx:pt idx="32232">1.45</cx:pt>
          <cx:pt idx="32233">1.45</cx:pt>
          <cx:pt idx="32234">0.41999999999999998</cx:pt>
          <cx:pt idx="32235">1.25</cx:pt>
          <cx:pt idx="32236">0.41999999999999998</cx:pt>
          <cx:pt idx="32237">0.82999999999999996</cx:pt>
          <cx:pt idx="32238">0.41999999999999998</cx:pt>
          <cx:pt idx="32239">0.84999999999999998</cx:pt>
          <cx:pt idx="32240">0.84999999999999998</cx:pt>
          <cx:pt idx="32241">10.789999999999999</cx:pt>
          <cx:pt idx="32242">0.82999999999999996</cx:pt>
          <cx:pt idx="32243">14.130000000000001</cx:pt>
          <cx:pt idx="32244">24.960000000000001</cx:pt>
          <cx:pt idx="32245">15.789999999999999</cx:pt>
          <cx:pt idx="32246">1.6299999999999999</cx:pt>
          <cx:pt idx="32247">0.82999999999999996</cx:pt>
          <cx:pt idx="32248">2.9500000000000002</cx:pt>
          <cx:pt idx="32249">1.25</cx:pt>
          <cx:pt idx="32250">2.8900000000000001</cx:pt>
          <cx:pt idx="32251">6.3499999999999996</cx:pt>
          <cx:pt idx="32252">2.0800000000000001</cx:pt>
          <cx:pt idx="32253">1.6499999999999999</cx:pt>
          <cx:pt idx="32254">4.9500000000000002</cx:pt>
          <cx:pt idx="32255">4.9500000000000002</cx:pt>
          <cx:pt idx="32256">1.6499999999999999</cx:pt>
          <cx:pt idx="32257">2.9500000000000002</cx:pt>
          <cx:pt idx="32258">2.5499999999999998</cx:pt>
          <cx:pt idx="32259">24.960000000000001</cx:pt>
          <cx:pt idx="32260">4.1299999999999999</cx:pt>
          <cx:pt idx="32261">10.789999999999999</cx:pt>
          <cx:pt idx="32262">2.5</cx:pt>
          <cx:pt idx="32263">4.1299999999999999</cx:pt>
          <cx:pt idx="32264">5.79</cx:pt>
          <cx:pt idx="32265">3.29</cx:pt>
          <cx:pt idx="32266">1.25</cx:pt>
          <cx:pt idx="32267">14.130000000000001</cx:pt>
          <cx:pt idx="32268">4.96</cx:pt>
          <cx:pt idx="32269">2.8900000000000001</cx:pt>
          <cx:pt idx="32270">1.25</cx:pt>
          <cx:pt idx="32271">8.5</cx:pt>
          <cx:pt idx="32272">0.28999999999999998</cx:pt>
          <cx:pt idx="32273">1.6499999999999999</cx:pt>
          <cx:pt idx="32274">1.6499999999999999</cx:pt>
          <cx:pt idx="32275">1.6899999999999999</cx:pt>
          <cx:pt idx="32276">1.25</cx:pt>
          <cx:pt idx="32277">4.9500000000000002</cx:pt>
          <cx:pt idx="32278">2.1000000000000001</cx:pt>
          <cx:pt idx="32279">3.25</cx:pt>
          <cx:pt idx="32280">2.1000000000000001</cx:pt>
          <cx:pt idx="32281">1.45</cx:pt>
          <cx:pt idx="32282">2.9500000000000002</cx:pt>
          <cx:pt idx="32283">6.9500000000000002</cx:pt>
          <cx:pt idx="32284">2.9500000000000002</cx:pt>
          <cx:pt idx="32285">0.55000000000000004</cx:pt>
          <cx:pt idx="32286">1.6499999999999999</cx:pt>
          <cx:pt idx="32287">2.9500000000000002</cx:pt>
          <cx:pt idx="32288">8.25</cx:pt>
          <cx:pt idx="32289">4.9500000000000002</cx:pt>
          <cx:pt idx="32290">8.25</cx:pt>
          <cx:pt idx="32291">2.9500000000000002</cx:pt>
          <cx:pt idx="32292">6.9500000000000002</cx:pt>
          <cx:pt idx="32293">6.9500000000000002</cx:pt>
          <cx:pt idx="32294">12.75</cx:pt>
          <cx:pt idx="32295">1.6499999999999999</cx:pt>
          <cx:pt idx="32296">1.6499999999999999</cx:pt>
          <cx:pt idx="32297">1.45</cx:pt>
          <cx:pt idx="32298">2.9500000000000002</cx:pt>
          <cx:pt idx="32299">2.8900000000000001</cx:pt>
          <cx:pt idx="32300">4.1500000000000004</cx:pt>
          <cx:pt idx="32301">1.45</cx:pt>
          <cx:pt idx="32302">4.6500000000000004</cx:pt>
          <cx:pt idx="32303">1.6499999999999999</cx:pt>
          <cx:pt idx="32304">0.41999999999999998</cx:pt>
          <cx:pt idx="32305">2.0800000000000001</cx:pt>
          <cx:pt idx="32306">0.41999999999999998</cx:pt>
          <cx:pt idx="32307">2.0800000000000001</cx:pt>
          <cx:pt idx="32308">6.9500000000000002</cx:pt>
          <cx:pt idx="32309">0.55000000000000004</cx:pt>
          <cx:pt idx="32310">0.41999999999999998</cx:pt>
          <cx:pt idx="32311">0.41999999999999998</cx:pt>
          <cx:pt idx="32312">1.45</cx:pt>
          <cx:pt idx="32313">4.9500000000000002</cx:pt>
          <cx:pt idx="32314">2.9500000000000002</cx:pt>
          <cx:pt idx="32315">3.9500000000000002</cx:pt>
          <cx:pt idx="32316">2.5499999999999998</cx:pt>
          <cx:pt idx="32317">4.1500000000000004</cx:pt>
          <cx:pt idx="32318">4.9500000000000002</cx:pt>
          <cx:pt idx="32319">8.25</cx:pt>
          <cx:pt idx="32320">8.25</cx:pt>
          <cx:pt idx="32321">2.5499999999999998</cx:pt>
          <cx:pt idx="32322">1.25</cx:pt>
          <cx:pt idx="32323">0.41999999999999998</cx:pt>
          <cx:pt idx="32324">2.9500000000000002</cx:pt>
          <cx:pt idx="32325">0.84999999999999998</cx:pt>
          <cx:pt idx="32326">2.9500000000000002</cx:pt>
          <cx:pt idx="32327">8.25</cx:pt>
          <cx:pt idx="32328">2.0800000000000001</cx:pt>
          <cx:pt idx="32329">4.9500000000000002</cx:pt>
          <cx:pt idx="32330">4.1299999999999999</cx:pt>
          <cx:pt idx="32331">4.1299999999999999</cx:pt>
          <cx:pt idx="32332">10.789999999999999</cx:pt>
          <cx:pt idx="32333">4.1299999999999999</cx:pt>
          <cx:pt idx="32334">2.46</cx:pt>
          <cx:pt idx="32335">0.41999999999999998</cx:pt>
          <cx:pt idx="32336">3.29</cx:pt>
          <cx:pt idx="32337">3.29</cx:pt>
          <cx:pt idx="32338">2.46</cx:pt>
          <cx:pt idx="32339">1.25</cx:pt>
          <cx:pt idx="32340">5.79</cx:pt>
          <cx:pt idx="32341">5.79</cx:pt>
          <cx:pt idx="32342">0.82999999999999996</cx:pt>
          <cx:pt idx="32343">3.29</cx:pt>
          <cx:pt idx="32344">4.1299999999999999</cx:pt>
          <cx:pt idx="32345">2.46</cx:pt>
          <cx:pt idx="32346">1.25</cx:pt>
          <cx:pt idx="32347">5.79</cx:pt>
          <cx:pt idx="32348">1.25</cx:pt>
          <cx:pt idx="32349">0.82999999999999996</cx:pt>
          <cx:pt idx="32350">0.82999999999999996</cx:pt>
          <cx:pt idx="32351">4.1299999999999999</cx:pt>
          <cx:pt idx="32352">10.789999999999999</cx:pt>
          <cx:pt idx="32353">2.46</cx:pt>
          <cx:pt idx="32354">0.41999999999999998</cx:pt>
          <cx:pt idx="32355">7.46</cx:pt>
          <cx:pt idx="32356">2.46</cx:pt>
          <cx:pt idx="32357">0.41999999999999998</cx:pt>
          <cx:pt idx="32358">10.789999999999999</cx:pt>
          <cx:pt idx="32359">12.460000000000001</cx:pt>
          <cx:pt idx="32360">5.79</cx:pt>
          <cx:pt idx="32361">5.79</cx:pt>
          <cx:pt idx="32362">0.82999999999999996</cx:pt>
          <cx:pt idx="32363">8.2899999999999991</cx:pt>
          <cx:pt idx="32364">2.46</cx:pt>
          <cx:pt idx="32365">2.46</cx:pt>
          <cx:pt idx="32366">3.29</cx:pt>
          <cx:pt idx="32367">4.1299999999999999</cx:pt>
          <cx:pt idx="32368">0.84999999999999998</cx:pt>
          <cx:pt idx="32369">0.84999999999999998</cx:pt>
          <cx:pt idx="32370">0.65000000000000002</cx:pt>
          <cx:pt idx="32371">1.45</cx:pt>
          <cx:pt idx="32372">1.6499999999999999</cx:pt>
          <cx:pt idx="32373">2.8900000000000001</cx:pt>
          <cx:pt idx="32374">2.1000000000000001</cx:pt>
          <cx:pt idx="32375">4.9500000000000002</cx:pt>
          <cx:pt idx="32376">0.41999999999999998</cx:pt>
          <cx:pt idx="32377">1.25</cx:pt>
          <cx:pt idx="32378">1.6499999999999999</cx:pt>
          <cx:pt idx="32379">2.0800000000000001</cx:pt>
          <cx:pt idx="32380">4.9500000000000002</cx:pt>
          <cx:pt idx="32381">2.5499999999999998</cx:pt>
          <cx:pt idx="32382">2.9500000000000002</cx:pt>
          <cx:pt idx="32383">1.6499999999999999</cx:pt>
          <cx:pt idx="32384">8.25</cx:pt>
          <cx:pt idx="32385">1.6499999999999999</cx:pt>
          <cx:pt idx="32386">2.8900000000000001</cx:pt>
          <cx:pt idx="32387">4.1500000000000004</cx:pt>
          <cx:pt idx="32388">2.25</cx:pt>
          <cx:pt idx="32389">1.45</cx:pt>
          <cx:pt idx="32390">1.25</cx:pt>
          <cx:pt idx="32391">2.9500000000000002</cx:pt>
          <cx:pt idx="32392">3.25</cx:pt>
          <cx:pt idx="32393">2.5499999999999998</cx:pt>
          <cx:pt idx="32394">3.75</cx:pt>
          <cx:pt idx="32395">1.49</cx:pt>
          <cx:pt idx="32396">3.29</cx:pt>
          <cx:pt idx="32397">1.25</cx:pt>
          <cx:pt idx="32398">1.45</cx:pt>
          <cx:pt idx="32399">2.1000000000000001</cx:pt>
          <cx:pt idx="32400">1.45</cx:pt>
          <cx:pt idx="32401">1.45</cx:pt>
          <cx:pt idx="32402">0.84999999999999998</cx:pt>
          <cx:pt idx="32403">12.75</cx:pt>
          <cx:pt idx="32404">8.25</cx:pt>
          <cx:pt idx="32405">1.45</cx:pt>
          <cx:pt idx="32406">2.0800000000000001</cx:pt>
          <cx:pt idx="32407">2.8900000000000001</cx:pt>
          <cx:pt idx="32408">4.25</cx:pt>
          <cx:pt idx="32409">1.45</cx:pt>
          <cx:pt idx="32410">4.9500000000000002</cx:pt>
          <cx:pt idx="32411">4.1500000000000004</cx:pt>
          <cx:pt idx="32412">1.8500000000000001</cx:pt>
          <cx:pt idx="32413">1.6899999999999999</cx:pt>
          <cx:pt idx="32414">14.949999999999999</cx:pt>
          <cx:pt idx="32415">1.49</cx:pt>
          <cx:pt idx="32416">2.0800000000000001</cx:pt>
          <cx:pt idx="32417">2.5499999999999998</cx:pt>
          <cx:pt idx="32418">7.9500000000000002</cx:pt>
          <cx:pt idx="32419">4.1500000000000004</cx:pt>
          <cx:pt idx="32420">7.9500000000000002</cx:pt>
          <cx:pt idx="32421">1.25</cx:pt>
          <cx:pt idx="32422">2.1000000000000001</cx:pt>
          <cx:pt idx="32423">1.45</cx:pt>
          <cx:pt idx="32424">0.41999999999999998</cx:pt>
          <cx:pt idx="32425">2.4900000000000002</cx:pt>
          <cx:pt idx="32426">1.25</cx:pt>
          <cx:pt idx="32427">0.41999999999999998</cx:pt>
          <cx:pt idx="32428">1.6499999999999999</cx:pt>
          <cx:pt idx="32429">1.6499999999999999</cx:pt>
          <cx:pt idx="32430">3.75</cx:pt>
          <cx:pt idx="32431">0.71999999999999997</cx:pt>
          <cx:pt idx="32432">4.9500000000000002</cx:pt>
          <cx:pt idx="32433">1.6499999999999999</cx:pt>
          <cx:pt idx="32434">8.25</cx:pt>
          <cx:pt idx="32435">2.5499999999999998</cx:pt>
          <cx:pt idx="32436">4.1500000000000004</cx:pt>
          <cx:pt idx="32437">2.1000000000000001</cx:pt>
          <cx:pt idx="32438">2.5499999999999998</cx:pt>
          <cx:pt idx="32439">8.25</cx:pt>
          <cx:pt idx="32440">2.0800000000000001</cx:pt>
          <cx:pt idx="32441">1.25</cx:pt>
          <cx:pt idx="32442">0.41999999999999998</cx:pt>
          <cx:pt idx="32443">3.25</cx:pt>
          <cx:pt idx="32444">2.1000000000000001</cx:pt>
          <cx:pt idx="32445">1.6499999999999999</cx:pt>
          <cx:pt idx="32446">2.5499999999999998</cx:pt>
          <cx:pt idx="32447">1.45</cx:pt>
          <cx:pt idx="32448">1.45</cx:pt>
          <cx:pt idx="32449">1.25</cx:pt>
          <cx:pt idx="32450">1.6499999999999999</cx:pt>
          <cx:pt idx="32451">12.75</cx:pt>
          <cx:pt idx="32452">4.9500000000000002</cx:pt>
          <cx:pt idx="32453">1.6499999999999999</cx:pt>
          <cx:pt idx="32454">1.45</cx:pt>
          <cx:pt idx="32455">1.45</cx:pt>
          <cx:pt idx="32456">6.9500000000000002</cx:pt>
          <cx:pt idx="32457">1.6499999999999999</cx:pt>
          <cx:pt idx="32458">1.25</cx:pt>
          <cx:pt idx="32459">4.9500000000000002</cx:pt>
          <cx:pt idx="32460">3.25</cx:pt>
          <cx:pt idx="32461">8.5</cx:pt>
          <cx:pt idx="32462">2.9500000000000002</cx:pt>
          <cx:pt idx="32463">2.25</cx:pt>
          <cx:pt idx="32464">1.6499999999999999</cx:pt>
          <cx:pt idx="32465">0.65000000000000002</cx:pt>
          <cx:pt idx="32466">2.9500000000000002</cx:pt>
          <cx:pt idx="32467">1.45</cx:pt>
          <cx:pt idx="32468">1.45</cx:pt>
          <cx:pt idx="32469">9.9499999999999993</cx:pt>
          <cx:pt idx="32470">2.1000000000000001</cx:pt>
          <cx:pt idx="32471">2.9500000000000002</cx:pt>
          <cx:pt idx="32472">3.75</cx:pt>
          <cx:pt idx="32473">1.6499999999999999</cx:pt>
          <cx:pt idx="32474">1.25</cx:pt>
          <cx:pt idx="32475">0.41999999999999998</cx:pt>
          <cx:pt idx="32476">9.9499999999999993</cx:pt>
          <cx:pt idx="32477">1.25</cx:pt>
          <cx:pt idx="32478">1.25</cx:pt>
          <cx:pt idx="32479">1.45</cx:pt>
          <cx:pt idx="32480">0.41999999999999998</cx:pt>
          <cx:pt idx="32481">1.45</cx:pt>
          <cx:pt idx="32482">4.9500000000000002</cx:pt>
          <cx:pt idx="32483">2.1000000000000001</cx:pt>
          <cx:pt idx="32484">1.45</cx:pt>
          <cx:pt idx="32485">1.45</cx:pt>
          <cx:pt idx="32486">2.9500000000000002</cx:pt>
          <cx:pt idx="32487">4.9500000000000002</cx:pt>
          <cx:pt idx="32488">4.1299999999999999</cx:pt>
          <cx:pt idx="32489">2.46</cx:pt>
          <cx:pt idx="32490">14.960000000000001</cx:pt>
          <cx:pt idx="32491">0.41999999999999998</cx:pt>
          <cx:pt idx="32492">3.29</cx:pt>
          <cx:pt idx="32493">2.5499999999999998</cx:pt>
          <cx:pt idx="32494">2.46</cx:pt>
          <cx:pt idx="32495">0.41999999999999998</cx:pt>
          <cx:pt idx="32496">1.25</cx:pt>
          <cx:pt idx="32497">5.79</cx:pt>
          <cx:pt idx="32498">2.46</cx:pt>
          <cx:pt idx="32499">2.46</cx:pt>
          <cx:pt idx="32500">3.29</cx:pt>
          <cx:pt idx="32501">2.46</cx:pt>
          <cx:pt idx="32502">15.789999999999999</cx:pt>
          <cx:pt idx="32503">1.25</cx:pt>
          <cx:pt idx="32504">0.84999999999999998</cx:pt>
          <cx:pt idx="32505">2.9500000000000002</cx:pt>
          <cx:pt idx="32506">2.0800000000000001</cx:pt>
          <cx:pt idx="32507">1.45</cx:pt>
          <cx:pt idx="32508">4.9500000000000002</cx:pt>
          <cx:pt idx="32509">2.8900000000000001</cx:pt>
          <cx:pt idx="32510">1.25</cx:pt>
          <cx:pt idx="32511">7.6500000000000004</cx:pt>
          <cx:pt idx="32512">0.84999999999999998</cx:pt>
          <cx:pt idx="32513">4.9500000000000002</cx:pt>
          <cx:pt idx="32514">1.45</cx:pt>
          <cx:pt idx="32515">3.25</cx:pt>
          <cx:pt idx="32516">2.25</cx:pt>
          <cx:pt idx="32517">1.45</cx:pt>
          <cx:pt idx="32518">6.9500000000000002</cx:pt>
          <cx:pt idx="32519">1.25</cx:pt>
          <cx:pt idx="32520">4.9500000000000002</cx:pt>
          <cx:pt idx="32521">1.45</cx:pt>
          <cx:pt idx="32522">8.25</cx:pt>
          <cx:pt idx="32523">0.65000000000000002</cx:pt>
          <cx:pt idx="32524">2.4900000000000002</cx:pt>
          <cx:pt idx="32525">1.25</cx:pt>
          <cx:pt idx="32526">1.25</cx:pt>
          <cx:pt idx="32527">1.6899999999999999</cx:pt>
          <cx:pt idx="32528">0.41999999999999998</cx:pt>
          <cx:pt idx="32529">4.9500000000000002</cx:pt>
          <cx:pt idx="32530">0.41999999999999998</cx:pt>
          <cx:pt idx="32531">3.75</cx:pt>
          <cx:pt idx="32532">4.1500000000000004</cx:pt>
          <cx:pt idx="32533">4.1500000000000004</cx:pt>
          <cx:pt idx="32534">2.4900000000000002</cx:pt>
          <cx:pt idx="32535">1.25</cx:pt>
          <cx:pt idx="32536">2.0800000000000001</cx:pt>
          <cx:pt idx="32537">1.6499999999999999</cx:pt>
          <cx:pt idx="32538">0.84999999999999998</cx:pt>
          <cx:pt idx="32539">7.46</cx:pt>
          <cx:pt idx="32540">24.960000000000001</cx:pt>
          <cx:pt idx="32541">12.460000000000001</cx:pt>
          <cx:pt idx="32542">4.1299999999999999</cx:pt>
          <cx:pt idx="32543">3.75</cx:pt>
          <cx:pt idx="32544">10.789999999999999</cx:pt>
          <cx:pt idx="32545">4.1500000000000004</cx:pt>
          <cx:pt idx="32546">3.25</cx:pt>
          <cx:pt idx="32547">2.5</cx:pt>
          <cx:pt idx="32548">10.789999999999999</cx:pt>
          <cx:pt idx="32549">4.1299999999999999</cx:pt>
          <cx:pt idx="32550">2.5499999999999998</cx:pt>
          <cx:pt idx="32551">24.960000000000001</cx:pt>
          <cx:pt idx="32552">3.29</cx:pt>
          <cx:pt idx="32553">1.6499999999999999</cx:pt>
          <cx:pt idx="32554">1.25</cx:pt>
          <cx:pt idx="32555">4.1299999999999999</cx:pt>
          <cx:pt idx="32556">4.96</cx:pt>
          <cx:pt idx="32557">4.96</cx:pt>
          <cx:pt idx="32558">4.1299999999999999</cx:pt>
          <cx:pt idx="32559">0.41999999999999998</cx:pt>
          <cx:pt idx="32560">4.9500000000000002</cx:pt>
          <cx:pt idx="32561">4.9500000000000002</cx:pt>
          <cx:pt idx="32562">2.1000000000000001</cx:pt>
          <cx:pt idx="32563">2.75</cx:pt>
          <cx:pt idx="32564">2.5499999999999998</cx:pt>
          <cx:pt idx="32565">0.41999999999999998</cx:pt>
          <cx:pt idx="32566">0.41999999999999998</cx:pt>
          <cx:pt idx="32567">7.0800000000000001</cx:pt>
          <cx:pt idx="32568">1.45</cx:pt>
          <cx:pt idx="32569">2.1000000000000001</cx:pt>
          <cx:pt idx="32570">1.25</cx:pt>
          <cx:pt idx="32571">7.0800000000000001</cx:pt>
          <cx:pt idx="32572">0.39000000000000001</cx:pt>
          <cx:pt idx="32573">1.6499999999999999</cx:pt>
          <cx:pt idx="32574">1.45</cx:pt>
          <cx:pt idx="32575">1.6499999999999999</cx:pt>
          <cx:pt idx="32576">3.75</cx:pt>
          <cx:pt idx="32577">1.6899999999999999</cx:pt>
          <cx:pt idx="32578">1.45</cx:pt>
          <cx:pt idx="32579">7.6500000000000004</cx:pt>
          <cx:pt idx="32580">8.25</cx:pt>
          <cx:pt idx="32581">1.45</cx:pt>
          <cx:pt idx="32582">2.8900000000000001</cx:pt>
          <cx:pt idx="32583">4.1500000000000004</cx:pt>
          <cx:pt idx="32584">0.41999999999999998</cx:pt>
          <cx:pt idx="32585">2.4900000000000002</cx:pt>
          <cx:pt idx="32586">0.84999999999999998</cx:pt>
          <cx:pt idx="32587">3.75</cx:pt>
          <cx:pt idx="32588">4.1500000000000004</cx:pt>
          <cx:pt idx="32589">2.9500000000000002</cx:pt>
          <cx:pt idx="32590">2.0800000000000001</cx:pt>
          <cx:pt idx="32591">1.25</cx:pt>
          <cx:pt idx="32592">1.6499999999999999</cx:pt>
          <cx:pt idx="32593">0.84999999999999998</cx:pt>
          <cx:pt idx="32594">2.9500000000000002</cx:pt>
          <cx:pt idx="32595">1.25</cx:pt>
          <cx:pt idx="32596">1.6499999999999999</cx:pt>
          <cx:pt idx="32597">0.84999999999999998</cx:pt>
          <cx:pt idx="32598">2.8900000000000001</cx:pt>
          <cx:pt idx="32599">4.9500000000000002</cx:pt>
          <cx:pt idx="32600">9.9499999999999993</cx:pt>
          <cx:pt idx="32601">1.45</cx:pt>
          <cx:pt idx="32602">0.84999999999999998</cx:pt>
          <cx:pt idx="32603">0.41999999999999998</cx:pt>
          <cx:pt idx="32604">1.45</cx:pt>
          <cx:pt idx="32605">3.75</cx:pt>
          <cx:pt idx="32606">1.25</cx:pt>
          <cx:pt idx="32607">4.25</cx:pt>
          <cx:pt idx="32608">2.1000000000000001</cx:pt>
          <cx:pt idx="32609">0.41999999999999998</cx:pt>
          <cx:pt idx="32610">2.9500000000000002</cx:pt>
          <cx:pt idx="32611">1.6499999999999999</cx:pt>
          <cx:pt idx="32612">0.84999999999999998</cx:pt>
          <cx:pt idx="32613">2.4900000000000002</cx:pt>
          <cx:pt idx="32614">0.35999999999999999</cx:pt>
          <cx:pt idx="32615">2.0800000000000001</cx:pt>
          <cx:pt idx="32616">1.45</cx:pt>
          <cx:pt idx="32617">2.0800000000000001</cx:pt>
          <cx:pt idx="32618">1.6499999999999999</cx:pt>
          <cx:pt idx="32619">1.45</cx:pt>
          <cx:pt idx="32620">2.4900000000000002</cx:pt>
          <cx:pt idx="32621">4.25</cx:pt>
          <cx:pt idx="32622">8.5</cx:pt>
          <cx:pt idx="32623">0.41999999999999998</cx:pt>
          <cx:pt idx="32624">4.1500000000000004</cx:pt>
          <cx:pt idx="32625">1.45</cx:pt>
          <cx:pt idx="32626">0.41999999999999998</cx:pt>
          <cx:pt idx="32627">1.6499999999999999</cx:pt>
          <cx:pt idx="32628">1.6499999999999999</cx:pt>
          <cx:pt idx="32629">0.84999999999999998</cx:pt>
          <cx:pt idx="32630">4.25</cx:pt>
          <cx:pt idx="32631">1.45</cx:pt>
          <cx:pt idx="32632">8.5</cx:pt>
          <cx:pt idx="32633">1.25</cx:pt>
          <cx:pt idx="32634">2.4900000000000002</cx:pt>
          <cx:pt idx="32635">8.25</cx:pt>
          <cx:pt idx="32636">2.0800000000000001</cx:pt>
          <cx:pt idx="32637">0.84999999999999998</cx:pt>
          <cx:pt idx="32638">8.25</cx:pt>
          <cx:pt idx="32639">8.5</cx:pt>
          <cx:pt idx="32640">0.55000000000000004</cx:pt>
          <cx:pt idx="32641">8.25</cx:pt>
          <cx:pt idx="32642">1.6499999999999999</cx:pt>
          <cx:pt idx="32643">1.25</cx:pt>
          <cx:pt idx="32644">0.65000000000000002</cx:pt>
          <cx:pt idx="32645">1.45</cx:pt>
          <cx:pt idx="32646">1.45</cx:pt>
          <cx:pt idx="32647">4.9500000000000002</cx:pt>
          <cx:pt idx="32648">1.25</cx:pt>
          <cx:pt idx="32649">3.29</cx:pt>
          <cx:pt idx="32650">6.9500000000000002</cx:pt>
          <cx:pt idx="32651">1.25</cx:pt>
          <cx:pt idx="32652">0.39000000000000001</cx:pt>
          <cx:pt idx="32653">2.5499999999999998</cx:pt>
          <cx:pt idx="32654">0.55000000000000004</cx:pt>
          <cx:pt idx="32655">1.6899999999999999</cx:pt>
          <cx:pt idx="32656">2.1000000000000001</cx:pt>
          <cx:pt idx="32657">0.82999999999999996</cx:pt>
          <cx:pt idx="32658">2.0800000000000001</cx:pt>
          <cx:pt idx="32659">4.9500000000000002</cx:pt>
          <cx:pt idx="32660">4.1500000000000004</cx:pt>
          <cx:pt idx="32661">1.6499999999999999</cx:pt>
          <cx:pt idx="32662">9.9499999999999993</cx:pt>
          <cx:pt idx="32663">4.9500000000000002</cx:pt>
          <cx:pt idx="32664">3.75</cx:pt>
          <cx:pt idx="32665">2.8900000000000001</cx:pt>
          <cx:pt idx="32666">2.8900000000000001</cx:pt>
          <cx:pt idx="32667">4.1500000000000004</cx:pt>
          <cx:pt idx="32668">2.0800000000000001</cx:pt>
          <cx:pt idx="32669">1.6499999999999999</cx:pt>
          <cx:pt idx="32670">1.6499999999999999</cx:pt>
          <cx:pt idx="32671">2.9500000000000002</cx:pt>
          <cx:pt idx="32672">4.5800000000000001</cx:pt>
          <cx:pt idx="32673">4.5800000000000001</cx:pt>
          <cx:pt idx="32674">4.5800000000000001</cx:pt>
          <cx:pt idx="32675">4.5800000000000001</cx:pt>
          <cx:pt idx="32676">4.5800000000000001</cx:pt>
          <cx:pt idx="32677">4.5800000000000001</cx:pt>
          <cx:pt idx="32678">4.5800000000000001</cx:pt>
          <cx:pt idx="32679">0.65000000000000002</cx:pt>
          <cx:pt idx="32680">2.0800000000000001</cx:pt>
          <cx:pt idx="32681">2.9500000000000002</cx:pt>
          <cx:pt idx="32682">1.6499999999999999</cx:pt>
          <cx:pt idx="32683">2.1000000000000001</cx:pt>
          <cx:pt idx="32684">4.1299999999999999</cx:pt>
          <cx:pt idx="32685">15.789999999999999</cx:pt>
          <cx:pt idx="32686">0.82999999999999996</cx:pt>
          <cx:pt idx="32687">3.29</cx:pt>
          <cx:pt idx="32688">0.82999999999999996</cx:pt>
          <cx:pt idx="32689">8.2899999999999991</cx:pt>
          <cx:pt idx="32690">4.1299999999999999</cx:pt>
          <cx:pt idx="32691">1.6299999999999999</cx:pt>
          <cx:pt idx="32692">2.46</cx:pt>
          <cx:pt idx="32693">14.960000000000001</cx:pt>
          <cx:pt idx="32694">2.46</cx:pt>
          <cx:pt idx="32695">0.41999999999999998</cx:pt>
          <cx:pt idx="32696">2.46</cx:pt>
          <cx:pt idx="32697">0.41999999999999998</cx:pt>
          <cx:pt idx="32698">8.2899999999999991</cx:pt>
          <cx:pt idx="32699">2.46</cx:pt>
          <cx:pt idx="32700">1.25</cx:pt>
          <cx:pt idx="32701">2.46</cx:pt>
          <cx:pt idx="32702">3.29</cx:pt>
          <cx:pt idx="32703">4.1299999999999999</cx:pt>
          <cx:pt idx="32704">1.6299999999999999</cx:pt>
          <cx:pt idx="32705">2.0800000000000001</cx:pt>
          <cx:pt idx="32706">1.6499999999999999</cx:pt>
          <cx:pt idx="32707">1.6499999999999999</cx:pt>
          <cx:pt idx="32708">4.25</cx:pt>
          <cx:pt idx="32709">4.1299999999999999</cx:pt>
          <cx:pt idx="32710">3.29</cx:pt>
          <cx:pt idx="32711">2.9199999999999999</cx:pt>
          <cx:pt idx="32712">2.46</cx:pt>
          <cx:pt idx="32713">4.1299999999999999</cx:pt>
          <cx:pt idx="32714">2.46</cx:pt>
          <cx:pt idx="32715">14.960000000000001</cx:pt>
          <cx:pt idx="32716">2.46</cx:pt>
          <cx:pt idx="32717">0.41999999999999998</cx:pt>
          <cx:pt idx="32718">15.789999999999999</cx:pt>
          <cx:pt idx="32719">7.46</cx:pt>
          <cx:pt idx="32720">2.46</cx:pt>
          <cx:pt idx="32721">0.41999999999999998</cx:pt>
          <cx:pt idx="32722">0.41999999999999998</cx:pt>
          <cx:pt idx="32723">1.25</cx:pt>
          <cx:pt idx="32724">15.789999999999999</cx:pt>
          <cx:pt idx="32725">2.46</cx:pt>
          <cx:pt idx="32726">3.29</cx:pt>
          <cx:pt idx="32727">1.25</cx:pt>
          <cx:pt idx="32728">4.1299999999999999</cx:pt>
          <cx:pt idx="32729">1.6299999999999999</cx:pt>
          <cx:pt idx="32730">0.82999999999999996</cx:pt>
          <cx:pt idx="32731">2.46</cx:pt>
          <cx:pt idx="32732">0.82999999999999996</cx:pt>
          <cx:pt idx="32733">12.75</cx:pt>
          <cx:pt idx="32734">2.0800000000000001</cx:pt>
          <cx:pt idx="32735">4.9500000000000002</cx:pt>
          <cx:pt idx="32736">2.0800000000000001</cx:pt>
          <cx:pt idx="32737">0.41999999999999998</cx:pt>
          <cx:pt idx="32738">4.9500000000000002</cx:pt>
          <cx:pt idx="32739">2.9500000000000002</cx:pt>
          <cx:pt idx="32740">0.65000000000000002</cx:pt>
          <cx:pt idx="32741">0.84999999999999998</cx:pt>
          <cx:pt idx="32742">1.45</cx:pt>
          <cx:pt idx="32743">4.9500000000000002</cx:pt>
          <cx:pt idx="32744">4.9500000000000002</cx:pt>
          <cx:pt idx="32745">2.0800000000000001</cx:pt>
          <cx:pt idx="32746">8.25</cx:pt>
          <cx:pt idx="32747">1.45</cx:pt>
          <cx:pt idx="32748">6.3499999999999996</cx:pt>
          <cx:pt idx="32749">1.6899999999999999</cx:pt>
          <cx:pt idx="32750">2.0800000000000001</cx:pt>
          <cx:pt idx="32751">0.41999999999999998</cx:pt>
          <cx:pt idx="32752">2.0800000000000001</cx:pt>
          <cx:pt idx="32753">0.65000000000000002</cx:pt>
          <cx:pt idx="32754">3.25</cx:pt>
          <cx:pt idx="32755">4.1500000000000004</cx:pt>
          <cx:pt idx="32756">2.5499999999999998</cx:pt>
          <cx:pt idx="32757">1.25</cx:pt>
          <cx:pt idx="32758">2.9500000000000002</cx:pt>
          <cx:pt idx="32759">2.9500000000000002</cx:pt>
          <cx:pt idx="32760">2.0800000000000001</cx:pt>
          <cx:pt idx="32761">2.4900000000000002</cx:pt>
          <cx:pt idx="32762">1.6499999999999999</cx:pt>
          <cx:pt idx="32763">0.55000000000000004</cx:pt>
          <cx:pt idx="32764">1.25</cx:pt>
          <cx:pt idx="32765">2.1000000000000001</cx:pt>
          <cx:pt idx="32766">0.41999999999999998</cx:pt>
          <cx:pt idx="32767">2.1000000000000001</cx:pt>
          <cx:pt idx="32768">4.1500000000000004</cx:pt>
          <cx:pt idx="32769">1.6499999999999999</cx:pt>
          <cx:pt idx="32770">2.1000000000000001</cx:pt>
          <cx:pt idx="32771">10.949999999999999</cx:pt>
          <cx:pt idx="32772">7.0800000000000001</cx:pt>
          <cx:pt idx="32773">1.45</cx:pt>
          <cx:pt idx="32774">2.0800000000000001</cx:pt>
          <cx:pt idx="32775">4.9500000000000002</cx:pt>
          <cx:pt idx="32776">2.9500000000000002</cx:pt>
          <cx:pt idx="32777">1.6499999999999999</cx:pt>
          <cx:pt idx="32778">1.6499999999999999</cx:pt>
          <cx:pt idx="32779">4.9500000000000002</cx:pt>
          <cx:pt idx="32780">3.25</cx:pt>
          <cx:pt idx="32781">3.75</cx:pt>
          <cx:pt idx="32782">7.46</cx:pt>
          <cx:pt idx="32783">4.1299999999999999</cx:pt>
          <cx:pt idx="32784">12.460000000000001</cx:pt>
          <cx:pt idx="32785">4.1299999999999999</cx:pt>
          <cx:pt idx="32786">10.789999999999999</cx:pt>
          <cx:pt idx="32787">16.629999999999999</cx:pt>
          <cx:pt idx="32788">16.629999999999999</cx:pt>
          <cx:pt idx="32789">4.1299999999999999</cx:pt>
          <cx:pt idx="32790">2.5</cx:pt>
          <cx:pt idx="32791">10.789999999999999</cx:pt>
          <cx:pt idx="32792">5.79</cx:pt>
          <cx:pt idx="32793">1.25</cx:pt>
          <cx:pt idx="32794">3.29</cx:pt>
          <cx:pt idx="32795">1.25</cx:pt>
          <cx:pt idx="32796">1.6299999999999999</cx:pt>
          <cx:pt idx="32797">4.96</cx:pt>
          <cx:pt idx="32798">2.9500000000000002</cx:pt>
          <cx:pt idx="32799">1.6499999999999999</cx:pt>
          <cx:pt idx="32800">4.9500000000000002</cx:pt>
          <cx:pt idx="32801">2.8900000000000001</cx:pt>
          <cx:pt idx="32802">2.5499999999999998</cx:pt>
          <cx:pt idx="32803">4.1299999999999999</cx:pt>
          <cx:pt idx="32804">8.3300000000000001</cx:pt>
          <cx:pt idx="32805">3.29</cx:pt>
          <cx:pt idx="32806">6.6299999999999999</cx:pt>
          <cx:pt idx="32807">7.46</cx:pt>
          <cx:pt idx="32808">8.2899999999999991</cx:pt>
          <cx:pt idx="32809">8.2899999999999991</cx:pt>
          <cx:pt idx="32810">1.6299999999999999</cx:pt>
          <cx:pt idx="32811">3.29</cx:pt>
          <cx:pt idx="32812">6.6299999999999999</cx:pt>
          <cx:pt idx="32813">2.46</cx:pt>
          <cx:pt idx="32814">7.46</cx:pt>
          <cx:pt idx="32815">2.1000000000000001</cx:pt>
          <cx:pt idx="32816">0.41999999999999998</cx:pt>
          <cx:pt idx="32817">2.1000000000000001</cx:pt>
          <cx:pt idx="32818">6.9500000000000002</cx:pt>
          <cx:pt idx="32819">1.25</cx:pt>
          <cx:pt idx="32820">2.9500000000000002</cx:pt>
          <cx:pt idx="32821">2.8900000000000001</cx:pt>
          <cx:pt idx="32822">1.45</cx:pt>
          <cx:pt idx="32823">8.5</cx:pt>
          <cx:pt idx="32824">2.4900000000000002</cx:pt>
          <cx:pt idx="32825">2.0800000000000001</cx:pt>
          <cx:pt idx="32826">3.75</cx:pt>
          <cx:pt idx="32827">2.9500000000000002</cx:pt>
          <cx:pt idx="32828">1.6499999999999999</cx:pt>
          <cx:pt idx="32829">1.45</cx:pt>
          <cx:pt idx="32830">1.45</cx:pt>
          <cx:pt idx="32831">1.45</cx:pt>
          <cx:pt idx="32832">4.1500000000000004</cx:pt>
          <cx:pt idx="32833">14.949999999999999</cx:pt>
          <cx:pt idx="32834">1.45</cx:pt>
          <cx:pt idx="32835">1.6499999999999999</cx:pt>
          <cx:pt idx="32836">0.41999999999999998</cx:pt>
          <cx:pt idx="32837">4.1500000000000004</cx:pt>
          <cx:pt idx="32838">9.9499999999999993</cx:pt>
          <cx:pt idx="32839">0.41999999999999998</cx:pt>
          <cx:pt idx="32840">1.6899999999999999</cx:pt>
          <cx:pt idx="32841">2.9500000000000002</cx:pt>
          <cx:pt idx="32842">1.45</cx:pt>
          <cx:pt idx="32843">2.8900000000000001</cx:pt>
          <cx:pt idx="32844">2.9500000000000002</cx:pt>
          <cx:pt idx="32845">2.4900000000000002</cx:pt>
          <cx:pt idx="32846">0.41999999999999998</cx:pt>
          <cx:pt idx="32847">8.25</cx:pt>
          <cx:pt idx="32848">8.25</cx:pt>
          <cx:pt idx="32849">4.9500000000000002</cx:pt>
          <cx:pt idx="32850">1.45</cx:pt>
          <cx:pt idx="32851">8.25</cx:pt>
          <cx:pt idx="32852">2.0800000000000001</cx:pt>
          <cx:pt idx="32853">8.25</cx:pt>
          <cx:pt idx="32854">3.75</cx:pt>
          <cx:pt idx="32855">4.6500000000000004</cx:pt>
          <cx:pt idx="32856">8.25</cx:pt>
          <cx:pt idx="32857">1.6499999999999999</cx:pt>
          <cx:pt idx="32858">0.84999999999999998</cx:pt>
          <cx:pt idx="32859">2.1000000000000001</cx:pt>
          <cx:pt idx="32860">2.0800000000000001</cx:pt>
          <cx:pt idx="32861">4.25</cx:pt>
          <cx:pt idx="32862">1.45</cx:pt>
          <cx:pt idx="32863">2.5499999999999998</cx:pt>
          <cx:pt idx="32864">0.82999999999999996</cx:pt>
          <cx:pt idx="32865">0.84999999999999998</cx:pt>
          <cx:pt idx="32866">2.9500000000000002</cx:pt>
          <cx:pt idx="32867">1.6499999999999999</cx:pt>
          <cx:pt idx="32868">2.4900000000000002</cx:pt>
          <cx:pt idx="32869">2.8900000000000001</cx:pt>
          <cx:pt idx="32870">2.9500000000000002</cx:pt>
          <cx:pt idx="32871">0.82999999999999996</cx:pt>
          <cx:pt idx="32872">3.75</cx:pt>
          <cx:pt idx="32873">1.6499999999999999</cx:pt>
          <cx:pt idx="32874">0.84999999999999998</cx:pt>
          <cx:pt idx="32875">1.25</cx:pt>
          <cx:pt idx="32876">2.9500000000000002</cx:pt>
          <cx:pt idx="32877">2.1000000000000001</cx:pt>
          <cx:pt idx="32878">0.41999999999999998</cx:pt>
          <cx:pt idx="32879">9.9499999999999993</cx:pt>
          <cx:pt idx="32880">8.25</cx:pt>
          <cx:pt idx="32881">2.1000000000000001</cx:pt>
          <cx:pt idx="32882">4.9500000000000002</cx:pt>
          <cx:pt idx="32883">2.9500000000000002</cx:pt>
          <cx:pt idx="32884">6.9500000000000002</cx:pt>
          <cx:pt idx="32885">12.75</cx:pt>
          <cx:pt idx="32886">1.6499999999999999</cx:pt>
          <cx:pt idx="32887">8.25</cx:pt>
          <cx:pt idx="32888">0.41999999999999998</cx:pt>
          <cx:pt idx="32889">3.75</cx:pt>
          <cx:pt idx="32890">12.75</cx:pt>
          <cx:pt idx="32891">1.6499999999999999</cx:pt>
          <cx:pt idx="32892">2.5499999999999998</cx:pt>
          <cx:pt idx="32893">1.45</cx:pt>
          <cx:pt idx="32894">3.25</cx:pt>
          <cx:pt idx="32895">1.45</cx:pt>
          <cx:pt idx="32896">1.45</cx:pt>
          <cx:pt idx="32897">1.25</cx:pt>
          <cx:pt idx="32898">3.75</cx:pt>
          <cx:pt idx="32899">2.9500000000000002</cx:pt>
          <cx:pt idx="32900">7.6500000000000004</cx:pt>
          <cx:pt idx="32901">2.5499999999999998</cx:pt>
          <cx:pt idx="32902">1.25</cx:pt>
          <cx:pt idx="32903">1.25</cx:pt>
          <cx:pt idx="32904">1.25</cx:pt>
          <cx:pt idx="32905">0.55000000000000004</cx:pt>
          <cx:pt idx="32906">1.6499999999999999</cx:pt>
          <cx:pt idx="32907">2.0800000000000001</cx:pt>
          <cx:pt idx="32908">2.1000000000000001</cx:pt>
          <cx:pt idx="32909">2.0800000000000001</cx:pt>
          <cx:pt idx="32910">8.25</cx:pt>
          <cx:pt idx="32911">1.6499999999999999</cx:pt>
          <cx:pt idx="32912">2.1000000000000001</cx:pt>
          <cx:pt idx="32913">0.82999999999999996</cx:pt>
          <cx:pt idx="32914">12.75</cx:pt>
          <cx:pt idx="32915">1.6499999999999999</cx:pt>
          <cx:pt idx="32916">2.0800000000000001</cx:pt>
          <cx:pt idx="32917">2.75</cx:pt>
          <cx:pt idx="32918">2.5499999999999998</cx:pt>
          <cx:pt idx="32919">1.6499999999999999</cx:pt>
          <cx:pt idx="32920">9.9499999999999993</cx:pt>
          <cx:pt idx="32921">4.9500000000000002</cx:pt>
          <cx:pt idx="32922">7.0800000000000001</cx:pt>
          <cx:pt idx="32923">8.25</cx:pt>
          <cx:pt idx="32924">1.45</cx:pt>
          <cx:pt idx="32925">8.5</cx:pt>
          <cx:pt idx="32926">2.9500000000000002</cx:pt>
          <cx:pt idx="32927">0.84999999999999998</cx:pt>
          <cx:pt idx="32928">4.9500000000000002</cx:pt>
          <cx:pt idx="32929">2.8900000000000001</cx:pt>
          <cx:pt idx="32930">2.1000000000000001</cx:pt>
          <cx:pt idx="32931">8.5</cx:pt>
          <cx:pt idx="32932">4.9500000000000002</cx:pt>
          <cx:pt idx="32933">0.84999999999999998</cx:pt>
          <cx:pt idx="32934">2.5499999999999998</cx:pt>
          <cx:pt idx="32935">3.75</cx:pt>
          <cx:pt idx="32936">2.9500000000000002</cx:pt>
          <cx:pt idx="32937">0.41999999999999998</cx:pt>
          <cx:pt idx="32938">3.75</cx:pt>
          <cx:pt idx="32939">1.25</cx:pt>
          <cx:pt idx="32940">0.41999999999999998</cx:pt>
          <cx:pt idx="32941">1.25</cx:pt>
          <cx:pt idx="32942">1.25</cx:pt>
          <cx:pt idx="32943">1.45</cx:pt>
          <cx:pt idx="32944">4.1500000000000004</cx:pt>
          <cx:pt idx="32945">4.1500000000000004</cx:pt>
          <cx:pt idx="32946">4.1500000000000004</cx:pt>
          <cx:pt idx="32947">0.41999999999999998</cx:pt>
          <cx:pt idx="32948">2.8900000000000001</cx:pt>
          <cx:pt idx="32949">2.1000000000000001</cx:pt>
          <cx:pt idx="32950">0.65000000000000002</cx:pt>
          <cx:pt idx="32951">1.45</cx:pt>
          <cx:pt idx="32952">0.65000000000000002</cx:pt>
          <cx:pt idx="32953">1.6499999999999999</cx:pt>
          <cx:pt idx="32954">1.45</cx:pt>
          <cx:pt idx="32955">0.55000000000000004</cx:pt>
          <cx:pt idx="32956">1.45</cx:pt>
          <cx:pt idx="32957">12.75</cx:pt>
          <cx:pt idx="32958">6.3499999999999996</cx:pt>
          <cx:pt idx="32959">3.75</cx:pt>
          <cx:pt idx="32960">3.25</cx:pt>
          <cx:pt idx="32961">2.5499999999999998</cx:pt>
          <cx:pt idx="32962">1.45</cx:pt>
          <cx:pt idx="32963">1.25</cx:pt>
          <cx:pt idx="32964">0.41999999999999998</cx:pt>
          <cx:pt idx="32965">2.0800000000000001</cx:pt>
          <cx:pt idx="32966">0.65000000000000002</cx:pt>
          <cx:pt idx="32967">2.0800000000000001</cx:pt>
          <cx:pt idx="32968">4.1500000000000004</cx:pt>
          <cx:pt idx="32969">6.9500000000000002</cx:pt>
          <cx:pt idx="32970">1.25</cx:pt>
          <cx:pt idx="32971">0.55000000000000004</cx:pt>
          <cx:pt idx="32972">0.41999999999999998</cx:pt>
          <cx:pt idx="32973">2.0800000000000001</cx:pt>
          <cx:pt idx="32974">1.45</cx:pt>
          <cx:pt idx="32975">0.41999999999999998</cx:pt>
          <cx:pt idx="32976">2.5499999999999998</cx:pt>
          <cx:pt idx="32977">2.9500000000000002</cx:pt>
          <cx:pt idx="32978">2.1000000000000001</cx:pt>
          <cx:pt idx="32979">1.6899999999999999</cx:pt>
          <cx:pt idx="32980">8.5</cx:pt>
          <cx:pt idx="32981">12.75</cx:pt>
          <cx:pt idx="32982">2.1000000000000001</cx:pt>
          <cx:pt idx="32983">0.41999999999999998</cx:pt>
          <cx:pt idx="32984">4.1500000000000004</cx:pt>
          <cx:pt idx="32985">0.41999999999999998</cx:pt>
          <cx:pt idx="32986">2.1000000000000001</cx:pt>
          <cx:pt idx="32987">2.5499999999999998</cx:pt>
          <cx:pt idx="32988">4.9500000000000002</cx:pt>
          <cx:pt idx="32989">4.9500000000000002</cx:pt>
          <cx:pt idx="32990">2.25</cx:pt>
          <cx:pt idx="32991">3.75</cx:pt>
          <cx:pt idx="32992">6.9500000000000002</cx:pt>
          <cx:pt idx="32993">2.25</cx:pt>
          <cx:pt idx="32994">0.41999999999999998</cx:pt>
          <cx:pt idx="32995">0.39000000000000001</cx:pt>
          <cx:pt idx="32996">1.25</cx:pt>
          <cx:pt idx="32997">1.6499999999999999</cx:pt>
          <cx:pt idx="32998">1.6499999999999999</cx:pt>
          <cx:pt idx="32999">1.6499999999999999</cx:pt>
          <cx:pt idx="33000">1.6499999999999999</cx:pt>
          <cx:pt idx="33001">2.0800000000000001</cx:pt>
          <cx:pt idx="33002">2.1000000000000001</cx:pt>
          <cx:pt idx="33003">4.9500000000000002</cx:pt>
          <cx:pt idx="33004">1.6499999999999999</cx:pt>
          <cx:pt idx="33005">2.9500000000000002</cx:pt>
          <cx:pt idx="33006">2.9500000000000002</cx:pt>
          <cx:pt idx="33007">2.5499999999999998</cx:pt>
          <cx:pt idx="33008">1.6899999999999999</cx:pt>
          <cx:pt idx="33009">1.45</cx:pt>
          <cx:pt idx="33010">3.25</cx:pt>
          <cx:pt idx="33011">4.9500000000000002</cx:pt>
          <cx:pt idx="33012">6.3499999999999996</cx:pt>
          <cx:pt idx="33013">1.25</cx:pt>
          <cx:pt idx="33014">2.0800000000000001</cx:pt>
          <cx:pt idx="33015">1.25</cx:pt>
          <cx:pt idx="33016">0.55000000000000004</cx:pt>
          <cx:pt idx="33017">1.6499999999999999</cx:pt>
          <cx:pt idx="33018">4.9500000000000002</cx:pt>
          <cx:pt idx="33019">2.9500000000000002</cx:pt>
          <cx:pt idx="33020">8.5</cx:pt>
          <cx:pt idx="33021">0.84999999999999998</cx:pt>
          <cx:pt idx="33022">0.84999999999999998</cx:pt>
          <cx:pt idx="33023">2.8900000000000001</cx:pt>
          <cx:pt idx="33024">2.4900000000000002</cx:pt>
          <cx:pt idx="33025">1.6499999999999999</cx:pt>
          <cx:pt idx="33026">2.0800000000000001</cx:pt>
          <cx:pt idx="33027">1.6499999999999999</cx:pt>
          <cx:pt idx="33028">2.9500000000000002</cx:pt>
          <cx:pt idx="33029">1.6499999999999999</cx:pt>
          <cx:pt idx="33030">0.65000000000000002</cx:pt>
          <cx:pt idx="33031">2.9500000000000002</cx:pt>
          <cx:pt idx="33032">1.0600000000000001</cx:pt>
          <cx:pt idx="33033">1.0600000000000001</cx:pt>
          <cx:pt idx="33034">1.25</cx:pt>
          <cx:pt idx="33035">2.9500000000000002</cx:pt>
          <cx:pt idx="33036">1.6499999999999999</cx:pt>
          <cx:pt idx="33037">2.1000000000000001</cx:pt>
          <cx:pt idx="33038">2.9500000000000002</cx:pt>
          <cx:pt idx="33039">4.9500000000000002</cx:pt>
          <cx:pt idx="33040">1.6499999999999999</cx:pt>
          <cx:pt idx="33041">12.75</cx:pt>
          <cx:pt idx="33042">8.25</cx:pt>
          <cx:pt idx="33043">1.6499999999999999</cx:pt>
          <cx:pt idx="33044">1.25</cx:pt>
          <cx:pt idx="33045">1.6499999999999999</cx:pt>
          <cx:pt idx="33046">2.5499999999999998</cx:pt>
          <cx:pt idx="33047">8.5</cx:pt>
          <cx:pt idx="33048">2.5499999999999998</cx:pt>
          <cx:pt idx="33049">2.1000000000000001</cx:pt>
          <cx:pt idx="33050">1.6499999999999999</cx:pt>
          <cx:pt idx="33051">2.8900000000000001</cx:pt>
          <cx:pt idx="33052">2.4900000000000002</cx:pt>
          <cx:pt idx="33053">2.0800000000000001</cx:pt>
          <cx:pt idx="33054">8.25</cx:pt>
          <cx:pt idx="33055">1.6499999999999999</cx:pt>
          <cx:pt idx="33056">8.25</cx:pt>
          <cx:pt idx="33057">1.45</cx:pt>
          <cx:pt idx="33058">1.25</cx:pt>
          <cx:pt idx="33059">2.9500000000000002</cx:pt>
          <cx:pt idx="33060">2.9500000000000002</cx:pt>
          <cx:pt idx="33061">1.25</cx:pt>
          <cx:pt idx="33062">0.41999999999999998</cx:pt>
          <cx:pt idx="33063">1.25</cx:pt>
          <cx:pt idx="33064">0.55000000000000004</cx:pt>
          <cx:pt idx="33065">0.84999999999999998</cx:pt>
          <cx:pt idx="33066">2.5499999999999998</cx:pt>
          <cx:pt idx="33067">0.65000000000000002</cx:pt>
          <cx:pt idx="33068">1.45</cx:pt>
          <cx:pt idx="33069">0.65000000000000002</cx:pt>
          <cx:pt idx="33070">1.6499999999999999</cx:pt>
          <cx:pt idx="33071">8.5</cx:pt>
          <cx:pt idx="33072">8.25</cx:pt>
          <cx:pt idx="33073">8.25</cx:pt>
          <cx:pt idx="33074">8.25</cx:pt>
          <cx:pt idx="33075">2.5499999999999998</cx:pt>
          <cx:pt idx="33076">3.75</cx:pt>
          <cx:pt idx="33077">1.79</cx:pt>
          <cx:pt idx="33078">1.0600000000000001</cx:pt>
          <cx:pt idx="33079">1.25</cx:pt>
          <cx:pt idx="33080">2.1000000000000001</cx:pt>
          <cx:pt idx="33081">2.5499999999999998</cx:pt>
          <cx:pt idx="33082">3.75</cx:pt>
          <cx:pt idx="33083">1.45</cx:pt>
          <cx:pt idx="33084">0.41999999999999998</cx:pt>
          <cx:pt idx="33085">1.45</cx:pt>
          <cx:pt idx="33086">0.71999999999999997</cx:pt>
          <cx:pt idx="33087">2.1000000000000001</cx:pt>
          <cx:pt idx="33088">8.25</cx:pt>
          <cx:pt idx="33089">0.41999999999999998</cx:pt>
          <cx:pt idx="33090">0.41999999999999998</cx:pt>
          <cx:pt idx="33091">1.6499999999999999</cx:pt>
          <cx:pt idx="33092">2.9500000000000002</cx:pt>
          <cx:pt idx="33093">4.1500000000000004</cx:pt>
          <cx:pt idx="33094">1.05</cx:pt>
          <cx:pt idx="33095">1.45</cx:pt>
          <cx:pt idx="33096">4.9500000000000002</cx:pt>
          <cx:pt idx="33097">2.4900000000000002</cx:pt>
          <cx:pt idx="33098">0.65000000000000002</cx:pt>
          <cx:pt idx="33099">8.5</cx:pt>
          <cx:pt idx="33100">3.75</cx:pt>
          <cx:pt idx="33101">3.25</cx:pt>
          <cx:pt idx="33102">2.5499999999999998</cx:pt>
          <cx:pt idx="33103">2.9500000000000002</cx:pt>
          <cx:pt idx="33104">2.4900000000000002</cx:pt>
          <cx:pt idx="33105">1.25</cx:pt>
          <cx:pt idx="33106">4.9500000000000002</cx:pt>
          <cx:pt idx="33107">4.1500000000000004</cx:pt>
          <cx:pt idx="33108">1.6499999999999999</cx:pt>
          <cx:pt idx="33109">1.6499999999999999</cx:pt>
          <cx:pt idx="33110">0.41999999999999998</cx:pt>
          <cx:pt idx="33111">1.45</cx:pt>
          <cx:pt idx="33112">1.6499999999999999</cx:pt>
          <cx:pt idx="33113">1.25</cx:pt>
          <cx:pt idx="33114">2.5499999999999998</cx:pt>
          <cx:pt idx="33115">6.3499999999999996</cx:pt>
          <cx:pt idx="33116">1.6499999999999999</cx:pt>
          <cx:pt idx="33117">1.45</cx:pt>
          <cx:pt idx="33118">0.41999999999999998</cx:pt>
          <cx:pt idx="33119">1.25</cx:pt>
          <cx:pt idx="33120">4.1500000000000004</cx:pt>
          <cx:pt idx="33121">4.1500000000000004</cx:pt>
          <cx:pt idx="33122">1.45</cx:pt>
          <cx:pt idx="33123">1.6499999999999999</cx:pt>
          <cx:pt idx="33124">1.6899999999999999</cx:pt>
          <cx:pt idx="33125">2.8900000000000001</cx:pt>
          <cx:pt idx="33126">1.45</cx:pt>
          <cx:pt idx="33127">2.9500000000000002</cx:pt>
          <cx:pt idx="33128">2.1000000000000001</cx:pt>
          <cx:pt idx="33129">2.0800000000000001</cx:pt>
          <cx:pt idx="33130">3.75</cx:pt>
          <cx:pt idx="33131">1.45</cx:pt>
          <cx:pt idx="33132">8.5</cx:pt>
          <cx:pt idx="33133">1.45</cx:pt>
          <cx:pt idx="33134">7.9500000000000002</cx:pt>
          <cx:pt idx="33135">7.6500000000000004</cx:pt>
          <cx:pt idx="33136">3.75</cx:pt>
          <cx:pt idx="33137">0.28999999999999998</cx:pt>
          <cx:pt idx="33138">0.41999999999999998</cx:pt>
          <cx:pt idx="33139">2.1000000000000001</cx:pt>
          <cx:pt idx="33140">1.6499999999999999</cx:pt>
          <cx:pt idx="33141">0.55000000000000004</cx:pt>
          <cx:pt idx="33142">1.6499999999999999</cx:pt>
          <cx:pt idx="33143">1.25</cx:pt>
          <cx:pt idx="33144">1.0600000000000001</cx:pt>
          <cx:pt idx="33145">1.6899999999999999</cx:pt>
          <cx:pt idx="33146">2.9500000000000002</cx:pt>
          <cx:pt idx="33147">2.8900000000000001</cx:pt>
          <cx:pt idx="33148">0.65000000000000002</cx:pt>
          <cx:pt idx="33149">2.25</cx:pt>
          <cx:pt idx="33150">2.25</cx:pt>
          <cx:pt idx="33151">2.5499999999999998</cx:pt>
          <cx:pt idx="33152">4.9500000000000002</cx:pt>
          <cx:pt idx="33153">8.5</cx:pt>
          <cx:pt idx="33154">8.5</cx:pt>
          <cx:pt idx="33155">4.9500000000000002</cx:pt>
          <cx:pt idx="33156">2.1000000000000001</cx:pt>
          <cx:pt idx="33157">4.25</cx:pt>
          <cx:pt idx="33158">1.8500000000000001</cx:pt>
          <cx:pt idx="33159">6.9500000000000002</cx:pt>
          <cx:pt idx="33160">0.84999999999999998</cx:pt>
          <cx:pt idx="33161">2.0800000000000001</cx:pt>
          <cx:pt idx="33162">1.25</cx:pt>
          <cx:pt idx="33163">0.39000000000000001</cx:pt>
          <cx:pt idx="33164">2.4900000000000002</cx:pt>
          <cx:pt idx="33165">1.25</cx:pt>
          <cx:pt idx="33166">2.1000000000000001</cx:pt>
          <cx:pt idx="33167">1.45</cx:pt>
          <cx:pt idx="33168">1.45</cx:pt>
          <cx:pt idx="33169">4.9500000000000002</cx:pt>
          <cx:pt idx="33170">0.84999999999999998</cx:pt>
          <cx:pt idx="33171">0.84999999999999998</cx:pt>
          <cx:pt idx="33172">8.5</cx:pt>
          <cx:pt idx="33173">2.0800000000000001</cx:pt>
          <cx:pt idx="33174">2.9500000000000002</cx:pt>
          <cx:pt idx="33175">2.9500000000000002</cx:pt>
          <cx:pt idx="33176">9.9499999999999993</cx:pt>
          <cx:pt idx="33177">4.9500000000000002</cx:pt>
          <cx:pt idx="33178">4.9500000000000002</cx:pt>
          <cx:pt idx="33179">1.6899999999999999</cx:pt>
          <cx:pt idx="33180">0.41999999999999998</cx:pt>
          <cx:pt idx="33181">2.1000000000000001</cx:pt>
          <cx:pt idx="33182">0.41999999999999998</cx:pt>
          <cx:pt idx="33183">0.55000000000000004</cx:pt>
          <cx:pt idx="33184">0.84999999999999998</cx:pt>
          <cx:pt idx="33185">4.1500000000000004</cx:pt>
          <cx:pt idx="33186">1.45</cx:pt>
          <cx:pt idx="33187">1.6499999999999999</cx:pt>
          <cx:pt idx="33188">1.6499999999999999</cx:pt>
          <cx:pt idx="33189">2.4900000000000002</cx:pt>
          <cx:pt idx="33190">1.79</cx:pt>
          <cx:pt idx="33191">4.25</cx:pt>
          <cx:pt idx="33192">2.0800000000000001</cx:pt>
          <cx:pt idx="33193">2.9500000000000002</cx:pt>
          <cx:pt idx="33194">1.6499999999999999</cx:pt>
          <cx:pt idx="33195">8.5</cx:pt>
          <cx:pt idx="33196">1.45</cx:pt>
          <cx:pt idx="33197">2.9500000000000002</cx:pt>
          <cx:pt idx="33198">2.5499999999999998</cx:pt>
          <cx:pt idx="33199">4.9500000000000002</cx:pt>
          <cx:pt idx="33200">1.25</cx:pt>
          <cx:pt idx="33201">2.9500000000000002</cx:pt>
          <cx:pt idx="33202">2.9500000000000002</cx:pt>
          <cx:pt idx="33203">2.5499999999999998</cx:pt>
          <cx:pt idx="33204">0.41999999999999998</cx:pt>
          <cx:pt idx="33205">0.84999999999999998</cx:pt>
          <cx:pt idx="33206">4.9500000000000002</cx:pt>
          <cx:pt idx="33207">0.84999999999999998</cx:pt>
          <cx:pt idx="33208">2.5</cx:pt>
          <cx:pt idx="33209">5.0999999999999996</cx:pt>
          <cx:pt idx="33210">1.48</cx:pt>
          <cx:pt idx="33211">4.9500000000000002</cx:pt>
          <cx:pt idx="33212">4.25</cx:pt>
          <cx:pt idx="33213">0.72999999999999998</cx:pt>
          <cx:pt idx="33214">2.3900000000000001</cx:pt>
          <cx:pt idx="33215">0.39000000000000001</cx:pt>
          <cx:pt idx="33216">2.9500000000000002</cx:pt>
          <cx:pt idx="33217">8.5</cx:pt>
          <cx:pt idx="33218">2.4900000000000002</cx:pt>
          <cx:pt idx="33219">8.5</cx:pt>
          <cx:pt idx="33220">2.1000000000000001</cx:pt>
          <cx:pt idx="33221">1.45</cx:pt>
          <cx:pt idx="33222">4.9500000000000002</cx:pt>
          <cx:pt idx="33223">4.1500000000000004</cx:pt>
          <cx:pt idx="33224">4.25</cx:pt>
          <cx:pt idx="33225">2.0800000000000001</cx:pt>
          <cx:pt idx="33226">4.9500000000000002</cx:pt>
          <cx:pt idx="33227">4.25</cx:pt>
          <cx:pt idx="33228">12.75</cx:pt>
          <cx:pt idx="33229">4.9500000000000002</cx:pt>
          <cx:pt idx="33230">1.25</cx:pt>
          <cx:pt idx="33231">2.4900000000000002</cx:pt>
          <cx:pt idx="33232">1.45</cx:pt>
          <cx:pt idx="33233">1.45</cx:pt>
          <cx:pt idx="33234">0.41999999999999998</cx:pt>
          <cx:pt idx="33235">2.3900000000000001</cx:pt>
          <cx:pt idx="33236">0.41999999999999998</cx:pt>
          <cx:pt idx="33237">4.1299999999999999</cx:pt>
          <cx:pt idx="33238">6.6299999999999999</cx:pt>
          <cx:pt idx="33239">7.46</cx:pt>
          <cx:pt idx="33240">8.2899999999999991</cx:pt>
          <cx:pt idx="33241">8.2899999999999991</cx:pt>
          <cx:pt idx="33242">4.1299999999999999</cx:pt>
          <cx:pt idx="33243">1.6299999999999999</cx:pt>
          <cx:pt idx="33244">3.29</cx:pt>
          <cx:pt idx="33245">6.6299999999999999</cx:pt>
          <cx:pt idx="33246">4.96</cx:pt>
          <cx:pt idx="33247">2.46</cx:pt>
          <cx:pt idx="33248">7.46</cx:pt>
          <cx:pt idx="33249">1.6899999999999999</cx:pt>
          <cx:pt idx="33250">1.25</cx:pt>
          <cx:pt idx="33251">2.8900000000000001</cx:pt>
          <cx:pt idx="33252">0.65000000000000002</cx:pt>
          <cx:pt idx="33253">2.9500000000000002</cx:pt>
          <cx:pt idx="33254">0.41999999999999998</cx:pt>
          <cx:pt idx="33255">1.6499999999999999</cx:pt>
          <cx:pt idx="33256">1.25</cx:pt>
          <cx:pt idx="33257">0.41999999999999998</cx:pt>
          <cx:pt idx="33258">0.55000000000000004</cx:pt>
          <cx:pt idx="33259">1.6899999999999999</cx:pt>
          <cx:pt idx="33260">2.9500000000000002</cx:pt>
          <cx:pt idx="33261">1.25</cx:pt>
          <cx:pt idx="33262">0.55000000000000004</cx:pt>
          <cx:pt idx="33263">0.84999999999999998</cx:pt>
          <cx:pt idx="33264">1.45</cx:pt>
          <cx:pt idx="33265">12.75</cx:pt>
          <cx:pt idx="33266">8.25</cx:pt>
          <cx:pt idx="33267">2.5499999999999998</cx:pt>
          <cx:pt idx="33268">0.41999999999999998</cx:pt>
          <cx:pt idx="33269">2.9500000000000002</cx:pt>
          <cx:pt idx="33270">0.55000000000000004</cx:pt>
          <cx:pt idx="33271">0.41999999999999998</cx:pt>
          <cx:pt idx="33272">4.9500000000000002</cx:pt>
          <cx:pt idx="33273">2.1000000000000001</cx:pt>
          <cx:pt idx="33274">2.5499999999999998</cx:pt>
          <cx:pt idx="33275">4.9500000000000002</cx:pt>
          <cx:pt idx="33276">1.45</cx:pt>
          <cx:pt idx="33277">1.25</cx:pt>
          <cx:pt idx="33278">1.6499999999999999</cx:pt>
          <cx:pt idx="33279">0.84999999999999998</cx:pt>
          <cx:pt idx="33280">1.25</cx:pt>
          <cx:pt idx="33281">1.45</cx:pt>
          <cx:pt idx="33282">1.45</cx:pt>
          <cx:pt idx="33283">4.9500000000000002</cx:pt>
          <cx:pt idx="33284">1.45</cx:pt>
          <cx:pt idx="33285">2.5499999999999998</cx:pt>
          <cx:pt idx="33286">2.5499999999999998</cx:pt>
          <cx:pt idx="33287">12.75</cx:pt>
          <cx:pt idx="33288">2.0800000000000001</cx:pt>
          <cx:pt idx="33289">4.9500000000000002</cx:pt>
          <cx:pt idx="33290">2.5499999999999998</cx:pt>
          <cx:pt idx="33291">2.0800000000000001</cx:pt>
          <cx:pt idx="33292">2.1000000000000001</cx:pt>
          <cx:pt idx="33293">2.5499999999999998</cx:pt>
          <cx:pt idx="33294">1.25</cx:pt>
          <cx:pt idx="33295">1.6499999999999999</cx:pt>
          <cx:pt idx="33296">0.55000000000000004</cx:pt>
          <cx:pt idx="33297">8.25</cx:pt>
          <cx:pt idx="33298">6.3499999999999996</cx:pt>
          <cx:pt idx="33299">1.6499999999999999</cx:pt>
          <cx:pt idx="33300">1.6899999999999999</cx:pt>
          <cx:pt idx="33301">2.9500000000000002</cx:pt>
          <cx:pt idx="33302">1.45</cx:pt>
          <cx:pt idx="33303">1.45</cx:pt>
          <cx:pt idx="33304">1.45</cx:pt>
          <cx:pt idx="33305">2.9500000000000002</cx:pt>
          <cx:pt idx="33306">1.6499999999999999</cx:pt>
          <cx:pt idx="33307">1.6499999999999999</cx:pt>
          <cx:pt idx="33308">1.6499999999999999</cx:pt>
          <cx:pt idx="33309">2.1000000000000001</cx:pt>
          <cx:pt idx="33310">0.82999999999999996</cx:pt>
          <cx:pt idx="33311">2.0800000000000001</cx:pt>
          <cx:pt idx="33312">7.6500000000000004</cx:pt>
          <cx:pt idx="33313">1.45</cx:pt>
          <cx:pt idx="33314">1.45</cx:pt>
          <cx:pt idx="33315">3.75</cx:pt>
          <cx:pt idx="33316">1.6499999999999999</cx:pt>
          <cx:pt idx="33317">5.9500000000000002</cx:pt>
          <cx:pt idx="33318">4.9500000000000002</cx:pt>
          <cx:pt idx="33319">2.8900000000000001</cx:pt>
          <cx:pt idx="33320">2.9500000000000002</cx:pt>
          <cx:pt idx="33321">2.0800000000000001</cx:pt>
          <cx:pt idx="33322">1.6499999999999999</cx:pt>
          <cx:pt idx="33323">4.9500000000000002</cx:pt>
          <cx:pt idx="33324">2.1000000000000001</cx:pt>
          <cx:pt idx="33325">8.25</cx:pt>
          <cx:pt idx="33326">24.960000000000001</cx:pt>
          <cx:pt idx="33327">4.1299999999999999</cx:pt>
          <cx:pt idx="33328">0.82999999999999996</cx:pt>
          <cx:pt idx="33329">12.460000000000001</cx:pt>
          <cx:pt idx="33330">4.1299999999999999</cx:pt>
          <cx:pt idx="33331">3.75</cx:pt>
          <cx:pt idx="33332">10.789999999999999</cx:pt>
          <cx:pt idx="33333">16.629999999999999</cx:pt>
          <cx:pt idx="33334">16.629999999999999</cx:pt>
          <cx:pt idx="33335">7.46</cx:pt>
          <cx:pt idx="33336">4.1299999999999999</cx:pt>
          <cx:pt idx="33337">5.79</cx:pt>
          <cx:pt idx="33338">2.5</cx:pt>
          <cx:pt idx="33339">4.1299999999999999</cx:pt>
          <cx:pt idx="33340">5.79</cx:pt>
          <cx:pt idx="33341">4.5800000000000001</cx:pt>
          <cx:pt idx="33342">1.25</cx:pt>
          <cx:pt idx="33343">4.1299999999999999</cx:pt>
          <cx:pt idx="33344">16.629999999999999</cx:pt>
          <cx:pt idx="33345">3.29</cx:pt>
          <cx:pt idx="33346">14.130000000000001</cx:pt>
          <cx:pt idx="33347">4.96</cx:pt>
          <cx:pt idx="33348">4.1299999999999999</cx:pt>
          <cx:pt idx="33349">1.25</cx:pt>
          <cx:pt idx="33350">7.6500000000000004</cx:pt>
          <cx:pt idx="33351">0.41999999999999998</cx:pt>
          <cx:pt idx="33352">2.9500000000000002</cx:pt>
          <cx:pt idx="33353">5.9500000000000002</cx:pt>
          <cx:pt idx="33354">2.8900000000000001</cx:pt>
          <cx:pt idx="33355">2.4900000000000002</cx:pt>
          <cx:pt idx="33356">9.9499999999999993</cx:pt>
          <cx:pt idx="33357">1.45</cx:pt>
          <cx:pt idx="33358">6.9500000000000002</cx:pt>
          <cx:pt idx="33359">2.1000000000000001</cx:pt>
          <cx:pt idx="33360">0.41999999999999998</cx:pt>
          <cx:pt idx="33361">2.1000000000000001</cx:pt>
          <cx:pt idx="33362">3.75</cx:pt>
          <cx:pt idx="33363">2.0800000000000001</cx:pt>
          <cx:pt idx="33364">7.6500000000000004</cx:pt>
          <cx:pt idx="33365">2.1000000000000001</cx:pt>
          <cx:pt idx="33366">7.6500000000000004</cx:pt>
          <cx:pt idx="33367">3.3900000000000001</cx:pt>
          <cx:pt idx="33368">3.25</cx:pt>
          <cx:pt idx="33369">2.9500000000000002</cx:pt>
          <cx:pt idx="33370">1.6499999999999999</cx:pt>
          <cx:pt idx="33371">9.9499999999999993</cx:pt>
          <cx:pt idx="33372">2.8900000000000001</cx:pt>
          <cx:pt idx="33373">4.9500000000000002</cx:pt>
          <cx:pt idx="33374">1.25</cx:pt>
          <cx:pt idx="33375">1.6499999999999999</cx:pt>
          <cx:pt idx="33376">1.45</cx:pt>
          <cx:pt idx="33377">2.9500000000000002</cx:pt>
          <cx:pt idx="33378">1.6499999999999999</cx:pt>
          <cx:pt idx="33379">1.45</cx:pt>
          <cx:pt idx="33380">1.6499999999999999</cx:pt>
          <cx:pt idx="33381">2.9500000000000002</cx:pt>
          <cx:pt idx="33382">2.1000000000000001</cx:pt>
          <cx:pt idx="33383">7.0800000000000001</cx:pt>
          <cx:pt idx="33384">1.45</cx:pt>
          <cx:pt idx="33385">3.75</cx:pt>
          <cx:pt idx="33386">1.6899999999999999</cx:pt>
          <cx:pt idx="33387">0.39000000000000001</cx:pt>
          <cx:pt idx="33388">4.9500000000000002</cx:pt>
          <cx:pt idx="33389">2.0800000000000001</cx:pt>
          <cx:pt idx="33390">1.79</cx:pt>
          <cx:pt idx="33391">2.25</cx:pt>
          <cx:pt idx="33392">1.25</cx:pt>
          <cx:pt idx="33393">0.41999999999999998</cx:pt>
          <cx:pt idx="33394">2.25</cx:pt>
          <cx:pt idx="33395">0.41999999999999998</cx:pt>
          <cx:pt idx="33396">1.6499999999999999</cx:pt>
          <cx:pt idx="33397">1.45</cx:pt>
          <cx:pt idx="33398">1.6499999999999999</cx:pt>
          <cx:pt idx="33399">2.0800000000000001</cx:pt>
          <cx:pt idx="33400">2.1000000000000001</cx:pt>
          <cx:pt idx="33401">3.25</cx:pt>
          <cx:pt idx="33402">4.9500000000000002</cx:pt>
          <cx:pt idx="33403">1.6499999999999999</cx:pt>
          <cx:pt idx="33404">2.5499999999999998</cx:pt>
          <cx:pt idx="33405">1.25</cx:pt>
          <cx:pt idx="33406">1.25</cx:pt>
          <cx:pt idx="33407">2.0800000000000001</cx:pt>
          <cx:pt idx="33408">1.6499999999999999</cx:pt>
          <cx:pt idx="33409">0.84999999999999998</cx:pt>
          <cx:pt idx="33410">1.6499999999999999</cx:pt>
          <cx:pt idx="33411">1.6499999999999999</cx:pt>
          <cx:pt idx="33412">1.45</cx:pt>
          <cx:pt idx="33413">1.45</cx:pt>
          <cx:pt idx="33414">7.0800000000000001</cx:pt>
          <cx:pt idx="33415">2.9500000000000002</cx:pt>
          <cx:pt idx="33416">7.6500000000000004</cx:pt>
          <cx:pt idx="33417">0.82999999999999996</cx:pt>
          <cx:pt idx="33418">0.41999999999999998</cx:pt>
          <cx:pt idx="33419">1.25</cx:pt>
          <cx:pt idx="33420">1.6899999999999999</cx:pt>
          <cx:pt idx="33421">4.9500000000000002</cx:pt>
          <cx:pt idx="33422">3.25</cx:pt>
          <cx:pt idx="33423">2.9500000000000002</cx:pt>
          <cx:pt idx="33424">8.5</cx:pt>
          <cx:pt idx="33425">1.6499999999999999</cx:pt>
          <cx:pt idx="33426">0.41999999999999998</cx:pt>
          <cx:pt idx="33427">2.0800000000000001</cx:pt>
          <cx:pt idx="33428">4.9500000000000002</cx:pt>
          <cx:pt idx="33429">3.75</cx:pt>
          <cx:pt idx="33430">0.41999999999999998</cx:pt>
          <cx:pt idx="33431">2.1000000000000001</cx:pt>
          <cx:pt idx="33432">2.1000000000000001</cx:pt>
          <cx:pt idx="33433">4.6500000000000004</cx:pt>
          <cx:pt idx="33434">0.55000000000000004</cx:pt>
          <cx:pt idx="33435">3.75</cx:pt>
          <cx:pt idx="33436">2.5499999999999998</cx:pt>
          <cx:pt idx="33437">2.5499999999999998</cx:pt>
          <cx:pt idx="33438">1.6499999999999999</cx:pt>
          <cx:pt idx="33439">2.1000000000000001</cx:pt>
          <cx:pt idx="33440">1.45</cx:pt>
          <cx:pt idx="33441">8.25</cx:pt>
          <cx:pt idx="33442">0.41999999999999998</cx:pt>
          <cx:pt idx="33443">8.5</cx:pt>
          <cx:pt idx="33444">8.5</cx:pt>
          <cx:pt idx="33445">2.9500000000000002</cx:pt>
          <cx:pt idx="33446">4.1299999999999999</cx:pt>
          <cx:pt idx="33447">5.79</cx:pt>
          <cx:pt idx="33448">7.46</cx:pt>
          <cx:pt idx="33449">0.82999999999999996</cx:pt>
          <cx:pt idx="33450">3.29</cx:pt>
          <cx:pt idx="33451">2.46</cx:pt>
          <cx:pt idx="33452">0.82999999999999996</cx:pt>
          <cx:pt idx="33453">0.41999999999999998</cx:pt>
          <cx:pt idx="33454">1.25</cx:pt>
          <cx:pt idx="33455">3.29</cx:pt>
          <cx:pt idx="33456">4.1299999999999999</cx:pt>
          <cx:pt idx="33457">4.96</cx:pt>
          <cx:pt idx="33458">2.46</cx:pt>
          <cx:pt idx="33459">0.41999999999999998</cx:pt>
          <cx:pt idx="33460">3.29</cx:pt>
          <cx:pt idx="33461">12.460000000000001</cx:pt>
          <cx:pt idx="33462">5.79</cx:pt>
          <cx:pt idx="33463">2.46</cx:pt>
          <cx:pt idx="33464">0.82999999999999996</cx:pt>
          <cx:pt idx="33465">7.46</cx:pt>
          <cx:pt idx="33466">3.29</cx:pt>
          <cx:pt idx="33467">6.6299999999999999</cx:pt>
          <cx:pt idx="33468">14.130000000000001</cx:pt>
          <cx:pt idx="33469">4.5800000000000001</cx:pt>
          <cx:pt idx="33470">2.46</cx:pt>
          <cx:pt idx="33471">0.82999999999999996</cx:pt>
          <cx:pt idx="33472">5.79</cx:pt>
          <cx:pt idx="33473">3.29</cx:pt>
          <cx:pt idx="33474">3.29</cx:pt>
          <cx:pt idx="33475">1.25</cx:pt>
          <cx:pt idx="33476">2.46</cx:pt>
          <cx:pt idx="33477">15.789999999999999</cx:pt>
          <cx:pt idx="33478">2.46</cx:pt>
          <cx:pt idx="33479">3.29</cx:pt>
          <cx:pt idx="33480">1.25</cx:pt>
          <cx:pt idx="33481">4.1299999999999999</cx:pt>
          <cx:pt idx="33482">1.6299999999999999</cx:pt>
          <cx:pt idx="33483">1.6299999999999999</cx:pt>
          <cx:pt idx="33484">2.46</cx:pt>
          <cx:pt idx="33485">0.82999999999999996</cx:pt>
          <cx:pt idx="33486">8.5</cx:pt>
          <cx:pt idx="33487">4.9500000000000002</cx:pt>
          <cx:pt idx="33488">8.5</cx:pt>
          <cx:pt idx="33489">4.9500000000000002</cx:pt>
          <cx:pt idx="33490">0.41999999999999998</cx:pt>
          <cx:pt idx="33491">1.25</cx:pt>
          <cx:pt idx="33492">4.1500000000000004</cx:pt>
          <cx:pt idx="33493">2.4900000000000002</cx:pt>
          <cx:pt idx="33494">2.1000000000000001</cx:pt>
          <cx:pt idx="33495">8.5</cx:pt>
          <cx:pt idx="33496">0.41999999999999998</cx:pt>
          <cx:pt idx="33497">0.65000000000000002</cx:pt>
          <cx:pt idx="33498">0.65000000000000002</cx:pt>
          <cx:pt idx="33499">1.6499999999999999</cx:pt>
          <cx:pt idx="33500">2.9500000000000002</cx:pt>
          <cx:pt idx="33501">2.9500000000000002</cx:pt>
          <cx:pt idx="33502">0.55000000000000004</cx:pt>
          <cx:pt idx="33503">2.0800000000000001</cx:pt>
          <cx:pt idx="33504">1.6499999999999999</cx:pt>
          <cx:pt idx="33505">2.1000000000000001</cx:pt>
          <cx:pt idx="33506">0.41999999999999998</cx:pt>
          <cx:pt idx="33507">1.6499999999999999</cx:pt>
          <cx:pt idx="33508">0.84999999999999998</cx:pt>
          <cx:pt idx="33509">15.789999999999999</cx:pt>
          <cx:pt idx="33510">0.82999999999999996</cx:pt>
          <cx:pt idx="33511">8.2899999999999991</cx:pt>
          <cx:pt idx="33512">10.789999999999999</cx:pt>
          <cx:pt idx="33513">4.1299999999999999</cx:pt>
          <cx:pt idx="33514">2.46</cx:pt>
          <cx:pt idx="33515">14.960000000000001</cx:pt>
          <cx:pt idx="33516">0.41999999999999998</cx:pt>
          <cx:pt idx="33517">3.29</cx:pt>
          <cx:pt idx="33518">4.96</cx:pt>
          <cx:pt idx="33519">0.41999999999999998</cx:pt>
          <cx:pt idx="33520">24.960000000000001</cx:pt>
          <cx:pt idx="33521">12.460000000000001</cx:pt>
          <cx:pt idx="33522">3.29</cx:pt>
          <cx:pt idx="33523">4.1299999999999999</cx:pt>
          <cx:pt idx="33524">2.46</cx:pt>
          <cx:pt idx="33525">1.25</cx:pt>
          <cx:pt idx="33526">5.79</cx:pt>
          <cx:pt idx="33527">2.9199999999999999</cx:pt>
          <cx:pt idx="33528">4.1299999999999999</cx:pt>
          <cx:pt idx="33529">2.46</cx:pt>
          <cx:pt idx="33530">2.46</cx:pt>
          <cx:pt idx="33531">0.41999999999999998</cx:pt>
          <cx:pt idx="33532">15.789999999999999</cx:pt>
          <cx:pt idx="33533">7.46</cx:pt>
          <cx:pt idx="33534">4.96</cx:pt>
          <cx:pt idx="33535">2.46</cx:pt>
          <cx:pt idx="33536">0.82999999999999996</cx:pt>
          <cx:pt idx="33537">4.1299999999999999</cx:pt>
          <cx:pt idx="33538">3.29</cx:pt>
          <cx:pt idx="33539">2.7599999999999998</cx:pt>
          <cx:pt idx="33540">24.960000000000001</cx:pt>
          <cx:pt idx="33541">4.1299999999999999</cx:pt>
          <cx:pt idx="33542">0.41999999999999998</cx:pt>
          <cx:pt idx="33543">15.789999999999999</cx:pt>
          <cx:pt idx="33544">2.46</cx:pt>
          <cx:pt idx="33545">0.41999999999999998</cx:pt>
          <cx:pt idx="33546">2.46</cx:pt>
          <cx:pt idx="33547">0.41999999999999998</cx:pt>
          <cx:pt idx="33548">0.82999999999999996</cx:pt>
          <cx:pt idx="33549">1.6299999999999999</cx:pt>
          <cx:pt idx="33550">2.46</cx:pt>
          <cx:pt idx="33551">1.25</cx:pt>
          <cx:pt idx="33552">3.29</cx:pt>
          <cx:pt idx="33553">1.6299999999999999</cx:pt>
          <cx:pt idx="33554">4.96</cx:pt>
          <cx:pt idx="33555">24.960000000000001</cx:pt>
          <cx:pt idx="33556">0.82999999999999996</cx:pt>
          <cx:pt idx="33557">4.1299999999999999</cx:pt>
          <cx:pt idx="33558">2.9199999999999999</cx:pt>
          <cx:pt idx="33559">4.1299999999999999</cx:pt>
          <cx:pt idx="33560">2.46</cx:pt>
          <cx:pt idx="33561">0.41999999999999998</cx:pt>
          <cx:pt idx="33562">1.25</cx:pt>
          <cx:pt idx="33563">4.96</cx:pt>
          <cx:pt idx="33564">2.46</cx:pt>
          <cx:pt idx="33565">10.789999999999999</cx:pt>
          <cx:pt idx="33566">10.789999999999999</cx:pt>
          <cx:pt idx="33567">4.1299999999999999</cx:pt>
          <cx:pt idx="33568">5.79</cx:pt>
          <cx:pt idx="33569">5.79</cx:pt>
          <cx:pt idx="33570">2.46</cx:pt>
          <cx:pt idx="33571">0.41999999999999998</cx:pt>
          <cx:pt idx="33572">3.29</cx:pt>
          <cx:pt idx="33573">3.29</cx:pt>
          <cx:pt idx="33574">1.6299999999999999</cx:pt>
          <cx:pt idx="33575">2.46</cx:pt>
          <cx:pt idx="33576">9.1300000000000008</cx:pt>
          <cx:pt idx="33577">0.82999999999999996</cx:pt>
          <cx:pt idx="33578">4.1299999999999999</cx:pt>
          <cx:pt idx="33579">0.71999999999999997</cx:pt>
          <cx:pt idx="33580">1.6299999999999999</cx:pt>
          <cx:pt idx="33581">4.1299999999999999</cx:pt>
          <cx:pt idx="33582">4.1299999999999999</cx:pt>
          <cx:pt idx="33583">3.29</cx:pt>
          <cx:pt idx="33584">4.1299999999999999</cx:pt>
          <cx:pt idx="33585">4.1299999999999999</cx:pt>
          <cx:pt idx="33586">2.46</cx:pt>
          <cx:pt idx="33587">14.960000000000001</cx:pt>
          <cx:pt idx="33588">5.79</cx:pt>
          <cx:pt idx="33589">0.41999999999999998</cx:pt>
          <cx:pt idx="33590">3.29</cx:pt>
          <cx:pt idx="33591">7.46</cx:pt>
          <cx:pt idx="33592">4.96</cx:pt>
          <cx:pt idx="33593">0.41999999999999998</cx:pt>
          <cx:pt idx="33594">5.79</cx:pt>
          <cx:pt idx="33595">3.29</cx:pt>
          <cx:pt idx="33596">0.41999999999999998</cx:pt>
          <cx:pt idx="33597">7.46</cx:pt>
          <cx:pt idx="33598">8.2899999999999991</cx:pt>
          <cx:pt idx="33599">3.29</cx:pt>
          <cx:pt idx="33600">4.96</cx:pt>
          <cx:pt idx="33601">1.6299999999999999</cx:pt>
          <cx:pt idx="33602">2.46</cx:pt>
          <cx:pt idx="33603">9.1300000000000008</cx:pt>
          <cx:pt idx="33604">2.46</cx:pt>
          <cx:pt idx="33605">2.46</cx:pt>
          <cx:pt idx="33606">3.29</cx:pt>
          <cx:pt idx="33607">1.25</cx:pt>
          <cx:pt idx="33608">1.6299999999999999</cx:pt>
          <cx:pt idx="33609">4.96</cx:pt>
          <cx:pt idx="33610">0.82999999999999996</cx:pt>
          <cx:pt idx="33611">1.45</cx:pt>
          <cx:pt idx="33612">1.6499999999999999</cx:pt>
          <cx:pt idx="33613">6.9500000000000002</cx:pt>
          <cx:pt idx="33614">1.45</cx:pt>
          <cx:pt idx="33615">4.1299999999999999</cx:pt>
          <cx:pt idx="33616">15.789999999999999</cx:pt>
          <cx:pt idx="33617">4.1299999999999999</cx:pt>
          <cx:pt idx="33618">0.82999999999999996</cx:pt>
          <cx:pt idx="33619">10.789999999999999</cx:pt>
          <cx:pt idx="33620">4.1299999999999999</cx:pt>
          <cx:pt idx="33621">3.29</cx:pt>
          <cx:pt idx="33622">1.25</cx:pt>
          <cx:pt idx="33623">4.1299999999999999</cx:pt>
          <cx:pt idx="33624">5.79</cx:pt>
          <cx:pt idx="33625">5.79</cx:pt>
          <cx:pt idx="33626">2.46</cx:pt>
          <cx:pt idx="33627">0.41999999999999998</cx:pt>
          <cx:pt idx="33628">7.46</cx:pt>
          <cx:pt idx="33629">2.46</cx:pt>
          <cx:pt idx="33630">4.1299999999999999</cx:pt>
          <cx:pt idx="33631">1.25</cx:pt>
          <cx:pt idx="33632">2.46</cx:pt>
          <cx:pt idx="33633">1.6299999999999999</cx:pt>
          <cx:pt idx="33634">4.1299999999999999</cx:pt>
          <cx:pt idx="33635">1.6299999999999999</cx:pt>
          <cx:pt idx="33636">0.82999999999999996</cx:pt>
          <cx:pt idx="33637">2.46</cx:pt>
          <cx:pt idx="33638">4.1500000000000004</cx:pt>
          <cx:pt idx="33639">4.1500000000000004</cx:pt>
          <cx:pt idx="33640">1.6499999999999999</cx:pt>
          <cx:pt idx="33641">4.9500000000000002</cx:pt>
          <cx:pt idx="33642">4.9500000000000002</cx:pt>
          <cx:pt idx="33643">12.75</cx:pt>
          <cx:pt idx="33644">0.65000000000000002</cx:pt>
          <cx:pt idx="33645">1.6499999999999999</cx:pt>
          <cx:pt idx="33646">0.39000000000000001</cx:pt>
          <cx:pt idx="33647">0.55000000000000004</cx:pt>
          <cx:pt idx="33648">0.41999999999999998</cx:pt>
          <cx:pt idx="33649">1.6499999999999999</cx:pt>
          <cx:pt idx="33650">1.45</cx:pt>
          <cx:pt idx="33651">4.9500000000000002</cx:pt>
          <cx:pt idx="33652">1.45</cx:pt>
          <cx:pt idx="33653">1.45</cx:pt>
          <cx:pt idx="33654">1.25</cx:pt>
          <cx:pt idx="33655">0.41999999999999998</cx:pt>
          <cx:pt idx="33656">0.84999999999999998</cx:pt>
          <cx:pt idx="33657">4.25</cx:pt>
          <cx:pt idx="33658">0.41999999999999998</cx:pt>
          <cx:pt idx="33659">1.25</cx:pt>
          <cx:pt idx="33660">1.6499999999999999</cx:pt>
          <cx:pt idx="33661">0.84999999999999998</cx:pt>
          <cx:pt idx="33662">8.5</cx:pt>
          <cx:pt idx="33663">0.41999999999999998</cx:pt>
          <cx:pt idx="33664">4.1500000000000004</cx:pt>
          <cx:pt idx="33665">1.45</cx:pt>
          <cx:pt idx="33666">2.4900000000000002</cx:pt>
          <cx:pt idx="33667">2.5499999999999998</cx:pt>
          <cx:pt idx="33668">0.71999999999999997</cx:pt>
          <cx:pt idx="33669">3.75</cx:pt>
          <cx:pt idx="33670">8.5</cx:pt>
          <cx:pt idx="33671">1.45</cx:pt>
          <cx:pt idx="33672">4.9500000000000002</cx:pt>
          <cx:pt idx="33673">1.6499999999999999</cx:pt>
          <cx:pt idx="33674">8.5</cx:pt>
          <cx:pt idx="33675">1.6499999999999999</cx:pt>
          <cx:pt idx="33676">2.0800000000000001</cx:pt>
          <cx:pt idx="33677">12.75</cx:pt>
          <cx:pt idx="33678">2.0800000000000001</cx:pt>
          <cx:pt idx="33679">2.0800000000000001</cx:pt>
          <cx:pt idx="33680">2.0800000000000001</cx:pt>
          <cx:pt idx="33681">1.6899999999999999</cx:pt>
          <cx:pt idx="33682">2.8900000000000001</cx:pt>
          <cx:pt idx="33683">1.25</cx:pt>
          <cx:pt idx="33684">3.25</cx:pt>
          <cx:pt idx="33685">2.4900000000000002</cx:pt>
          <cx:pt idx="33686">4.1500000000000004</cx:pt>
          <cx:pt idx="33687">1.45</cx:pt>
          <cx:pt idx="33688">8.5</cx:pt>
          <cx:pt idx="33689">2.0800000000000001</cx:pt>
          <cx:pt idx="33690">12.75</cx:pt>
          <cx:pt idx="33691">2.0800000000000001</cx:pt>
          <cx:pt idx="33692">1.79</cx:pt>
          <cx:pt idx="33693">1.79</cx:pt>
          <cx:pt idx="33694">0.84999999999999998</cx:pt>
          <cx:pt idx="33695">7.6500000000000004</cx:pt>
          <cx:pt idx="33696">0.65000000000000002</cx:pt>
          <cx:pt idx="33697">1.25</cx:pt>
          <cx:pt idx="33698">1.25</cx:pt>
          <cx:pt idx="33699">2.9500000000000002</cx:pt>
          <cx:pt idx="33700">3.75</cx:pt>
          <cx:pt idx="33701">0.65000000000000002</cx:pt>
          <cx:pt idx="33702">4.9500000000000002</cx:pt>
          <cx:pt idx="33703">6.9500000000000002</cx:pt>
          <cx:pt idx="33704">2.9500000000000002</cx:pt>
          <cx:pt idx="33705">2.8900000000000001</cx:pt>
          <cx:pt idx="33706">4.1500000000000004</cx:pt>
          <cx:pt idx="33707">2.25</cx:pt>
          <cx:pt idx="33708">2.25</cx:pt>
          <cx:pt idx="33709">2.9500000000000002</cx:pt>
          <cx:pt idx="33710">1.45</cx:pt>
          <cx:pt idx="33711">2.8900000000000001</cx:pt>
          <cx:pt idx="33712">2.8900000000000001</cx:pt>
          <cx:pt idx="33713">4.9500000000000002</cx:pt>
          <cx:pt idx="33714">2.0800000000000001</cx:pt>
          <cx:pt idx="33715">2.4900000000000002</cx:pt>
          <cx:pt idx="33716">8.25</cx:pt>
          <cx:pt idx="33717">9.9499999999999993</cx:pt>
          <cx:pt idx="33718">4.9500000000000002</cx:pt>
          <cx:pt idx="33719">4.9500000000000002</cx:pt>
          <cx:pt idx="33720">2.0800000000000001</cx:pt>
          <cx:pt idx="33721">1.25</cx:pt>
          <cx:pt idx="33722">1.6499999999999999</cx:pt>
          <cx:pt idx="33723">6.9500000000000002</cx:pt>
          <cx:pt idx="33724">6.9500000000000002</cx:pt>
          <cx:pt idx="33725">6.9500000000000002</cx:pt>
          <cx:pt idx="33726">0.65000000000000002</cx:pt>
          <cx:pt idx="33727">1.25</cx:pt>
          <cx:pt idx="33728">0.39000000000000001</cx:pt>
          <cx:pt idx="33729">1.25</cx:pt>
          <cx:pt idx="33730">1.25</cx:pt>
          <cx:pt idx="33731">1.25</cx:pt>
          <cx:pt idx="33732">2.0800000000000001</cx:pt>
          <cx:pt idx="33733">4.9500000000000002</cx:pt>
          <cx:pt idx="33734">1.45</cx:pt>
          <cx:pt idx="33735">1.45</cx:pt>
          <cx:pt idx="33736">4.1500000000000004</cx:pt>
          <cx:pt idx="33737">1.6499999999999999</cx:pt>
          <cx:pt idx="33738">1.25</cx:pt>
          <cx:pt idx="33739">0.84999999999999998</cx:pt>
          <cx:pt idx="33740">1.45</cx:pt>
          <cx:pt idx="33741">0.65000000000000002</cx:pt>
          <cx:pt idx="33742">1.25</cx:pt>
          <cx:pt idx="33743">1.25</cx:pt>
          <cx:pt idx="33744">0.84999999999999998</cx:pt>
          <cx:pt idx="33745">2.5499999999999998</cx:pt>
          <cx:pt idx="33746">6.9500000000000002</cx:pt>
          <cx:pt idx="33747">4.9500000000000002</cx:pt>
          <cx:pt idx="33748">1.6499999999999999</cx:pt>
          <cx:pt idx="33749">1.45</cx:pt>
          <cx:pt idx="33750">1.6499999999999999</cx:pt>
          <cx:pt idx="33751">8.1500000000000004</cx:pt>
          <cx:pt idx="33752">12.75</cx:pt>
          <cx:pt idx="33753">2.8900000000000001</cx:pt>
          <cx:pt idx="33754">4.1500000000000004</cx:pt>
          <cx:pt idx="33755">1.25</cx:pt>
          <cx:pt idx="33756">2.8900000000000001</cx:pt>
          <cx:pt idx="33757">4.1500000000000004</cx:pt>
          <cx:pt idx="33758">1.25</cx:pt>
          <cx:pt idx="33759">2.25</cx:pt>
          <cx:pt idx="33760">8.5</cx:pt>
          <cx:pt idx="33761">2.0800000000000001</cx:pt>
          <cx:pt idx="33762">2.25</cx:pt>
          <cx:pt idx="33763">14.949999999999999</cx:pt>
          <cx:pt idx="33764">0.55000000000000004</cx:pt>
          <cx:pt idx="33765">2.0800000000000001</cx:pt>
          <cx:pt idx="33766">4.1500000000000004</cx:pt>
          <cx:pt idx="33767">1.6499999999999999</cx:pt>
          <cx:pt idx="33768">12.75</cx:pt>
          <cx:pt idx="33769">0.65000000000000002</cx:pt>
          <cx:pt idx="33770">8.25</cx:pt>
          <cx:pt idx="33771">1.6499999999999999</cx:pt>
          <cx:pt idx="33772">2.8900000000000001</cx:pt>
          <cx:pt idx="33773">1.45</cx:pt>
          <cx:pt idx="33774">0.41999999999999998</cx:pt>
          <cx:pt idx="33775">4.1500000000000004</cx:pt>
          <cx:pt idx="33776">2.8900000000000001</cx:pt>
          <cx:pt idx="33777">1.6499999999999999</cx:pt>
          <cx:pt idx="33778">1.6499999999999999</cx:pt>
          <cx:pt idx="33779">4.1500000000000004</cx:pt>
          <cx:pt idx="33780">12.75</cx:pt>
          <cx:pt idx="33781">4.9500000000000002</cx:pt>
          <cx:pt idx="33782">2.9500000000000002</cx:pt>
          <cx:pt idx="33783">1.45</cx:pt>
          <cx:pt idx="33784">4.1500000000000004</cx:pt>
          <cx:pt idx="33785">0.55000000000000004</cx:pt>
          <cx:pt idx="33786">2.1000000000000001</cx:pt>
          <cx:pt idx="33787">1.6899999999999999</cx:pt>
          <cx:pt idx="33788">0.84999999999999998</cx:pt>
          <cx:pt idx="33789">1.45</cx:pt>
          <cx:pt idx="33790">2.9500000000000002</cx:pt>
          <cx:pt idx="33791">0.55000000000000004</cx:pt>
          <cx:pt idx="33792">1.6499999999999999</cx:pt>
          <cx:pt idx="33793">4.9500000000000002</cx:pt>
          <cx:pt idx="33794">0.65000000000000002</cx:pt>
          <cx:pt idx="33795">6.3499999999999996</cx:pt>
          <cx:pt idx="33796">1.45</cx:pt>
          <cx:pt idx="33797">0.41999999999999998</cx:pt>
          <cx:pt idx="33798">1.6899999999999999</cx:pt>
          <cx:pt idx="33799">2.9500000000000002</cx:pt>
          <cx:pt idx="33800">2.0800000000000001</cx:pt>
          <cx:pt idx="33801">2.8900000000000001</cx:pt>
          <cx:pt idx="33802">2.4900000000000002</cx:pt>
          <cx:pt idx="33803">2.9500000000000002</cx:pt>
          <cx:pt idx="33804">3.75</cx:pt>
          <cx:pt idx="33805">1.6499999999999999</cx:pt>
          <cx:pt idx="33806">3.25</cx:pt>
          <cx:pt idx="33807">2.9500000000000002</cx:pt>
          <cx:pt idx="33808">2.9500000000000002</cx:pt>
          <cx:pt idx="33809">1.45</cx:pt>
          <cx:pt idx="33810">1.45</cx:pt>
          <cx:pt idx="33811">3.9500000000000002</cx:pt>
          <cx:pt idx="33812">0.84999999999999998</cx:pt>
          <cx:pt idx="33813">1.6899999999999999</cx:pt>
          <cx:pt idx="33814">2.9500000000000002</cx:pt>
          <cx:pt idx="33815">8.25</cx:pt>
          <cx:pt idx="33816">1.25</cx:pt>
          <cx:pt idx="33817">12.75</cx:pt>
          <cx:pt idx="33818">1.45</cx:pt>
          <cx:pt idx="33819">3.9500000000000002</cx:pt>
          <cx:pt idx="33820">0.39000000000000001</cx:pt>
          <cx:pt idx="33821">2.4900000000000002</cx:pt>
          <cx:pt idx="33822">6.9500000000000002</cx:pt>
          <cx:pt idx="33823">3.25</cx:pt>
          <cx:pt idx="33824">2.0800000000000001</cx:pt>
          <cx:pt idx="33825">1.6499999999999999</cx:pt>
          <cx:pt idx="33826">1.6499999999999999</cx:pt>
          <cx:pt idx="33827">3.3900000000000001</cx:pt>
          <cx:pt idx="33828">0.35999999999999999</cx:pt>
          <cx:pt idx="33829">2.9500000000000002</cx:pt>
          <cx:pt idx="33830">1.45</cx:pt>
          <cx:pt idx="33831">0.84999999999999998</cx:pt>
          <cx:pt idx="33832">1.6899999999999999</cx:pt>
          <cx:pt idx="33833">12.75</cx:pt>
          <cx:pt idx="33834">1.45</cx:pt>
          <cx:pt idx="33835">4.9500000000000002</cx:pt>
          <cx:pt idx="33836">2.5499999999999998</cx:pt>
          <cx:pt idx="33837">1.45</cx:pt>
          <cx:pt idx="33838">2.9500000000000002</cx:pt>
          <cx:pt idx="33839">1.45</cx:pt>
          <cx:pt idx="33840">5.79</cx:pt>
          <cx:pt idx="33841">0.82999999999999996</cx:pt>
          <cx:pt idx="33842">0.82999999999999996</cx:pt>
          <cx:pt idx="33843">4.1299999999999999</cx:pt>
          <cx:pt idx="33844">2.46</cx:pt>
          <cx:pt idx="33845">0.41999999999999998</cx:pt>
          <cx:pt idx="33846">5.79</cx:pt>
          <cx:pt idx="33847">2.46</cx:pt>
          <cx:pt idx="33848">0.41999999999999998</cx:pt>
          <cx:pt idx="33849">3.29</cx:pt>
          <cx:pt idx="33850">5.79</cx:pt>
          <cx:pt idx="33851">2.46</cx:pt>
          <cx:pt idx="33852">7.46</cx:pt>
          <cx:pt idx="33853">2.46</cx:pt>
          <cx:pt idx="33854">4.1299999999999999</cx:pt>
          <cx:pt idx="33855">3.29</cx:pt>
          <cx:pt idx="33856">4.96</cx:pt>
          <cx:pt idx="33857">4.1299999999999999</cx:pt>
          <cx:pt idx="33858">0.41999999999999998</cx:pt>
          <cx:pt idx="33859">1.45</cx:pt>
          <cx:pt idx="33860">2.25</cx:pt>
          <cx:pt idx="33861">0.84999999999999998</cx:pt>
          <cx:pt idx="33862">2.9500000000000002</cx:pt>
          <cx:pt idx="33863">3.75</cx:pt>
          <cx:pt idx="33864">3.75</cx:pt>
          <cx:pt idx="33865">1.25</cx:pt>
          <cx:pt idx="33866">1.6499999999999999</cx:pt>
          <cx:pt idx="33867">1.45</cx:pt>
          <cx:pt idx="33868">1.25</cx:pt>
          <cx:pt idx="33869">1.6499999999999999</cx:pt>
          <cx:pt idx="33870">0.41999999999999998</cx:pt>
          <cx:pt idx="33871">1.6499999999999999</cx:pt>
          <cx:pt idx="33872">4.1500000000000004</cx:pt>
          <cx:pt idx="33873">0.84999999999999998</cx:pt>
          <cx:pt idx="33874">0.39000000000000001</cx:pt>
          <cx:pt idx="33875">2.9500000000000002</cx:pt>
          <cx:pt idx="33876">1.45</cx:pt>
          <cx:pt idx="33877">4.9500000000000002</cx:pt>
          <cx:pt idx="33878">1.6499999999999999</cx:pt>
          <cx:pt idx="33879">8.25</cx:pt>
          <cx:pt idx="33880">2.9500000000000002</cx:pt>
          <cx:pt idx="33881">2.0800000000000001</cx:pt>
          <cx:pt idx="33882">12.75</cx:pt>
          <cx:pt idx="33883">1.6499999999999999</cx:pt>
          <cx:pt idx="33884">1.6499999999999999</cx:pt>
          <cx:pt idx="33885">0.84999999999999998</cx:pt>
          <cx:pt idx="33886">2.5499999999999998</cx:pt>
          <cx:pt idx="33887">4.9500000000000002</cx:pt>
          <cx:pt idx="33888">1.45</cx:pt>
          <cx:pt idx="33889">2.9500000000000002</cx:pt>
          <cx:pt idx="33890">1.45</cx:pt>
          <cx:pt idx="33891">1.45</cx:pt>
          <cx:pt idx="33892">4.9500000000000002</cx:pt>
          <cx:pt idx="33893">1.45</cx:pt>
          <cx:pt idx="33894">2.4900000000000002</cx:pt>
          <cx:pt idx="33895">0.84999999999999998</cx:pt>
          <cx:pt idx="33896">2.5499999999999998</cx:pt>
          <cx:pt idx="33897">2.5499999999999998</cx:pt>
          <cx:pt idx="33898">0.84999999999999998</cx:pt>
          <cx:pt idx="33899">1.6899999999999999</cx:pt>
          <cx:pt idx="33900">1.45</cx:pt>
          <cx:pt idx="33901">1.45</cx:pt>
          <cx:pt idx="33902">4.9500000000000002</cx:pt>
          <cx:pt idx="33903">3.9500000000000002</cx:pt>
          <cx:pt idx="33904">7.6500000000000004</cx:pt>
          <cx:pt idx="33905">5.9500000000000002</cx:pt>
          <cx:pt idx="33906">2.8900000000000001</cx:pt>
          <cx:pt idx="33907">2.8900000000000001</cx:pt>
          <cx:pt idx="33908">1.25</cx:pt>
          <cx:pt idx="33909">0.41999999999999998</cx:pt>
          <cx:pt idx="33910">0.55000000000000004</cx:pt>
          <cx:pt idx="33911">2.5499999999999998</cx:pt>
          <cx:pt idx="33912">2.0800000000000001</cx:pt>
          <cx:pt idx="33913">0.84999999999999998</cx:pt>
          <cx:pt idx="33914">1.25</cx:pt>
          <cx:pt idx="33915">1.45</cx:pt>
          <cx:pt idx="33916">2.1000000000000001</cx:pt>
          <cx:pt idx="33917">1.0600000000000001</cx:pt>
          <cx:pt idx="33918">2.1000000000000001</cx:pt>
          <cx:pt idx="33919">0.39000000000000001</cx:pt>
          <cx:pt idx="33920">2.9500000000000002</cx:pt>
          <cx:pt idx="33921">1.45</cx:pt>
          <cx:pt idx="33922">1.45</cx:pt>
          <cx:pt idx="33923">3.75</cx:pt>
          <cx:pt idx="33924">1.6499999999999999</cx:pt>
          <cx:pt idx="33925">2.1000000000000001</cx:pt>
          <cx:pt idx="33926">12.75</cx:pt>
          <cx:pt idx="33927">1.45</cx:pt>
          <cx:pt idx="33928">1.45</cx:pt>
          <cx:pt idx="33929">2.9500000000000002</cx:pt>
          <cx:pt idx="33930">2.8900000000000001</cx:pt>
          <cx:pt idx="33931">2.9500000000000002</cx:pt>
          <cx:pt idx="33932">3.9500000000000002</cx:pt>
          <cx:pt idx="33933">1.45</cx:pt>
          <cx:pt idx="33934">1.25</cx:pt>
          <cx:pt idx="33935">4.1299999999999999</cx:pt>
          <cx:pt idx="33936">1.6499999999999999</cx:pt>
          <cx:pt idx="33937">0.84999999999999998</cx:pt>
          <cx:pt idx="33938">7.6500000000000004</cx:pt>
          <cx:pt idx="33939">8.25</cx:pt>
          <cx:pt idx="33940">6.6299999999999999</cx:pt>
          <cx:pt idx="33941">7.46</cx:pt>
          <cx:pt idx="33942">8.2899999999999991</cx:pt>
          <cx:pt idx="33943">13.130000000000001</cx:pt>
          <cx:pt idx="33944">4.1299999999999999</cx:pt>
          <cx:pt idx="33945">1.6299999999999999</cx:pt>
          <cx:pt idx="33946">3.29</cx:pt>
          <cx:pt idx="33947">1.45</cx:pt>
          <cx:pt idx="33948">2.9500000000000002</cx:pt>
          <cx:pt idx="33949">4.96</cx:pt>
          <cx:pt idx="33950">2.46</cx:pt>
          <cx:pt idx="33951">7.46</cx:pt>
          <cx:pt idx="33952">9.1300000000000008</cx:pt>
          <cx:pt idx="33953">2.0800000000000001</cx:pt>
          <cx:pt idx="33954">1.6499999999999999</cx:pt>
          <cx:pt idx="33955">1.25</cx:pt>
          <cx:pt idx="33956">1.25</cx:pt>
          <cx:pt idx="33957">2.0800000000000001</cx:pt>
          <cx:pt idx="33958">2.4900000000000002</cx:pt>
          <cx:pt idx="33959">0.41999999999999998</cx:pt>
          <cx:pt idx="33960">2.1000000000000001</cx:pt>
          <cx:pt idx="33961">1.45</cx:pt>
          <cx:pt idx="33962">2.9500000000000002</cx:pt>
          <cx:pt idx="33963">0.84999999999999998</cx:pt>
          <cx:pt idx="33964">8.25</cx:pt>
          <cx:pt idx="33965">1.45</cx:pt>
          <cx:pt idx="33966">2.5499999999999998</cx:pt>
          <cx:pt idx="33967">14.949999999999999</cx:pt>
          <cx:pt idx="33968">2.4900000000000002</cx:pt>
          <cx:pt idx="33969">12.75</cx:pt>
          <cx:pt idx="33970">8.25</cx:pt>
          <cx:pt idx="33971">2.1000000000000001</cx:pt>
          <cx:pt idx="33972">1.45</cx:pt>
          <cx:pt idx="33973">1.25</cx:pt>
          <cx:pt idx="33974">1.25</cx:pt>
          <cx:pt idx="33975">2.9500000000000002</cx:pt>
          <cx:pt idx="33976">1.45</cx:pt>
          <cx:pt idx="33977">1.6499999999999999</cx:pt>
          <cx:pt idx="33978">1.6499999999999999</cx:pt>
          <cx:pt idx="33979">2.5499999999999998</cx:pt>
          <cx:pt idx="33980">1.25</cx:pt>
          <cx:pt idx="33981">2.8900000000000001</cx:pt>
          <cx:pt idx="33982">4.1500000000000004</cx:pt>
          <cx:pt idx="33983">1.6499999999999999</cx:pt>
          <cx:pt idx="33984">3.25</cx:pt>
          <cx:pt idx="33985">4.9500000000000002</cx:pt>
          <cx:pt idx="33986">2.9500000000000002</cx:pt>
          <cx:pt idx="33987">1.6499999999999999</cx:pt>
          <cx:pt idx="33988">1.6499999999999999</cx:pt>
          <cx:pt idx="33989">4.25</cx:pt>
          <cx:pt idx="33990">2.1000000000000001</cx:pt>
          <cx:pt idx="33991">1.45</cx:pt>
          <cx:pt idx="33992">0.84999999999999998</cx:pt>
          <cx:pt idx="33993">7.0800000000000001</cx:pt>
          <cx:pt idx="33994">0.65000000000000002</cx:pt>
          <cx:pt idx="33995">2.5499999999999998</cx:pt>
          <cx:pt idx="33996">1.45</cx:pt>
          <cx:pt idx="33997">1.25</cx:pt>
          <cx:pt idx="33998">0.41999999999999998</cx:pt>
          <cx:pt idx="33999">4.1500000000000004</cx:pt>
          <cx:pt idx="34000">4.1500000000000004</cx:pt>
          <cx:pt idx="34001">2.5499999999999998</cx:pt>
          <cx:pt idx="34002">8.25</cx:pt>
          <cx:pt idx="34003">8.5</cx:pt>
          <cx:pt idx="34004">2.4900000000000002</cx:pt>
          <cx:pt idx="34005">2.1000000000000001</cx:pt>
          <cx:pt idx="34006">1.25</cx:pt>
          <cx:pt idx="34007">2.9500000000000002</cx:pt>
          <cx:pt idx="34008">1.6499999999999999</cx:pt>
          <cx:pt idx="34009">2.9500000000000002</cx:pt>
          <cx:pt idx="34010">1.25</cx:pt>
          <cx:pt idx="34011">1.25</cx:pt>
          <cx:pt idx="34012">8.25</cx:pt>
          <cx:pt idx="34013">1.45</cx:pt>
          <cx:pt idx="34014">4.9500000000000002</cx:pt>
          <cx:pt idx="34015">2.1000000000000001</cx:pt>
          <cx:pt idx="34016">0.84999999999999998</cx:pt>
          <cx:pt idx="34017">2.5499999999999998</cx:pt>
          <cx:pt idx="34018">7.46</cx:pt>
          <cx:pt idx="34019">24.960000000000001</cx:pt>
          <cx:pt idx="34020">2.46</cx:pt>
          <cx:pt idx="34021">4.1299999999999999</cx:pt>
          <cx:pt idx="34022">10.789999999999999</cx:pt>
          <cx:pt idx="34023">4.1299999999999999</cx:pt>
          <cx:pt idx="34024">10.789999999999999</cx:pt>
          <cx:pt idx="34025">5.79</cx:pt>
          <cx:pt idx="34026">0.82999999999999996</cx:pt>
          <cx:pt idx="34027">1.25</cx:pt>
          <cx:pt idx="34028">3.29</cx:pt>
          <cx:pt idx="34029">14.130000000000001</cx:pt>
          <cx:pt idx="34030">1.6299999999999999</cx:pt>
          <cx:pt idx="34031">4.96</cx:pt>
          <cx:pt idx="34032">4.1299999999999999</cx:pt>
          <cx:pt idx="34033">1.6899999999999999</cx:pt>
          <cx:pt idx="34034">3.75</cx:pt>
          <cx:pt idx="34035">2.8900000000000001</cx:pt>
          <cx:pt idx="34036">1.25</cx:pt>
          <cx:pt idx="34037">1.25</cx:pt>
          <cx:pt idx="34038">1.6499999999999999</cx:pt>
          <cx:pt idx="34039">2.8900000000000001</cx:pt>
          <cx:pt idx="34040">4.1500000000000004</cx:pt>
          <cx:pt idx="34041">1.45</cx:pt>
          <cx:pt idx="34042">2.25</cx:pt>
          <cx:pt idx="34043">2.25</cx:pt>
          <cx:pt idx="34044">1.25</cx:pt>
          <cx:pt idx="34045">2.4900000000000002</cx:pt>
          <cx:pt idx="34046">1.6499999999999999</cx:pt>
          <cx:pt idx="34047">1.45</cx:pt>
          <cx:pt idx="34048">1.45</cx:pt>
          <cx:pt idx="34049">1.6499999999999999</cx:pt>
          <cx:pt idx="34050">4.9500000000000002</cx:pt>
          <cx:pt idx="34051">2.9500000000000002</cx:pt>
          <cx:pt idx="34052">4.9500000000000002</cx:pt>
          <cx:pt idx="34053">2.9500000000000002</cx:pt>
          <cx:pt idx="34054">4.1500000000000004</cx:pt>
          <cx:pt idx="34055">0.65000000000000002</cx:pt>
          <cx:pt idx="34056">1.25</cx:pt>
          <cx:pt idx="34057">1.6499999999999999</cx:pt>
          <cx:pt idx="34058">1.6499999999999999</cx:pt>
          <cx:pt idx="34059">2.9500000000000002</cx:pt>
          <cx:pt idx="34060">6.9500000000000002</cx:pt>
          <cx:pt idx="34061">1.6499999999999999</cx:pt>
          <cx:pt idx="34062">0.39000000000000001</cx:pt>
          <cx:pt idx="34063">2.8900000000000001</cx:pt>
          <cx:pt idx="34064">1.25</cx:pt>
          <cx:pt idx="34065">1.45</cx:pt>
          <cx:pt idx="34066">4.1500000000000004</cx:pt>
          <cx:pt idx="34067">1.25</cx:pt>
          <cx:pt idx="34068">2.8900000000000001</cx:pt>
          <cx:pt idx="34069">4.1500000000000004</cx:pt>
          <cx:pt idx="34070">1.25</cx:pt>
          <cx:pt idx="34071">1.25</cx:pt>
          <cx:pt idx="34072">2.4900000000000002</cx:pt>
          <cx:pt idx="34073">3.75</cx:pt>
          <cx:pt idx="34074">1.6499999999999999</cx:pt>
          <cx:pt idx="34075">1.45</cx:pt>
          <cx:pt idx="34076">1.45</cx:pt>
          <cx:pt idx="34077">2.9500000000000002</cx:pt>
          <cx:pt idx="34078">2.0800000000000001</cx:pt>
          <cx:pt idx="34079">8.25</cx:pt>
          <cx:pt idx="34080">4.1500000000000004</cx:pt>
          <cx:pt idx="34081">1.6499999999999999</cx:pt>
          <cx:pt idx="34082">2.1000000000000001</cx:pt>
          <cx:pt idx="34083">2.5499999999999998</cx:pt>
          <cx:pt idx="34084">0.28999999999999998</cx:pt>
          <cx:pt idx="34085">2.9500000000000002</cx:pt>
          <cx:pt idx="34086">1.6499999999999999</cx:pt>
          <cx:pt idx="34087">2.8900000000000001</cx:pt>
          <cx:pt idx="34088">2.4900000000000002</cx:pt>
          <cx:pt idx="34089">0.84999999999999998</cx:pt>
          <cx:pt idx="34090">2.9500000000000002</cx:pt>
          <cx:pt idx="34091">1.25</cx:pt>
          <cx:pt idx="34092">0.55000000000000004</cx:pt>
          <cx:pt idx="34093">0.41999999999999998</cx:pt>
          <cx:pt idx="34094">0.41999999999999998</cx:pt>
          <cx:pt idx="34095">1.25</cx:pt>
          <cx:pt idx="34096">1.6899999999999999</cx:pt>
          <cx:pt idx="34097">1.45</cx:pt>
          <cx:pt idx="34098">3.75</cx:pt>
          <cx:pt idx="34099">0.84999999999999998</cx:pt>
          <cx:pt idx="34100">2.8900000000000001</cx:pt>
          <cx:pt idx="34101">1.45</cx:pt>
          <cx:pt idx="34102">8.5</cx:pt>
          <cx:pt idx="34103">0.41999999999999998</cx:pt>
          <cx:pt idx="34104">6.9500000000000002</cx:pt>
          <cx:pt idx="34105">2.8900000000000001</cx:pt>
          <cx:pt idx="34106">8.5</cx:pt>
          <cx:pt idx="34107">0.84999999999999998</cx:pt>
          <cx:pt idx="34108">1.25</cx:pt>
          <cx:pt idx="34109">1.25</cx:pt>
          <cx:pt idx="34110">1.45</cx:pt>
          <cx:pt idx="34111">1.6499999999999999</cx:pt>
          <cx:pt idx="34112">1.25</cx:pt>
          <cx:pt idx="34113">2.8900000000000001</cx:pt>
          <cx:pt idx="34114">0.55000000000000004</cx:pt>
          <cx:pt idx="34115">1.6499999999999999</cx:pt>
          <cx:pt idx="34116">1.25</cx:pt>
          <cx:pt idx="34117">3.75</cx:pt>
          <cx:pt idx="34118">4.1500000000000004</cx:pt>
          <cx:pt idx="34119">2.5499999999999998</cx:pt>
          <cx:pt idx="34120">12.75</cx:pt>
          <cx:pt idx="34121">3.75</cx:pt>
          <cx:pt idx="34122">2.9500000000000002</cx:pt>
          <cx:pt idx="34123">12.75</cx:pt>
          <cx:pt idx="34124">1.25</cx:pt>
          <cx:pt idx="34125">10.789999999999999</cx:pt>
          <cx:pt idx="34126">2.46</cx:pt>
          <cx:pt idx="34127">2.46</cx:pt>
          <cx:pt idx="34128">7.46</cx:pt>
          <cx:pt idx="34129">2.46</cx:pt>
          <cx:pt idx="34130">24.960000000000001</cx:pt>
          <cx:pt idx="34131">10.789999999999999</cx:pt>
          <cx:pt idx="34132">5.79</cx:pt>
          <cx:pt idx="34133">0.41999999999999998</cx:pt>
          <cx:pt idx="34134">3.29</cx:pt>
          <cx:pt idx="34135">1.25</cx:pt>
          <cx:pt idx="34136">1.25</cx:pt>
          <cx:pt idx="34137">3.29</cx:pt>
          <cx:pt idx="34138">1.6299999999999999</cx:pt>
          <cx:pt idx="34139">3.29</cx:pt>
          <cx:pt idx="34140">1.6299999999999999</cx:pt>
          <cx:pt idx="34141">2.46</cx:pt>
          <cx:pt idx="34142">4.1299999999999999</cx:pt>
          <cx:pt idx="34143">4.1299999999999999</cx:pt>
          <cx:pt idx="34144">4.1299999999999999</cx:pt>
          <cx:pt idx="34145">4.1299999999999999</cx:pt>
          <cx:pt idx="34146">1.6299999999999999</cx:pt>
          <cx:pt idx="34147">2.46</cx:pt>
          <cx:pt idx="34148">1.25</cx:pt>
          <cx:pt idx="34149">1.25</cx:pt>
          <cx:pt idx="34150">0.41999999999999998</cx:pt>
          <cx:pt idx="34151">2.46</cx:pt>
          <cx:pt idx="34152">0.82999999999999996</cx:pt>
          <cx:pt idx="34153">7.46</cx:pt>
          <cx:pt idx="34154">6.6299999999999999</cx:pt>
          <cx:pt idx="34155">2.46</cx:pt>
          <cx:pt idx="34156">4.96</cx:pt>
          <cx:pt idx="34157">5.79</cx:pt>
          <cx:pt idx="34158">4.1299999999999999</cx:pt>
          <cx:pt idx="34159">2.46</cx:pt>
          <cx:pt idx="34160">2.1000000000000001</cx:pt>
          <cx:pt idx="34161">0.84999999999999998</cx:pt>
          <cx:pt idx="34162">1.25</cx:pt>
          <cx:pt idx="34163">8.25</cx:pt>
          <cx:pt idx="34164">4.9500000000000002</cx:pt>
          <cx:pt idx="34165">8.25</cx:pt>
          <cx:pt idx="34166">1.25</cx:pt>
          <cx:pt idx="34167">2.9500000000000002</cx:pt>
          <cx:pt idx="34168">1.45</cx:pt>
          <cx:pt idx="34169">1.45</cx:pt>
          <cx:pt idx="34170">4.9500000000000002</cx:pt>
          <cx:pt idx="34171">1.25</cx:pt>
          <cx:pt idx="34172">2.9500000000000002</cx:pt>
          <cx:pt idx="34173">8.25</cx:pt>
          <cx:pt idx="34174">2.0800000000000001</cx:pt>
          <cx:pt idx="34175">1.45</cx:pt>
          <cx:pt idx="34176">1.25</cx:pt>
          <cx:pt idx="34177">3.75</cx:pt>
          <cx:pt idx="34178">4.9500000000000002</cx:pt>
          <cx:pt idx="34179">2.9500000000000002</cx:pt>
          <cx:pt idx="34180">1.25</cx:pt>
          <cx:pt idx="34181">4.9500000000000002</cx:pt>
          <cx:pt idx="34182">4.9500000000000002</cx:pt>
          <cx:pt idx="34183">6.9500000000000002</cx:pt>
          <cx:pt idx="34184">1.25</cx:pt>
          <cx:pt idx="34185">2.8900000000000001</cx:pt>
          <cx:pt idx="34186">2.4900000000000002</cx:pt>
          <cx:pt idx="34187">0.41999999999999998</cx:pt>
          <cx:pt idx="34188">4.9500000000000002</cx:pt>
          <cx:pt idx="34189">1.25</cx:pt>
          <cx:pt idx="34190">2.1000000000000001</cx:pt>
          <cx:pt idx="34191">4.9500000000000002</cx:pt>
          <cx:pt idx="34192">1.6499999999999999</cx:pt>
          <cx:pt idx="34193">2.5499999999999998</cx:pt>
          <cx:pt idx="34194">1.25</cx:pt>
          <cx:pt idx="34195">2.1000000000000001</cx:pt>
          <cx:pt idx="34196">2.9500000000000002</cx:pt>
          <cx:pt idx="34197">0.84999999999999998</cx:pt>
          <cx:pt idx="34198">7.6500000000000004</cx:pt>
          <cx:pt idx="34199">1.25</cx:pt>
          <cx:pt idx="34200">1.49</cx:pt>
          <cx:pt idx="34201">8.5</cx:pt>
          <cx:pt idx="34202">3.75</cx:pt>
          <cx:pt idx="34203">0.84999999999999998</cx:pt>
          <cx:pt idx="34204">3.75</cx:pt>
          <cx:pt idx="34205">2.0800000000000001</cx:pt>
          <cx:pt idx="34206">4.9500000000000002</cx:pt>
          <cx:pt idx="34207">2.1000000000000001</cx:pt>
          <cx:pt idx="34208">4.9500000000000002</cx:pt>
          <cx:pt idx="34209">1.25</cx:pt>
          <cx:pt idx="34210">0.55000000000000004</cx:pt>
          <cx:pt idx="34211">2.8900000000000001</cx:pt>
          <cx:pt idx="34212">6.3499999999999996</cx:pt>
          <cx:pt idx="34213">1.6499999999999999</cx:pt>
          <cx:pt idx="34214">2.9500000000000002</cx:pt>
          <cx:pt idx="34215">6.9500000000000002</cx:pt>
          <cx:pt idx="34216">0.84999999999999998</cx:pt>
          <cx:pt idx="34217">0.84999999999999998</cx:pt>
          <cx:pt idx="34218">2.25</cx:pt>
          <cx:pt idx="34219">2.25</cx:pt>
          <cx:pt idx="34220">1.6899999999999999</cx:pt>
          <cx:pt idx="34221">0.39000000000000001</cx:pt>
          <cx:pt idx="34222">1.45</cx:pt>
          <cx:pt idx="34223">0.41999999999999998</cx:pt>
          <cx:pt idx="34224">2.4900000000000002</cx:pt>
          <cx:pt idx="34225">2.0800000000000001</cx:pt>
          <cx:pt idx="34226">0.41999999999999998</cx:pt>
          <cx:pt idx="34227">1.6499999999999999</cx:pt>
          <cx:pt idx="34228">0.84999999999999998</cx:pt>
          <cx:pt idx="34229">4.9500000000000002</cx:pt>
          <cx:pt idx="34230">4.9500000000000002</cx:pt>
          <cx:pt idx="34231">2.9500000000000002</cx:pt>
          <cx:pt idx="34232">2.4900000000000002</cx:pt>
          <cx:pt idx="34233">4.25</cx:pt>
          <cx:pt idx="34234">3.75</cx:pt>
          <cx:pt idx="34235">4.1500000000000004</cx:pt>
          <cx:pt idx="34236">4.9500000000000002</cx:pt>
          <cx:pt idx="34237">8.25</cx:pt>
          <cx:pt idx="34238">8.25</cx:pt>
          <cx:pt idx="34239">2.1000000000000001</cx:pt>
          <cx:pt idx="34240">0.65000000000000002</cx:pt>
          <cx:pt idx="34241">1.45</cx:pt>
          <cx:pt idx="34242">1.45</cx:pt>
          <cx:pt idx="34243">0.65000000000000002</cx:pt>
          <cx:pt idx="34244">0.39000000000000001</cx:pt>
          <cx:pt idx="34245">1.25</cx:pt>
          <cx:pt idx="34246">1.25</cx:pt>
          <cx:pt idx="34247">0.55000000000000004</cx:pt>
          <cx:pt idx="34248">0.41999999999999998</cx:pt>
          <cx:pt idx="34249">0.39000000000000001</cx:pt>
          <cx:pt idx="34250">9.9499999999999993</cx:pt>
          <cx:pt idx="34251">4.9500000000000002</cx:pt>
          <cx:pt idx="34252">4.9500000000000002</cx:pt>
          <cx:pt idx="34253">6.3499999999999996</cx:pt>
          <cx:pt idx="34254">2.0800000000000001</cx:pt>
          <cx:pt idx="34255">0.39000000000000001</cx:pt>
          <cx:pt idx="34256">2.5499999999999998</cx:pt>
          <cx:pt idx="34257">4.1500000000000004</cx:pt>
          <cx:pt idx="34258">1.8500000000000001</cx:pt>
          <cx:pt idx="34259">3.25</cx:pt>
          <cx:pt idx="34260">1.6499999999999999</cx:pt>
          <cx:pt idx="34261">8.25</cx:pt>
          <cx:pt idx="34262">1.45</cx:pt>
          <cx:pt idx="34263">1.25</cx:pt>
          <cx:pt idx="34264">1.25</cx:pt>
          <cx:pt idx="34265">1.6499999999999999</cx:pt>
          <cx:pt idx="34266">2.9500000000000002</cx:pt>
          <cx:pt idx="34267">2.9500000000000002</cx:pt>
          <cx:pt idx="34268">1.6499999999999999</cx:pt>
          <cx:pt idx="34269">6.9500000000000002</cx:pt>
          <cx:pt idx="34270">1.6499999999999999</cx:pt>
          <cx:pt idx="34271">2.8900000000000001</cx:pt>
          <cx:pt idx="34272">0.41999999999999998</cx:pt>
          <cx:pt idx="34273">4.9500000000000002</cx:pt>
          <cx:pt idx="34274">7.0800000000000001</cx:pt>
          <cx:pt idx="34275">4.9500000000000002</cx:pt>
          <cx:pt idx="34276">2.9500000000000002</cx:pt>
          <cx:pt idx="34277">2.9500000000000002</cx:pt>
          <cx:pt idx="34278">0.55000000000000004</cx:pt>
          <cx:pt idx="34279">7.0800000000000001</cx:pt>
          <cx:pt idx="34280">1.6499999999999999</cx:pt>
          <cx:pt idx="34281">4.25</cx:pt>
          <cx:pt idx="34282">2.0800000000000001</cx:pt>
          <cx:pt idx="34283">2.0800000000000001</cx:pt>
          <cx:pt idx="34284">2.0800000000000001</cx:pt>
          <cx:pt idx="34285">2.1000000000000001</cx:pt>
          <cx:pt idx="34286">2.5499999999999998</cx:pt>
          <cx:pt idx="34287">2.0800000000000001</cx:pt>
          <cx:pt idx="34288">1.6499999999999999</cx:pt>
          <cx:pt idx="34289">1.45</cx:pt>
          <cx:pt idx="34290">0.55000000000000004</cx:pt>
          <cx:pt idx="34291">1.6499999999999999</cx:pt>
          <cx:pt idx="34292">0.84999999999999998</cx:pt>
          <cx:pt idx="34293">3.25</cx:pt>
          <cx:pt idx="34294">2.9500000000000002</cx:pt>
          <cx:pt idx="34295">2.9500000000000002</cx:pt>
          <cx:pt idx="34296">8.25</cx:pt>
          <cx:pt idx="34297">4.9500000000000002</cx:pt>
          <cx:pt idx="34298">1.25</cx:pt>
          <cx:pt idx="34299">0.41999999999999998</cx:pt>
          <cx:pt idx="34300">2.1000000000000001</cx:pt>
          <cx:pt idx="34301">1.6899999999999999</cx:pt>
          <cx:pt idx="34302">8.25</cx:pt>
          <cx:pt idx="34303">0.41999999999999998</cx:pt>
          <cx:pt idx="34304">1.6899999999999999</cx:pt>
          <cx:pt idx="34305">3.75</cx:pt>
          <cx:pt idx="34306">4.1500000000000004</cx:pt>
          <cx:pt idx="34307">12.75</cx:pt>
          <cx:pt idx="34308">1.6499999999999999</cx:pt>
          <cx:pt idx="34309">2.1000000000000001</cx:pt>
          <cx:pt idx="34310">2.8900000000000001</cx:pt>
          <cx:pt idx="34311">2.4900000000000002</cx:pt>
          <cx:pt idx="34312">1.6499999999999999</cx:pt>
          <cx:pt idx="34313">4.9500000000000002</cx:pt>
          <cx:pt idx="34314">2.9500000000000002</cx:pt>
          <cx:pt idx="34315">0.41999999999999998</cx:pt>
          <cx:pt idx="34316">2.1000000000000001</cx:pt>
          <cx:pt idx="34317">1.6499999999999999</cx:pt>
          <cx:pt idx="34318">1.25</cx:pt>
          <cx:pt idx="34319">1.25</cx:pt>
          <cx:pt idx="34320">1.25</cx:pt>
          <cx:pt idx="34321">1.25</cx:pt>
          <cx:pt idx="34322">1.25</cx:pt>
          <cx:pt idx="34323">12.75</cx:pt>
          <cx:pt idx="34324">2.9500000000000002</cx:pt>
          <cx:pt idx="34325">2.4900000000000002</cx:pt>
          <cx:pt idx="34326">2.0800000000000001</cx:pt>
          <cx:pt idx="34327">2.8900000000000001</cx:pt>
          <cx:pt idx="34328">2.25</cx:pt>
          <cx:pt idx="34329">2.9500000000000002</cx:pt>
          <cx:pt idx="34330">2.0800000000000001</cx:pt>
          <cx:pt idx="34331">3.25</cx:pt>
          <cx:pt idx="34332">0.39000000000000001</cx:pt>
          <cx:pt idx="34333">1.25</cx:pt>
          <cx:pt idx="34334">1.6899999999999999</cx:pt>
          <cx:pt idx="34335">4.9500000000000002</cx:pt>
          <cx:pt idx="34336">1.25</cx:pt>
          <cx:pt idx="34337">0.84999999999999998</cx:pt>
          <cx:pt idx="34338">1.25</cx:pt>
          <cx:pt idx="34339">1.45</cx:pt>
          <cx:pt idx="34340">2.4900000000000002</cx:pt>
          <cx:pt idx="34341">4.1500000000000004</cx:pt>
          <cx:pt idx="34342">0.41999999999999998</cx:pt>
          <cx:pt idx="34343">8.5</cx:pt>
          <cx:pt idx="34344">4.9500000000000002</cx:pt>
          <cx:pt idx="34345">1.25</cx:pt>
          <cx:pt idx="34346">8.5</cx:pt>
          <cx:pt idx="34347">2.9500000000000002</cx:pt>
          <cx:pt idx="34348">4.9500000000000002</cx:pt>
          <cx:pt idx="34349">2.5499999999999998</cx:pt>
          <cx:pt idx="34350">0.82999999999999996</cx:pt>
          <cx:pt idx="34351">1.6499999999999999</cx:pt>
          <cx:pt idx="34352">1.6499999999999999</cx:pt>
          <cx:pt idx="34353">0.55000000000000004</cx:pt>
          <cx:pt idx="34354">2.9500000000000002</cx:pt>
          <cx:pt idx="34355">2.8900000000000001</cx:pt>
          <cx:pt idx="34356">1.25</cx:pt>
          <cx:pt idx="34357">9.9499999999999993</cx:pt>
          <cx:pt idx="34358">2.0800000000000001</cx:pt>
          <cx:pt idx="34359">3.75</cx:pt>
          <cx:pt idx="34360">1.25</cx:pt>
          <cx:pt idx="34361">3.75</cx:pt>
          <cx:pt idx="34362">4.1500000000000004</cx:pt>
          <cx:pt idx="34363">0.41999999999999998</cx:pt>
          <cx:pt idx="34364">1.25</cx:pt>
          <cx:pt idx="34365">4.9500000000000002</cx:pt>
          <cx:pt idx="34366">8.25</cx:pt>
          <cx:pt idx="34367">7.0800000000000001</cx:pt>
          <cx:pt idx="34368">1.6899999999999999</cx:pt>
          <cx:pt idx="34369">12.75</cx:pt>
          <cx:pt idx="34370">1.25</cx:pt>
          <cx:pt idx="34371">2.5499999999999998</cx:pt>
          <cx:pt idx="34372">1.25</cx:pt>
          <cx:pt idx="34373">1.6499999999999999</cx:pt>
          <cx:pt idx="34374">8.25</cx:pt>
          <cx:pt idx="34375">1.25</cx:pt>
          <cx:pt idx="34376">1.25</cx:pt>
          <cx:pt idx="34377">4.9500000000000002</cx:pt>
          <cx:pt idx="34378">3.25</cx:pt>
          <cx:pt idx="34379">2.9500000000000002</cx:pt>
          <cx:pt idx="34380">2.25</cx:pt>
          <cx:pt idx="34381">1.6499999999999999</cx:pt>
          <cx:pt idx="34382">2.0800000000000001</cx:pt>
          <cx:pt idx="34383">4.9500000000000002</cx:pt>
          <cx:pt idx="34384">0.39000000000000001</cx:pt>
          <cx:pt idx="34385">1.45</cx:pt>
          <cx:pt idx="34386">9.9499999999999993</cx:pt>
          <cx:pt idx="34387">2.9500000000000002</cx:pt>
          <cx:pt idx="34388">8.25</cx:pt>
          <cx:pt idx="34389">1.45</cx:pt>
          <cx:pt idx="34390">8.25</cx:pt>
          <cx:pt idx="34391">0.82999999999999996</cx:pt>
          <cx:pt idx="34392">3.75</cx:pt>
          <cx:pt idx="34393">4.25</cx:pt>
          <cx:pt idx="34394">1.45</cx:pt>
          <cx:pt idx="34395">0.55000000000000004</cx:pt>
          <cx:pt idx="34396">0.39000000000000001</cx:pt>
          <cx:pt idx="34397">4.25</cx:pt>
          <cx:pt idx="34398">1.25</cx:pt>
          <cx:pt idx="34399">8.5</cx:pt>
          <cx:pt idx="34400">2.25</cx:pt>
          <cx:pt idx="34401">1.25</cx:pt>
          <cx:pt idx="34402">2.1000000000000001</cx:pt>
          <cx:pt idx="34403">3.75</cx:pt>
          <cx:pt idx="34404">3.75</cx:pt>
          <cx:pt idx="34405">2.4900000000000002</cx:pt>
          <cx:pt idx="34406">2.4900000000000002</cx:pt>
          <cx:pt idx="34407">1.45</cx:pt>
          <cx:pt idx="34408">0.55000000000000004</cx:pt>
          <cx:pt idx="34409">1.25</cx:pt>
          <cx:pt idx="34410">2.0800000000000001</cx:pt>
          <cx:pt idx="34411">0.55000000000000004</cx:pt>
          <cx:pt idx="34412">0.84999999999999998</cx:pt>
          <cx:pt idx="34413">9.9499999999999993</cx:pt>
          <cx:pt idx="34414">2.1000000000000001</cx:pt>
          <cx:pt idx="34415">4.1500000000000004</cx:pt>
          <cx:pt idx="34416">14.949999999999999</cx:pt>
          <cx:pt idx="34417">2.9500000000000002</cx:pt>
          <cx:pt idx="34418">1.45</cx:pt>
          <cx:pt idx="34419">3.75</cx:pt>
          <cx:pt idx="34420">9.9499999999999993</cx:pt>
          <cx:pt idx="34421">1.25</cx:pt>
          <cx:pt idx="34422">1.6499999999999999</cx:pt>
          <cx:pt idx="34423">1.25</cx:pt>
          <cx:pt idx="34424">0.41999999999999998</cx:pt>
          <cx:pt idx="34425">2.8900000000000001</cx:pt>
          <cx:pt idx="34426">4.1500000000000004</cx:pt>
          <cx:pt idx="34427">2.9500000000000002</cx:pt>
          <cx:pt idx="34428">3.75</cx:pt>
          <cx:pt idx="34429">2.9500000000000002</cx:pt>
          <cx:pt idx="34430">0.84999999999999998</cx:pt>
          <cx:pt idx="34431">2.9500000000000002</cx:pt>
          <cx:pt idx="34432">4.1500000000000004</cx:pt>
          <cx:pt idx="34433">0.84999999999999998</cx:pt>
          <cx:pt idx="34434">0.41999999999999998</cx:pt>
          <cx:pt idx="34435">2.9500000000000002</cx:pt>
          <cx:pt idx="34436">0.39000000000000001</cx:pt>
          <cx:pt idx="34437">2.1000000000000001</cx:pt>
          <cx:pt idx="34438">4.9500000000000002</cx:pt>
          <cx:pt idx="34439">2.9500000000000002</cx:pt>
          <cx:pt idx="34440">1.79</cx:pt>
          <cx:pt idx="34441">0.39000000000000001</cx:pt>
          <cx:pt idx="34442">1.6499999999999999</cx:pt>
          <cx:pt idx="34443">0.41999999999999998</cx:pt>
          <cx:pt idx="34444">5.79</cx:pt>
          <cx:pt idx="34445">7.46</cx:pt>
          <cx:pt idx="34446">0.82999999999999996</cx:pt>
          <cx:pt idx="34447">2.46</cx:pt>
          <cx:pt idx="34448">14.960000000000001</cx:pt>
          <cx:pt idx="34449">0.82999999999999996</cx:pt>
          <cx:pt idx="34450">1.25</cx:pt>
          <cx:pt idx="34451">3.29</cx:pt>
          <cx:pt idx="34452">2.46</cx:pt>
          <cx:pt idx="34453">2.46</cx:pt>
          <cx:pt idx="34454">5.79</cx:pt>
          <cx:pt idx="34455">5.79</cx:pt>
          <cx:pt idx="34456">2.46</cx:pt>
          <cx:pt idx="34457">0.82999999999999996</cx:pt>
          <cx:pt idx="34458">3.29</cx:pt>
          <cx:pt idx="34459">6.6299999999999999</cx:pt>
          <cx:pt idx="34460">4.1299999999999999</cx:pt>
          <cx:pt idx="34461">14.130000000000001</cx:pt>
          <cx:pt idx="34462">1.6299999999999999</cx:pt>
          <cx:pt idx="34463">4.5800000000000001</cx:pt>
          <cx:pt idx="34464">2.46</cx:pt>
          <cx:pt idx="34465">2.46</cx:pt>
          <cx:pt idx="34466">1.25</cx:pt>
          <cx:pt idx="34467">2.46</cx:pt>
          <cx:pt idx="34468">2.46</cx:pt>
          <cx:pt idx="34469">3.29</cx:pt>
          <cx:pt idx="34470">1.25</cx:pt>
          <cx:pt idx="34471">1.25</cx:pt>
          <cx:pt idx="34472">4.1299999999999999</cx:pt>
          <cx:pt idx="34473">4.1299999999999999</cx:pt>
          <cx:pt idx="34474">4.96</cx:pt>
          <cx:pt idx="34475">2.46</cx:pt>
          <cx:pt idx="34476">0.82999999999999996</cx:pt>
          <cx:pt idx="34477">2.9500000000000002</cx:pt>
          <cx:pt idx="34478">1.25</cx:pt>
          <cx:pt idx="34479">0.84999999999999998</cx:pt>
          <cx:pt idx="34480">1.6899999999999999</cx:pt>
          <cx:pt idx="34481">1.25</cx:pt>
          <cx:pt idx="34482">2.9500000000000002</cx:pt>
          <cx:pt idx="34483">3.9500000000000002</cx:pt>
          <cx:pt idx="34484">4.1500000000000004</cx:pt>
          <cx:pt idx="34485">4.9500000000000002</cx:pt>
          <cx:pt idx="34486">2.9500000000000002</cx:pt>
          <cx:pt idx="34487">2.0800000000000001</cx:pt>
          <cx:pt idx="34488">2.5499999999999998</cx:pt>
          <cx:pt idx="34489">4.1500000000000004</cx:pt>
          <cx:pt idx="34490">0.84999999999999998</cx:pt>
          <cx:pt idx="34491">1.25</cx:pt>
          <cx:pt idx="34492">2.9500000000000002</cx:pt>
          <cx:pt idx="34493">8.25</cx:pt>
          <cx:pt idx="34494">8.5</cx:pt>
          <cx:pt idx="34495">8.25</cx:pt>
          <cx:pt idx="34496">4.9500000000000002</cx:pt>
          <cx:pt idx="34497">8.5</cx:pt>
          <cx:pt idx="34498">8.25</cx:pt>
          <cx:pt idx="34499">3.75</cx:pt>
          <cx:pt idx="34500">0.41999999999999998</cx:pt>
          <cx:pt idx="34501">1.6499999999999999</cx:pt>
          <cx:pt idx="34502">2.8900000000000001</cx:pt>
          <cx:pt idx="34503">1.25</cx:pt>
          <cx:pt idx="34504">2.5499999999999998</cx:pt>
          <cx:pt idx="34505">12.75</cx:pt>
          <cx:pt idx="34506">2.25</cx:pt>
          <cx:pt idx="34507">4.9500000000000002</cx:pt>
          <cx:pt idx="34508">4.1500000000000004</cx:pt>
          <cx:pt idx="34509">1.45</cx:pt>
          <cx:pt idx="34510">2.1000000000000001</cx:pt>
          <cx:pt idx="34511">2.0800000000000001</cx:pt>
          <cx:pt idx="34512">1.45</cx:pt>
          <cx:pt idx="34513">1.25</cx:pt>
          <cx:pt idx="34514">4.1299999999999999</cx:pt>
          <cx:pt idx="34515">6.6299999999999999</cx:pt>
          <cx:pt idx="34516">8.2899999999999991</cx:pt>
          <cx:pt idx="34517">8.2899999999999991</cx:pt>
          <cx:pt idx="34518">4.1299999999999999</cx:pt>
          <cx:pt idx="34519">1.6299999999999999</cx:pt>
          <cx:pt idx="34520">3.29</cx:pt>
          <cx:pt idx="34521">4.96</cx:pt>
          <cx:pt idx="34522">2.46</cx:pt>
          <cx:pt idx="34523">6.9500000000000002</cx:pt>
          <cx:pt idx="34524">24.960000000000001</cx:pt>
          <cx:pt idx="34525">2.46</cx:pt>
          <cx:pt idx="34526">4.1299999999999999</cx:pt>
          <cx:pt idx="34527">5.79</cx:pt>
          <cx:pt idx="34528">2.46</cx:pt>
          <cx:pt idx="34529">4.1299999999999999</cx:pt>
          <cx:pt idx="34530">2.5</cx:pt>
          <cx:pt idx="34531">10.789999999999999</cx:pt>
          <cx:pt idx="34532">4.1299999999999999</cx:pt>
          <cx:pt idx="34533">5.79</cx:pt>
          <cx:pt idx="34534">3.29</cx:pt>
          <cx:pt idx="34535">1.25</cx:pt>
          <cx:pt idx="34536">4.1299999999999999</cx:pt>
          <cx:pt idx="34537">16.629999999999999</cx:pt>
          <cx:pt idx="34538">3.29</cx:pt>
          <cx:pt idx="34539">14.130000000000001</cx:pt>
          <cx:pt idx="34540">4.96</cx:pt>
          <cx:pt idx="34541">4.1299999999999999</cx:pt>
          <cx:pt idx="34542">2.9500000000000002</cx:pt>
          <cx:pt idx="34543">12.75</cx:pt>
          <cx:pt idx="34544">3.75</cx:pt>
          <cx:pt idx="34545">12.75</cx:pt>
          <cx:pt idx="34546">2.9500000000000002</cx:pt>
          <cx:pt idx="34547">8.5</cx:pt>
          <cx:pt idx="34548">2.9500000000000002</cx:pt>
          <cx:pt idx="34549">3.75</cx:pt>
          <cx:pt idx="34550">1.6499999999999999</cx:pt>
          <cx:pt idx="34551">6.9500000000000002</cx:pt>
          <cx:pt idx="34552">1.25</cx:pt>
          <cx:pt idx="34553">4.9500000000000002</cx:pt>
          <cx:pt idx="34554">4.25</cx:pt>
          <cx:pt idx="34555">1.6499999999999999</cx:pt>
          <cx:pt idx="34556">1.6499999999999999</cx:pt>
          <cx:pt idx="34557">10.949999999999999</cx:pt>
          <cx:pt idx="34558">0.39000000000000001</cx:pt>
          <cx:pt idx="34559">8.25</cx:pt>
          <cx:pt idx="34560">1.25</cx:pt>
          <cx:pt idx="34561">8.25</cx:pt>
          <cx:pt idx="34562">4.9500000000000002</cx:pt>
          <cx:pt idx="34563">2.9500000000000002</cx:pt>
          <cx:pt idx="34564">3.75</cx:pt>
          <cx:pt idx="34565">2.4900000000000002</cx:pt>
          <cx:pt idx="34566">1.45</cx:pt>
          <cx:pt idx="34567">0.82999999999999996</cx:pt>
          <cx:pt idx="34568">3.75</cx:pt>
          <cx:pt idx="34569">8.5</cx:pt>
          <cx:pt idx="34570">2.0800000000000001</cx:pt>
          <cx:pt idx="34571">8.25</cx:pt>
          <cx:pt idx="34572">2.8900000000000001</cx:pt>
          <cx:pt idx="34573">1.45</cx:pt>
          <cx:pt idx="34574">1.45</cx:pt>
          <cx:pt idx="34575">1.6499999999999999</cx:pt>
          <cx:pt idx="34576">1.6499999999999999</cx:pt>
          <cx:pt idx="34577">2.4900000000000002</cx:pt>
          <cx:pt idx="34578">4.9500000000000002</cx:pt>
          <cx:pt idx="34579">2.8900000000000001</cx:pt>
          <cx:pt idx="34580">2.1000000000000001</cx:pt>
          <cx:pt idx="34581">1.25</cx:pt>
          <cx:pt idx="34582">2.5499999999999998</cx:pt>
          <cx:pt idx="34583">2.4900000000000002</cx:pt>
          <cx:pt idx="34584">0.65000000000000002</cx:pt>
          <cx:pt idx="34585">0.55000000000000004</cx:pt>
          <cx:pt idx="34586">0.41999999999999998</cx:pt>
          <cx:pt idx="34587">9.9499999999999993</cx:pt>
          <cx:pt idx="34588">3.75</cx:pt>
          <cx:pt idx="34589">3.75</cx:pt>
          <cx:pt idx="34590">1.6499999999999999</cx:pt>
          <cx:pt idx="34591">2.4900000000000002</cx:pt>
          <cx:pt idx="34592">2.1000000000000001</cx:pt>
          <cx:pt idx="34593">1.6499999999999999</cx:pt>
          <cx:pt idx="34594">4.25</cx:pt>
          <cx:pt idx="34595">2.0800000000000001</cx:pt>
          <cx:pt idx="34596">2.0800000000000001</cx:pt>
          <cx:pt idx="34597">0.41999999999999998</cx:pt>
          <cx:pt idx="34598">1.6499999999999999</cx:pt>
          <cx:pt idx="34599">1.25</cx:pt>
          <cx:pt idx="34600">4.1500000000000004</cx:pt>
          <cx:pt idx="34601">0.84999999999999998</cx:pt>
          <cx:pt idx="34602">8.5</cx:pt>
          <cx:pt idx="34603">2.1000000000000001</cx:pt>
          <cx:pt idx="34604">1.45</cx:pt>
          <cx:pt idx="34605">1.25</cx:pt>
          <cx:pt idx="34606">0.41999999999999998</cx:pt>
          <cx:pt idx="34607">0.41999999999999998</cx:pt>
          <cx:pt idx="34608">4.6500000000000004</cx:pt>
          <cx:pt idx="34609">1.6499999999999999</cx:pt>
          <cx:pt idx="34610">1.6499999999999999</cx:pt>
          <cx:pt idx="34611">0.41999999999999998</cx:pt>
          <cx:pt idx="34612">6.75</cx:pt>
          <cx:pt idx="34613">2.5499999999999998</cx:pt>
          <cx:pt idx="34614">0.41999999999999998</cx:pt>
          <cx:pt idx="34615">1.45</cx:pt>
          <cx:pt idx="34616">7.0800000000000001</cx:pt>
          <cx:pt idx="34617">1.45</cx:pt>
          <cx:pt idx="34618">7.0800000000000001</cx:pt>
          <cx:pt idx="34619">2.5499999999999998</cx:pt>
          <cx:pt idx="34620">1.45</cx:pt>
          <cx:pt idx="34621">2.1000000000000001</cx:pt>
          <cx:pt idx="34622">3.75</cx:pt>
          <cx:pt idx="34623">4.1500000000000004</cx:pt>
          <cx:pt idx="34624">0.41999999999999998</cx:pt>
          <cx:pt idx="34625">0.84999999999999998</cx:pt>
          <cx:pt idx="34626">2.8900000000000001</cx:pt>
          <cx:pt idx="34627">2.0800000000000001</cx:pt>
          <cx:pt idx="34628">4.9500000000000002</cx:pt>
          <cx:pt idx="34629">3.25</cx:pt>
          <cx:pt idx="34630">2.9500000000000002</cx:pt>
          <cx:pt idx="34631">1.6499999999999999</cx:pt>
          <cx:pt idx="34632">12.75</cx:pt>
          <cx:pt idx="34633">1.45</cx:pt>
          <cx:pt idx="34634">4.9500000000000002</cx:pt>
          <cx:pt idx="34635">2.1000000000000001</cx:pt>
          <cx:pt idx="34636">3.9500000000000002</cx:pt>
          <cx:pt idx="34637">5.79</cx:pt>
          <cx:pt idx="34638">4.1299999999999999</cx:pt>
          <cx:pt idx="34639">10.789999999999999</cx:pt>
          <cx:pt idx="34640">4.1299999999999999</cx:pt>
          <cx:pt idx="34641">1.6299999999999999</cx:pt>
          <cx:pt idx="34642">2.46</cx:pt>
          <cx:pt idx="34643">5.79</cx:pt>
          <cx:pt idx="34644">2.46</cx:pt>
          <cx:pt idx="34645">0.41999999999999998</cx:pt>
          <cx:pt idx="34646">3.29</cx:pt>
          <cx:pt idx="34647">1.6299999999999999</cx:pt>
          <cx:pt idx="34648">3.29</cx:pt>
          <cx:pt idx="34649">4.1299999999999999</cx:pt>
          <cx:pt idx="34650">2.46</cx:pt>
          <cx:pt idx="34651">3.29</cx:pt>
          <cx:pt idx="34652">4.1299999999999999</cx:pt>
          <cx:pt idx="34653">1.6299999999999999</cx:pt>
          <cx:pt idx="34654">0.82999999999999996</cx:pt>
          <cx:pt idx="34655">0.82999999999999996</cx:pt>
          <cx:pt idx="34656">1.45</cx:pt>
          <cx:pt idx="34657">1.6499999999999999</cx:pt>
          <cx:pt idx="34658">0.65000000000000002</cx:pt>
          <cx:pt idx="34659">1.6499999999999999</cx:pt>
          <cx:pt idx="34660">1.6499999999999999</cx:pt>
          <cx:pt idx="34661">1.6899999999999999</cx:pt>
          <cx:pt idx="34662">0.55000000000000004</cx:pt>
          <cx:pt idx="34663">0.84999999999999998</cx:pt>
          <cx:pt idx="34664">1.6499999999999999</cx:pt>
          <cx:pt idx="34665">9.9499999999999993</cx:pt>
          <cx:pt idx="34666">1.6499999999999999</cx:pt>
          <cx:pt idx="34667">4.9500000000000002</cx:pt>
          <cx:pt idx="34668">2.1000000000000001</cx:pt>
          <cx:pt idx="34669">1.25</cx:pt>
          <cx:pt idx="34670">2.0800000000000001</cx:pt>
          <cx:pt idx="34671">2.0800000000000001</cx:pt>
          <cx:pt idx="34672">0.41999999999999998</cx:pt>
          <cx:pt idx="34673">1.6899999999999999</cx:pt>
          <cx:pt idx="34674">1.25</cx:pt>
          <cx:pt idx="34675">7.6500000000000004</cx:pt>
          <cx:pt idx="34676">2.9500000000000002</cx:pt>
          <cx:pt idx="34677">0.39000000000000001</cx:pt>
          <cx:pt idx="34678">1.6899999999999999</cx:pt>
          <cx:pt idx="34679">1.25</cx:pt>
          <cx:pt idx="34680">4.1500000000000004</cx:pt>
          <cx:pt idx="34681">1.6499999999999999</cx:pt>
          <cx:pt idx="34682">2.0800000000000001</cx:pt>
          <cx:pt idx="34683">3.75</cx:pt>
          <cx:pt idx="34684">1.6499999999999999</cx:pt>
          <cx:pt idx="34685">1.6899999999999999</cx:pt>
          <cx:pt idx="34686">4.9500000000000002</cx:pt>
          <cx:pt idx="34687">0.39000000000000001</cx:pt>
          <cx:pt idx="34688">1.45</cx:pt>
          <cx:pt idx="34689">2.5499999999999998</cx:pt>
          <cx:pt idx="34690">2.8900000000000001</cx:pt>
          <cx:pt idx="34691">4.1500000000000004</cx:pt>
          <cx:pt idx="34692">1.25</cx:pt>
          <cx:pt idx="34693">2.8900000000000001</cx:pt>
          <cx:pt idx="34694">4.9500000000000002</cx:pt>
          <cx:pt idx="34695">3.75</cx:pt>
          <cx:pt idx="34696">2.4900000000000002</cx:pt>
          <cx:pt idx="34697">1.6499999999999999</cx:pt>
          <cx:pt idx="34698">2.0800000000000001</cx:pt>
          <cx:pt idx="34699">3.75</cx:pt>
          <cx:pt idx="34700">1.6499999999999999</cx:pt>
          <cx:pt idx="34701">1.6499999999999999</cx:pt>
          <cx:pt idx="34702">2.5499999999999998</cx:pt>
          <cx:pt idx="34703">1.25</cx:pt>
          <cx:pt idx="34704">4.9500000000000002</cx:pt>
          <cx:pt idx="34705">3.25</cx:pt>
          <cx:pt idx="34706">2.5499999999999998</cx:pt>
          <cx:pt idx="34707">2.9500000000000002</cx:pt>
          <cx:pt idx="34708">3.75</cx:pt>
          <cx:pt idx="34709">1.6499999999999999</cx:pt>
          <cx:pt idx="34710">2.9500000000000002</cx:pt>
          <cx:pt idx="34711">1.6499999999999999</cx:pt>
          <cx:pt idx="34712">3.29</cx:pt>
          <cx:pt idx="34713">0.39000000000000001</cx:pt>
          <cx:pt idx="34714">1.0600000000000001</cx:pt>
          <cx:pt idx="34715">4.9500000000000002</cx:pt>
          <cx:pt idx="34716">3.25</cx:pt>
          <cx:pt idx="34717">2.9500000000000002</cx:pt>
          <cx:pt idx="34718">2.9500000000000002</cx:pt>
          <cx:pt idx="34719">12.75</cx:pt>
          <cx:pt idx="34720">0.65000000000000002</cx:pt>
          <cx:pt idx="34721">2.9500000000000002</cx:pt>
          <cx:pt idx="34722">2.9500000000000002</cx:pt>
          <cx:pt idx="34723">0.41999999999999998</cx:pt>
          <cx:pt idx="34724">0.41999999999999998</cx:pt>
          <cx:pt idx="34725">1.45</cx:pt>
          <cx:pt idx="34726">2.8900000000000001</cx:pt>
          <cx:pt idx="34727">2.4900000000000002</cx:pt>
          <cx:pt idx="34728">2.25</cx:pt>
          <cx:pt idx="34729">3.9500000000000002</cx:pt>
          <cx:pt idx="34730">4.9500000000000002</cx:pt>
          <cx:pt idx="34731">8.5</cx:pt>
          <cx:pt idx="34732">2.9500000000000002</cx:pt>
          <cx:pt idx="34733">8.25</cx:pt>
          <cx:pt idx="34734">0.55000000000000004</cx:pt>
          <cx:pt idx="34735">1.6499999999999999</cx:pt>
          <cx:pt idx="34736">0.84999999999999998</cx:pt>
          <cx:pt idx="34737">8.25</cx:pt>
          <cx:pt idx="34738">1.45</cx:pt>
          <cx:pt idx="34739">1.25</cx:pt>
          <cx:pt idx="34740">1.25</cx:pt>
          <cx:pt idx="34741">1.25</cx:pt>
          <cx:pt idx="34742">8.25</cx:pt>
          <cx:pt idx="34743">9.9499999999999993</cx:pt>
          <cx:pt idx="34744">4.9500000000000002</cx:pt>
          <cx:pt idx="34745">4.9500000000000002</cx:pt>
          <cx:pt idx="34746">0.65000000000000002</cx:pt>
          <cx:pt idx="34747">1.25</cx:pt>
          <cx:pt idx="34748">8.25</cx:pt>
          <cx:pt idx="34749">8.25</cx:pt>
          <cx:pt idx="34750">8.25</cx:pt>
          <cx:pt idx="34751">2.1000000000000001</cx:pt>
          <cx:pt idx="34752">4.9500000000000002</cx:pt>
          <cx:pt idx="34753">8.25</cx:pt>
          <cx:pt idx="34754">8.25</cx:pt>
          <cx:pt idx="34755">2.8900000000000001</cx:pt>
          <cx:pt idx="34756">4.1500000000000004</cx:pt>
          <cx:pt idx="34757">1.6499999999999999</cx:pt>
          <cx:pt idx="34758">1.25</cx:pt>
          <cx:pt idx="34759">2.8900000000000001</cx:pt>
          <cx:pt idx="34760">4.1500000000000004</cx:pt>
          <cx:pt idx="34761">2.25</cx:pt>
          <cx:pt idx="34762">3.75</cx:pt>
          <cx:pt idx="34763">2.25</cx:pt>
          <cx:pt idx="34764">2.4900000000000002</cx:pt>
          <cx:pt idx="34765">1.79</cx:pt>
          <cx:pt idx="34766">0.84999999999999998</cx:pt>
          <cx:pt idx="34767">3.75</cx:pt>
          <cx:pt idx="34768">1.79</cx:pt>
          <cx:pt idx="34769">1.79</cx:pt>
          <cx:pt idx="34770">0.71999999999999997</cx:pt>
          <cx:pt idx="34771">2.0800000000000001</cx:pt>
          <cx:pt idx="34772">4.1500000000000004</cx:pt>
          <cx:pt idx="34773">0.84999999999999998</cx:pt>
          <cx:pt idx="34774">2.75</cx:pt>
          <cx:pt idx="34775">2.5499999999999998</cx:pt>
          <cx:pt idx="34776">3.75</cx:pt>
          <cx:pt idx="34777">1.6499999999999999</cx:pt>
          <cx:pt idx="34778">8.25</cx:pt>
          <cx:pt idx="34779">2.0800000000000001</cx:pt>
          <cx:pt idx="34780">0.84999999999999998</cx:pt>
          <cx:pt idx="34781">2.9500000000000002</cx:pt>
          <cx:pt idx="34782">9.9499999999999993</cx:pt>
          <cx:pt idx="34783">3.75</cx:pt>
          <cx:pt idx="34784">1.25</cx:pt>
          <cx:pt idx="34785">0.55000000000000004</cx:pt>
          <cx:pt idx="34786">0.41999999999999998</cx:pt>
          <cx:pt idx="34787">0.84999999999999998</cx:pt>
          <cx:pt idx="34788">2.1000000000000001</cx:pt>
          <cx:pt idx="34789">6.9500000000000002</cx:pt>
          <cx:pt idx="34790">0.39000000000000001</cx:pt>
          <cx:pt idx="34791">9.9499999999999993</cx:pt>
          <cx:pt idx="34792">4.9500000000000002</cx:pt>
          <cx:pt idx="34793">1.6899999999999999</cx:pt>
          <cx:pt idx="34794">1.25</cx:pt>
          <cx:pt idx="34795">1.25</cx:pt>
          <cx:pt idx="34796">4.1500000000000004</cx:pt>
          <cx:pt idx="34797">3.75</cx:pt>
          <cx:pt idx="34798">1.6499999999999999</cx:pt>
          <cx:pt idx="34799">2.5499999999999998</cx:pt>
          <cx:pt idx="34800">1.6499999999999999</cx:pt>
          <cx:pt idx="34801">4.9500000000000002</cx:pt>
          <cx:pt idx="34802">9.9499999999999993</cx:pt>
          <cx:pt idx="34803">3.75</cx:pt>
          <cx:pt idx="34804">0.84999999999999998</cx:pt>
          <cx:pt idx="34805">4.1500000000000004</cx:pt>
          <cx:pt idx="34806">1.25</cx:pt>
          <cx:pt idx="34807">4.1500000000000004</cx:pt>
          <cx:pt idx="34808">0.65000000000000002</cx:pt>
          <cx:pt idx="34809">1.45</cx:pt>
          <cx:pt idx="34810">0.39000000000000001</cx:pt>
          <cx:pt idx="34811">1.6499999999999999</cx:pt>
          <cx:pt idx="34812">0.55000000000000004</cx:pt>
          <cx:pt idx="34813">0.65000000000000002</cx:pt>
          <cx:pt idx="34814">1.45</cx:pt>
          <cx:pt idx="34815">2.1000000000000001</cx:pt>
          <cx:pt idx="34816">1.6499999999999999</cx:pt>
          <cx:pt idx="34817">1.25</cx:pt>
          <cx:pt idx="34818">7.9500000000000002</cx:pt>
          <cx:pt idx="34819">4.9500000000000002</cx:pt>
          <cx:pt idx="34820">7.9500000000000002</cx:pt>
          <cx:pt idx="34821">4.9500000000000002</cx:pt>
          <cx:pt idx="34822">3.75</cx:pt>
          <cx:pt idx="34823">1.45</cx:pt>
          <cx:pt idx="34824">1.6499999999999999</cx:pt>
          <cx:pt idx="34825">4.1500000000000004</cx:pt>
          <cx:pt idx="34826">2.1000000000000001</cx:pt>
          <cx:pt idx="34827">8.25</cx:pt>
          <cx:pt idx="34828">8.25</cx:pt>
          <cx:pt idx="34829">2.1000000000000001</cx:pt>
          <cx:pt idx="34830">1.45</cx:pt>
          <cx:pt idx="34831">1.45</cx:pt>
          <cx:pt idx="34832">3.75</cx:pt>
          <cx:pt idx="34833">2.5499999999999998</cx:pt>
          <cx:pt idx="34834">0.65000000000000002</cx:pt>
          <cx:pt idx="34835">1.25</cx:pt>
          <cx:pt idx="34836">1.6499999999999999</cx:pt>
          <cx:pt idx="34837">2.5499999999999998</cx:pt>
          <cx:pt idx="34838">1.6499999999999999</cx:pt>
          <cx:pt idx="34839">0.65000000000000002</cx:pt>
          <cx:pt idx="34840">12.75</cx:pt>
          <cx:pt idx="34841">2.1000000000000001</cx:pt>
          <cx:pt idx="34842">2.1000000000000001</cx:pt>
          <cx:pt idx="34843">8.25</cx:pt>
          <cx:pt idx="34844">8.25</cx:pt>
          <cx:pt idx="34845">4.9500000000000002</cx:pt>
          <cx:pt idx="34846">8.25</cx:pt>
          <cx:pt idx="34847">8.25</cx:pt>
          <cx:pt idx="34848">4.9500000000000002</cx:pt>
          <cx:pt idx="34849">1.25</cx:pt>
          <cx:pt idx="34850">1.6499999999999999</cx:pt>
          <cx:pt idx="34851">1.25</cx:pt>
          <cx:pt idx="34852">2.9500000000000002</cx:pt>
          <cx:pt idx="34853">1.25</cx:pt>
          <cx:pt idx="34854">8.25</cx:pt>
          <cx:pt idx="34855">1.6499999999999999</cx:pt>
          <cx:pt idx="34856">0.84999999999999998</cx:pt>
          <cx:pt idx="34857">0.84999999999999998</cx:pt>
          <cx:pt idx="34858">0.65000000000000002</cx:pt>
          <cx:pt idx="34859">0.41999999999999998</cx:pt>
          <cx:pt idx="34860">4.1299999999999999</cx:pt>
          <cx:pt idx="34861">2.9199999999999999</cx:pt>
          <cx:pt idx="34862">9.9600000000000009</cx:pt>
          <cx:pt idx="34863">1.6299999999999999</cx:pt>
          <cx:pt idx="34864">2.46</cx:pt>
          <cx:pt idx="34865">0.41999999999999998</cx:pt>
          <cx:pt idx="34866">15.789999999999999</cx:pt>
          <cx:pt idx="34867">5.79</cx:pt>
          <cx:pt idx="34868">4.96</cx:pt>
          <cx:pt idx="34869">2.46</cx:pt>
          <cx:pt idx="34870">0.41999999999999998</cx:pt>
          <cx:pt idx="34871">16.629999999999999</cx:pt>
          <cx:pt idx="34872">4.5800000000000001</cx:pt>
          <cx:pt idx="34873">0.82999999999999996</cx:pt>
          <cx:pt idx="34874">3.29</cx:pt>
          <cx:pt idx="34875">3.29</cx:pt>
          <cx:pt idx="34876">1.25</cx:pt>
          <cx:pt idx="34877">1.25</cx:pt>
          <cx:pt idx="34878">2.46</cx:pt>
          <cx:pt idx="34879">3.29</cx:pt>
          <cx:pt idx="34880">4.1299999999999999</cx:pt>
          <cx:pt idx="34881">0.82999999999999996</cx:pt>
          <cx:pt idx="34882">8.2899999999999991</cx:pt>
          <cx:pt idx="34883">4.1299999999999999</cx:pt>
          <cx:pt idx="34884">2.46</cx:pt>
          <cx:pt idx="34885">2.46</cx:pt>
          <cx:pt idx="34886">10.789999999999999</cx:pt>
          <cx:pt idx="34887">1.6299999999999999</cx:pt>
          <cx:pt idx="34888">0.41999999999999998</cx:pt>
          <cx:pt idx="34889">0.82999999999999996</cx:pt>
          <cx:pt idx="34890">3.29</cx:pt>
          <cx:pt idx="34891">2.46</cx:pt>
          <cx:pt idx="34892">3.29</cx:pt>
          <cx:pt idx="34893">2.46</cx:pt>
          <cx:pt idx="34894">0.82999999999999996</cx:pt>
          <cx:pt idx="34895">1.25</cx:pt>
          <cx:pt idx="34896">4.1299999999999999</cx:pt>
          <cx:pt idx="34897">0.82999999999999996</cx:pt>
          <cx:pt idx="34898">16.629999999999999</cx:pt>
          <cx:pt idx="34899">10.789999999999999</cx:pt>
          <cx:pt idx="34900">2.46</cx:pt>
          <cx:pt idx="34901">5.79</cx:pt>
          <cx:pt idx="34902">15.789999999999999</cx:pt>
          <cx:pt idx="34903">5.79</cx:pt>
          <cx:pt idx="34904">4.1299999999999999</cx:pt>
          <cx:pt idx="34905">0.41999999999999998</cx:pt>
          <cx:pt idx="34906">3.29</cx:pt>
          <cx:pt idx="34907">0.41999999999999998</cx:pt>
          <cx:pt idx="34908">3.29</cx:pt>
          <cx:pt idx="34909">2.46</cx:pt>
          <cx:pt idx="34910">1.25</cx:pt>
          <cx:pt idx="34911">2.46</cx:pt>
          <cx:pt idx="34912">2.46</cx:pt>
          <cx:pt idx="34913">4.1299999999999999</cx:pt>
          <cx:pt idx="34914">0.82999999999999996</cx:pt>
          <cx:pt idx="34915">8.5</cx:pt>
          <cx:pt idx="34916">6.9500000000000002</cx:pt>
          <cx:pt idx="34917">3.25</cx:pt>
          <cx:pt idx="34918">2.1000000000000001</cx:pt>
          <cx:pt idx="34919">1.6499999999999999</cx:pt>
          <cx:pt idx="34920">8.25</cx:pt>
          <cx:pt idx="34921">2.8900000000000001</cx:pt>
          <cx:pt idx="34922">0.39000000000000001</cx:pt>
          <cx:pt idx="34923">2.4900000000000002</cx:pt>
          <cx:pt idx="34924">2.9500000000000002</cx:pt>
          <cx:pt idx="34925">0.41999999999999998</cx:pt>
          <cx:pt idx="34926">0.41999999999999998</cx:pt>
          <cx:pt idx="34927">2.75</cx:pt>
          <cx:pt idx="34928">2.5499999999999998</cx:pt>
          <cx:pt idx="34929">1.45</cx:pt>
          <cx:pt idx="34930">2.9500000000000002</cx:pt>
          <cx:pt idx="34931">2.8900000000000001</cx:pt>
          <cx:pt idx="34932">4.1500000000000004</cx:pt>
          <cx:pt idx="34933">2.9500000000000002</cx:pt>
          <cx:pt idx="34934">4.1500000000000004</cx:pt>
          <cx:pt idx="34935">0.84999999999999998</cx:pt>
          <cx:pt idx="34936">7.0800000000000001</cx:pt>
          <cx:pt idx="34937">1.6499999999999999</cx:pt>
          <cx:pt idx="34938">0.41999999999999998</cx:pt>
          <cx:pt idx="34939">2.5499999999999998</cx:pt>
          <cx:pt idx="34940">0.84999999999999998</cx:pt>
          <cx:pt idx="34941">1.6499999999999999</cx:pt>
          <cx:pt idx="34942">6.9500000000000002</cx:pt>
          <cx:pt idx="34943">1.25</cx:pt>
          <cx:pt idx="34944">1.6499999999999999</cx:pt>
          <cx:pt idx="34945">8.25</cx:pt>
          <cx:pt idx="34946">4.9500000000000002</cx:pt>
          <cx:pt idx="34947">8.25</cx:pt>
          <cx:pt idx="34948">3.25</cx:pt>
          <cx:pt idx="34949">4.9500000000000002</cx:pt>
          <cx:pt idx="34950">2.9500000000000002</cx:pt>
          <cx:pt idx="34951">1.6499999999999999</cx:pt>
          <cx:pt idx="34952">1.6499999999999999</cx:pt>
          <cx:pt idx="34953">2.5499999999999998</cx:pt>
          <cx:pt idx="34954">2.5499999999999998</cx:pt>
          <cx:pt idx="34955">1.45</cx:pt>
          <cx:pt idx="34956">0.41999999999999998</cx:pt>
          <cx:pt idx="34957">0.41999999999999998</cx:pt>
          <cx:pt idx="34958">0.55000000000000004</cx:pt>
          <cx:pt idx="34959">2.5499999999999998</cx:pt>
          <cx:pt idx="34960">1.6499999999999999</cx:pt>
          <cx:pt idx="34961">2.5499999999999998</cx:pt>
          <cx:pt idx="34962">1.45</cx:pt>
          <cx:pt idx="34963">1.25</cx:pt>
          <cx:pt idx="34964">1.25</cx:pt>
          <cx:pt idx="34965">1.45</cx:pt>
          <cx:pt idx="34966">1.25</cx:pt>
          <cx:pt idx="34967">2.8900000000000001</cx:pt>
          <cx:pt idx="34968">4.1500000000000004</cx:pt>
          <cx:pt idx="34969">0.55000000000000004</cx:pt>
          <cx:pt idx="34970">1.6499999999999999</cx:pt>
          <cx:pt idx="34971">1.6499999999999999</cx:pt>
          <cx:pt idx="34972">1.6499999999999999</cx:pt>
          <cx:pt idx="34973">0.41999999999999998</cx:pt>
          <cx:pt idx="34974">2.4900000000000002</cx:pt>
          <cx:pt idx="34975">0.84999999999999998</cx:pt>
          <cx:pt idx="34976">0.41999999999999998</cx:pt>
          <cx:pt idx="34977">1.25</cx:pt>
          <cx:pt idx="34978">1.25</cx:pt>
          <cx:pt idx="34979">0.55000000000000004</cx:pt>
          <cx:pt idx="34980">4.9500000000000002</cx:pt>
          <cx:pt idx="34981">4.1500000000000004</cx:pt>
          <cx:pt idx="34982">1.6499999999999999</cx:pt>
          <cx:pt idx="34983">4.9500000000000002</cx:pt>
          <cx:pt idx="34984">2.1000000000000001</cx:pt>
          <cx:pt idx="34985">2.9500000000000002</cx:pt>
          <cx:pt idx="34986">1.6499999999999999</cx:pt>
          <cx:pt idx="34987">2.9500000000000002</cx:pt>
          <cx:pt idx="34988">2.9500000000000002</cx:pt>
          <cx:pt idx="34989">2.1000000000000001</cx:pt>
          <cx:pt idx="34990">1.45</cx:pt>
          <cx:pt idx="34991">2.0800000000000001</cx:pt>
          <cx:pt idx="34992">1.25</cx:pt>
          <cx:pt idx="34993">1.25</cx:pt>
          <cx:pt idx="34994">1.6499999999999999</cx:pt>
          <cx:pt idx="34995">0.84999999999999998</cx:pt>
          <cx:pt idx="34996">1.6899999999999999</cx:pt>
          <cx:pt idx="34997">2.9500000000000002</cx:pt>
          <cx:pt idx="34998">2.25</cx:pt>
          <cx:pt idx="34999">2.25</cx:pt>
          <cx:pt idx="35000">0.39000000000000001</cx:pt>
          <cx:pt idx="35001">1.6499999999999999</cx:pt>
          <cx:pt idx="35002">0.55000000000000004</cx:pt>
          <cx:pt idx="35003">0.41999999999999998</cx:pt>
          <cx:pt idx="35004">2.1000000000000001</cx:pt>
          <cx:pt idx="35005">2.0800000000000001</cx:pt>
          <cx:pt idx="35006">3.75</cx:pt>
          <cx:pt idx="35007">0.65000000000000002</cx:pt>
          <cx:pt idx="35008">0.55000000000000004</cx:pt>
          <cx:pt idx="35009">1.6499999999999999</cx:pt>
          <cx:pt idx="35010">0.84999999999999998</cx:pt>
          <cx:pt idx="35011">2.0800000000000001</cx:pt>
          <cx:pt idx="35012">2.5499999999999998</cx:pt>
          <cx:pt idx="35013">1.6899999999999999</cx:pt>
          <cx:pt idx="35014">3.75</cx:pt>
          <cx:pt idx="35015">1.45</cx:pt>
          <cx:pt idx="35016">0.41999999999999998</cx:pt>
          <cx:pt idx="35017">4.9500000000000002</cx:pt>
          <cx:pt idx="35018">4.9500000000000002</cx:pt>
          <cx:pt idx="35019">0.41999999999999998</cx:pt>
          <cx:pt idx="35020">1.6499999999999999</cx:pt>
          <cx:pt idx="35021">1.25</cx:pt>
          <cx:pt idx="35022">1.25</cx:pt>
          <cx:pt idx="35023">0.41999999999999998</cx:pt>
          <cx:pt idx="35024">2.0800000000000001</cx:pt>
          <cx:pt idx="35025">2.9500000000000002</cx:pt>
          <cx:pt idx="35026">1.25</cx:pt>
          <cx:pt idx="35027">4.1500000000000004</cx:pt>
          <cx:pt idx="35028">1.25</cx:pt>
          <cx:pt idx="35029">3.75</cx:pt>
          <cx:pt idx="35030">4.9500000000000002</cx:pt>
          <cx:pt idx="35031">3.75</cx:pt>
          <cx:pt idx="35032">1.6899999999999999</cx:pt>
          <cx:pt idx="35033">2.9500000000000002</cx:pt>
          <cx:pt idx="35034">1.25</cx:pt>
          <cx:pt idx="35035">4.9500000000000002</cx:pt>
          <cx:pt idx="35036">2.1000000000000001</cx:pt>
          <cx:pt idx="35037">1.6499999999999999</cx:pt>
          <cx:pt idx="35038">3.25</cx:pt>
          <cx:pt idx="35039">4.9500000000000002</cx:pt>
          <cx:pt idx="35040">8.5</cx:pt>
          <cx:pt idx="35041">2.9500000000000002</cx:pt>
          <cx:pt idx="35042">1.6499999999999999</cx:pt>
          <cx:pt idx="35043">3.9500000000000002</cx:pt>
          <cx:pt idx="35044">1.6499999999999999</cx:pt>
          <cx:pt idx="35045">1.6499999999999999</cx:pt>
          <cx:pt idx="35046">1.6899999999999999</cx:pt>
          <cx:pt idx="35047">1.6499999999999999</cx:pt>
          <cx:pt idx="35048">2.4900000000000002</cx:pt>
          <cx:pt idx="35049">1.6499999999999999</cx:pt>
          <cx:pt idx="35050">0.39000000000000001</cx:pt>
          <cx:pt idx="35051">1.6499999999999999</cx:pt>
          <cx:pt idx="35052">1.6499999999999999</cx:pt>
          <cx:pt idx="35053">2.4900000000000002</cx:pt>
          <cx:pt idx="35054">1.45</cx:pt>
          <cx:pt idx="35055">0.41999999999999998</cx:pt>
          <cx:pt idx="35056">1.25</cx:pt>
          <cx:pt idx="35057">3.75</cx:pt>
          <cx:pt idx="35058">4.25</cx:pt>
          <cx:pt idx="35059">4.1500000000000004</cx:pt>
          <cx:pt idx="35060">0.41999999999999998</cx:pt>
          <cx:pt idx="35061">4.1299999999999999</cx:pt>
          <cx:pt idx="35062">24.960000000000001</cx:pt>
          <cx:pt idx="35063">3.29</cx:pt>
          <cx:pt idx="35064">3.29</cx:pt>
          <cx:pt idx="35065">10.789999999999999</cx:pt>
          <cx:pt idx="35066">1.6299999999999999</cx:pt>
          <cx:pt idx="35067">2.46</cx:pt>
          <cx:pt idx="35068">2.46</cx:pt>
          <cx:pt idx="35069">0.41999999999999998</cx:pt>
          <cx:pt idx="35070">0.41999999999999998</cx:pt>
          <cx:pt idx="35071">1.6299999999999999</cx:pt>
          <cx:pt idx="35072">10.789999999999999</cx:pt>
          <cx:pt idx="35073">2.46</cx:pt>
          <cx:pt idx="35074">0.41999999999999998</cx:pt>
          <cx:pt idx="35075">5.79</cx:pt>
          <cx:pt idx="35076">2.46</cx:pt>
          <cx:pt idx="35077">5.79</cx:pt>
          <cx:pt idx="35078">3.29</cx:pt>
          <cx:pt idx="35079">1.6299999999999999</cx:pt>
          <cx:pt idx="35080">0.82999999999999996</cx:pt>
          <cx:pt idx="35081">2.46</cx:pt>
          <cx:pt idx="35082">1.25</cx:pt>
          <cx:pt idx="35083">2.1000000000000001</cx:pt>
          <cx:pt idx="35084">1.25</cx:pt>
          <cx:pt idx="35085">0.41999999999999998</cx:pt>
          <cx:pt idx="35086">2.5499999999999998</cx:pt>
          <cx:pt idx="35087">0.41999999999999998</cx:pt>
          <cx:pt idx="35088">0.55000000000000004</cx:pt>
          <cx:pt idx="35089">3.25</cx:pt>
          <cx:pt idx="35090">2.9500000000000002</cx:pt>
          <cx:pt idx="35091">0.55000000000000004</cx:pt>
          <cx:pt idx="35092">2.9500000000000002</cx:pt>
          <cx:pt idx="35093">1.6499999999999999</cx:pt>
          <cx:pt idx="35094">8.25</cx:pt>
          <cx:pt idx="35095">1.6499999999999999</cx:pt>
          <cx:pt idx="35096">4.9500000000000002</cx:pt>
          <cx:pt idx="35097">6.9500000000000002</cx:pt>
          <cx:pt idx="35098">8.5</cx:pt>
          <cx:pt idx="35099">1.45</cx:pt>
          <cx:pt idx="35100">2.5499999999999998</cx:pt>
          <cx:pt idx="35101">3.75</cx:pt>
          <cx:pt idx="35102">1.45</cx:pt>
          <cx:pt idx="35103">1.45</cx:pt>
          <cx:pt idx="35104">3.25</cx:pt>
          <cx:pt idx="35105">2.9500000000000002</cx:pt>
          <cx:pt idx="35106">0.41999999999999998</cx:pt>
          <cx:pt idx="35107">0.41999999999999998</cx:pt>
          <cx:pt idx="35108">0.41999999999999998</cx:pt>
          <cx:pt idx="35109">1.6499999999999999</cx:pt>
          <cx:pt idx="35110">1.6499999999999999</cx:pt>
          <cx:pt idx="35111">0.84999999999999998</cx:pt>
          <cx:pt idx="35112">0.84999999999999998</cx:pt>
          <cx:pt idx="35113">1.45</cx:pt>
          <cx:pt idx="35114">4.9500000000000002</cx:pt>
          <cx:pt idx="35115">1.6499999999999999</cx:pt>
          <cx:pt idx="35116">1.25</cx:pt>
          <cx:pt idx="35117">1.6499999999999999</cx:pt>
          <cx:pt idx="35118">1.25</cx:pt>
          <cx:pt idx="35119">1.6499999999999999</cx:pt>
          <cx:pt idx="35120">0.41999999999999998</cx:pt>
          <cx:pt idx="35121">0.84999999999999998</cx:pt>
          <cx:pt idx="35122">1.8500000000000001</cx:pt>
          <cx:pt idx="35123">1.25</cx:pt>
          <cx:pt idx="35124">2.25</cx:pt>
          <cx:pt idx="35125">2.25</cx:pt>
          <cx:pt idx="35126">1.6499999999999999</cx:pt>
          <cx:pt idx="35127">2.5499999999999998</cx:pt>
          <cx:pt idx="35128">1.6499999999999999</cx:pt>
          <cx:pt idx="35129">1.25</cx:pt>
          <cx:pt idx="35130">1.45</cx:pt>
          <cx:pt idx="35131">2.1000000000000001</cx:pt>
          <cx:pt idx="35132">0.55000000000000004</cx:pt>
          <cx:pt idx="35133">2.0800000000000001</cx:pt>
          <cx:pt idx="35134">0.41999999999999998</cx:pt>
          <cx:pt idx="35135">2.5499999999999998</cx:pt>
          <cx:pt idx="35136">0.84999999999999998</cx:pt>
          <cx:pt idx="35137">1.45</cx:pt>
          <cx:pt idx="35138">0.41999999999999998</cx:pt>
          <cx:pt idx="35139">0.41999999999999998</cx:pt>
          <cx:pt idx="35140">4.6500000000000004</cx:pt>
          <cx:pt idx="35141">2.9500000000000002</cx:pt>
          <cx:pt idx="35142">0.55000000000000004</cx:pt>
          <cx:pt idx="35143">4.1500000000000004</cx:pt>
          <cx:pt idx="35144">4.25</cx:pt>
          <cx:pt idx="35145">2.1000000000000001</cx:pt>
          <cx:pt idx="35146">7.0800000000000001</cx:pt>
          <cx:pt idx="35147">2.8900000000000001</cx:pt>
          <cx:pt idx="35148">0.65000000000000002</cx:pt>
          <cx:pt idx="35149">2.25</cx:pt>
          <cx:pt idx="35150">2.5499999999999998</cx:pt>
          <cx:pt idx="35151">1.25</cx:pt>
          <cx:pt idx="35152">1.45</cx:pt>
          <cx:pt idx="35153">2.1000000000000001</cx:pt>
          <cx:pt idx="35154">1.45</cx:pt>
          <cx:pt idx="35155">1.6499999999999999</cx:pt>
          <cx:pt idx="35156">2.1000000000000001</cx:pt>
          <cx:pt idx="35157">1.45</cx:pt>
          <cx:pt idx="35158">2.9500000000000002</cx:pt>
          <cx:pt idx="35159">2.0800000000000001</cx:pt>
          <cx:pt idx="35160">2.4900000000000002</cx:pt>
          <cx:pt idx="35161">1.45</cx:pt>
          <cx:pt idx="35162">12.75</cx:pt>
          <cx:pt idx="35163">0.65000000000000002</cx:pt>
          <cx:pt idx="35164">4.9500000000000002</cx:pt>
          <cx:pt idx="35165">1.25</cx:pt>
          <cx:pt idx="35166">1.45</cx:pt>
          <cx:pt idx="35167">0.65000000000000002</cx:pt>
          <cx:pt idx="35168">2.9500000000000002</cx:pt>
          <cx:pt idx="35169">2.0800000000000001</cx:pt>
          <cx:pt idx="35170">4.9500000000000002</cx:pt>
          <cx:pt idx="35171">0.41999999999999998</cx:pt>
          <cx:pt idx="35172">4.1500000000000004</cx:pt>
          <cx:pt idx="35173">1.6499999999999999</cx:pt>
          <cx:pt idx="35174">1.25</cx:pt>
          <cx:pt idx="35175">8</cx:pt>
          <cx:pt idx="35176">8</cx:pt>
          <cx:pt idx="35177">8</cx:pt>
          <cx:pt idx="35178">8</cx:pt>
          <cx:pt idx="35179">2.0800000000000001</cx:pt>
          <cx:pt idx="35180">4.9500000000000002</cx:pt>
          <cx:pt idx="35181">2.8900000000000001</cx:pt>
          <cx:pt idx="35182">0.55000000000000004</cx:pt>
          <cx:pt idx="35183">8.25</cx:pt>
          <cx:pt idx="35184">1.6499999999999999</cx:pt>
          <cx:pt idx="35185">2.1000000000000001</cx:pt>
          <cx:pt idx="35186">0.39000000000000001</cx:pt>
          <cx:pt idx="35187">2.9500000000000002</cx:pt>
          <cx:pt idx="35188">1.25</cx:pt>
          <cx:pt idx="35189">2.4900000000000002</cx:pt>
          <cx:pt idx="35190">1.6499999999999999</cx:pt>
          <cx:pt idx="35191">4.25</cx:pt>
          <cx:pt idx="35192">1.6899999999999999</cx:pt>
          <cx:pt idx="35193">2.5499999999999998</cx:pt>
          <cx:pt idx="35194">0.82999999999999996</cx:pt>
          <cx:pt idx="35195">0.41999999999999998</cx:pt>
          <cx:pt idx="35196">0.84999999999999998</cx:pt>
          <cx:pt idx="35197">3.75</cx:pt>
          <cx:pt idx="35198">1.6499999999999999</cx:pt>
          <cx:pt idx="35199">1.0600000000000001</cx:pt>
          <cx:pt idx="35200">1.45</cx:pt>
          <cx:pt idx="35201">2.0800000000000001</cx:pt>
          <cx:pt idx="35202">4.9500000000000002</cx:pt>
          <cx:pt idx="35203">1.6499999999999999</cx:pt>
          <cx:pt idx="35204">2.4900000000000002</cx:pt>
          <cx:pt idx="35205">1.45</cx:pt>
          <cx:pt idx="35206">1.6499999999999999</cx:pt>
          <cx:pt idx="35207">1.45</cx:pt>
          <cx:pt idx="35208">1.6499999999999999</cx:pt>
          <cx:pt idx="35209">2.1000000000000001</cx:pt>
          <cx:pt idx="35210">1.6499999999999999</cx:pt>
          <cx:pt idx="35211">2.5499999999999998</cx:pt>
          <cx:pt idx="35212">4.1500000000000004</cx:pt>
          <cx:pt idx="35213">8.5</cx:pt>
          <cx:pt idx="35214">0.41999999999999998</cx:pt>
          <cx:pt idx="35215">1.6499999999999999</cx:pt>
          <cx:pt idx="35216">0.41999999999999998</cx:pt>
          <cx:pt idx="35217">3.75</cx:pt>
          <cx:pt idx="35218">0.41999999999999998</cx:pt>
          <cx:pt idx="35219">1.6499999999999999</cx:pt>
          <cx:pt idx="35220">8.25</cx:pt>
          <cx:pt idx="35221">3.75</cx:pt>
          <cx:pt idx="35222">1.45</cx:pt>
          <cx:pt idx="35223">8.5</cx:pt>
          <cx:pt idx="35224">1.45</cx:pt>
          <cx:pt idx="35225">2.0800000000000001</cx:pt>
          <cx:pt idx="35226">4.9500000000000002</cx:pt>
          <cx:pt idx="35227">8.25</cx:pt>
          <cx:pt idx="35228">2.1000000000000001</cx:pt>
          <cx:pt idx="35229">1.45</cx:pt>
          <cx:pt idx="35230">3.75</cx:pt>
          <cx:pt idx="35231">1.6499999999999999</cx:pt>
          <cx:pt idx="35232">2.9500000000000002</cx:pt>
          <cx:pt idx="35233">2.9500000000000002</cx:pt>
          <cx:pt idx="35234">1.6499999999999999</cx:pt>
          <cx:pt idx="35235">2.5499999999999998</cx:pt>
          <cx:pt idx="35236">2.9500000000000002</cx:pt>
          <cx:pt idx="35237">6.3499999999999996</cx:pt>
          <cx:pt idx="35238">1.45</cx:pt>
          <cx:pt idx="35239">3.75</cx:pt>
          <cx:pt idx="35240">1.6499999999999999</cx:pt>
          <cx:pt idx="35241">4.25</cx:pt>
          <cx:pt idx="35242">3.75</cx:pt>
          <cx:pt idx="35243">1.45</cx:pt>
          <cx:pt idx="35244">2.8900000000000001</cx:pt>
          <cx:pt idx="35245">2.9500000000000002</cx:pt>
          <cx:pt idx="35246">4.9500000000000002</cx:pt>
          <cx:pt idx="35247">6.3499999999999996</cx:pt>
          <cx:pt idx="35248">1.45</cx:pt>
          <cx:pt idx="35249">3.75</cx:pt>
          <cx:pt idx="35250">1.6499999999999999</cx:pt>
          <cx:pt idx="35251">1.6499999999999999</cx:pt>
          <cx:pt idx="35252">0.41999999999999998</cx:pt>
          <cx:pt idx="35253">2.9500000000000002</cx:pt>
          <cx:pt idx="35254">2.8900000000000001</cx:pt>
          <cx:pt idx="35255">1.45</cx:pt>
          <cx:pt idx="35256">1.45</cx:pt>
          <cx:pt idx="35257">1.25</cx:pt>
          <cx:pt idx="35258">0.65000000000000002</cx:pt>
          <cx:pt idx="35259">1.6899999999999999</cx:pt>
          <cx:pt idx="35260">4.1500000000000004</cx:pt>
          <cx:pt idx="35261">2.9500000000000002</cx:pt>
          <cx:pt idx="35262">4.9500000000000002</cx:pt>
          <cx:pt idx="35263">1.45</cx:pt>
          <cx:pt idx="35264">2.0800000000000001</cx:pt>
          <cx:pt idx="35265">1.45</cx:pt>
          <cx:pt idx="35266">6.6299999999999999</cx:pt>
          <cx:pt idx="35267">4.1299999999999999</cx:pt>
          <cx:pt idx="35268">10.789999999999999</cx:pt>
          <cx:pt idx="35269">14.960000000000001</cx:pt>
          <cx:pt idx="35270">16.629999999999999</cx:pt>
          <cx:pt idx="35271">5.79</cx:pt>
          <cx:pt idx="35272">2.5</cx:pt>
          <cx:pt idx="35273">4.1299999999999999</cx:pt>
          <cx:pt idx="35274">5.79</cx:pt>
          <cx:pt idx="35275">5.79</cx:pt>
          <cx:pt idx="35276">3.29</cx:pt>
          <cx:pt idx="35277">3.29</cx:pt>
          <cx:pt idx="35278">14.130000000000001</cx:pt>
          <cx:pt idx="35279">2.46</cx:pt>
          <cx:pt idx="35280">4.1299999999999999</cx:pt>
          <cx:pt idx="35281">4.96</cx:pt>
          <cx:pt idx="35282">4.1299999999999999</cx:pt>
          <cx:pt idx="35283">4.9500000000000002</cx:pt>
          <cx:pt idx="35284">1.25</cx:pt>
          <cx:pt idx="35285">3.75</cx:pt>
          <cx:pt idx="35286">14.949999999999999</cx:pt>
          <cx:pt idx="35287">0.41999999999999998</cx:pt>
          <cx:pt idx="35288">2.0800000000000001</cx:pt>
          <cx:pt idx="35289">4.9500000000000002</cx:pt>
          <cx:pt idx="35290">8.25</cx:pt>
          <cx:pt idx="35291">2.0800000000000001</cx:pt>
          <cx:pt idx="35292">2.4900000000000002</cx:pt>
          <cx:pt idx="35293">8.25</cx:pt>
          <cx:pt idx="35294">8.25</cx:pt>
          <cx:pt idx="35295">2.1000000000000001</cx:pt>
          <cx:pt idx="35296">2.9500000000000002</cx:pt>
          <cx:pt idx="35297">1.45</cx:pt>
          <cx:pt idx="35298">1.45</cx:pt>
          <cx:pt idx="35299">1.45</cx:pt>
          <cx:pt idx="35300">2.9500000000000002</cx:pt>
          <cx:pt idx="35301">4.1299999999999999</cx:pt>
          <cx:pt idx="35302">4.1299999999999999</cx:pt>
          <cx:pt idx="35303">2.9199999999999999</cx:pt>
          <cx:pt idx="35304">10.789999999999999</cx:pt>
          <cx:pt idx="35305">4.1299999999999999</cx:pt>
          <cx:pt idx="35306">2.46</cx:pt>
          <cx:pt idx="35307">0.41999999999999998</cx:pt>
          <cx:pt idx="35308">3.29</cx:pt>
          <cx:pt idx="35309">7.46</cx:pt>
          <cx:pt idx="35310">4.1299999999999999</cx:pt>
          <cx:pt idx="35311">2.46</cx:pt>
          <cx:pt idx="35312">0.41999999999999998</cx:pt>
          <cx:pt idx="35313">1.6299999999999999</cx:pt>
          <cx:pt idx="35314">10.789999999999999</cx:pt>
          <cx:pt idx="35315">2.46</cx:pt>
          <cx:pt idx="35316">5.79</cx:pt>
          <cx:pt idx="35317">1.6299999999999999</cx:pt>
          <cx:pt idx="35318">2.46</cx:pt>
          <cx:pt idx="35319">5.79</cx:pt>
          <cx:pt idx="35320">1.25</cx:pt>
          <cx:pt idx="35321">2.46</cx:pt>
          <cx:pt idx="35322">2.46</cx:pt>
          <cx:pt idx="35323">4.1299999999999999</cx:pt>
          <cx:pt idx="35324">3.29</cx:pt>
          <cx:pt idx="35325">2.7599999999999998</cx:pt>
          <cx:pt idx="35326">4.1299999999999999</cx:pt>
          <cx:pt idx="35327">4.1299999999999999</cx:pt>
          <cx:pt idx="35328">1.6299999999999999</cx:pt>
          <cx:pt idx="35329">4.1299999999999999</cx:pt>
          <cx:pt idx="35330">4.9500000000000002</cx:pt>
          <cx:pt idx="35331">3.75</cx:pt>
          <cx:pt idx="35332">0.65000000000000002</cx:pt>
          <cx:pt idx="35333">0.84999999999999998</cx:pt>
          <cx:pt idx="35334">12.75</cx:pt>
          <cx:pt idx="35335">6.3499999999999996</cx:pt>
          <cx:pt idx="35336">2.9500000000000002</cx:pt>
          <cx:pt idx="35337">2.9500000000000002</cx:pt>
          <cx:pt idx="35338">4.25</cx:pt>
          <cx:pt idx="35339">1.6499999999999999</cx:pt>
          <cx:pt idx="35340">2.1000000000000001</cx:pt>
          <cx:pt idx="35341">4.9500000000000002</cx:pt>
          <cx:pt idx="35342">4.6500000000000004</cx:pt>
          <cx:pt idx="35343">2.1000000000000001</cx:pt>
          <cx:pt idx="35344">6.9500000000000002</cx:pt>
          <cx:pt idx="35345">0.65000000000000002</cx:pt>
          <cx:pt idx="35346">2.0800000000000001</cx:pt>
          <cx:pt idx="35347">2.8900000000000001</cx:pt>
          <cx:pt idx="35348">2.1000000000000001</cx:pt>
          <cx:pt idx="35349">0.41999999999999998</cx:pt>
          <cx:pt idx="35350">0.84999999999999998</cx:pt>
          <cx:pt idx="35351">0.41999999999999998</cx:pt>
          <cx:pt idx="35352">1.6499999999999999</cx:pt>
          <cx:pt idx="35353">1.45</cx:pt>
          <cx:pt idx="35354">1.45</cx:pt>
          <cx:pt idx="35355">6.9500000000000002</cx:pt>
          <cx:pt idx="35356">1.25</cx:pt>
          <cx:pt idx="35357">1.45</cx:pt>
          <cx:pt idx="35358">8.25</cx:pt>
          <cx:pt idx="35359">1.6899999999999999</cx:pt>
          <cx:pt idx="35360">0.41999999999999998</cx:pt>
          <cx:pt idx="35361">0.41999999999999998</cx:pt>
          <cx:pt idx="35362">1.25</cx:pt>
          <cx:pt idx="35363">4.1500000000000004</cx:pt>
          <cx:pt idx="35364">2.4900000000000002</cx:pt>
          <cx:pt idx="35365">1.6499999999999999</cx:pt>
          <cx:pt idx="35366">2.0800000000000001</cx:pt>
          <cx:pt idx="35367">1.25</cx:pt>
          <cx:pt idx="35368">0.65000000000000002</cx:pt>
          <cx:pt idx="35369">2.5499999999999998</cx:pt>
          <cx:pt idx="35370">0.39000000000000001</cx:pt>
          <cx:pt idx="35371">2.0800000000000001</cx:pt>
          <cx:pt idx="35372">1.45</cx:pt>
          <cx:pt idx="35373">1.45</cx:pt>
          <cx:pt idx="35374">3.75</cx:pt>
          <cx:pt idx="35375">6.9500000000000002</cx:pt>
          <cx:pt idx="35376">0.65000000000000002</cx:pt>
          <cx:pt idx="35377">1.6499999999999999</cx:pt>
          <cx:pt idx="35378">0.55000000000000004</cx:pt>
          <cx:pt idx="35379">0.84999999999999998</cx:pt>
          <cx:pt idx="35380">1.25</cx:pt>
          <cx:pt idx="35381">8.5</cx:pt>
          <cx:pt idx="35382">7.0800000000000001</cx:pt>
          <cx:pt idx="35383">6.9500000000000002</cx:pt>
          <cx:pt idx="35384">4.9500000000000002</cx:pt>
          <cx:pt idx="35385">1.6499999999999999</cx:pt>
          <cx:pt idx="35386">3.25</cx:pt>
          <cx:pt idx="35387">2.1000000000000001</cx:pt>
          <cx:pt idx="35388">1.45</cx:pt>
          <cx:pt idx="35389">1.45</cx:pt>
          <cx:pt idx="35390">1.6499999999999999</cx:pt>
          <cx:pt idx="35391">2.0800000000000001</cx:pt>
          <cx:pt idx="35392">1.45</cx:pt>
          <cx:pt idx="35393">8.25</cx:pt>
          <cx:pt idx="35394">1.6499999999999999</cx:pt>
          <cx:pt idx="35395">0.41999999999999998</cx:pt>
          <cx:pt idx="35396">0.65000000000000002</cx:pt>
          <cx:pt idx="35397">2.5499999999999998</cx:pt>
          <cx:pt idx="35398">1.25</cx:pt>
          <cx:pt idx="35399">2.5499999999999998</cx:pt>
          <cx:pt idx="35400">3.75</cx:pt>
          <cx:pt idx="35401">0.39000000000000001</cx:pt>
          <cx:pt idx="35402">0.39000000000000001</cx:pt>
          <cx:pt idx="35403">1.25</cx:pt>
          <cx:pt idx="35404">0.84999999999999998</cx:pt>
          <cx:pt idx="35405">3.75</cx:pt>
          <cx:pt idx="35406">0.84999999999999998</cx:pt>
          <cx:pt idx="35407">9.9499999999999993</cx:pt>
          <cx:pt idx="35408">2.5499999999999998</cx:pt>
          <cx:pt idx="35409">1.45</cx:pt>
          <cx:pt idx="35410">4.9500000000000002</cx:pt>
          <cx:pt idx="35411">1.6499999999999999</cx:pt>
          <cx:pt idx="35412">1.45</cx:pt>
          <cx:pt idx="35413">12.75</cx:pt>
          <cx:pt idx="35414">1.25</cx:pt>
          <cx:pt idx="35415">4.9500000000000002</cx:pt>
          <cx:pt idx="35416">1.6499999999999999</cx:pt>
          <cx:pt idx="35417">2.9500000000000002</cx:pt>
          <cx:pt idx="35418">2.9500000000000002</cx:pt>
          <cx:pt idx="35419">4.9500000000000002</cx:pt>
          <cx:pt idx="35420">2.8900000000000001</cx:pt>
          <cx:pt idx="35421">2.1000000000000001</cx:pt>
          <cx:pt idx="35422">4.9500000000000002</cx:pt>
          <cx:pt idx="35423">2.9500000000000002</cx:pt>
          <cx:pt idx="35424">1.6499999999999999</cx:pt>
          <cx:pt idx="35425">1.6499999999999999</cx:pt>
          <cx:pt idx="35426">1.6499999999999999</cx:pt>
          <cx:pt idx="35427">1.6899999999999999</cx:pt>
          <cx:pt idx="35428">1.45</cx:pt>
          <cx:pt idx="35429">2.5499999999999998</cx:pt>
          <cx:pt idx="35430">0.65000000000000002</cx:pt>
          <cx:pt idx="35431">2.5499999999999998</cx:pt>
          <cx:pt idx="35432">2.1000000000000001</cx:pt>
          <cx:pt idx="35433">2.1000000000000001</cx:pt>
          <cx:pt idx="35434">2.1000000000000001</cx:pt>
          <cx:pt idx="35435">8.25</cx:pt>
          <cx:pt idx="35436">4.9500000000000002</cx:pt>
          <cx:pt idx="35437">2.0800000000000001</cx:pt>
          <cx:pt idx="35438">1.25</cx:pt>
          <cx:pt idx="35439">0.41999999999999998</cx:pt>
          <cx:pt idx="35440">2.9500000000000002</cx:pt>
          <cx:pt idx="35441">2.5499999999999998</cx:pt>
          <cx:pt idx="35442">3.9500000000000002</cx:pt>
          <cx:pt idx="35443">1.25</cx:pt>
          <cx:pt idx="35444">12.75</cx:pt>
          <cx:pt idx="35445">4.9500000000000002</cx:pt>
          <cx:pt idx="35446">3.25</cx:pt>
          <cx:pt idx="35447">2.1000000000000001</cx:pt>
          <cx:pt idx="35448">3.75</cx:pt>
          <cx:pt idx="35449">1.45</cx:pt>
          <cx:pt idx="35450">1.25</cx:pt>
          <cx:pt idx="35451">1.45</cx:pt>
          <cx:pt idx="35452">4.9500000000000002</cx:pt>
          <cx:pt idx="35453">1.25</cx:pt>
          <cx:pt idx="35454">2.9500000000000002</cx:pt>
          <cx:pt idx="35455">2.9500000000000002</cx:pt>
          <cx:pt idx="35456">8.25</cx:pt>
          <cx:pt idx="35457">1.45</cx:pt>
          <cx:pt idx="35458">4.9500000000000002</cx:pt>
          <cx:pt idx="35459">4.25</cx:pt>
          <cx:pt idx="35460">4.9500000000000002</cx:pt>
          <cx:pt idx="35461">1.6499999999999999</cx:pt>
          <cx:pt idx="35462">7.46</cx:pt>
          <cx:pt idx="35463">4.1299999999999999</cx:pt>
          <cx:pt idx="35464">2.46</cx:pt>
          <cx:pt idx="35465">3.29</cx:pt>
          <cx:pt idx="35466">3.29</cx:pt>
          <cx:pt idx="35467">4.1299999999999999</cx:pt>
          <cx:pt idx="35468">9.1300000000000008</cx:pt>
          <cx:pt idx="35469">5.79</cx:pt>
          <cx:pt idx="35470">5.79</cx:pt>
          <cx:pt idx="35471">2.46</cx:pt>
          <cx:pt idx="35472">0.82999999999999996</cx:pt>
          <cx:pt idx="35473">3.29</cx:pt>
          <cx:pt idx="35474">6.6299999999999999</cx:pt>
          <cx:pt idx="35475">2.46</cx:pt>
          <cx:pt idx="35476">3.29</cx:pt>
          <cx:pt idx="35477">9.1300000000000008</cx:pt>
          <cx:pt idx="35478">1.25</cx:pt>
          <cx:pt idx="35479">2.46</cx:pt>
          <cx:pt idx="35480">2.46</cx:pt>
          <cx:pt idx="35481">3.29</cx:pt>
          <cx:pt idx="35482">1.25</cx:pt>
          <cx:pt idx="35483">4.1299999999999999</cx:pt>
          <cx:pt idx="35484">2.46</cx:pt>
          <cx:pt idx="35485">6.75</cx:pt>
          <cx:pt idx="35486">2.8900000000000001</cx:pt>
          <cx:pt idx="35487">0.65000000000000002</cx:pt>
          <cx:pt idx="35488">2.8900000000000001</cx:pt>
          <cx:pt idx="35489">2.4900000000000002</cx:pt>
          <cx:pt idx="35490">0.84999999999999998</cx:pt>
          <cx:pt idx="35491">1.6499999999999999</cx:pt>
          <cx:pt idx="35492">2.9500000000000002</cx:pt>
          <cx:pt idx="35493">2.0800000000000001</cx:pt>
          <cx:pt idx="35494">0.41999999999999998</cx:pt>
          <cx:pt idx="35495">2.8900000000000001</cx:pt>
          <cx:pt idx="35496">1.45</cx:pt>
          <cx:pt idx="35497">4.9500000000000002</cx:pt>
          <cx:pt idx="35498">2.25</cx:pt>
          <cx:pt idx="35499">1.45</cx:pt>
          <cx:pt idx="35500">1.45</cx:pt>
          <cx:pt idx="35501">0.41999999999999998</cx:pt>
          <cx:pt idx="35502">0.41999999999999998</cx:pt>
          <cx:pt idx="35503">0.55000000000000004</cx:pt>
          <cx:pt idx="35504">8.25</cx:pt>
          <cx:pt idx="35505">1.49</cx:pt>
          <cx:pt idx="35506">1.49</cx:pt>
          <cx:pt idx="35507">8.5</cx:pt>
          <cx:pt idx="35508">4.1500000000000004</cx:pt>
          <cx:pt idx="35509">1.25</cx:pt>
          <cx:pt idx="35510">3.75</cx:pt>
          <cx:pt idx="35511">1.25</cx:pt>
          <cx:pt idx="35512">0.41999999999999998</cx:pt>
          <cx:pt idx="35513">1.25</cx:pt>
          <cx:pt idx="35514">1.45</cx:pt>
          <cx:pt idx="35515">1.45</cx:pt>
          <cx:pt idx="35516">1.45</cx:pt>
          <cx:pt idx="35517">2.1000000000000001</cx:pt>
          <cx:pt idx="35518">3.75</cx:pt>
          <cx:pt idx="35519">0.84999999999999998</cx:pt>
          <cx:pt idx="35520">1.45</cx:pt>
          <cx:pt idx="35521">1.45</cx:pt>
          <cx:pt idx="35522">1.25</cx:pt>
          <cx:pt idx="35523">1.6499999999999999</cx:pt>
          <cx:pt idx="35524">3.75</cx:pt>
          <cx:pt idx="35525">4.1500000000000004</cx:pt>
          <cx:pt idx="35526">1.45</cx:pt>
          <cx:pt idx="35527">1.45</cx:pt>
          <cx:pt idx="35528">2.5499999999999998</cx:pt>
          <cx:pt idx="35529">2.0800000000000001</cx:pt>
          <cx:pt idx="35530">3.75</cx:pt>
          <cx:pt idx="35531">0.41999999999999998</cx:pt>
          <cx:pt idx="35532">1.6499999999999999</cx:pt>
          <cx:pt idx="35533">1.6499999999999999</cx:pt>
          <cx:pt idx="35534">1.6499999999999999</cx:pt>
          <cx:pt idx="35535">2.4900000000000002</cx:pt>
          <cx:pt idx="35536">9.9499999999999993</cx:pt>
          <cx:pt idx="35537">1.45</cx:pt>
          <cx:pt idx="35538">2.8900000000000001</cx:pt>
          <cx:pt idx="35539">4.1500000000000004</cx:pt>
          <cx:pt idx="35540">1.6499999999999999</cx:pt>
          <cx:pt idx="35541">8.5</cx:pt>
          <cx:pt idx="35542">1.6499999999999999</cx:pt>
          <cx:pt idx="35543">2.5499999999999998</cx:pt>
          <cx:pt idx="35544">4.9500000000000002</cx:pt>
          <cx:pt idx="35545">2.9500000000000002</cx:pt>
          <cx:pt idx="35546">2.25</cx:pt>
          <cx:pt idx="35547">3.25</cx:pt>
          <cx:pt idx="35548">2.8900000000000001</cx:pt>
          <cx:pt idx="35549">1.6499999999999999</cx:pt>
          <cx:pt idx="35550">2.9500000000000002</cx:pt>
          <cx:pt idx="35551">2.9500000000000002</cx:pt>
          <cx:pt idx="35552">0.41999999999999998</cx:pt>
          <cx:pt idx="35553">2.5499999999999998</cx:pt>
          <cx:pt idx="35554">1.45</cx:pt>
          <cx:pt idx="35555">4.1500000000000004</cx:pt>
          <cx:pt idx="35556">2.0800000000000001</cx:pt>
          <cx:pt idx="35557">2.4900000000000002</cx:pt>
          <cx:pt idx="35558">1.6499999999999999</cx:pt>
          <cx:pt idx="35559">1.25</cx:pt>
          <cx:pt idx="35560">0.84999999999999998</cx:pt>
          <cx:pt idx="35561">0.41999999999999998</cx:pt>
          <cx:pt idx="35562">1.6499999999999999</cx:pt>
          <cx:pt idx="35563">2.9500000000000002</cx:pt>
          <cx:pt idx="35564">0.41999999999999998</cx:pt>
          <cx:pt idx="35565">1.6499999999999999</cx:pt>
          <cx:pt idx="35566">1.6499999999999999</cx:pt>
          <cx:pt idx="35567">0.55000000000000004</cx:pt>
          <cx:pt idx="35568">3.75</cx:pt>
          <cx:pt idx="35569">4.9500000000000002</cx:pt>
          <cx:pt idx="35570">2.8900000000000001</cx:pt>
          <cx:pt idx="35571">4.1500000000000004</cx:pt>
          <cx:pt idx="35572">0.41999999999999998</cx:pt>
          <cx:pt idx="35573">3.3900000000000001</cx:pt>
          <cx:pt idx="35574">1.49</cx:pt>
          <cx:pt idx="35575">1.8500000000000001</cx:pt>
          <cx:pt idx="35576">2.8900000000000001</cx:pt>
          <cx:pt idx="35577">1.6499999999999999</cx:pt>
          <cx:pt idx="35578">4.9500000000000002</cx:pt>
          <cx:pt idx="35579">2.8900000000000001</cx:pt>
          <cx:pt idx="35580">3.75</cx:pt>
          <cx:pt idx="35581">2.4900000000000002</cx:pt>
          <cx:pt idx="35582">2.1000000000000001</cx:pt>
          <cx:pt idx="35583">1.49</cx:pt>
          <cx:pt idx="35584">1.25</cx:pt>
          <cx:pt idx="35585">4.9500000000000002</cx:pt>
          <cx:pt idx="35586">1.25</cx:pt>
          <cx:pt idx="35587">1.45</cx:pt>
          <cx:pt idx="35588">6.9500000000000002</cx:pt>
          <cx:pt idx="35589">4.9500000000000002</cx:pt>
          <cx:pt idx="35590">2.1000000000000001</cx:pt>
          <cx:pt idx="35591">2.9500000000000002</cx:pt>
          <cx:pt idx="35592">2.9500000000000002</cx:pt>
          <cx:pt idx="35593">2.9500000000000002</cx:pt>
          <cx:pt idx="35594">1.6499999999999999</cx:pt>
          <cx:pt idx="35595">0.41999999999999998</cx:pt>
          <cx:pt idx="35596">1.6899999999999999</cx:pt>
          <cx:pt idx="35597">0.84999999999999998</cx:pt>
          <cx:pt idx="35598">1.45</cx:pt>
          <cx:pt idx="35599">0.84999999999999998</cx:pt>
          <cx:pt idx="35600">1.25</cx:pt>
          <cx:pt idx="35601">1.25</cx:pt>
          <cx:pt idx="35602">1.45</cx:pt>
          <cx:pt idx="35603">1.45</cx:pt>
          <cx:pt idx="35604">0.82999999999999996</cx:pt>
          <cx:pt idx="35605">8.2899999999999991</cx:pt>
          <cx:pt idx="35606">10.789999999999999</cx:pt>
          <cx:pt idx="35607">4.1299999999999999</cx:pt>
          <cx:pt idx="35608">1.6299999999999999</cx:pt>
          <cx:pt idx="35609">2.46</cx:pt>
          <cx:pt idx="35610">0.41999999999999998</cx:pt>
          <cx:pt idx="35611">3.29</cx:pt>
          <cx:pt idx="35612">2.46</cx:pt>
          <cx:pt idx="35613">0.41999999999999998</cx:pt>
          <cx:pt idx="35614">1.6299999999999999</cx:pt>
          <cx:pt idx="35615">2.46</cx:pt>
          <cx:pt idx="35616">0.41999999999999998</cx:pt>
          <cx:pt idx="35617">0.82999999999999996</cx:pt>
          <cx:pt idx="35618">8.2899999999999991</cx:pt>
          <cx:pt idx="35619">4.96</cx:pt>
          <cx:pt idx="35620">2.46</cx:pt>
          <cx:pt idx="35621">5.79</cx:pt>
          <cx:pt idx="35622">1.25</cx:pt>
          <cx:pt idx="35623">2.46</cx:pt>
          <cx:pt idx="35624">1.25</cx:pt>
          <cx:pt idx="35625">2.46</cx:pt>
          <cx:pt idx="35626">1.25</cx:pt>
          <cx:pt idx="35627">4.1299999999999999</cx:pt>
          <cx:pt idx="35628">3.29</cx:pt>
          <cx:pt idx="35629">0.82999999999999996</cx:pt>
          <cx:pt idx="35630">1.6499999999999999</cx:pt>
          <cx:pt idx="35631">4.1299999999999999</cx:pt>
          <cx:pt idx="35632">7.46</cx:pt>
          <cx:pt idx="35633">4.1299999999999999</cx:pt>
          <cx:pt idx="35634">2.46</cx:pt>
          <cx:pt idx="35635">0.41999999999999998</cx:pt>
          <cx:pt idx="35636">7.46</cx:pt>
          <cx:pt idx="35637">4.96</cx:pt>
          <cx:pt idx="35638">2.46</cx:pt>
          <cx:pt idx="35639">0.41999999999999998</cx:pt>
          <cx:pt idx="35640">1.25</cx:pt>
          <cx:pt idx="35641">1.25</cx:pt>
          <cx:pt idx="35642">4.1299999999999999</cx:pt>
          <cx:pt idx="35643">1.6299999999999999</cx:pt>
          <cx:pt idx="35644">2.46</cx:pt>
          <cx:pt idx="35645">8.5</cx:pt>
          <cx:pt idx="35646">7.0800000000000001</cx:pt>
          <cx:pt idx="35647">0.41999999999999998</cx:pt>
          <cx:pt idx="35648">0.55000000000000004</cx:pt>
          <cx:pt idx="35649">7.0800000000000001</cx:pt>
          <cx:pt idx="35650">1.6499999999999999</cx:pt>
          <cx:pt idx="35651">0.84999999999999998</cx:pt>
          <cx:pt idx="35652">0.41999999999999998</cx:pt>
          <cx:pt idx="35653">2.5499999999999998</cx:pt>
          <cx:pt idx="35654">2.8900000000000001</cx:pt>
          <cx:pt idx="35655">4.1500000000000004</cx:pt>
          <cx:pt idx="35656">4.9500000000000002</cx:pt>
          <cx:pt idx="35657">2.4900000000000002</cx:pt>
          <cx:pt idx="35658">1.25</cx:pt>
          <cx:pt idx="35659">0.84999999999999998</cx:pt>
          <cx:pt idx="35660">0.84999999999999998</cx:pt>
          <cx:pt idx="35661">8.25</cx:pt>
          <cx:pt idx="35662">8.25</cx:pt>
          <cx:pt idx="35663">2.9500000000000002</cx:pt>
          <cx:pt idx="35664">1.6899999999999999</cx:pt>
          <cx:pt idx="35665">1.45</cx:pt>
          <cx:pt idx="35666">1.6499999999999999</cx:pt>
          <cx:pt idx="35667">2.9500000000000002</cx:pt>
          <cx:pt idx="35668">0.65000000000000002</cx:pt>
          <cx:pt idx="35669">1.25</cx:pt>
          <cx:pt idx="35670">1.45</cx:pt>
          <cx:pt idx="35671">3.8100000000000001</cx:pt>
          <cx:pt idx="35672">1.04</cx:pt>
          <cx:pt idx="35673">7.0800000000000001</cx:pt>
          <cx:pt idx="35674">0.84999999999999998</cx:pt>
          <cx:pt idx="35675">1.6899999999999999</cx:pt>
          <cx:pt idx="35676">2.8900000000000001</cx:pt>
          <cx:pt idx="35677">4.1500000000000004</cx:pt>
          <cx:pt idx="35678">2.4900000000000002</cx:pt>
          <cx:pt idx="35679">1.25</cx:pt>
          <cx:pt idx="35680">4.1299999999999999</cx:pt>
          <cx:pt idx="35681">3.29</cx:pt>
          <cx:pt idx="35682">12.460000000000001</cx:pt>
          <cx:pt idx="35683">8.2899999999999991</cx:pt>
          <cx:pt idx="35684">8.2899999999999991</cx:pt>
          <cx:pt idx="35685">4.1299999999999999</cx:pt>
          <cx:pt idx="35686">1.6299999999999999</cx:pt>
          <cx:pt idx="35687">3.29</cx:pt>
          <cx:pt idx="35688">3.29</cx:pt>
          <cx:pt idx="35689">4.96</cx:pt>
          <cx:pt idx="35690">2.46</cx:pt>
          <cx:pt idx="35691">9.1300000000000008</cx:pt>
          <cx:pt idx="35692">7.46</cx:pt>
          <cx:pt idx="35693">24.960000000000001</cx:pt>
          <cx:pt idx="35694">2.46</cx:pt>
          <cx:pt idx="35695">4.1299999999999999</cx:pt>
          <cx:pt idx="35696">2.46</cx:pt>
          <cx:pt idx="35697">4.1299999999999999</cx:pt>
          <cx:pt idx="35698">5.79</cx:pt>
          <cx:pt idx="35699">0.82999999999999996</cx:pt>
          <cx:pt idx="35700">3.29</cx:pt>
          <cx:pt idx="35701">4.96</cx:pt>
          <cx:pt idx="35702">2.1000000000000001</cx:pt>
          <cx:pt idx="35703">4.25</cx:pt>
          <cx:pt idx="35704">2.9500000000000002</cx:pt>
          <cx:pt idx="35705">1.6499999999999999</cx:pt>
          <cx:pt idx="35706">1.6499999999999999</cx:pt>
          <cx:pt idx="35707">2.0800000000000001</cx:pt>
          <cx:pt idx="35708">1.25</cx:pt>
          <cx:pt idx="35709">1.45</cx:pt>
          <cx:pt idx="35710">2.5499999999999998</cx:pt>
          <cx:pt idx="35711">4.1500000000000004</cx:pt>
          <cx:pt idx="35712">1.6499999999999999</cx:pt>
          <cx:pt idx="35713">1.6899999999999999</cx:pt>
          <cx:pt idx="35714">2.9500000000000002</cx:pt>
          <cx:pt idx="35715">8.25</cx:pt>
          <cx:pt idx="35716">3.75</cx:pt>
          <cx:pt idx="35717">1.45</cx:pt>
          <cx:pt idx="35718">1.45</cx:pt>
          <cx:pt idx="35719">1.25</cx:pt>
          <cx:pt idx="35720">1.25</cx:pt>
          <cx:pt idx="35721">2.4900000000000002</cx:pt>
          <cx:pt idx="35722">2.9500000000000002</cx:pt>
          <cx:pt idx="35723">0.41999999999999998</cx:pt>
          <cx:pt idx="35724">1.6499999999999999</cx:pt>
          <cx:pt idx="35725">0.65000000000000002</cx:pt>
          <cx:pt idx="35726">1.45</cx:pt>
          <cx:pt idx="35727">1.45</cx:pt>
          <cx:pt idx="35728">2.9500000000000002</cx:pt>
          <cx:pt idx="35729">0.41999999999999998</cx:pt>
          <cx:pt idx="35730">3.75</cx:pt>
          <cx:pt idx="35731">2.9500000000000002</cx:pt>
          <cx:pt idx="35732">1.6499999999999999</cx:pt>
          <cx:pt idx="35733">8.25</cx:pt>
          <cx:pt idx="35734">4.9500000000000002</cx:pt>
          <cx:pt idx="35735">1.6499999999999999</cx:pt>
          <cx:pt idx="35736">0.65000000000000002</cx:pt>
          <cx:pt idx="35737">1.25</cx:pt>
          <cx:pt idx="35738">8.25</cx:pt>
          <cx:pt idx="35739">1.6499999999999999</cx:pt>
          <cx:pt idx="35740">0.65000000000000002</cx:pt>
          <cx:pt idx="35741">0.65000000000000002</cx:pt>
          <cx:pt idx="35742">1.6499999999999999</cx:pt>
          <cx:pt idx="35743">0.55000000000000004</cx:pt>
          <cx:pt idx="35744">1.25</cx:pt>
          <cx:pt idx="35745">9.9499999999999993</cx:pt>
          <cx:pt idx="35746">1.6499999999999999</cx:pt>
          <cx:pt idx="35747">1.6499999999999999</cx:pt>
          <cx:pt idx="35748">2.8900000000000001</cx:pt>
          <cx:pt idx="35749">0.82999999999999996</cx:pt>
          <cx:pt idx="35750">0.39000000000000001</cx:pt>
          <cx:pt idx="35751">1.45</cx:pt>
          <cx:pt idx="35752">0.41999999999999998</cx:pt>
          <cx:pt idx="35753">1.04</cx:pt>
          <cx:pt idx="35754">2.8900000000000001</cx:pt>
          <cx:pt idx="35755">2.9500000000000002</cx:pt>
          <cx:pt idx="35756">12.75</cx:pt>
          <cx:pt idx="35757">1.45</cx:pt>
          <cx:pt idx="35758">8.5</cx:pt>
          <cx:pt idx="35759">2.4900000000000002</cx:pt>
          <cx:pt idx="35760">0.84999999999999998</cx:pt>
          <cx:pt idx="35761">4.1500000000000004</cx:pt>
          <cx:pt idx="35762">1.6499999999999999</cx:pt>
          <cx:pt idx="35763">1.45</cx:pt>
          <cx:pt idx="35764">2.25</cx:pt>
          <cx:pt idx="35765">2.8900000000000001</cx:pt>
          <cx:pt idx="35766">2.9500000000000002</cx:pt>
          <cx:pt idx="35767">1.25</cx:pt>
          <cx:pt idx="35768">8.25</cx:pt>
          <cx:pt idx="35769">8.25</cx:pt>
          <cx:pt idx="35770">8.25</cx:pt>
          <cx:pt idx="35771">8.25</cx:pt>
          <cx:pt idx="35772">2.5499999999999998</cx:pt>
          <cx:pt idx="35773">2.9500000000000002</cx:pt>
          <cx:pt idx="35774">1.45</cx:pt>
          <cx:pt idx="35775">8.25</cx:pt>
          <cx:pt idx="35776">2.9500000000000002</cx:pt>
          <cx:pt idx="35777">1.6499999999999999</cx:pt>
          <cx:pt idx="35778">8.25</cx:pt>
          <cx:pt idx="35779">2.0800000000000001</cx:pt>
          <cx:pt idx="35780">4.9500000000000002</cx:pt>
          <cx:pt idx="35781">2.9500000000000002</cx:pt>
          <cx:pt idx="35782">1.25</cx:pt>
          <cx:pt idx="35783">2.4900000000000002</cx:pt>
          <cx:pt idx="35784">1.25</cx:pt>
          <cx:pt idx="35785">1.49</cx:pt>
          <cx:pt idx="35786">2.9500000000000002</cx:pt>
          <cx:pt idx="35787">1.6499999999999999</cx:pt>
          <cx:pt idx="35788">1.45</cx:pt>
          <cx:pt idx="35789">1.45</cx:pt>
          <cx:pt idx="35790">4.9500000000000002</cx:pt>
          <cx:pt idx="35791">2.9500000000000002</cx:pt>
          <cx:pt idx="35792">12.75</cx:pt>
          <cx:pt idx="35793">1.45</cx:pt>
          <cx:pt idx="35794">0.84999999999999998</cx:pt>
          <cx:pt idx="35795">2.8900000000000001</cx:pt>
          <cx:pt idx="35796">1.45</cx:pt>
          <cx:pt idx="35797">1.45</cx:pt>
          <cx:pt idx="35798">2.1000000000000001</cx:pt>
          <cx:pt idx="35799">1.45</cx:pt>
          <cx:pt idx="35800">2.5499999999999998</cx:pt>
          <cx:pt idx="35801">12.75</cx:pt>
          <cx:pt idx="35802">4.9500000000000002</cx:pt>
          <cx:pt idx="35803">6.3499999999999996</cx:pt>
          <cx:pt idx="35804">3.75</cx:pt>
          <cx:pt idx="35805">0.65000000000000002</cx:pt>
          <cx:pt idx="35806">8.25</cx:pt>
          <cx:pt idx="35807">8.25</cx:pt>
          <cx:pt idx="35808">8.25</cx:pt>
          <cx:pt idx="35809">1.45</cx:pt>
          <cx:pt idx="35810">4.9500000000000002</cx:pt>
          <cx:pt idx="35811">2.9500000000000002</cx:pt>
          <cx:pt idx="35812">1.6499999999999999</cx:pt>
          <cx:pt idx="35813">1.6499999999999999</cx:pt>
          <cx:pt idx="35814">1.45</cx:pt>
          <cx:pt idx="35815">1.25</cx:pt>
          <cx:pt idx="35816">1.25</cx:pt>
          <cx:pt idx="35817">1.6499999999999999</cx:pt>
          <cx:pt idx="35818">1.45</cx:pt>
          <cx:pt idx="35819">0.65000000000000002</cx:pt>
          <cx:pt idx="35820">1.45</cx:pt>
          <cx:pt idx="35821">2.9500000000000002</cx:pt>
          <cx:pt idx="35822">1.6499999999999999</cx:pt>
          <cx:pt idx="35823">0.84999999999999998</cx:pt>
          <cx:pt idx="35824">0.41999999999999998</cx:pt>
          <cx:pt idx="35825">2.5499999999999998</cx:pt>
          <cx:pt idx="35826">4.25</cx:pt>
          <cx:pt idx="35827">2.8900000000000001</cx:pt>
          <cx:pt idx="35828">1.25</cx:pt>
          <cx:pt idx="35829">1.6499999999999999</cx:pt>
          <cx:pt idx="35830">0.65000000000000002</cx:pt>
          <cx:pt idx="35831">1.45</cx:pt>
          <cx:pt idx="35832">2.5499999999999998</cx:pt>
          <cx:pt idx="35833">1.6499999999999999</cx:pt>
          <cx:pt idx="35834">1.6499999999999999</cx:pt>
          <cx:pt idx="35835">0.65000000000000002</cx:pt>
          <cx:pt idx="35836">0.84999999999999998</cx:pt>
          <cx:pt idx="35837">8.25</cx:pt>
          <cx:pt idx="35838">8.25</cx:pt>
          <cx:pt idx="35839">6.9500000000000002</cx:pt>
          <cx:pt idx="35840">1.6499999999999999</cx:pt>
          <cx:pt idx="35841">4.1500000000000004</cx:pt>
          <cx:pt idx="35842">2.1000000000000001</cx:pt>
          <cx:pt idx="35843">4.1299999999999999</cx:pt>
          <cx:pt idx="35844">9.9600000000000009</cx:pt>
          <cx:pt idx="35845">4.1299999999999999</cx:pt>
          <cx:pt idx="35846">2.46</cx:pt>
          <cx:pt idx="35847">0.41999999999999998</cx:pt>
          <cx:pt idx="35848">1.25</cx:pt>
          <cx:pt idx="35849">2.46</cx:pt>
          <cx:pt idx="35850">0.41999999999999998</cx:pt>
          <cx:pt idx="35851">1.6299999999999999</cx:pt>
          <cx:pt idx="35852">2.46</cx:pt>
          <cx:pt idx="35853">16.629999999999999</cx:pt>
          <cx:pt idx="35854">5.79</cx:pt>
          <cx:pt idx="35855">0.41999999999999998</cx:pt>
          <cx:pt idx="35856">7.46</cx:pt>
          <cx:pt idx="35857">4.5800000000000001</cx:pt>
          <cx:pt idx="35858">0.82999999999999996</cx:pt>
          <cx:pt idx="35859">5.79</cx:pt>
          <cx:pt idx="35860">1.25</cx:pt>
          <cx:pt idx="35861">1.6299999999999999</cx:pt>
          <cx:pt idx="35862">2.46</cx:pt>
          <cx:pt idx="35863">4.1299999999999999</cx:pt>
          <cx:pt idx="35864">15.789999999999999</cx:pt>
          <cx:pt idx="35865">4.1299999999999999</cx:pt>
          <cx:pt idx="35866">4.1299999999999999</cx:pt>
          <cx:pt idx="35867">2.46</cx:pt>
          <cx:pt idx="35868">2.46</cx:pt>
          <cx:pt idx="35869">0.41999999999999998</cx:pt>
          <cx:pt idx="35870">7.46</cx:pt>
          <cx:pt idx="35871">2.46</cx:pt>
          <cx:pt idx="35872">0.41999999999999998</cx:pt>
          <cx:pt idx="35873">10.789999999999999</cx:pt>
          <cx:pt idx="35874">1.6299999999999999</cx:pt>
          <cx:pt idx="35875">5.79</cx:pt>
          <cx:pt idx="35876">2.46</cx:pt>
          <cx:pt idx="35877">0.41999999999999998</cx:pt>
          <cx:pt idx="35878">3.29</cx:pt>
          <cx:pt idx="35879">1.6299999999999999</cx:pt>
          <cx:pt idx="35880">2.46</cx:pt>
          <cx:pt idx="35881">3.29</cx:pt>
          <cx:pt idx="35882">2.46</cx:pt>
          <cx:pt idx="35883">15.789999999999999</cx:pt>
          <cx:pt idx="35884">2.46</cx:pt>
          <cx:pt idx="35885">3.29</cx:pt>
          <cx:pt idx="35886">4.1299999999999999</cx:pt>
          <cx:pt idx="35887">4.1299999999999999</cx:pt>
          <cx:pt idx="35888">1.6299999999999999</cx:pt>
          <cx:pt idx="35889">2.46</cx:pt>
          <cx:pt idx="35890">4.1299999999999999</cx:pt>
          <cx:pt idx="35891">8.25</cx:pt>
          <cx:pt idx="35892">3.75</cx:pt>
          <cx:pt idx="35893">1.45</cx:pt>
          <cx:pt idx="35894">3.25</cx:pt>
          <cx:pt idx="35895">6.3499999999999996</cx:pt>
          <cx:pt idx="35896">0.65000000000000002</cx:pt>
          <cx:pt idx="35897">1.25</cx:pt>
          <cx:pt idx="35898">12.75</cx:pt>
          <cx:pt idx="35899">1.45</cx:pt>
          <cx:pt idx="35900">2.8900000000000001</cx:pt>
          <cx:pt idx="35901">4.1500000000000004</cx:pt>
          <cx:pt idx="35902">1.45</cx:pt>
          <cx:pt idx="35903">8.5</cx:pt>
          <cx:pt idx="35904">2.9500000000000002</cx:pt>
          <cx:pt idx="35905">1.6499999999999999</cx:pt>
          <cx:pt idx="35906">2.9500000000000002</cx:pt>
          <cx:pt idx="35907">1.6499999999999999</cx:pt>
          <cx:pt idx="35908">4.25</cx:pt>
          <cx:pt idx="35909">2.0800000000000001</cx:pt>
          <cx:pt idx="35910">4.9500000000000002</cx:pt>
          <cx:pt idx="35911">3.75</cx:pt>
          <cx:pt idx="35912">2.8900000000000001</cx:pt>
          <cx:pt idx="35913">1.6899999999999999</cx:pt>
          <cx:pt idx="35914">8.25</cx:pt>
          <cx:pt idx="35915">8.25</cx:pt>
          <cx:pt idx="35916">2.8900000000000001</cx:pt>
          <cx:pt idx="35917">0.84999999999999998</cx:pt>
          <cx:pt idx="35918">2.4900000000000002</cx:pt>
          <cx:pt idx="35919">8.5</cx:pt>
          <cx:pt idx="35920">4.9500000000000002</cx:pt>
          <cx:pt idx="35921">1.25</cx:pt>
          <cx:pt idx="35922">1.25</cx:pt>
          <cx:pt idx="35923">14.949999999999999</cx:pt>
          <cx:pt idx="35924">0.35999999999999999</cx:pt>
          <cx:pt idx="35925">1.6499999999999999</cx:pt>
          <cx:pt idx="35926">2.0800000000000001</cx:pt>
          <cx:pt idx="35927">1.6499999999999999</cx:pt>
          <cx:pt idx="35928">3.75</cx:pt>
          <cx:pt idx="35929">0.41999999999999998</cx:pt>
          <cx:pt idx="35930">2.5499999999999998</cx:pt>
          <cx:pt idx="35931">1.25</cx:pt>
          <cx:pt idx="35932">1.45</cx:pt>
          <cx:pt idx="35933">3.75</cx:pt>
          <cx:pt idx="35934">4.1500000000000004</cx:pt>
          <cx:pt idx="35935">1.6499999999999999</cx:pt>
          <cx:pt idx="35936">2.5499999999999998</cx:pt>
          <cx:pt idx="35937">4.1500000000000004</cx:pt>
          <cx:pt idx="35938">2.5499999999999998</cx:pt>
          <cx:pt idx="35939">1.45</cx:pt>
          <cx:pt idx="35940">0.35999999999999999</cx:pt>
          <cx:pt idx="35941">7.0800000000000001</cx:pt>
          <cx:pt idx="35942">1.6499999999999999</cx:pt>
          <cx:pt idx="35943">1.45</cx:pt>
          <cx:pt idx="35944">2.8900000000000001</cx:pt>
          <cx:pt idx="35945">2.9500000000000002</cx:pt>
          <cx:pt idx="35946">12.75</cx:pt>
          <cx:pt idx="35947">0.39000000000000001</cx:pt>
          <cx:pt idx="35948">2.1000000000000001</cx:pt>
          <cx:pt idx="35949">0.41999999999999998</cx:pt>
          <cx:pt idx="35950">2.9500000000000002</cx:pt>
          <cx:pt idx="35951">1.6499999999999999</cx:pt>
          <cx:pt idx="35952">1.6899999999999999</cx:pt>
          <cx:pt idx="35953">4.9500000000000002</cx:pt>
          <cx:pt idx="35954">3.75</cx:pt>
          <cx:pt idx="35955">1.6499999999999999</cx:pt>
          <cx:pt idx="35956">1.6499999999999999</cx:pt>
          <cx:pt idx="35957">2.9500000000000002</cx:pt>
          <cx:pt idx="35958">1.6499999999999999</cx:pt>
          <cx:pt idx="35959">1.45</cx:pt>
          <cx:pt idx="35960">2.1000000000000001</cx:pt>
          <cx:pt idx="35961">0.41999999999999998</cx:pt>
          <cx:pt idx="35962">2.8900000000000001</cx:pt>
          <cx:pt idx="35963">1.6499999999999999</cx:pt>
          <cx:pt idx="35964">0.41999999999999998</cx:pt>
          <cx:pt idx="35965">0.41999999999999998</cx:pt>
          <cx:pt idx="35966">4.1500000000000004</cx:pt>
          <cx:pt idx="35967">0.41999999999999998</cx:pt>
          <cx:pt idx="35968">0.84999999999999998</cx:pt>
          <cx:pt idx="35969">1.6899999999999999</cx:pt>
          <cx:pt idx="35970">8.5</cx:pt>
          <cx:pt idx="35971">0.65000000000000002</cx:pt>
          <cx:pt idx="35972">4.9500000000000002</cx:pt>
          <cx:pt idx="35973">4.1500000000000004</cx:pt>
          <cx:pt idx="35974">4.1500000000000004</cx:pt>
          <cx:pt idx="35975">3.75</cx:pt>
          <cx:pt idx="35976">1.25</cx:pt>
          <cx:pt idx="35977">2.9500000000000002</cx:pt>
          <cx:pt idx="35978">2.4900000000000002</cx:pt>
          <cx:pt idx="35979">7.6500000000000004</cx:pt>
          <cx:pt idx="35980">1.25</cx:pt>
          <cx:pt idx="35981">4.1500000000000004</cx:pt>
          <cx:pt idx="35982">4.9500000000000002</cx:pt>
          <cx:pt idx="35983">2.75</cx:pt>
          <cx:pt idx="35984">2.5499999999999998</cx:pt>
          <cx:pt idx="35985">2.5499999999999998</cx:pt>
          <cx:pt idx="35986">3.3900000000000001</cx:pt>
          <cx:pt idx="35987">1.45</cx:pt>
          <cx:pt idx="35988">2.8900000000000001</cx:pt>
          <cx:pt idx="35989">4.1500000000000004</cx:pt>
          <cx:pt idx="35990">0.55000000000000004</cx:pt>
          <cx:pt idx="35991">4.1500000000000004</cx:pt>
          <cx:pt idx="35992">3.75</cx:pt>
          <cx:pt idx="35993">2.1000000000000001</cx:pt>
          <cx:pt idx="35994">1.45</cx:pt>
          <cx:pt idx="35995">8.25</cx:pt>
          <cx:pt idx="35996">2.5499999999999998</cx:pt>
          <cx:pt idx="35997">2.9500000000000002</cx:pt>
          <cx:pt idx="35998">4.1500000000000004</cx:pt>
          <cx:pt idx="35999">0.41999999999999998</cx:pt>
          <cx:pt idx="36000">0.39000000000000001</cx:pt>
          <cx:pt idx="36001">4.6500000000000004</cx:pt>
          <cx:pt idx="36002">1.6499999999999999</cx:pt>
          <cx:pt idx="36003">0.84999999999999998</cx:pt>
          <cx:pt idx="36004">9.9499999999999993</cx:pt>
          <cx:pt idx="36005">0.84999999999999998</cx:pt>
          <cx:pt idx="36006">3.75</cx:pt>
          <cx:pt idx="36007">2.1000000000000001</cx:pt>
          <cx:pt idx="36008">8.25</cx:pt>
          <cx:pt idx="36009">4.1500000000000004</cx:pt>
          <cx:pt idx="36010">0.84999999999999998</cx:pt>
          <cx:pt idx="36011">3.75</cx:pt>
          <cx:pt idx="36012">1.25</cx:pt>
          <cx:pt idx="36013">1.25</cx:pt>
          <cx:pt idx="36014">8.25</cx:pt>
          <cx:pt idx="36015">2.8900000000000001</cx:pt>
          <cx:pt idx="36016">2.8900000000000001</cx:pt>
          <cx:pt idx="36017">1.45</cx:pt>
          <cx:pt idx="36018">0.39000000000000001</cx:pt>
          <cx:pt idx="36019">1.6499999999999999</cx:pt>
          <cx:pt idx="36020">1.6499999999999999</cx:pt>
          <cx:pt idx="36021">0.65000000000000002</cx:pt>
          <cx:pt idx="36022">2.9500000000000002</cx:pt>
          <cx:pt idx="36023">1.6499999999999999</cx:pt>
          <cx:pt idx="36024">0.84999999999999998</cx:pt>
          <cx:pt idx="36025">0.41999999999999998</cx:pt>
          <cx:pt idx="36026">1.25</cx:pt>
          <cx:pt idx="36027">1.25</cx:pt>
          <cx:pt idx="36028">1.25</cx:pt>
          <cx:pt idx="36029">2.9500000000000002</cx:pt>
          <cx:pt idx="36030">2.8900000000000001</cx:pt>
          <cx:pt idx="36031">4.1500000000000004</cx:pt>
          <cx:pt idx="36032">2.0800000000000001</cx:pt>
          <cx:pt idx="36033">8.25</cx:pt>
          <cx:pt idx="36034">2.1000000000000001</cx:pt>
          <cx:pt idx="36035">2.0800000000000001</cx:pt>
          <cx:pt idx="36036">4.9500000000000002</cx:pt>
          <cx:pt idx="36037">2.5499999999999998</cx:pt>
          <cx:pt idx="36038">1.6499999999999999</cx:pt>
          <cx:pt idx="36039">6.9500000000000002</cx:pt>
          <cx:pt idx="36040">8.25</cx:pt>
          <cx:pt idx="36041">8.5</cx:pt>
          <cx:pt idx="36042">1.6499999999999999</cx:pt>
          <cx:pt idx="36043">0.55000000000000004</cx:pt>
          <cx:pt idx="36044">2.0800000000000001</cx:pt>
          <cx:pt idx="36045">1.6499999999999999</cx:pt>
          <cx:pt idx="36046">3.25</cx:pt>
          <cx:pt idx="36047">0.84999999999999998</cx:pt>
          <cx:pt idx="36048">1.45</cx:pt>
          <cx:pt idx="36049">1.6499999999999999</cx:pt>
          <cx:pt idx="36050">1.25</cx:pt>
          <cx:pt idx="36051">1.6499999999999999</cx:pt>
          <cx:pt idx="36052">2.4900000000000002</cx:pt>
          <cx:pt idx="36053">3.75</cx:pt>
          <cx:pt idx="36054">1.45</cx:pt>
          <cx:pt idx="36055">4.9500000000000002</cx:pt>
          <cx:pt idx="36056">8.25</cx:pt>
          <cx:pt idx="36057">0.41999999999999998</cx:pt>
          <cx:pt idx="36058">1.25</cx:pt>
          <cx:pt idx="36059">2.9500000000000002</cx:pt>
          <cx:pt idx="36060">0.41999999999999998</cx:pt>
          <cx:pt idx="36061">1.6499999999999999</cx:pt>
          <cx:pt idx="36062">9.9499999999999993</cx:pt>
          <cx:pt idx="36063">2.1000000000000001</cx:pt>
          <cx:pt idx="36064">2.8900000000000001</cx:pt>
          <cx:pt idx="36065">1.45</cx:pt>
          <cx:pt idx="36066">2.4900000000000002</cx:pt>
          <cx:pt idx="36067">8.5</cx:pt>
          <cx:pt idx="36068">0.41999999999999998</cx:pt>
          <cx:pt idx="36069">2.4900000000000002</cx:pt>
          <cx:pt idx="36070">4.1299999999999999</cx:pt>
          <cx:pt idx="36071">0.82999999999999996</cx:pt>
          <cx:pt idx="36072">4.1299999999999999</cx:pt>
          <cx:pt idx="36073">0.82999999999999996</cx:pt>
          <cx:pt idx="36074">10.789999999999999</cx:pt>
          <cx:pt idx="36075">4.1299999999999999</cx:pt>
          <cx:pt idx="36076">2.46</cx:pt>
          <cx:pt idx="36077">0.41999999999999998</cx:pt>
          <cx:pt idx="36078">4.96</cx:pt>
          <cx:pt idx="36079">2.46</cx:pt>
          <cx:pt idx="36080">0.41999999999999998</cx:pt>
          <cx:pt idx="36081">3.29</cx:pt>
          <cx:pt idx="36082">4.1299999999999999</cx:pt>
          <cx:pt idx="36083">5.79</cx:pt>
          <cx:pt idx="36084">2.46</cx:pt>
          <cx:pt idx="36085">0.82999999999999996</cx:pt>
          <cx:pt idx="36086">2.46</cx:pt>
          <cx:pt idx="36087">2.46</cx:pt>
          <cx:pt idx="36088">1.6299999999999999</cx:pt>
          <cx:pt idx="36089">2.1000000000000001</cx:pt>
          <cx:pt idx="36090">1.6499999999999999</cx:pt>
          <cx:pt idx="36091">0.65000000000000002</cx:pt>
          <cx:pt idx="36092">4.9500000000000002</cx:pt>
          <cx:pt idx="36093">2.9500000000000002</cx:pt>
          <cx:pt idx="36094">0.65000000000000002</cx:pt>
          <cx:pt idx="36095">1.6499999999999999</cx:pt>
          <cx:pt idx="36096">0.84999999999999998</cx:pt>
          <cx:pt idx="36097">1.25</cx:pt>
          <cx:pt idx="36098">2.8900000000000001</cx:pt>
          <cx:pt idx="36099">2.4900000000000002</cx:pt>
          <cx:pt idx="36100">2.9500000000000002</cx:pt>
          <cx:pt idx="36101">2.1000000000000001</cx:pt>
          <cx:pt idx="36102">4.9500000000000002</cx:pt>
          <cx:pt idx="36103">2.0800000000000001</cx:pt>
          <cx:pt idx="36104">0.35999999999999999</cx:pt>
          <cx:pt idx="36105">0.82999999999999996</cx:pt>
          <cx:pt idx="36106">1.6499999999999999</cx:pt>
          <cx:pt idx="36107">4.6500000000000004</cx:pt>
          <cx:pt idx="36108">1.45</cx:pt>
          <cx:pt idx="36109">1.25</cx:pt>
          <cx:pt idx="36110">2.8900000000000001</cx:pt>
          <cx:pt idx="36111">1.45</cx:pt>
          <cx:pt idx="36112">3.9500000000000002</cx:pt>
          <cx:pt idx="36113">4.6500000000000004</cx:pt>
          <cx:pt idx="36114">1.45</cx:pt>
          <cx:pt idx="36115">0.84999999999999998</cx:pt>
          <cx:pt idx="36116">2.0800000000000001</cx:pt>
          <cx:pt idx="36117">1.6499999999999999</cx:pt>
          <cx:pt idx="36118">1.45</cx:pt>
          <cx:pt idx="36119">2.9500000000000002</cx:pt>
          <cx:pt idx="36120">1.6899999999999999</cx:pt>
          <cx:pt idx="36121">2.8900000000000001</cx:pt>
          <cx:pt idx="36122">4.1500000000000004</cx:pt>
          <cx:pt idx="36123">1.45</cx:pt>
          <cx:pt idx="36124">2.9500000000000002</cx:pt>
          <cx:pt idx="36125">0.41999999999999998</cx:pt>
          <cx:pt idx="36126">4.9500000000000002</cx:pt>
          <cx:pt idx="36127">1.79</cx:pt>
          <cx:pt idx="36128">1.79</cx:pt>
          <cx:pt idx="36129">0.84999999999999998</cx:pt>
          <cx:pt idx="36130">2.5499999999999998</cx:pt>
          <cx:pt idx="36131">1.45</cx:pt>
          <cx:pt idx="36132">4.1500000000000004</cx:pt>
          <cx:pt idx="36133">2.9500000000000002</cx:pt>
          <cx:pt idx="36134">0.41999999999999998</cx:pt>
          <cx:pt idx="36135">1.8500000000000001</cx:pt>
          <cx:pt idx="36136">2.5499999999999998</cx:pt>
          <cx:pt idx="36137">8.25</cx:pt>
          <cx:pt idx="36138">1.25</cx:pt>
          <cx:pt idx="36139">1.25</cx:pt>
          <cx:pt idx="36140">2.1000000000000001</cx:pt>
          <cx:pt idx="36141">1.6899999999999999</cx:pt>
          <cx:pt idx="36142">1.6899999999999999</cx:pt>
          <cx:pt idx="36143">0.65000000000000002</cx:pt>
          <cx:pt idx="36144">0.41999999999999998</cx:pt>
          <cx:pt idx="36145">0.41999999999999998</cx:pt>
          <cx:pt idx="36146">1.6499999999999999</cx:pt>
          <cx:pt idx="36147">0.65000000000000002</cx:pt>
          <cx:pt idx="36148">0.65000000000000002</cx:pt>
          <cx:pt idx="36149">2.4900000000000002</cx:pt>
          <cx:pt idx="36150">2.4900000000000002</cx:pt>
          <cx:pt idx="36151">2.4900000000000002</cx:pt>
          <cx:pt idx="36152">2.8900000000000001</cx:pt>
          <cx:pt idx="36153">9.9499999999999993</cx:pt>
          <cx:pt idx="36154">2.8900000000000001</cx:pt>
          <cx:pt idx="36155">2.0800000000000001</cx:pt>
          <cx:pt idx="36156">2.4900000000000002</cx:pt>
          <cx:pt idx="36157">1.6499999999999999</cx:pt>
          <cx:pt idx="36158">8.5</cx:pt>
          <cx:pt idx="36159">4.9500000000000002</cx:pt>
          <cx:pt idx="36160">1.25</cx:pt>
          <cx:pt idx="36161">0.55000000000000004</cx:pt>
          <cx:pt idx="36162">1.25</cx:pt>
          <cx:pt idx="36163">0.41999999999999998</cx:pt>
          <cx:pt idx="36164">1.25</cx:pt>
          <cx:pt idx="36165">0.65000000000000002</cx:pt>
          <cx:pt idx="36166">1.6499999999999999</cx:pt>
          <cx:pt idx="36167">2.1000000000000001</cx:pt>
          <cx:pt idx="36168">2.0800000000000001</cx:pt>
          <cx:pt idx="36169">1.6899999999999999</cx:pt>
          <cx:pt idx="36170">2.9500000000000002</cx:pt>
          <cx:pt idx="36171">1.25</cx:pt>
          <cx:pt idx="36172">2.9500000000000002</cx:pt>
          <cx:pt idx="36173">0.41999999999999998</cx:pt>
          <cx:pt idx="36174">2.9500000000000002</cx:pt>
          <cx:pt idx="36175">0.41999999999999998</cx:pt>
          <cx:pt idx="36176">1.6499999999999999</cx:pt>
          <cx:pt idx="36177">2.9500000000000002</cx:pt>
          <cx:pt idx="36178">2.8900000000000001</cx:pt>
          <cx:pt idx="36179">4.1500000000000004</cx:pt>
          <cx:pt idx="36180">1.25</cx:pt>
          <cx:pt idx="36181">1.45</cx:pt>
          <cx:pt idx="36182">1.45</cx:pt>
          <cx:pt idx="36183">0.39000000000000001</cx:pt>
          <cx:pt idx="36184">1.6499999999999999</cx:pt>
          <cx:pt idx="36185">1.45</cx:pt>
          <cx:pt idx="36186">4.9500000000000002</cx:pt>
          <cx:pt idx="36187">1.45</cx:pt>
          <cx:pt idx="36188">0.65000000000000002</cx:pt>
          <cx:pt idx="36189">1.6499999999999999</cx:pt>
          <cx:pt idx="36190">0.65000000000000002</cx:pt>
          <cx:pt idx="36191">2.1000000000000001</cx:pt>
          <cx:pt idx="36192">0.41999999999999998</cx:pt>
          <cx:pt idx="36193">1.45</cx:pt>
          <cx:pt idx="36194">0.84999999999999998</cx:pt>
          <cx:pt idx="36195">1.25</cx:pt>
          <cx:pt idx="36196">1.6499999999999999</cx:pt>
          <cx:pt idx="36197">7.9500000000000002</cx:pt>
          <cx:pt idx="36198">1.45</cx:pt>
          <cx:pt idx="36199">2.8900000000000001</cx:pt>
          <cx:pt idx="36200">4.1500000000000004</cx:pt>
          <cx:pt idx="36201">1.45</cx:pt>
          <cx:pt idx="36202">4.6500000000000004</cx:pt>
          <cx:pt idx="36203">2.9500000000000002</cx:pt>
          <cx:pt idx="36204">2.0800000000000001</cx:pt>
          <cx:pt idx="36205">1.25</cx:pt>
          <cx:pt idx="36206">2.1000000000000001</cx:pt>
          <cx:pt idx="36207">2.5499999999999998</cx:pt>
          <cx:pt idx="36208">1.45</cx:pt>
          <cx:pt idx="36209">6.3499999999999996</cx:pt>
          <cx:pt idx="36210">1.25</cx:pt>
          <cx:pt idx="36211">4.1500000000000004</cx:pt>
          <cx:pt idx="36212">2.9500000000000002</cx:pt>
          <cx:pt idx="36213">3.9500000000000002</cx:pt>
          <cx:pt idx="36214">2.0800000000000001</cx:pt>
          <cx:pt idx="36215">1.6499999999999999</cx:pt>
          <cx:pt idx="36216">0.65000000000000002</cx:pt>
          <cx:pt idx="36217">8.25</cx:pt>
          <cx:pt idx="36218">2.1000000000000001</cx:pt>
          <cx:pt idx="36219">0.82999999999999996</cx:pt>
          <cx:pt idx="36220">12.75</cx:pt>
          <cx:pt idx="36221">1.45</cx:pt>
          <cx:pt idx="36222">1.04</cx:pt>
          <cx:pt idx="36223">2.8900000000000001</cx:pt>
          <cx:pt idx="36224">1.45</cx:pt>
          <cx:pt idx="36225">1.25</cx:pt>
          <cx:pt idx="36226">4.9500000000000002</cx:pt>
          <cx:pt idx="36227">3.75</cx:pt>
          <cx:pt idx="36228">1.25</cx:pt>
          <cx:pt idx="36229">1.6499999999999999</cx:pt>
          <cx:pt idx="36230">1.45</cx:pt>
          <cx:pt idx="36231">2.0800000000000001</cx:pt>
          <cx:pt idx="36232">4.1500000000000004</cx:pt>
          <cx:pt idx="36233">0.84999999999999998</cx:pt>
          <cx:pt idx="36234">4.1500000000000004</cx:pt>
          <cx:pt idx="36235">1.45</cx:pt>
          <cx:pt idx="36236">1.6499999999999999</cx:pt>
          <cx:pt idx="36237">2.0800000000000001</cx:pt>
          <cx:pt idx="36238">1.25</cx:pt>
          <cx:pt idx="36239">0.41999999999999998</cx:pt>
          <cx:pt idx="36240">2.1000000000000001</cx:pt>
          <cx:pt idx="36241">0.84999999999999998</cx:pt>
          <cx:pt idx="36242">1.45</cx:pt>
          <cx:pt idx="36243">4.1500000000000004</cx:pt>
          <cx:pt idx="36244">1.45</cx:pt>
          <cx:pt idx="36245">0.41999999999999998</cx:pt>
          <cx:pt idx="36246">0.84999999999999998</cx:pt>
          <cx:pt idx="36247">12.75</cx:pt>
          <cx:pt idx="36248">2.5499999999999998</cx:pt>
          <cx:pt idx="36249">2.1000000000000001</cx:pt>
          <cx:pt idx="36250">1.6499999999999999</cx:pt>
          <cx:pt idx="36251">1.6499999999999999</cx:pt>
          <cx:pt idx="36252">8.25</cx:pt>
          <cx:pt idx="36253">4.1500000000000004</cx:pt>
          <cx:pt idx="36254">1.45</cx:pt>
          <cx:pt idx="36255">1.6499999999999999</cx:pt>
          <cx:pt idx="36256">0.84999999999999998</cx:pt>
          <cx:pt idx="36257">4.1500000000000004</cx:pt>
          <cx:pt idx="36258">1.25</cx:pt>
          <cx:pt idx="36259">2.5499999999999998</cx:pt>
          <cx:pt idx="36260">3.75</cx:pt>
          <cx:pt idx="36261">2.4900000000000002</cx:pt>
          <cx:pt idx="36262">0.55000000000000004</cx:pt>
          <cx:pt idx="36263">2.5499999999999998</cx:pt>
          <cx:pt idx="36264">2.9500000000000002</cx:pt>
          <cx:pt idx="36265">2.1000000000000001</cx:pt>
          <cx:pt idx="36266">1.25</cx:pt>
          <cx:pt idx="36267">1.25</cx:pt>
          <cx:pt idx="36268">9.9499999999999993</cx:pt>
          <cx:pt idx="36269">1.6499999999999999</cx:pt>
          <cx:pt idx="36270">2.1000000000000001</cx:pt>
          <cx:pt idx="36271">1.45</cx:pt>
          <cx:pt idx="36272">6.9500000000000002</cx:pt>
          <cx:pt idx="36273">2.25</cx:pt>
          <cx:pt idx="36274">1.25</cx:pt>
          <cx:pt idx="36275">1.6499999999999999</cx:pt>
          <cx:pt idx="36276">1.45</cx:pt>
          <cx:pt idx="36277">1.45</cx:pt>
          <cx:pt idx="36278">1.45</cx:pt>
          <cx:pt idx="36279">4.1299999999999999</cx:pt>
          <cx:pt idx="36280">5.79</cx:pt>
          <cx:pt idx="36281">15.789999999999999</cx:pt>
          <cx:pt idx="36282">5.79</cx:pt>
          <cx:pt idx="36283">24.960000000000001</cx:pt>
          <cx:pt idx="36284">2.9199999999999999</cx:pt>
          <cx:pt idx="36285">8.2899999999999991</cx:pt>
          <cx:pt idx="36286">9.9600000000000009</cx:pt>
          <cx:pt idx="36287">3.29</cx:pt>
          <cx:pt idx="36288">10.789999999999999</cx:pt>
          <cx:pt idx="36289">4.1299999999999999</cx:pt>
          <cx:pt idx="36290">2.46</cx:pt>
          <cx:pt idx="36291">2.46</cx:pt>
          <cx:pt idx="36292">2.46</cx:pt>
          <cx:pt idx="36293">0.41999999999999998</cx:pt>
          <cx:pt idx="36294">7.46</cx:pt>
          <cx:pt idx="36295">3.29</cx:pt>
          <cx:pt idx="36296">2.46</cx:pt>
          <cx:pt idx="36297">5.79</cx:pt>
          <cx:pt idx="36298">0.82999999999999996</cx:pt>
          <cx:pt idx="36299">4.1299999999999999</cx:pt>
          <cx:pt idx="36300">0.82999999999999996</cx:pt>
          <cx:pt idx="36301">2.46</cx:pt>
          <cx:pt idx="36302">1.6899999999999999</cx:pt>
          <cx:pt idx="36303">2.9500000000000002</cx:pt>
          <cx:pt idx="36304">8.25</cx:pt>
          <cx:pt idx="36305">1.6899999999999999</cx:pt>
          <cx:pt idx="36306">1.45</cx:pt>
          <cx:pt idx="36307">2.0800000000000001</cx:pt>
          <cx:pt idx="36308">1.6499999999999999</cx:pt>
          <cx:pt idx="36309">1.6499999999999999</cx:pt>
          <cx:pt idx="36310">0.84999999999999998</cx:pt>
          <cx:pt idx="36311">1.45</cx:pt>
          <cx:pt idx="36312">3.75</cx:pt>
          <cx:pt idx="36313">2.5499999999999998</cx:pt>
          <cx:pt idx="36314">2.5499999999999998</cx:pt>
          <cx:pt idx="36315">1.25</cx:pt>
          <cx:pt idx="36316">2.9500000000000002</cx:pt>
          <cx:pt idx="36317">1.45</cx:pt>
          <cx:pt idx="36318">8.25</cx:pt>
          <cx:pt idx="36319">1.45</cx:pt>
          <cx:pt idx="36320">6.3499999999999996</cx:pt>
          <cx:pt idx="36321">8.25</cx:pt>
          <cx:pt idx="36322">0.55000000000000004</cx:pt>
          <cx:pt idx="36323">2.9500000000000002</cx:pt>
          <cx:pt idx="36324">4.9500000000000002</cx:pt>
          <cx:pt idx="36325">4.9500000000000002</cx:pt>
          <cx:pt idx="36326">1.25</cx:pt>
          <cx:pt idx="36327">2.9500000000000002</cx:pt>
          <cx:pt idx="36328">1.6499999999999999</cx:pt>
          <cx:pt idx="36329">1.6499999999999999</cx:pt>
          <cx:pt idx="36330">0.84999999999999998</cx:pt>
          <cx:pt idx="36331">0.39000000000000001</cx:pt>
          <cx:pt idx="36332">2.5499999999999998</cx:pt>
          <cx:pt idx="36333">1.6499999999999999</cx:pt>
          <cx:pt idx="36334">2.5499999999999998</cx:pt>
          <cx:pt idx="36335">2.8900000000000001</cx:pt>
          <cx:pt idx="36336">1.25</cx:pt>
          <cx:pt idx="36337">3.75</cx:pt>
          <cx:pt idx="36338">2.9500000000000002</cx:pt>
          <cx:pt idx="36339">3.75</cx:pt>
          <cx:pt idx="36340">0.84999999999999998</cx:pt>
          <cx:pt idx="36341">1.6499999999999999</cx:pt>
          <cx:pt idx="36342">1.6899999999999999</cx:pt>
          <cx:pt idx="36343">1.6499999999999999</cx:pt>
          <cx:pt idx="36344">0.39000000000000001</cx:pt>
          <cx:pt idx="36345">2.25</cx:pt>
          <cx:pt idx="36346">2.25</cx:pt>
          <cx:pt idx="36347">6.3499999999999996</cx:pt>
          <cx:pt idx="36348">4.9500000000000002</cx:pt>
          <cx:pt idx="36349">4.9500000000000002</cx:pt>
          <cx:pt idx="36350">4.9500000000000002</cx:pt>
          <cx:pt idx="36351">2.1000000000000001</cx:pt>
          <cx:pt idx="36352">12.75</cx:pt>
          <cx:pt idx="36353">2.1000000000000001</cx:pt>
          <cx:pt idx="36354">4.9500000000000002</cx:pt>
          <cx:pt idx="36355">0.82999999999999996</cx:pt>
          <cx:pt idx="36356">1.6499999999999999</cx:pt>
          <cx:pt idx="36357">0.65000000000000002</cx:pt>
          <cx:pt idx="36358">1.25</cx:pt>
          <cx:pt idx="36359">1.45</cx:pt>
          <cx:pt idx="36360">8.5</cx:pt>
          <cx:pt idx="36361">2.5499999999999998</cx:pt>
          <cx:pt idx="36362">2.1000000000000001</cx:pt>
          <cx:pt idx="36363">1.6499999999999999</cx:pt>
          <cx:pt idx="36364">0.65000000000000002</cx:pt>
          <cx:pt idx="36365">4.9500000000000002</cx:pt>
          <cx:pt idx="36366">1.6499999999999999</cx:pt>
          <cx:pt idx="36367">3.75</cx:pt>
          <cx:pt idx="36368">0.65000000000000002</cx:pt>
          <cx:pt idx="36369">2.0800000000000001</cx:pt>
          <cx:pt idx="36370">4.1500000000000004</cx:pt>
          <cx:pt idx="36371">0.84999999999999998</cx:pt>
          <cx:pt idx="36372">4.9500000000000002</cx:pt>
          <cx:pt idx="36373">1.45</cx:pt>
          <cx:pt idx="36374">2.8900000000000001</cx:pt>
          <cx:pt idx="36375">7.0800000000000001</cx:pt>
          <cx:pt idx="36376">7.0800000000000001</cx:pt>
          <cx:pt idx="36377">4.25</cx:pt>
          <cx:pt idx="36378">1.25</cx:pt>
          <cx:pt idx="36379">8.25</cx:pt>
          <cx:pt idx="36380">1.25</cx:pt>
          <cx:pt idx="36381">0.39000000000000001</cx:pt>
          <cx:pt idx="36382">0.55000000000000004</cx:pt>
          <cx:pt idx="36383">2.1000000000000001</cx:pt>
          <cx:pt idx="36384">1.45</cx:pt>
          <cx:pt idx="36385">1.45</cx:pt>
          <cx:pt idx="36386">1.6499999999999999</cx:pt>
          <cx:pt idx="36387">0.84999999999999998</cx:pt>
          <cx:pt idx="36388">1.25</cx:pt>
          <cx:pt idx="36389">8.5</cx:pt>
          <cx:pt idx="36390">2.9500000000000002</cx:pt>
          <cx:pt idx="36391">2.8900000000000001</cx:pt>
          <cx:pt idx="36392">8.25</cx:pt>
          <cx:pt idx="36393">1.45</cx:pt>
          <cx:pt idx="36394">1.6499999999999999</cx:pt>
          <cx:pt idx="36395">8.25</cx:pt>
          <cx:pt idx="36396">0.65000000000000002</cx:pt>
          <cx:pt idx="36397">3.75</cx:pt>
          <cx:pt idx="36398">2.9500000000000002</cx:pt>
          <cx:pt idx="36399">2.0800000000000001</cx:pt>
          <cx:pt idx="36400">0.65000000000000002</cx:pt>
          <cx:pt idx="36401">2.1000000000000001</cx:pt>
          <cx:pt idx="36402">0.65000000000000002</cx:pt>
          <cx:pt idx="36403">1.45</cx:pt>
          <cx:pt idx="36404">2.5499999999999998</cx:pt>
          <cx:pt idx="36405">4.9500000000000002</cx:pt>
          <cx:pt idx="36406">0.41999999999999998</cx:pt>
          <cx:pt idx="36407">2.0800000000000001</cx:pt>
          <cx:pt idx="36408">4.9500000000000002</cx:pt>
          <cx:pt idx="36409">2.5499999999999998</cx:pt>
          <cx:pt idx="36410">3.75</cx:pt>
          <cx:pt idx="36411">2.9500000000000002</cx:pt>
          <cx:pt idx="36412">1.45</cx:pt>
          <cx:pt idx="36413">0.65000000000000002</cx:pt>
          <cx:pt idx="36414">1.25</cx:pt>
          <cx:pt idx="36415">1.45</cx:pt>
          <cx:pt idx="36416">4.1500000000000004</cx:pt>
          <cx:pt idx="36417">1.6499999999999999</cx:pt>
          <cx:pt idx="36418">2.0800000000000001</cx:pt>
          <cx:pt idx="36419">0.55000000000000004</cx:pt>
          <cx:pt idx="36420">2.1000000000000001</cx:pt>
          <cx:pt idx="36421">3.75</cx:pt>
          <cx:pt idx="36422">2.9500000000000002</cx:pt>
          <cx:pt idx="36423">1.25</cx:pt>
          <cx:pt idx="36424">8.3300000000000001</cx:pt>
          <cx:pt idx="36425">3.29</cx:pt>
          <cx:pt idx="36426">6.6299999999999999</cx:pt>
          <cx:pt idx="36427">12.460000000000001</cx:pt>
          <cx:pt idx="36428">8.2899999999999991</cx:pt>
          <cx:pt idx="36429">8.2899999999999991</cx:pt>
          <cx:pt idx="36430">13.130000000000001</cx:pt>
          <cx:pt idx="36431">4.1299999999999999</cx:pt>
          <cx:pt idx="36432">1.6299999999999999</cx:pt>
          <cx:pt idx="36433">3.29</cx:pt>
          <cx:pt idx="36434">4.96</cx:pt>
          <cx:pt idx="36435">2.46</cx:pt>
          <cx:pt idx="36436">3.75</cx:pt>
          <cx:pt idx="36437">9.9499999999999993</cx:pt>
          <cx:pt idx="36438">0.65000000000000002</cx:pt>
          <cx:pt idx="36439">2.9500000000000002</cx:pt>
          <cx:pt idx="36440">2.0800000000000001</cx:pt>
          <cx:pt idx="36441">2.9500000000000002</cx:pt>
          <cx:pt idx="36442">1.6499999999999999</cx:pt>
          <cx:pt idx="36443">1.6499999999999999</cx:pt>
          <cx:pt idx="36444">0.84999999999999998</cx:pt>
          <cx:pt idx="36445">0.65000000000000002</cx:pt>
          <cx:pt idx="36446">1.45</cx:pt>
          <cx:pt idx="36447">1.45</cx:pt>
          <cx:pt idx="36448">2.0800000000000001</cx:pt>
          <cx:pt idx="36449">12.75</cx:pt>
          <cx:pt idx="36450">3.75</cx:pt>
          <cx:pt idx="36451">3.75</cx:pt>
          <cx:pt idx="36452">1.25</cx:pt>
          <cx:pt idx="36453">1.25</cx:pt>
          <cx:pt idx="36454">1.25</cx:pt>
          <cx:pt idx="36455">8.25</cx:pt>
          <cx:pt idx="36456">2.9500000000000002</cx:pt>
          <cx:pt idx="36457">2.1000000000000001</cx:pt>
          <cx:pt idx="36458">1.25</cx:pt>
          <cx:pt idx="36459">2.5499999999999998</cx:pt>
          <cx:pt idx="36460">1.0600000000000001</cx:pt>
          <cx:pt idx="36461">1.0600000000000001</cx:pt>
          <cx:pt idx="36462">1.0600000000000001</cx:pt>
          <cx:pt idx="36463">0.71999999999999997</cx:pt>
          <cx:pt idx="36464">0.55000000000000004</cx:pt>
          <cx:pt idx="36465">1.45</cx:pt>
          <cx:pt idx="36466">1.45</cx:pt>
          <cx:pt idx="36467">1.6499999999999999</cx:pt>
          <cx:pt idx="36468">2.9500000000000002</cx:pt>
          <cx:pt idx="36469">8.25</cx:pt>
          <cx:pt idx="36470">2.0800000000000001</cx:pt>
          <cx:pt idx="36471">2.1000000000000001</cx:pt>
          <cx:pt idx="36472">0.65000000000000002</cx:pt>
          <cx:pt idx="36473">2.0800000000000001</cx:pt>
          <cx:pt idx="36474">1.45</cx:pt>
          <cx:pt idx="36475">8.25</cx:pt>
          <cx:pt idx="36476">1.6499999999999999</cx:pt>
          <cx:pt idx="36477">0.84999999999999998</cx:pt>
          <cx:pt idx="36478">1.6499999999999999</cx:pt>
          <cx:pt idx="36479">0.55000000000000004</cx:pt>
          <cx:pt idx="36480">0.84999999999999998</cx:pt>
          <cx:pt idx="36481">7.0800000000000001</cx:pt>
          <cx:pt idx="36482">1.8500000000000001</cx:pt>
          <cx:pt idx="36483">1.0600000000000001</cx:pt>
          <cx:pt idx="36484">1.45</cx:pt>
          <cx:pt idx="36485">2.5499999999999998</cx:pt>
          <cx:pt idx="36486">1.45</cx:pt>
          <cx:pt idx="36487">1.25</cx:pt>
          <cx:pt idx="36488">1.45</cx:pt>
          <cx:pt idx="36489">1.6499999999999999</cx:pt>
          <cx:pt idx="36490">2.5499999999999998</cx:pt>
          <cx:pt idx="36491">2.4900000000000002</cx:pt>
          <cx:pt idx="36492">0.41999999999999998</cx:pt>
          <cx:pt idx="36493">4.9500000000000002</cx:pt>
          <cx:pt idx="36494">2.25</cx:pt>
          <cx:pt idx="36495">6.9500000000000002</cx:pt>
          <cx:pt idx="36496">1.45</cx:pt>
          <cx:pt idx="36497">0.41999999999999998</cx:pt>
          <cx:pt idx="36498">1.25</cx:pt>
          <cx:pt idx="36499">4.9500000000000002</cx:pt>
          <cx:pt idx="36500">1.25</cx:pt>
          <cx:pt idx="36501">1.45</cx:pt>
          <cx:pt idx="36502">2.8900000000000001</cx:pt>
          <cx:pt idx="36503">0.55000000000000004</cx:pt>
          <cx:pt idx="36504">2.1000000000000001</cx:pt>
          <cx:pt idx="36505">12.75</cx:pt>
          <cx:pt idx="36506">12.75</cx:pt>
          <cx:pt idx="36507">12.75</cx:pt>
          <cx:pt idx="36508">0.55000000000000004</cx:pt>
          <cx:pt idx="36509">1.6499999999999999</cx:pt>
          <cx:pt idx="36510">1.6499999999999999</cx:pt>
          <cx:pt idx="36511">2.9500000000000002</cx:pt>
          <cx:pt idx="36512">4.1500000000000004</cx:pt>
          <cx:pt idx="36513">1.25</cx:pt>
          <cx:pt idx="36514">1.6499999999999999</cx:pt>
          <cx:pt idx="36515">4.1500000000000004</cx:pt>
          <cx:pt idx="36516">2.5499999999999998</cx:pt>
          <cx:pt idx="36517">2.5499999999999998</cx:pt>
          <cx:pt idx="36518">1.45</cx:pt>
          <cx:pt idx="36519">4.9500000000000002</cx:pt>
          <cx:pt idx="36520">0.55000000000000004</cx:pt>
          <cx:pt idx="36521">1.6499999999999999</cx:pt>
          <cx:pt idx="36522">0.84999999999999998</cx:pt>
          <cx:pt idx="36523">2.9500000000000002</cx:pt>
          <cx:pt idx="36524">0.65000000000000002</cx:pt>
          <cx:pt idx="36525">1.45</cx:pt>
          <cx:pt idx="36526">1.45</cx:pt>
          <cx:pt idx="36527">1.6499999999999999</cx:pt>
          <cx:pt idx="36528">1.25</cx:pt>
          <cx:pt idx="36529">1.25</cx:pt>
          <cx:pt idx="36530">1.45</cx:pt>
          <cx:pt idx="36531">1.45</cx:pt>
          <cx:pt idx="36532">1.6499999999999999</cx:pt>
          <cx:pt idx="36533">1.25</cx:pt>
          <cx:pt idx="36534">2.1000000000000001</cx:pt>
          <cx:pt idx="36535">1.45</cx:pt>
          <cx:pt idx="36536">1.45</cx:pt>
          <cx:pt idx="36537">1.6499999999999999</cx:pt>
          <cx:pt idx="36538">1.25</cx:pt>
          <cx:pt idx="36539">2.1000000000000001</cx:pt>
          <cx:pt idx="36540">8.5</cx:pt>
          <cx:pt idx="36541">2.25</cx:pt>
          <cx:pt idx="36542">1.45</cx:pt>
          <cx:pt idx="36543">1.45</cx:pt>
          <cx:pt idx="36544">1.6499999999999999</cx:pt>
          <cx:pt idx="36545">1.25</cx:pt>
          <cx:pt idx="36546">4.1299999999999999</cx:pt>
          <cx:pt idx="36547">7.46</cx:pt>
          <cx:pt idx="36548">24.960000000000001</cx:pt>
          <cx:pt idx="36549">3.29</cx:pt>
          <cx:pt idx="36550">0.82999999999999996</cx:pt>
          <cx:pt idx="36551">8.2899999999999991</cx:pt>
          <cx:pt idx="36552">10.789999999999999</cx:pt>
          <cx:pt idx="36553">1.6299999999999999</cx:pt>
          <cx:pt idx="36554">3.29</cx:pt>
          <cx:pt idx="36555">7.46</cx:pt>
          <cx:pt idx="36556">1.25</cx:pt>
          <cx:pt idx="36557">2.46</cx:pt>
          <cx:pt idx="36558">10.789999999999999</cx:pt>
          <cx:pt idx="36559">5.79</cx:pt>
          <cx:pt idx="36560">3.29</cx:pt>
          <cx:pt idx="36561">0.41999999999999998</cx:pt>
          <cx:pt idx="36562">0.82999999999999996</cx:pt>
          <cx:pt idx="36563">3.29</cx:pt>
          <cx:pt idx="36564">2.46</cx:pt>
          <cx:pt idx="36565">0.82999999999999996</cx:pt>
          <cx:pt idx="36566">1.25</cx:pt>
          <cx:pt idx="36567">2.46</cx:pt>
          <cx:pt idx="36568">3.29</cx:pt>
          <cx:pt idx="36569">1.25</cx:pt>
          <cx:pt idx="36570">1.6299999999999999</cx:pt>
          <cx:pt idx="36571">4.96</cx:pt>
          <cx:pt idx="36572">8.2899999999999991</cx:pt>
          <cx:pt idx="36573">2.46</cx:pt>
          <cx:pt idx="36574">1.25</cx:pt>
          <cx:pt idx="36575">0.84999999999999998</cx:pt>
          <cx:pt idx="36576">4.1500000000000004</cx:pt>
          <cx:pt idx="36577">4.1500000000000004</cx:pt>
          <cx:pt idx="36578">1.25</cx:pt>
          <cx:pt idx="36579">1.45</cx:pt>
          <cx:pt idx="36580">1.45</cx:pt>
          <cx:pt idx="36581">1.6499999999999999</cx:pt>
          <cx:pt idx="36582">1.25</cx:pt>
          <cx:pt idx="36583">2.1000000000000001</cx:pt>
          <cx:pt idx="36584">4.9500000000000002</cx:pt>
          <cx:pt idx="36585">8.5</cx:pt>
          <cx:pt idx="36586">1.45</cx:pt>
          <cx:pt idx="36587">2.5499999999999998</cx:pt>
          <cx:pt idx="36588">3.9500000000000002</cx:pt>
          <cx:pt idx="36589">1.6499999999999999</cx:pt>
          <cx:pt idx="36590">2.8900000000000001</cx:pt>
          <cx:pt idx="36591">1.79</cx:pt>
          <cx:pt idx="36592">3.29</cx:pt>
          <cx:pt idx="36593">7.0800000000000001</cx:pt>
          <cx:pt idx="36594">2.4900000000000002</cx:pt>
          <cx:pt idx="36595">8.25</cx:pt>
          <cx:pt idx="36596">4.9500000000000002</cx:pt>
          <cx:pt idx="36597">2.9500000000000002</cx:pt>
          <cx:pt idx="36598">8.25</cx:pt>
          <cx:pt idx="36599">1.6499999999999999</cx:pt>
          <cx:pt idx="36600">4.25</cx:pt>
          <cx:pt idx="36601">2.1000000000000001</cx:pt>
          <cx:pt idx="36602">2.0800000000000001</cx:pt>
          <cx:pt idx="36603">2.0800000000000001</cx:pt>
          <cx:pt idx="36604">1.6899999999999999</cx:pt>
          <cx:pt idx="36605">2.9500000000000002</cx:pt>
          <cx:pt idx="36606">2.0800000000000001</cx:pt>
          <cx:pt idx="36607">1.45</cx:pt>
          <cx:pt idx="36608">1.45</cx:pt>
          <cx:pt idx="36609">2.1000000000000001</cx:pt>
          <cx:pt idx="36610">4.9500000000000002</cx:pt>
          <cx:pt idx="36611">1.45</cx:pt>
          <cx:pt idx="36612">2.8900000000000001</cx:pt>
          <cx:pt idx="36613">6.3499999999999996</cx:pt>
          <cx:pt idx="36614">2.0800000000000001</cx:pt>
          <cx:pt idx="36615">4.25</cx:pt>
          <cx:pt idx="36616">1.6499999999999999</cx:pt>
          <cx:pt idx="36617">1.6499999999999999</cx:pt>
          <cx:pt idx="36618">0.84999999999999998</cx:pt>
          <cx:pt idx="36619">1.25</cx:pt>
          <cx:pt idx="36620">8.25</cx:pt>
          <cx:pt idx="36621">1.25</cx:pt>
          <cx:pt idx="36622">0.41999999999999998</cx:pt>
          <cx:pt idx="36623">4.9500000000000002</cx:pt>
          <cx:pt idx="36624">1.45</cx:pt>
          <cx:pt idx="36625">9.9499999999999993</cx:pt>
          <cx:pt idx="36626">8.5</cx:pt>
          <cx:pt idx="36627">0.41999999999999998</cx:pt>
          <cx:pt idx="36628">0.65000000000000002</cx:pt>
          <cx:pt idx="36629">1.25</cx:pt>
          <cx:pt idx="36630">2.1000000000000001</cx:pt>
          <cx:pt idx="36631">4.9500000000000002</cx:pt>
          <cx:pt idx="36632">3.25</cx:pt>
          <cx:pt idx="36633">1.45</cx:pt>
          <cx:pt idx="36634">1.6899999999999999</cx:pt>
          <cx:pt idx="36635">0.84999999999999998</cx:pt>
          <cx:pt idx="36636">1.6499999999999999</cx:pt>
          <cx:pt idx="36637">1.25</cx:pt>
          <cx:pt idx="36638">2.9500000000000002</cx:pt>
          <cx:pt idx="36639">3.75</cx:pt>
          <cx:pt idx="36640">2.0800000000000001</cx:pt>
          <cx:pt idx="36641">1.25</cx:pt>
          <cx:pt idx="36642">2.0800000000000001</cx:pt>
          <cx:pt idx="36643">1.6499999999999999</cx:pt>
          <cx:pt idx="36644">0.39000000000000001</cx:pt>
          <cx:pt idx="36645">4.9500000000000002</cx:pt>
          <cx:pt idx="36646">2.9500000000000002</cx:pt>
          <cx:pt idx="36647">8.25</cx:pt>
          <cx:pt idx="36648">8.25</cx:pt>
          <cx:pt idx="36649">2.0800000000000001</cx:pt>
          <cx:pt idx="36650">4.9500000000000002</cx:pt>
          <cx:pt idx="36651">8.25</cx:pt>
          <cx:pt idx="36652">8.25</cx:pt>
          <cx:pt idx="36653">8.25</cx:pt>
          <cx:pt idx="36654">2.0800000000000001</cx:pt>
          <cx:pt idx="36655">8.25</cx:pt>
          <cx:pt idx="36656">8.25</cx:pt>
          <cx:pt idx="36657">8.25</cx:pt>
          <cx:pt idx="36658">4.9500000000000002</cx:pt>
          <cx:pt idx="36659">1.45</cx:pt>
          <cx:pt idx="36660">1.45</cx:pt>
          <cx:pt idx="36661">4.9500000000000002</cx:pt>
          <cx:pt idx="36662">12.75</cx:pt>
          <cx:pt idx="36663">1.25</cx:pt>
          <cx:pt idx="36664">6.3499999999999996</cx:pt>
          <cx:pt idx="36665">1.45</cx:pt>
          <cx:pt idx="36666">4.9500000000000002</cx:pt>
          <cx:pt idx="36667">8.5</cx:pt>
          <cx:pt idx="36668">0.65000000000000002</cx:pt>
          <cx:pt idx="36669">8.25</cx:pt>
          <cx:pt idx="36670">0.84999999999999998</cx:pt>
          <cx:pt idx="36671">8.25</cx:pt>
          <cx:pt idx="36672">2.9500000000000002</cx:pt>
          <cx:pt idx="36673">1.45</cx:pt>
          <cx:pt idx="36674">0.41999999999999998</cx:pt>
          <cx:pt idx="36675">4.9500000000000002</cx:pt>
          <cx:pt idx="36676">1.25</cx:pt>
          <cx:pt idx="36677">0.41999999999999998</cx:pt>
          <cx:pt idx="36678">1.45</cx:pt>
          <cx:pt idx="36679">8.5</cx:pt>
          <cx:pt idx="36680">2.0800000000000001</cx:pt>
          <cx:pt idx="36681">2.0800000000000001</cx:pt>
          <cx:pt idx="36682">2.9500000000000002</cx:pt>
          <cx:pt idx="36683">2.9500000000000002</cx:pt>
          <cx:pt idx="36684">2.9500000000000002</cx:pt>
          <cx:pt idx="36685">4.1500000000000004</cx:pt>
          <cx:pt idx="36686">7.0800000000000001</cx:pt>
          <cx:pt idx="36687">1.25</cx:pt>
          <cx:pt idx="36688">1.45</cx:pt>
          <cx:pt idx="36689">1.45</cx:pt>
          <cx:pt idx="36690">1.6499999999999999</cx:pt>
          <cx:pt idx="36691">1.25</cx:pt>
          <cx:pt idx="36692">2.1000000000000001</cx:pt>
          <cx:pt idx="36693">1.45</cx:pt>
          <cx:pt idx="36694">1.25</cx:pt>
          <cx:pt idx="36695">1.25</cx:pt>
          <cx:pt idx="36696">4.25</cx:pt>
          <cx:pt idx="36697">1.6899999999999999</cx:pt>
          <cx:pt idx="36698">12.75</cx:pt>
          <cx:pt idx="36699">4.9500000000000002</cx:pt>
          <cx:pt idx="36700">6.3499999999999996</cx:pt>
          <cx:pt idx="36701">12.75</cx:pt>
          <cx:pt idx="36702">1.45</cx:pt>
          <cx:pt idx="36703">6.6299999999999999</cx:pt>
          <cx:pt idx="36704">4.1299999999999999</cx:pt>
          <cx:pt idx="36705">10.789999999999999</cx:pt>
          <cx:pt idx="36706">14.960000000000001</cx:pt>
          <cx:pt idx="36707">16.629999999999999</cx:pt>
          <cx:pt idx="36708">5.79</cx:pt>
          <cx:pt idx="36709">2.5</cx:pt>
          <cx:pt idx="36710">10.789999999999999</cx:pt>
          <cx:pt idx="36711">4.1299999999999999</cx:pt>
          <cx:pt idx="36712">2.9500000000000002</cx:pt>
          <cx:pt idx="36713">5.79</cx:pt>
          <cx:pt idx="36714">3.29</cx:pt>
          <cx:pt idx="36715">3.29</cx:pt>
          <cx:pt idx="36716">4.96</cx:pt>
          <cx:pt idx="36717">4.1299999999999999</cx:pt>
          <cx:pt idx="36718">2.0800000000000001</cx:pt>
          <cx:pt idx="36719">2.1000000000000001</cx:pt>
          <cx:pt idx="36720">2.9500000000000002</cx:pt>
          <cx:pt idx="36721">3.75</cx:pt>
          <cx:pt idx="36722">2.5499999999999998</cx:pt>
          <cx:pt idx="36723">0.84999999999999998</cx:pt>
          <cx:pt idx="36724">4.25</cx:pt>
          <cx:pt idx="36725">2.9500000000000002</cx:pt>
          <cx:pt idx="36726">4.9500000000000002</cx:pt>
          <cx:pt idx="36727">2.9500000000000002</cx:pt>
          <cx:pt idx="36728">1.25</cx:pt>
          <cx:pt idx="36729">2.0800000000000001</cx:pt>
          <cx:pt idx="36730">0.84999999999999998</cx:pt>
          <cx:pt idx="36731">2.8900000000000001</cx:pt>
          <cx:pt idx="36732">1.6899999999999999</cx:pt>
          <cx:pt idx="36733">1.45</cx:pt>
          <cx:pt idx="36734">1.45</cx:pt>
          <cx:pt idx="36735">0.84999999999999998</cx:pt>
          <cx:pt idx="36736">2.0800000000000001</cx:pt>
          <cx:pt idx="36737">4.9500000000000002</cx:pt>
          <cx:pt idx="36738">8.25</cx:pt>
          <cx:pt idx="36739">2.8900000000000001</cx:pt>
          <cx:pt idx="36740">4.9500000000000002</cx:pt>
          <cx:pt idx="36741">2.0800000000000001</cx:pt>
          <cx:pt idx="36742">4.25</cx:pt>
          <cx:pt idx="36743">1.6899999999999999</cx:pt>
          <cx:pt idx="36744">1.45</cx:pt>
          <cx:pt idx="36745">2.4900000000000002</cx:pt>
          <cx:pt idx="36746">1.6499999999999999</cx:pt>
          <cx:pt idx="36747">0.41999999999999998</cx:pt>
          <cx:pt idx="36748">9.9499999999999993</cx:pt>
          <cx:pt idx="36749">1.25</cx:pt>
          <cx:pt idx="36750">1.25</cx:pt>
          <cx:pt idx="36751">4.25</cx:pt>
          <cx:pt idx="36752">0.84999999999999998</cx:pt>
          <cx:pt idx="36753">2.1000000000000001</cx:pt>
          <cx:pt idx="36754">2.8900000000000001</cx:pt>
          <cx:pt idx="36755">1.6499999999999999</cx:pt>
          <cx:pt idx="36756">1.6499999999999999</cx:pt>
          <cx:pt idx="36757">12.75</cx:pt>
          <cx:pt idx="36758">4.9500000000000002</cx:pt>
          <cx:pt idx="36759">1.45</cx:pt>
          <cx:pt idx="36760">2.1000000000000001</cx:pt>
          <cx:pt idx="36761">2.5499999999999998</cx:pt>
          <cx:pt idx="36762">12.75</cx:pt>
          <cx:pt idx="36763">1.45</cx:pt>
          <cx:pt idx="36764">8.5</cx:pt>
          <cx:pt idx="36765">1.25</cx:pt>
          <cx:pt idx="36766">2.0800000000000001</cx:pt>
          <cx:pt idx="36767">2.8900000000000001</cx:pt>
          <cx:pt idx="36768">1.6499999999999999</cx:pt>
          <cx:pt idx="36769">4.25</cx:pt>
          <cx:pt idx="36770">1.45</cx:pt>
          <cx:pt idx="36771">3.25</cx:pt>
          <cx:pt idx="36772">2.9500000000000002</cx:pt>
          <cx:pt idx="36773">1.25</cx:pt>
          <cx:pt idx="36774">1.6499999999999999</cx:pt>
          <cx:pt idx="36775">0.65000000000000002</cx:pt>
          <cx:pt idx="36776">8.25</cx:pt>
          <cx:pt idx="36777">1.45</cx:pt>
          <cx:pt idx="36778">1.45</cx:pt>
          <cx:pt idx="36779">4.9500000000000002</cx:pt>
          <cx:pt idx="36780">8.25</cx:pt>
          <cx:pt idx="36781">2.9500000000000002</cx:pt>
          <cx:pt idx="36782">3.75</cx:pt>
          <cx:pt idx="36783">1.6499999999999999</cx:pt>
          <cx:pt idx="36784">2.8900000000000001</cx:pt>
          <cx:pt idx="36785">2.8900000000000001</cx:pt>
          <cx:pt idx="36786">0.84999999999999998</cx:pt>
          <cx:pt idx="36787">1.6499999999999999</cx:pt>
          <cx:pt idx="36788">4.9500000000000002</cx:pt>
          <cx:pt idx="36789">0.39000000000000001</cx:pt>
          <cx:pt idx="36790">2.5499999999999998</cx:pt>
          <cx:pt idx="36791">0.65000000000000002</cx:pt>
          <cx:pt idx="36792">0.55000000000000004</cx:pt>
          <cx:pt idx="36793">0.55000000000000004</cx:pt>
          <cx:pt idx="36794">0.65000000000000002</cx:pt>
          <cx:pt idx="36795">12.75</cx:pt>
          <cx:pt idx="36796">2.9500000000000002</cx:pt>
          <cx:pt idx="36797">4.9500000000000002</cx:pt>
          <cx:pt idx="36798">4.25</cx:pt>
          <cx:pt idx="36799">1.25</cx:pt>
          <cx:pt idx="36800">2.8900000000000001</cx:pt>
          <cx:pt idx="36801">0.65000000000000002</cx:pt>
          <cx:pt idx="36802">6.9500000000000002</cx:pt>
          <cx:pt idx="36803">1.25</cx:pt>
          <cx:pt idx="36804">1.6499999999999999</cx:pt>
          <cx:pt idx="36805">12.75</cx:pt>
          <cx:pt idx="36806">12.75</cx:pt>
          <cx:pt idx="36807">4.9500000000000002</cx:pt>
          <cx:pt idx="36808">1.6499999999999999</cx:pt>
          <cx:pt idx="36809">9.9499999999999993</cx:pt>
          <cx:pt idx="36810">2.9500000000000002</cx:pt>
          <cx:pt idx="36811">2.1000000000000001</cx:pt>
          <cx:pt idx="36812">1.6499999999999999</cx:pt>
          <cx:pt idx="36813">3.75</cx:pt>
          <cx:pt idx="36814">1.25</cx:pt>
          <cx:pt idx="36815">1.45</cx:pt>
          <cx:pt idx="36816">0.41999999999999998</cx:pt>
          <cx:pt idx="36817">2.8900000000000001</cx:pt>
          <cx:pt idx="36818">2.9500000000000002</cx:pt>
          <cx:pt idx="36819">1.45</cx:pt>
          <cx:pt idx="36820">1.45</cx:pt>
          <cx:pt idx="36821">1.6499999999999999</cx:pt>
          <cx:pt idx="36822">1.6499999999999999</cx:pt>
          <cx:pt idx="36823">4.1500000000000004</cx:pt>
          <cx:pt idx="36824">4.9500000000000002</cx:pt>
          <cx:pt idx="36825">4.1500000000000004</cx:pt>
          <cx:pt idx="36826">0.65000000000000002</cx:pt>
          <cx:pt idx="36827">0.84999999999999998</cx:pt>
          <cx:pt idx="36828">7.9500000000000002</cx:pt>
          <cx:pt idx="36829">1.25</cx:pt>
          <cx:pt idx="36830">8.25</cx:pt>
          <cx:pt idx="36831">12.75</cx:pt>
          <cx:pt idx="36832">4.9500000000000002</cx:pt>
          <cx:pt idx="36833">4.9500000000000002</cx:pt>
          <cx:pt idx="36834">3.25</cx:pt>
          <cx:pt idx="36835">2.9500000000000002</cx:pt>
          <cx:pt idx="36836">3.75</cx:pt>
          <cx:pt idx="36837">2.9500000000000002</cx:pt>
          <cx:pt idx="36838">2.1000000000000001</cx:pt>
          <cx:pt idx="36839">8.25</cx:pt>
          <cx:pt idx="36840">2.1000000000000001</cx:pt>
          <cx:pt idx="36841">2.9500000000000002</cx:pt>
          <cx:pt idx="36842">1.45</cx:pt>
          <cx:pt idx="36843">1.25</cx:pt>
          <cx:pt idx="36844">1.6499999999999999</cx:pt>
          <cx:pt idx="36845">0.65000000000000002</cx:pt>
          <cx:pt idx="36846">1.25</cx:pt>
          <cx:pt idx="36847">1.6499999999999999</cx:pt>
          <cx:pt idx="36848">0.55000000000000004</cx:pt>
          <cx:pt idx="36849">0.84999999999999998</cx:pt>
          <cx:pt idx="36850">0.65000000000000002</cx:pt>
          <cx:pt idx="36851">2.1000000000000001</cx:pt>
          <cx:pt idx="36852">2.5499999999999998</cx:pt>
          <cx:pt idx="36853">0.41999999999999998</cx:pt>
          <cx:pt idx="36854">4.9500000000000002</cx:pt>
          <cx:pt idx="36855">3.75</cx:pt>
          <cx:pt idx="36856">8.5</cx:pt>
          <cx:pt idx="36857">2.0800000000000001</cx:pt>
          <cx:pt idx="36858">2.1000000000000001</cx:pt>
          <cx:pt idx="36859">1.6499999999999999</cx:pt>
          <cx:pt idx="36860">1.6499999999999999</cx:pt>
          <cx:pt idx="36861">1.6499999999999999</cx:pt>
          <cx:pt idx="36862">8.5</cx:pt>
          <cx:pt idx="36863">1.45</cx:pt>
          <cx:pt idx="36864">2.8900000000000001</cx:pt>
          <cx:pt idx="36865">2.5499999999999998</cx:pt>
          <cx:pt idx="36866">2.5499999999999998</cx:pt>
          <cx:pt idx="36867">2.1000000000000001</cx:pt>
          <cx:pt idx="36868">1.6499999999999999</cx:pt>
          <cx:pt idx="36869">1.25</cx:pt>
          <cx:pt idx="36870">1.25</cx:pt>
          <cx:pt idx="36871">1.45</cx:pt>
          <cx:pt idx="36872">1.6499999999999999</cx:pt>
          <cx:pt idx="36873">4.9500000000000002</cx:pt>
          <cx:pt idx="36874">2.9500000000000002</cx:pt>
          <cx:pt idx="36875">3.9500000000000002</cx:pt>
          <cx:pt idx="36876">1.25</cx:pt>
          <cx:pt idx="36877">0.84999999999999998</cx:pt>
          <cx:pt idx="36878">5.79</cx:pt>
          <cx:pt idx="36879">7.46</cx:pt>
          <cx:pt idx="36880">4.1299999999999999</cx:pt>
          <cx:pt idx="36881">2.9199999999999999</cx:pt>
          <cx:pt idx="36882">10.789999999999999</cx:pt>
          <cx:pt idx="36883">0.41999999999999998</cx:pt>
          <cx:pt idx="36884">4.1299999999999999</cx:pt>
          <cx:pt idx="36885">4.96</cx:pt>
          <cx:pt idx="36886">1.6299999999999999</cx:pt>
          <cx:pt idx="36887">2.9500000000000002</cx:pt>
          <cx:pt idx="36888">0.41999999999999998</cx:pt>
          <cx:pt idx="36889">7.46</cx:pt>
          <cx:pt idx="36890">3.29</cx:pt>
          <cx:pt idx="36891">2.46</cx:pt>
          <cx:pt idx="36892">3.29</cx:pt>
          <cx:pt idx="36893">1.25</cx:pt>
          <cx:pt idx="36894">4.1299999999999999</cx:pt>
          <cx:pt idx="36895">4.1299999999999999</cx:pt>
          <cx:pt idx="36896">3.29</cx:pt>
          <cx:pt idx="36897">1.6299999999999999</cx:pt>
          <cx:pt idx="36898">8.2899999999999991</cx:pt>
          <cx:pt idx="36899">2.46</cx:pt>
          <cx:pt idx="36900">2.1000000000000001</cx:pt>
          <cx:pt idx="36901">0.65000000000000002</cx:pt>
          <cx:pt idx="36902">6.9500000000000002</cx:pt>
          <cx:pt idx="36903">2.4900000000000002</cx:pt>
          <cx:pt idx="36904">1.6499999999999999</cx:pt>
          <cx:pt idx="36905">0.55000000000000004</cx:pt>
          <cx:pt idx="36906">2.1000000000000001</cx:pt>
          <cx:pt idx="36907">1.6499999999999999</cx:pt>
          <cx:pt idx="36908">3.75</cx:pt>
          <cx:pt idx="36909">1.45</cx:pt>
          <cx:pt idx="36910">1.45</cx:pt>
          <cx:pt idx="36911">1.25</cx:pt>
          <cx:pt idx="36912">1.25</cx:pt>
          <cx:pt idx="36913">1.25</cx:pt>
          <cx:pt idx="36914">1.6499999999999999</cx:pt>
          <cx:pt idx="36915">2.0800000000000001</cx:pt>
          <cx:pt idx="36916">1.25</cx:pt>
          <cx:pt idx="36917">0.55000000000000004</cx:pt>
          <cx:pt idx="36918">8.25</cx:pt>
          <cx:pt idx="36919">0.41999999999999998</cx:pt>
          <cx:pt idx="36920">1.6499999999999999</cx:pt>
          <cx:pt idx="36921">1.45</cx:pt>
          <cx:pt idx="36922">1.25</cx:pt>
          <cx:pt idx="36923">1.25</cx:pt>
          <cx:pt idx="36924">3.25</cx:pt>
          <cx:pt idx="36925">2.8900000000000001</cx:pt>
          <cx:pt idx="36926">1.25</cx:pt>
          <cx:pt idx="36927">1.45</cx:pt>
          <cx:pt idx="36928">2.8900000000000001</cx:pt>
          <cx:pt idx="36929">0.65000000000000002</cx:pt>
          <cx:pt idx="36930">1.25</cx:pt>
          <cx:pt idx="36931">1.25</cx:pt>
          <cx:pt idx="36932">4.1500000000000004</cx:pt>
          <cx:pt idx="36933">0.84999999999999998</cx:pt>
          <cx:pt idx="36934">1.6499999999999999</cx:pt>
          <cx:pt idx="36935">2.0800000000000001</cx:pt>
          <cx:pt idx="36936">7.6500000000000004</cx:pt>
          <cx:pt idx="36937">1.25</cx:pt>
          <cx:pt idx="36938">1.6499999999999999</cx:pt>
          <cx:pt idx="36939">0.41999999999999998</cx:pt>
          <cx:pt idx="36940">0.39000000000000001</cx:pt>
          <cx:pt idx="36941">2.4900000000000002</cx:pt>
          <cx:pt idx="36942">1.6499999999999999</cx:pt>
          <cx:pt idx="36943">0.65000000000000002</cx:pt>
          <cx:pt idx="36944">1.6499999999999999</cx:pt>
          <cx:pt idx="36945">3.75</cx:pt>
          <cx:pt idx="36946">4.1299999999999999</cx:pt>
          <cx:pt idx="36947">7.46</cx:pt>
          <cx:pt idx="36948">3.29</cx:pt>
          <cx:pt idx="36949">2.46</cx:pt>
          <cx:pt idx="36950">1.25</cx:pt>
          <cx:pt idx="36951">3.29</cx:pt>
          <cx:pt idx="36952">5.79</cx:pt>
          <cx:pt idx="36953">4.1299999999999999</cx:pt>
          <cx:pt idx="36954">0.41999999999999998</cx:pt>
          <cx:pt idx="36955">3.29</cx:pt>
          <cx:pt idx="36956">9.1300000000000008</cx:pt>
          <cx:pt idx="36957">2.46</cx:pt>
          <cx:pt idx="36958">5.79</cx:pt>
          <cx:pt idx="36959">5.79</cx:pt>
          <cx:pt idx="36960">2.46</cx:pt>
          <cx:pt idx="36961">0.82999999999999996</cx:pt>
          <cx:pt idx="36962">8.2899999999999991</cx:pt>
          <cx:pt idx="36963">3.29</cx:pt>
          <cx:pt idx="36964">6.6299999999999999</cx:pt>
          <cx:pt idx="36965">14.130000000000001</cx:pt>
          <cx:pt idx="36966">2.46</cx:pt>
          <cx:pt idx="36967">0.82999999999999996</cx:pt>
          <cx:pt idx="36968">2.46</cx:pt>
          <cx:pt idx="36969">4.1299999999999999</cx:pt>
          <cx:pt idx="36970">1.25</cx:pt>
          <cx:pt idx="36971">2.46</cx:pt>
          <cx:pt idx="36972">5.79</cx:pt>
          <cx:pt idx="36973">3.29</cx:pt>
          <cx:pt idx="36974">15.789999999999999</cx:pt>
          <cx:pt idx="36975">1.25</cx:pt>
          <cx:pt idx="36976">3.29</cx:pt>
          <cx:pt idx="36977">4.1299999999999999</cx:pt>
          <cx:pt idx="36978">4.1299999999999999</cx:pt>
          <cx:pt idx="36979">2.46</cx:pt>
          <cx:pt idx="36980">1.45</cx:pt>
          <cx:pt idx="36981">2.1000000000000001</cx:pt>
          <cx:pt idx="36982">4.9500000000000002</cx:pt>
          <cx:pt idx="36983">2.0800000000000001</cx:pt>
          <cx:pt idx="36984">2.0800000000000001</cx:pt>
          <cx:pt idx="36985">4.9500000000000002</cx:pt>
          <cx:pt idx="36986">1.25</cx:pt>
          <cx:pt idx="36987">7.0800000000000001</cx:pt>
          <cx:pt idx="36988">1.6499999999999999</cx:pt>
          <cx:pt idx="36989">1.25</cx:pt>
          <cx:pt idx="36990">0.41999999999999998</cx:pt>
          <cx:pt idx="36991">2.8900000000000001</cx:pt>
          <cx:pt idx="36992">1.6899999999999999</cx:pt>
          <cx:pt idx="36993">1.6899999999999999</cx:pt>
          <cx:pt idx="36994">1.45</cx:pt>
          <cx:pt idx="36995">1.6499999999999999</cx:pt>
          <cx:pt idx="36996">4.1500000000000004</cx:pt>
          <cx:pt idx="36997">12.75</cx:pt>
          <cx:pt idx="36998">4.1500000000000004</cx:pt>
          <cx:pt idx="36999">0.84999999999999998</cx:pt>
          <cx:pt idx="37000">0.41999999999999998</cx:pt>
          <cx:pt idx="37001">1.6499999999999999</cx:pt>
          <cx:pt idx="37002">1.6499999999999999</cx:pt>
          <cx:pt idx="37003">2.9500000000000002</cx:pt>
          <cx:pt idx="37004">2.25</cx:pt>
          <cx:pt idx="37005">1.6499999999999999</cx:pt>
          <cx:pt idx="37006">1.25</cx:pt>
          <cx:pt idx="37007">1.45</cx:pt>
          <cx:pt idx="37008">2.9500000000000002</cx:pt>
          <cx:pt idx="37009">1.6499999999999999</cx:pt>
          <cx:pt idx="37010">7.0800000000000001</cx:pt>
          <cx:pt idx="37011">3.75</cx:pt>
          <cx:pt idx="37012">8.25</cx:pt>
          <cx:pt idx="37013">2.9500000000000002</cx:pt>
          <cx:pt idx="37014">1.45</cx:pt>
          <cx:pt idx="37015">1.6499999999999999</cx:pt>
          <cx:pt idx="37016">0.84999999999999998</cx:pt>
          <cx:pt idx="37017">1.25</cx:pt>
          <cx:pt idx="37018">1.45</cx:pt>
          <cx:pt idx="37019">2.9500000000000002</cx:pt>
          <cx:pt idx="37020">2.0800000000000001</cx:pt>
          <cx:pt idx="37021">2.0800000000000001</cx:pt>
          <cx:pt idx="37022">1.45</cx:pt>
          <cx:pt idx="37023">1.6499999999999999</cx:pt>
          <cx:pt idx="37024">2.5499999999999998</cx:pt>
          <cx:pt idx="37025">2.1000000000000001</cx:pt>
          <cx:pt idx="37026">2.5499999999999998</cx:pt>
          <cx:pt idx="37027">8.25</cx:pt>
          <cx:pt idx="37028">0.84999999999999998</cx:pt>
          <cx:pt idx="37029">1.25</cx:pt>
          <cx:pt idx="37030">1.25</cx:pt>
          <cx:pt idx="37031">4.1299999999999999</cx:pt>
          <cx:pt idx="37032">3.29</cx:pt>
          <cx:pt idx="37033">6.6299999999999999</cx:pt>
          <cx:pt idx="37034">12.460000000000001</cx:pt>
          <cx:pt idx="37035">8.2899999999999991</cx:pt>
          <cx:pt idx="37036">4.1299999999999999</cx:pt>
          <cx:pt idx="37037">1.6299999999999999</cx:pt>
          <cx:pt idx="37038">3.29</cx:pt>
          <cx:pt idx="37039">3.29</cx:pt>
          <cx:pt idx="37040">4.96</cx:pt>
          <cx:pt idx="37041">2.46</cx:pt>
          <cx:pt idx="37042">9.1300000000000008</cx:pt>
          <cx:pt idx="37043">2.9500000000000002</cx:pt>
          <cx:pt idx="37044">4.9500000000000002</cx:pt>
          <cx:pt idx="37045">1.25</cx:pt>
          <cx:pt idx="37046">4.1500000000000004</cx:pt>
          <cx:pt idx="37047">4.9500000000000002</cx:pt>
          <cx:pt idx="37048">4.9500000000000002</cx:pt>
          <cx:pt idx="37049">3.25</cx:pt>
          <cx:pt idx="37050">4.9500000000000002</cx:pt>
          <cx:pt idx="37051">2.9500000000000002</cx:pt>
          <cx:pt idx="37052">1.6499999999999999</cx:pt>
          <cx:pt idx="37053">1.25</cx:pt>
          <cx:pt idx="37054">8.25</cx:pt>
          <cx:pt idx="37055">2.1000000000000001</cx:pt>
          <cx:pt idx="37056">4.1500000000000004</cx:pt>
          <cx:pt idx="37057">8.5</cx:pt>
          <cx:pt idx="37058">4.1500000000000004</cx:pt>
          <cx:pt idx="37059">2.0800000000000001</cx:pt>
          <cx:pt idx="37060">0.41999999999999998</cx:pt>
          <cx:pt idx="37061">0.84999999999999998</cx:pt>
          <cx:pt idx="37062">1.6499999999999999</cx:pt>
          <cx:pt idx="37063">1.25</cx:pt>
          <cx:pt idx="37064">0.84999999999999998</cx:pt>
          <cx:pt idx="37065">2.5499999999999998</cx:pt>
          <cx:pt idx="37066">2.8900000000000001</cx:pt>
          <cx:pt idx="37067">2.8900000000000001</cx:pt>
          <cx:pt idx="37068">3.9500000000000002</cx:pt>
          <cx:pt idx="37069">1.6499999999999999</cx:pt>
          <cx:pt idx="37070">1.45</cx:pt>
          <cx:pt idx="37071">1.45</cx:pt>
          <cx:pt idx="37072">2.8900000000000001</cx:pt>
          <cx:pt idx="37073">2.1000000000000001</cx:pt>
          <cx:pt idx="37074">4.9500000000000002</cx:pt>
          <cx:pt idx="37075">2.9500000000000002</cx:pt>
          <cx:pt idx="37076">1.6499999999999999</cx:pt>
          <cx:pt idx="37077">1.6499999999999999</cx:pt>
          <cx:pt idx="37078">1.25</cx:pt>
          <cx:pt idx="37079">0.65000000000000002</cx:pt>
          <cx:pt idx="37080">2.4900000000000002</cx:pt>
          <cx:pt idx="37081">0.84999999999999998</cx:pt>
          <cx:pt idx="37082">2.0800000000000001</cx:pt>
          <cx:pt idx="37083">1.6499999999999999</cx:pt>
          <cx:pt idx="37084">8.25</cx:pt>
          <cx:pt idx="37085">0.65000000000000002</cx:pt>
          <cx:pt idx="37086">2.5499999999999998</cx:pt>
          <cx:pt idx="37087">1.45</cx:pt>
          <cx:pt idx="37088">1.25</cx:pt>
          <cx:pt idx="37089">1.25</cx:pt>
          <cx:pt idx="37090">2.5499999999999998</cx:pt>
          <cx:pt idx="37091">2.0800000000000001</cx:pt>
          <cx:pt idx="37092">4.9500000000000002</cx:pt>
          <cx:pt idx="37093">1.25</cx:pt>
          <cx:pt idx="37094">1.6499999999999999</cx:pt>
          <cx:pt idx="37095">1.6499999999999999</cx:pt>
          <cx:pt idx="37096">2.5499999999999998</cx:pt>
          <cx:pt idx="37097">2.0800000000000001</cx:pt>
          <cx:pt idx="37098">1.45</cx:pt>
          <cx:pt idx="37099">0.65000000000000002</cx:pt>
          <cx:pt idx="37100">2.9500000000000002</cx:pt>
          <cx:pt idx="37101">1.45</cx:pt>
          <cx:pt idx="37102">4.1500000000000004</cx:pt>
          <cx:pt idx="37103">3.75</cx:pt>
          <cx:pt idx="37104">4.1500000000000004</cx:pt>
          <cx:pt idx="37105">1.6499999999999999</cx:pt>
          <cx:pt idx="37106">4.9500000000000002</cx:pt>
          <cx:pt idx="37107">9.9499999999999993</cx:pt>
          <cx:pt idx="37108">8.25</cx:pt>
          <cx:pt idx="37109">2.8900000000000001</cx:pt>
          <cx:pt idx="37110">4.1500000000000004</cx:pt>
          <cx:pt idx="37111">4.9500000000000002</cx:pt>
          <cx:pt idx="37112">2.9500000000000002</cx:pt>
          <cx:pt idx="37113">2.0800000000000001</cx:pt>
          <cx:pt idx="37114">2.25</cx:pt>
          <cx:pt idx="37115">1.25</cx:pt>
          <cx:pt idx="37116">2.9500000000000002</cx:pt>
          <cx:pt idx="37117">12.75</cx:pt>
          <cx:pt idx="37118">1.6499999999999999</cx:pt>
          <cx:pt idx="37119">1.45</cx:pt>
          <cx:pt idx="37120">1.25</cx:pt>
          <cx:pt idx="37121">2.1000000000000001</cx:pt>
          <cx:pt idx="37122">1.6499999999999999</cx:pt>
          <cx:pt idx="37123">0.84999999999999998</cx:pt>
          <cx:pt idx="37124">0.41999999999999998</cx:pt>
          <cx:pt idx="37125">4.1500000000000004</cx:pt>
          <cx:pt idx="37126">0.39000000000000001</cx:pt>
          <cx:pt idx="37127">1.6899999999999999</cx:pt>
          <cx:pt idx="37128">3.25</cx:pt>
          <cx:pt idx="37129">3.25</cx:pt>
          <cx:pt idx="37130">4.9500000000000002</cx:pt>
          <cx:pt idx="37131">2.0800000000000001</cx:pt>
          <cx:pt idx="37132">2.9500000000000002</cx:pt>
          <cx:pt idx="37133">2.9500000000000002</cx:pt>
          <cx:pt idx="37134">0.39000000000000001</cx:pt>
          <cx:pt idx="37135">2.5499999999999998</cx:pt>
          <cx:pt idx="37136">1.45</cx:pt>
          <cx:pt idx="37137">2.9500000000000002</cx:pt>
          <cx:pt idx="37138">1.6899999999999999</cx:pt>
          <cx:pt idx="37139">2.8900000000000001</cx:pt>
          <cx:pt idx="37140">2.5499999999999998</cx:pt>
          <cx:pt idx="37141">1.6499999999999999</cx:pt>
          <cx:pt idx="37142">1.6499999999999999</cx:pt>
          <cx:pt idx="37143">0.41999999999999998</cx:pt>
          <cx:pt idx="37144">1.45</cx:pt>
          <cx:pt idx="37145">1.6499999999999999</cx:pt>
          <cx:pt idx="37146">2.0800000000000001</cx:pt>
          <cx:pt idx="37147">1.6499999999999999</cx:pt>
          <cx:pt idx="37148">0.84999999999999998</cx:pt>
          <cx:pt idx="37149">3.75</cx:pt>
          <cx:pt idx="37150">8.2899999999999991</cx:pt>
          <cx:pt idx="37151">10.789999999999999</cx:pt>
          <cx:pt idx="37152">1.6299999999999999</cx:pt>
          <cx:pt idx="37153">2.46</cx:pt>
          <cx:pt idx="37154">2.46</cx:pt>
          <cx:pt idx="37155">0.41999999999999998</cx:pt>
          <cx:pt idx="37156">3.25</cx:pt>
          <cx:pt idx="37157">0.41999999999999998</cx:pt>
          <cx:pt idx="37158">10.789999999999999</cx:pt>
          <cx:pt idx="37159">1.6299999999999999</cx:pt>
          <cx:pt idx="37160">4.1299999999999999</cx:pt>
          <cx:pt idx="37161">3.29</cx:pt>
          <cx:pt idx="37162">2.46</cx:pt>
          <cx:pt idx="37163">0.41999999999999998</cx:pt>
          <cx:pt idx="37164">2.46</cx:pt>
          <cx:pt idx="37165">4.96</cx:pt>
          <cx:pt idx="37166">3.29</cx:pt>
          <cx:pt idx="37167">1.25</cx:pt>
          <cx:pt idx="37168">1.25</cx:pt>
          <cx:pt idx="37169">1.6299999999999999</cx:pt>
          <cx:pt idx="37170">0.82999999999999996</cx:pt>
          <cx:pt idx="37171">4.1299999999999999</cx:pt>
          <cx:pt idx="37172">5.79</cx:pt>
          <cx:pt idx="37173">16.629999999999999</cx:pt>
          <cx:pt idx="37174">1.6299999999999999</cx:pt>
          <cx:pt idx="37175">1.6299999999999999</cx:pt>
          <cx:pt idx="37176">2.46</cx:pt>
          <cx:pt idx="37177">5.79</cx:pt>
          <cx:pt idx="37178">2.46</cx:pt>
          <cx:pt idx="37179">15.789999999999999</cx:pt>
          <cx:pt idx="37180">3.29</cx:pt>
          <cx:pt idx="37181">1.6299999999999999</cx:pt>
          <cx:pt idx="37182">5.79</cx:pt>
          <cx:pt idx="37183">0.41999999999999998</cx:pt>
          <cx:pt idx="37184">0.82999999999999996</cx:pt>
          <cx:pt idx="37185">3.29</cx:pt>
          <cx:pt idx="37186">1.25</cx:pt>
          <cx:pt idx="37187">1.25</cx:pt>
          <cx:pt idx="37188">4.25</cx:pt>
          <cx:pt idx="37189">0.82999999999999996</cx:pt>
          <cx:pt idx="37190">1.25</cx:pt>
          <cx:pt idx="37191">1.45</cx:pt>
          <cx:pt idx="37192">4.1500000000000004</cx:pt>
          <cx:pt idx="37193">1.6499999999999999</cx:pt>
          <cx:pt idx="37194">0.41999999999999998</cx:pt>
          <cx:pt idx="37195">2.0800000000000001</cx:pt>
          <cx:pt idx="37196">2.5499999999999998</cx:pt>
          <cx:pt idx="37197">4.9500000000000002</cx:pt>
          <cx:pt idx="37198">3.25</cx:pt>
          <cx:pt idx="37199">2.9500000000000002</cx:pt>
          <cx:pt idx="37200">1.8500000000000001</cx:pt>
          <cx:pt idx="37201">2.9500000000000002</cx:pt>
          <cx:pt idx="37202">3.75</cx:pt>
          <cx:pt idx="37203">4.9500000000000002</cx:pt>
          <cx:pt idx="37204">2.1000000000000001</cx:pt>
          <cx:pt idx="37205">8.5</cx:pt>
          <cx:pt idx="37206">0.55000000000000004</cx:pt>
          <cx:pt idx="37207">3.75</cx:pt>
          <cx:pt idx="37208">1.25</cx:pt>
          <cx:pt idx="37209">3.25</cx:pt>
          <cx:pt idx="37210">2.9500000000000002</cx:pt>
          <cx:pt idx="37211">1.6499999999999999</cx:pt>
          <cx:pt idx="37212">0.41999999999999998</cx:pt>
          <cx:pt idx="37213">0.39000000000000001</cx:pt>
          <cx:pt idx="37214">0.41999999999999998</cx:pt>
          <cx:pt idx="37215">4.1500000000000004</cx:pt>
          <cx:pt idx="37216">1.45</cx:pt>
          <cx:pt idx="37217">2.9500000000000002</cx:pt>
          <cx:pt idx="37218">3.75</cx:pt>
          <cx:pt idx="37219">0.41999999999999998</cx:pt>
          <cx:pt idx="37220">1.6499999999999999</cx:pt>
          <cx:pt idx="37221">4.9500000000000002</cx:pt>
          <cx:pt idx="37222">2.9500000000000002</cx:pt>
          <cx:pt idx="37223">0.28999999999999998</cx:pt>
          <cx:pt idx="37224">1.25</cx:pt>
          <cx:pt idx="37225">1.6899999999999999</cx:pt>
          <cx:pt idx="37226">1.25</cx:pt>
          <cx:pt idx="37227">1.45</cx:pt>
          <cx:pt idx="37228">1.6499999999999999</cx:pt>
          <cx:pt idx="37229">3.75</cx:pt>
          <cx:pt idx="37230">0.84999999999999998</cx:pt>
          <cx:pt idx="37231">4.1500000000000004</cx:pt>
          <cx:pt idx="37232">2.9500000000000002</cx:pt>
          <cx:pt idx="37233">2.5499999999999998</cx:pt>
          <cx:pt idx="37234">2.5499999999999998</cx:pt>
          <cx:pt idx="37235">2.8900000000000001</cx:pt>
          <cx:pt idx="37236">4.1500000000000004</cx:pt>
          <cx:pt idx="37237">1.25</cx:pt>
          <cx:pt idx="37238">8.5</cx:pt>
          <cx:pt idx="37239">1.45</cx:pt>
          <cx:pt idx="37240">0.82999999999999996</cx:pt>
          <cx:pt idx="37241">1.45</cx:pt>
          <cx:pt idx="37242">2.5499999999999998</cx:pt>
          <cx:pt idx="37243">4.9500000000000002</cx:pt>
          <cx:pt idx="37244">4.1500000000000004</cx:pt>
          <cx:pt idx="37245">2.0800000000000001</cx:pt>
          <cx:pt idx="37246">0.82999999999999996</cx:pt>
          <cx:pt idx="37247">1.6499999999999999</cx:pt>
          <cx:pt idx="37248">2.4900000000000002</cx:pt>
          <cx:pt idx="37249">2.5499999999999998</cx:pt>
          <cx:pt idx="37250">1.79</cx:pt>
          <cx:pt idx="37251">0.82999999999999996</cx:pt>
          <cx:pt idx="37252">1.0600000000000001</cx:pt>
          <cx:pt idx="37253">1.45</cx:pt>
          <cx:pt idx="37254">0.41999999999999998</cx:pt>
          <cx:pt idx="37255">1.6499999999999999</cx:pt>
          <cx:pt idx="37256">8.5</cx:pt>
          <cx:pt idx="37257">1.6499999999999999</cx:pt>
          <cx:pt idx="37258">0.65000000000000002</cx:pt>
          <cx:pt idx="37259">2.0800000000000001</cx:pt>
          <cx:pt idx="37260">1.25</cx:pt>
          <cx:pt idx="37261">1.6499999999999999</cx:pt>
          <cx:pt idx="37262">1.6499999999999999</cx:pt>
          <cx:pt idx="37263">1.25</cx:pt>
          <cx:pt idx="37264">1.25</cx:pt>
          <cx:pt idx="37265">8.25</cx:pt>
          <cx:pt idx="37266">0.55000000000000004</cx:pt>
          <cx:pt idx="37267">1.6499999999999999</cx:pt>
          <cx:pt idx="37268">0.84999999999999998</cx:pt>
          <cx:pt idx="37269">0.84999999999999998</cx:pt>
          <cx:pt idx="37270">1.25</cx:pt>
          <cx:pt idx="37271">2.5499999999999998</cx:pt>
          <cx:pt idx="37272">2.5499999999999998</cx:pt>
          <cx:pt idx="37273">1.25</cx:pt>
          <cx:pt idx="37274">2.9500000000000002</cx:pt>
          <cx:pt idx="37275">1.25</cx:pt>
          <cx:pt idx="37276">5.5499999999999998</cx:pt>
          <cx:pt idx="37277">3.75</cx:pt>
          <cx:pt idx="37278">2.25</cx:pt>
          <cx:pt idx="37279">2.25</cx:pt>
          <cx:pt idx="37280">1.45</cx:pt>
          <cx:pt idx="37281">1.25</cx:pt>
          <cx:pt idx="37282">1.25</cx:pt>
          <cx:pt idx="37283">0.41999999999999998</cx:pt>
          <cx:pt idx="37284">2.1000000000000001</cx:pt>
          <cx:pt idx="37285">8.25</cx:pt>
          <cx:pt idx="37286">1.6899999999999999</cx:pt>
          <cx:pt idx="37287">2.1000000000000001</cx:pt>
          <cx:pt idx="37288">1.6499999999999999</cx:pt>
          <cx:pt idx="37289">1.25</cx:pt>
          <cx:pt idx="37290">0.65000000000000002</cx:pt>
          <cx:pt idx="37291">1.25</cx:pt>
          <cx:pt idx="37292">0.55000000000000004</cx:pt>
          <cx:pt idx="37293">1.6499999999999999</cx:pt>
          <cx:pt idx="37294">1.45</cx:pt>
          <cx:pt idx="37295">1.6499999999999999</cx:pt>
          <cx:pt idx="37296">8.25</cx:pt>
          <cx:pt idx="37297">1.6499999999999999</cx:pt>
          <cx:pt idx="37298">0.84999999999999998</cx:pt>
          <cx:pt idx="37299">1.6499999999999999</cx:pt>
          <cx:pt idx="37300">1.6499999999999999</cx:pt>
          <cx:pt idx="37301">4.1500000000000004</cx:pt>
          <cx:pt idx="37302">1.25</cx:pt>
          <cx:pt idx="37303">2.0800000000000001</cx:pt>
          <cx:pt idx="37304">0.84999999999999998</cx:pt>
          <cx:pt idx="37305">8.5</cx:pt>
          <cx:pt idx="37306">3.75</cx:pt>
          <cx:pt idx="37307">1.25</cx:pt>
          <cx:pt idx="37308">2.8900000000000001</cx:pt>
          <cx:pt idx="37309">4.1500000000000004</cx:pt>
          <cx:pt idx="37310">1.25</cx:pt>
          <cx:pt idx="37311">1.25</cx:pt>
          <cx:pt idx="37312">2.4900000000000002</cx:pt>
          <cx:pt idx="37313">4.9500000000000002</cx:pt>
          <cx:pt idx="37314">0.84999999999999998</cx:pt>
          <cx:pt idx="37315">2.8900000000000001</cx:pt>
          <cx:pt idx="37316">2.5499999999999998</cx:pt>
          <cx:pt idx="37317">8.5</cx:pt>
          <cx:pt idx="37318">3.75</cx:pt>
          <cx:pt idx="37319">0.84999999999999998</cx:pt>
          <cx:pt idx="37320">1.25</cx:pt>
          <cx:pt idx="37321">1.6499999999999999</cx:pt>
          <cx:pt idx="37322">2.0800000000000001</cx:pt>
          <cx:pt idx="37323">1.25</cx:pt>
          <cx:pt idx="37324">4.9500000000000002</cx:pt>
          <cx:pt idx="37325">3.75</cx:pt>
          <cx:pt idx="37326">1.45</cx:pt>
          <cx:pt idx="37327">0.39000000000000001</cx:pt>
          <cx:pt idx="37328">4.9500000000000002</cx:pt>
          <cx:pt idx="37329">3.75</cx:pt>
          <cx:pt idx="37330">1.45</cx:pt>
          <cx:pt idx="37331">1.45</cx:pt>
          <cx:pt idx="37332">1.25</cx:pt>
          <cx:pt idx="37333">1.25</cx:pt>
          <cx:pt idx="37334">1.25</cx:pt>
          <cx:pt idx="37335">1.6499999999999999</cx:pt>
          <cx:pt idx="37336">2.0800000000000001</cx:pt>
          <cx:pt idx="37337">1.25</cx:pt>
          <cx:pt idx="37338">0.55000000000000004</cx:pt>
          <cx:pt idx="37339">8.25</cx:pt>
          <cx:pt idx="37340">0.41999999999999998</cx:pt>
          <cx:pt idx="37341">4.1299999999999999</cx:pt>
          <cx:pt idx="37342">4.1299999999999999</cx:pt>
          <cx:pt idx="37343">0.82999999999999996</cx:pt>
          <cx:pt idx="37344">5.79</cx:pt>
          <cx:pt idx="37345">3.29</cx:pt>
          <cx:pt idx="37346">9.9600000000000009</cx:pt>
          <cx:pt idx="37347">4.1299999999999999</cx:pt>
          <cx:pt idx="37348">2.46</cx:pt>
          <cx:pt idx="37349">14.960000000000001</cx:pt>
          <cx:pt idx="37350">2.46</cx:pt>
          <cx:pt idx="37351">0.41999999999999998</cx:pt>
          <cx:pt idx="37352">1.25</cx:pt>
          <cx:pt idx="37353">0.41999999999999998</cx:pt>
          <cx:pt idx="37354">3.29</cx:pt>
          <cx:pt idx="37355">2.46</cx:pt>
          <cx:pt idx="37356">2.46</cx:pt>
          <cx:pt idx="37357">0.41999999999999998</cx:pt>
          <cx:pt idx="37358">3.29</cx:pt>
          <cx:pt idx="37359">1.6299999999999999</cx:pt>
          <cx:pt idx="37360">24.960000000000001</cx:pt>
          <cx:pt idx="37361">2.46</cx:pt>
          <cx:pt idx="37362">0.82999999999999996</cx:pt>
          <cx:pt idx="37363">5.79</cx:pt>
          <cx:pt idx="37364">4.96</cx:pt>
          <cx:pt idx="37365">4.1299999999999999</cx:pt>
          <cx:pt idx="37366">2.46</cx:pt>
          <cx:pt idx="37367">1.25</cx:pt>
          <cx:pt idx="37368">4.1299999999999999</cx:pt>
          <cx:pt idx="37369">1.6299999999999999</cx:pt>
          <cx:pt idx="37370">7.46</cx:pt>
          <cx:pt idx="37371">0.82999999999999996</cx:pt>
          <cx:pt idx="37372">3.29</cx:pt>
          <cx:pt idx="37373">4.1299999999999999</cx:pt>
          <cx:pt idx="37374">4.1299999999999999</cx:pt>
          <cx:pt idx="37375">2.46</cx:pt>
          <cx:pt idx="37376">0.82999999999999996</cx:pt>
          <cx:pt idx="37377">3.29</cx:pt>
          <cx:pt idx="37378">2.46</cx:pt>
          <cx:pt idx="37379">1.6299999999999999</cx:pt>
          <cx:pt idx="37380">4.9500000000000002</cx:pt>
          <cx:pt idx="37381">3.29</cx:pt>
          <cx:pt idx="37382">0.41999999999999998</cx:pt>
          <cx:pt idx="37383">0.82999999999999996</cx:pt>
          <cx:pt idx="37384">7.46</cx:pt>
          <cx:pt idx="37385">5.79</cx:pt>
          <cx:pt idx="37386">3.29</cx:pt>
          <cx:pt idx="37387">1.25</cx:pt>
          <cx:pt idx="37388">1.45</cx:pt>
          <cx:pt idx="37389">1.6899999999999999</cx:pt>
          <cx:pt idx="37390">1.25</cx:pt>
          <cx:pt idx="37391">1.6499999999999999</cx:pt>
          <cx:pt idx="37392">1.6499999999999999</cx:pt>
          <cx:pt idx="37393">8.25</cx:pt>
          <cx:pt idx="37394">3.75</cx:pt>
          <cx:pt idx="37395">2.5499999999999998</cx:pt>
          <cx:pt idx="37396">0.84999999999999998</cx:pt>
          <cx:pt idx="37397">1.25</cx:pt>
          <cx:pt idx="37398">1.0600000000000001</cx:pt>
          <cx:pt idx="37399">1.45</cx:pt>
          <cx:pt idx="37400">3.3900000000000001</cx:pt>
          <cx:pt idx="37401">4.9500000000000002</cx:pt>
          <cx:pt idx="37402">3.9500000000000002</cx:pt>
          <cx:pt idx="37403">0.41999999999999998</cx:pt>
          <cx:pt idx="37404">2.4900000000000002</cx:pt>
          <cx:pt idx="37405">1.45</cx:pt>
          <cx:pt idx="37406">1.45</cx:pt>
          <cx:pt idx="37407">1.6499999999999999</cx:pt>
          <cx:pt idx="37408">1.25</cx:pt>
          <cx:pt idx="37409">2.1000000000000001</cx:pt>
          <cx:pt idx="37410">1.25</cx:pt>
          <cx:pt idx="37411">2.5499999999999998</cx:pt>
          <cx:pt idx="37412">1.6899999999999999</cx:pt>
          <cx:pt idx="37413">8.5</cx:pt>
          <cx:pt idx="37414">8.25</cx:pt>
          <cx:pt idx="37415">6.3499999999999996</cx:pt>
          <cx:pt idx="37416">3.75</cx:pt>
          <cx:pt idx="37417">2.8900000000000001</cx:pt>
          <cx:pt idx="37418">2.0800000000000001</cx:pt>
          <cx:pt idx="37419">1.45</cx:pt>
          <cx:pt idx="37420">0.41999999999999998</cx:pt>
          <cx:pt idx="37421">2.4900000000000002</cx:pt>
          <cx:pt idx="37422">1.45</cx:pt>
          <cx:pt idx="37423">1.25</cx:pt>
          <cx:pt idx="37424">12.75</cx:pt>
          <cx:pt idx="37425">0.84999999999999998</cx:pt>
          <cx:pt idx="37426">2.0800000000000001</cx:pt>
          <cx:pt idx="37427">8.25</cx:pt>
          <cx:pt idx="37428">8.25</cx:pt>
          <cx:pt idx="37429">1.45</cx:pt>
          <cx:pt idx="37430">8.25</cx:pt>
          <cx:pt idx="37431">8.25</cx:pt>
          <cx:pt idx="37432">1.25</cx:pt>
          <cx:pt idx="37433">0.41999999999999998</cx:pt>
          <cx:pt idx="37434">1.6499999999999999</cx:pt>
          <cx:pt idx="37435">4.9500000000000002</cx:pt>
          <cx:pt idx="37436">2.5499999999999998</cx:pt>
          <cx:pt idx="37437">2.25</cx:pt>
          <cx:pt idx="37438">0.55000000000000004</cx:pt>
          <cx:pt idx="37439">0.84999999999999998</cx:pt>
          <cx:pt idx="37440">8.25</cx:pt>
          <cx:pt idx="37441">2.0800000000000001</cx:pt>
          <cx:pt idx="37442">1.25</cx:pt>
          <cx:pt idx="37443">0.41999999999999998</cx:pt>
          <cx:pt idx="37444">4.1500000000000004</cx:pt>
          <cx:pt idx="37445">4.9500000000000002</cx:pt>
          <cx:pt idx="37446">4.9500000000000002</cx:pt>
          <cx:pt idx="37447">3.25</cx:pt>
          <cx:pt idx="37448">2.9500000000000002</cx:pt>
          <cx:pt idx="37449">3.75</cx:pt>
          <cx:pt idx="37450">7.9500000000000002</cx:pt>
          <cx:pt idx="37451">1.6499999999999999</cx:pt>
          <cx:pt idx="37452">3.75</cx:pt>
          <cx:pt idx="37453">2.0800000000000001</cx:pt>
          <cx:pt idx="37454">4.9500000000000002</cx:pt>
          <cx:pt idx="37455">2.5499999999999998</cx:pt>
          <cx:pt idx="37456">12.75</cx:pt>
          <cx:pt idx="37457">8.5</cx:pt>
          <cx:pt idx="37458">14.949999999999999</cx:pt>
          <cx:pt idx="37459">1.45</cx:pt>
          <cx:pt idx="37460">1.25</cx:pt>
          <cx:pt idx="37461">2.1000000000000001</cx:pt>
          <cx:pt idx="37462">1.6499999999999999</cx:pt>
          <cx:pt idx="37463">4.9500000000000002</cx:pt>
          <cx:pt idx="37464">1.25</cx:pt>
          <cx:pt idx="37465">8.25</cx:pt>
          <cx:pt idx="37466">4.9500000000000002</cx:pt>
          <cx:pt idx="37467">8.25</cx:pt>
          <cx:pt idx="37468">8.25</cx:pt>
          <cx:pt idx="37469">2.8900000000000001</cx:pt>
          <cx:pt idx="37470">0.84999999999999998</cx:pt>
          <cx:pt idx="37471">1.25</cx:pt>
          <cx:pt idx="37472">1.25</cx:pt>
          <cx:pt idx="37473">1.45</cx:pt>
          <cx:pt idx="37474">2.9500000000000002</cx:pt>
          <cx:pt idx="37475">2.9500000000000002</cx:pt>
          <cx:pt idx="37476">2.9500000000000002</cx:pt>
          <cx:pt idx="37477">0.41999999999999998</cx:pt>
          <cx:pt idx="37478">1.6499999999999999</cx:pt>
          <cx:pt idx="37479">1.6499999999999999</cx:pt>
          <cx:pt idx="37480">0.65000000000000002</cx:pt>
          <cx:pt idx="37481">2.4900000000000002</cx:pt>
          <cx:pt idx="37482">1.6499999999999999</cx:pt>
          <cx:pt idx="37483">1.45</cx:pt>
          <cx:pt idx="37484">0.84999999999999998</cx:pt>
          <cx:pt idx="37485">9.9499999999999993</cx:pt>
          <cx:pt idx="37486">2.5499999999999998</cx:pt>
          <cx:pt idx="37487">2.9500000000000002</cx:pt>
          <cx:pt idx="37488">1.45</cx:pt>
          <cx:pt idx="37489">2.5499999999999998</cx:pt>
          <cx:pt idx="37490">14.949999999999999</cx:pt>
          <cx:pt idx="37491">1.25</cx:pt>
          <cx:pt idx="37492">1.25</cx:pt>
          <cx:pt idx="37493">2.8900000000000001</cx:pt>
          <cx:pt idx="37494">1.25</cx:pt>
          <cx:pt idx="37495">1.45</cx:pt>
          <cx:pt idx="37496">2.8900000000000001</cx:pt>
          <cx:pt idx="37497">4.1500000000000004</cx:pt>
          <cx:pt idx="37498">3.9500000000000002</cx:pt>
          <cx:pt idx="37499">4.9500000000000002</cx:pt>
          <cx:pt idx="37500">8.25</cx:pt>
          <cx:pt idx="37501">4.1500000000000004</cx:pt>
          <cx:pt idx="37502">1.6899999999999999</cx:pt>
          <cx:pt idx="37503">1.6899999999999999</cx:pt>
          <cx:pt idx="37504">1.25</cx:pt>
          <cx:pt idx="37505">1.25</cx:pt>
          <cx:pt idx="37506">2.0800000000000001</cx:pt>
          <cx:pt idx="37507">4.9500000000000002</cx:pt>
          <cx:pt idx="37508">12.75</cx:pt>
          <cx:pt idx="37509">0.41999999999999998</cx:pt>
          <cx:pt idx="37510">1.45</cx:pt>
          <cx:pt idx="37511">0.84999999999999998</cx:pt>
          <cx:pt idx="37512">4.1500000000000004</cx:pt>
          <cx:pt idx="37513">3.25</cx:pt>
          <cx:pt idx="37514">2.9500000000000002</cx:pt>
          <cx:pt idx="37515">1.6499999999999999</cx:pt>
          <cx:pt idx="37516">24.960000000000001</cx:pt>
          <cx:pt idx="37517">12.460000000000001</cx:pt>
          <cx:pt idx="37518">4.1299999999999999</cx:pt>
          <cx:pt idx="37519">10.789999999999999</cx:pt>
          <cx:pt idx="37520">16.629999999999999</cx:pt>
          <cx:pt idx="37521">16.629999999999999</cx:pt>
          <cx:pt idx="37522">4.1299999999999999</cx:pt>
          <cx:pt idx="37523">10.789999999999999</cx:pt>
          <cx:pt idx="37524">5.79</cx:pt>
          <cx:pt idx="37525">3.29</cx:pt>
          <cx:pt idx="37526">3.29</cx:pt>
          <cx:pt idx="37527">3.29</cx:pt>
          <cx:pt idx="37528">14.130000000000001</cx:pt>
          <cx:pt idx="37529">2.46</cx:pt>
          <cx:pt idx="37530">4.96</cx:pt>
          <cx:pt idx="37531">4.1299999999999999</cx:pt>
          <cx:pt idx="37532">9.9499999999999993</cx:pt>
          <cx:pt idx="37533">1.25</cx:pt>
          <cx:pt idx="37534">2.9500000000000002</cx:pt>
          <cx:pt idx="37535">1.45</cx:pt>
          <cx:pt idx="37536">4.9500000000000002</cx:pt>
          <cx:pt idx="37537">4.9500000000000002</cx:pt>
          <cx:pt idx="37538">1.6499999999999999</cx:pt>
          <cx:pt idx="37539">2.9500000000000002</cx:pt>
          <cx:pt idx="37540">2.5499999999999998</cx:pt>
          <cx:pt idx="37541">1.45</cx:pt>
          <cx:pt idx="37542">2.1000000000000001</cx:pt>
          <cx:pt idx="37543">2.5499999999999998</cx:pt>
          <cx:pt idx="37544">1.6899999999999999</cx:pt>
          <cx:pt idx="37545">4.9500000000000002</cx:pt>
          <cx:pt idx="37546">8.5</cx:pt>
          <cx:pt idx="37547">5.79</cx:pt>
          <cx:pt idx="37548">4.1299999999999999</cx:pt>
          <cx:pt idx="37549">2.46</cx:pt>
          <cx:pt idx="37550">2.46</cx:pt>
          <cx:pt idx="37551">15.789999999999999</cx:pt>
          <cx:pt idx="37552">4.1299999999999999</cx:pt>
          <cx:pt idx="37553">1.25</cx:pt>
          <cx:pt idx="37554">2.46</cx:pt>
          <cx:pt idx="37555">3.29</cx:pt>
          <cx:pt idx="37556">0.41999999999999998</cx:pt>
          <cx:pt idx="37557">6.6299999999999999</cx:pt>
          <cx:pt idx="37558">1.6299999999999999</cx:pt>
          <cx:pt idx="37559">9.1300000000000008</cx:pt>
          <cx:pt idx="37560">1.25</cx:pt>
          <cx:pt idx="37561">2.46</cx:pt>
          <cx:pt idx="37562">1.25</cx:pt>
          <cx:pt idx="37563">1.25</cx:pt>
          <cx:pt idx="37564">1.6299999999999999</cx:pt>
          <cx:pt idx="37565">3.75</cx:pt>
          <cx:pt idx="37566">1.45</cx:pt>
          <cx:pt idx="37567">2.5499999999999998</cx:pt>
          <cx:pt idx="37568">1.45</cx:pt>
          <cx:pt idx="37569">0.84999999999999998</cx:pt>
          <cx:pt idx="37570">0.39000000000000001</cx:pt>
          <cx:pt idx="37571">2.0800000000000001</cx:pt>
          <cx:pt idx="37572">4.9500000000000002</cx:pt>
          <cx:pt idx="37573">0.84999999999999998</cx:pt>
          <cx:pt idx="37574">8.25</cx:pt>
          <cx:pt idx="37575">4.25</cx:pt>
          <cx:pt idx="37576">1.25</cx:pt>
          <cx:pt idx="37577">0.55000000000000004</cx:pt>
          <cx:pt idx="37578">1.6499999999999999</cx:pt>
          <cx:pt idx="37579">2.8900000000000001</cx:pt>
          <cx:pt idx="37580">1.25</cx:pt>
          <cx:pt idx="37581">1.45</cx:pt>
          <cx:pt idx="37582">2.25</cx:pt>
          <cx:pt idx="37583">6.9500000000000002</cx:pt>
          <cx:pt idx="37584">2.25</cx:pt>
          <cx:pt idx="37585">1.25</cx:pt>
          <cx:pt idx="37586">1.6499999999999999</cx:pt>
          <cx:pt idx="37587">0.41999999999999998</cx:pt>
          <cx:pt idx="37588">1.6899999999999999</cx:pt>
          <cx:pt idx="37589">0.84999999999999998</cx:pt>
          <cx:pt idx="37590">14.949999999999999</cx:pt>
          <cx:pt idx="37591">3.29</cx:pt>
          <cx:pt idx="37592">6.6299999999999999</cx:pt>
          <cx:pt idx="37593">12.460000000000001</cx:pt>
          <cx:pt idx="37594">8.2899999999999991</cx:pt>
          <cx:pt idx="37595">4.1299999999999999</cx:pt>
          <cx:pt idx="37596">1.6299999999999999</cx:pt>
          <cx:pt idx="37597">4.96</cx:pt>
          <cx:pt idx="37598">2.46</cx:pt>
          <cx:pt idx="37599">9.1300000000000008</cx:pt>
          <cx:pt idx="37600">4.9500000000000002</cx:pt>
          <cx:pt idx="37601">1.25</cx:pt>
          <cx:pt idx="37602">2.25</cx:pt>
          <cx:pt idx="37603">2.25</cx:pt>
          <cx:pt idx="37604">1.25</cx:pt>
          <cx:pt idx="37605">0.41999999999999998</cx:pt>
          <cx:pt idx="37606">1.6899999999999999</cx:pt>
          <cx:pt idx="37607">0.84999999999999998</cx:pt>
          <cx:pt idx="37608">1.25</cx:pt>
          <cx:pt idx="37609">1.45</cx:pt>
          <cx:pt idx="37610">2.9500000000000002</cx:pt>
          <cx:pt idx="37611">2.0800000000000001</cx:pt>
          <cx:pt idx="37612">0.65000000000000002</cx:pt>
          <cx:pt idx="37613">2.9500000000000002</cx:pt>
          <cx:pt idx="37614">0.65000000000000002</cx:pt>
          <cx:pt idx="37615">2.25</cx:pt>
          <cx:pt idx="37616">2.25</cx:pt>
          <cx:pt idx="37617">1.25</cx:pt>
          <cx:pt idx="37618">12.75</cx:pt>
          <cx:pt idx="37619">7.0800000000000001</cx:pt>
          <cx:pt idx="37620">1.45</cx:pt>
          <cx:pt idx="37621">4.1500000000000004</cx:pt>
          <cx:pt idx="37622">2.1000000000000001</cx:pt>
          <cx:pt idx="37623">12.75</cx:pt>
          <cx:pt idx="37624">1.45</cx:pt>
          <cx:pt idx="37625">1.25</cx:pt>
          <cx:pt idx="37626">1.25</cx:pt>
          <cx:pt idx="37627">0.41999999999999998</cx:pt>
          <cx:pt idx="37628">0.41999999999999998</cx:pt>
          <cx:pt idx="37629">6.9500000000000002</cx:pt>
          <cx:pt idx="37630">1.25</cx:pt>
          <cx:pt idx="37631">1.25</cx:pt>
          <cx:pt idx="37632">0.55000000000000004</cx:pt>
          <cx:pt idx="37633">1.6499999999999999</cx:pt>
          <cx:pt idx="37634">8.25</cx:pt>
          <cx:pt idx="37635">4.9500000000000002</cx:pt>
          <cx:pt idx="37636">1.6499999999999999</cx:pt>
          <cx:pt idx="37637">2.5499999999999998</cx:pt>
          <cx:pt idx="37638">4.1500000000000004</cx:pt>
          <cx:pt idx="37639">0.41999999999999998</cx:pt>
          <cx:pt idx="37640">1.25</cx:pt>
          <cx:pt idx="37641">8.25</cx:pt>
          <cx:pt idx="37642">1.45</cx:pt>
          <cx:pt idx="37643">8.5</cx:pt>
          <cx:pt idx="37644">2.9500000000000002</cx:pt>
          <cx:pt idx="37645">1.6499999999999999</cx:pt>
          <cx:pt idx="37646">8.25</cx:pt>
          <cx:pt idx="37647">2.8900000000000001</cx:pt>
          <cx:pt idx="37648">1.45</cx:pt>
          <cx:pt idx="37649">2.1000000000000001</cx:pt>
          <cx:pt idx="37650">4.1500000000000004</cx:pt>
          <cx:pt idx="37651">1.25</cx:pt>
          <cx:pt idx="37652">1.25</cx:pt>
          <cx:pt idx="37653">0.55000000000000004</cx:pt>
          <cx:pt idx="37654">1.6499999999999999</cx:pt>
          <cx:pt idx="37655">1.6499999999999999</cx:pt>
          <cx:pt idx="37656">7.6500000000000004</cx:pt>
          <cx:pt idx="37657">2.9500000000000002</cx:pt>
          <cx:pt idx="37658">1.25</cx:pt>
          <cx:pt idx="37659">1.25</cx:pt>
          <cx:pt idx="37660">2.5499999999999998</cx:pt>
          <cx:pt idx="37661">1.45</cx:pt>
          <cx:pt idx="37662">1.6899999999999999</cx:pt>
          <cx:pt idx="37663">4.9500000000000002</cx:pt>
          <cx:pt idx="37664">3.9500000000000002</cx:pt>
          <cx:pt idx="37665">6.9500000000000002</cx:pt>
          <cx:pt idx="37666">2.5499999999999998</cx:pt>
          <cx:pt idx="37667">12.75</cx:pt>
          <cx:pt idx="37668">1.45</cx:pt>
          <cx:pt idx="37669">3.75</cx:pt>
          <cx:pt idx="37670">2.4900000000000002</cx:pt>
          <cx:pt idx="37671">4.6500000000000004</cx:pt>
          <cx:pt idx="37672">1.6499999999999999</cx:pt>
          <cx:pt idx="37673">1.6899999999999999</cx:pt>
          <cx:pt idx="37674">3.75</cx:pt>
          <cx:pt idx="37675">4.9500000000000002</cx:pt>
          <cx:pt idx="37676">4.1500000000000004</cx:pt>
          <cx:pt idx="37677">2.9500000000000002</cx:pt>
          <cx:pt idx="37678">2.1000000000000001</cx:pt>
          <cx:pt idx="37679">1.25</cx:pt>
          <cx:pt idx="37680">1.25</cx:pt>
          <cx:pt idx="37681">1.6499999999999999</cx:pt>
          <cx:pt idx="37682">2.8900000000000001</cx:pt>
          <cx:pt idx="37683">1.6499999999999999</cx:pt>
          <cx:pt idx="37684">0.84999999999999998</cx:pt>
          <cx:pt idx="37685">2.8900000000000001</cx:pt>
          <cx:pt idx="37686">4.9500000000000002</cx:pt>
          <cx:pt idx="37687">3.25</cx:pt>
          <cx:pt idx="37688">0.65000000000000002</cx:pt>
          <cx:pt idx="37689">0.39000000000000001</cx:pt>
          <cx:pt idx="37690">2.9500000000000002</cx:pt>
          <cx:pt idx="37691">0.41999999999999998</cx:pt>
          <cx:pt idx="37692">6.9500000000000002</cx:pt>
          <cx:pt idx="37693">6.9500000000000002</cx:pt>
          <cx:pt idx="37694">6.9500000000000002</cx:pt>
          <cx:pt idx="37695">0.41999999999999998</cx:pt>
          <cx:pt idx="37696">4.1500000000000004</cx:pt>
          <cx:pt idx="37697">1.45</cx:pt>
          <cx:pt idx="37698">6.9500000000000002</cx:pt>
          <cx:pt idx="37699">2.1000000000000001</cx:pt>
          <cx:pt idx="37700">4.9500000000000002</cx:pt>
          <cx:pt idx="37701">7.6500000000000004</cx:pt>
          <cx:pt idx="37702">4.9500000000000002</cx:pt>
          <cx:pt idx="37703">1.25</cx:pt>
          <cx:pt idx="37704">4.6500000000000004</cx:pt>
          <cx:pt idx="37705">7.0800000000000001</cx:pt>
          <cx:pt idx="37706">2.5499999999999998</cx:pt>
          <cx:pt idx="37707">9.9499999999999993</cx:pt>
          <cx:pt idx="37708">4.9500000000000002</cx:pt>
          <cx:pt idx="37709">2.8900000000000001</cx:pt>
          <cx:pt idx="37710">1.25</cx:pt>
          <cx:pt idx="37711">8.5</cx:pt>
          <cx:pt idx="37712">0.41999999999999998</cx:pt>
          <cx:pt idx="37713">2.0800000000000001</cx:pt>
          <cx:pt idx="37714">5.9500000000000002</cx:pt>
          <cx:pt idx="37715">0.55000000000000004</cx:pt>
          <cx:pt idx="37716">0.41999999999999998</cx:pt>
          <cx:pt idx="37717">2.0800000000000001</cx:pt>
          <cx:pt idx="37718">1.6499999999999999</cx:pt>
          <cx:pt idx="37719">3.75</cx:pt>
          <cx:pt idx="37720">2.1000000000000001</cx:pt>
          <cx:pt idx="37721">7.0800000000000001</cx:pt>
          <cx:pt idx="37722">0.41999999999999998</cx:pt>
          <cx:pt idx="37723">4.1500000000000004</cx:pt>
          <cx:pt idx="37724">1.25</cx:pt>
          <cx:pt idx="37725">2.5499999999999998</cx:pt>
          <cx:pt idx="37726">3.75</cx:pt>
          <cx:pt idx="37727">1.6499999999999999</cx:pt>
          <cx:pt idx="37728">1.6499999999999999</cx:pt>
          <cx:pt idx="37729">1.25</cx:pt>
          <cx:pt idx="37730">0.39000000000000001</cx:pt>
          <cx:pt idx="37731">2.9500000000000002</cx:pt>
          <cx:pt idx="37732">1.25</cx:pt>
          <cx:pt idx="37733">3.75</cx:pt>
          <cx:pt idx="37734">2.9500000000000002</cx:pt>
          <cx:pt idx="37735">4.1500000000000004</cx:pt>
          <cx:pt idx="37736">2.1000000000000001</cx:pt>
          <cx:pt idx="37737">0.41999999999999998</cx:pt>
          <cx:pt idx="37738">4.9500000000000002</cx:pt>
          <cx:pt idx="37739">1.6499999999999999</cx:pt>
          <cx:pt idx="37740">6.9500000000000002</cx:pt>
          <cx:pt idx="37741">2.5499999999999998</cx:pt>
          <cx:pt idx="37742">8.5</cx:pt>
          <cx:pt idx="37743">4.1500000000000004</cx:pt>
          <cx:pt idx="37744">5.9500000000000002</cx:pt>
          <cx:pt idx="37745">5.79</cx:pt>
          <cx:pt idx="37746">4.1299999999999999</cx:pt>
          <cx:pt idx="37747">10.789999999999999</cx:pt>
          <cx:pt idx="37748">1.6299999999999999</cx:pt>
          <cx:pt idx="37749">2.46</cx:pt>
          <cx:pt idx="37750">2.46</cx:pt>
          <cx:pt idx="37751">0.41999999999999998</cx:pt>
          <cx:pt idx="37752">15.789999999999999</cx:pt>
          <cx:pt idx="37753">5.79</cx:pt>
          <cx:pt idx="37754">0.41999999999999998</cx:pt>
          <cx:pt idx="37755">8.2899999999999991</cx:pt>
          <cx:pt idx="37756">3.29</cx:pt>
          <cx:pt idx="37757">2.46</cx:pt>
          <cx:pt idx="37758">0.82999999999999996</cx:pt>
          <cx:pt idx="37759">4.96</cx:pt>
          <cx:pt idx="37760">1.25</cx:pt>
          <cx:pt idx="37761">2.46</cx:pt>
          <cx:pt idx="37762">1.25</cx:pt>
          <cx:pt idx="37763">8.2899999999999991</cx:pt>
          <cx:pt idx="37764">0.82999999999999996</cx:pt>
          <cx:pt idx="37765">4.1299999999999999</cx:pt>
          <cx:pt idx="37766">6.9500000000000002</cx:pt>
          <cx:pt idx="37767">2.9500000000000002</cx:pt>
          <cx:pt idx="37768">14.949999999999999</cx:pt>
          <cx:pt idx="37769">3.75</cx:pt>
          <cx:pt idx="37770">6.9500000000000002</cx:pt>
          <cx:pt idx="37771">1.45</cx:pt>
          <cx:pt idx="37772">2.9500000000000002</cx:pt>
          <cx:pt idx="37773">0.65000000000000002</cx:pt>
          <cx:pt idx="37774">0.41999999999999998</cx:pt>
          <cx:pt idx="37775">1.6499999999999999</cx:pt>
          <cx:pt idx="37776">4.9500000000000002</cx:pt>
          <cx:pt idx="37777">0.41999999999999998</cx:pt>
          <cx:pt idx="37778">4.6500000000000004</cx:pt>
          <cx:pt idx="37779">1.6499999999999999</cx:pt>
          <cx:pt idx="37780">0.84999999999999998</cx:pt>
          <cx:pt idx="37781">1.6499999999999999</cx:pt>
          <cx:pt idx="37782">2.0800000000000001</cx:pt>
          <cx:pt idx="37783">1.6899999999999999</cx:pt>
          <cx:pt idx="37784">12.75</cx:pt>
          <cx:pt idx="37785">2.4900000000000002</cx:pt>
          <cx:pt idx="37786">1.45</cx:pt>
          <cx:pt idx="37787">1.6899999999999999</cx:pt>
          <cx:pt idx="37788">3.75</cx:pt>
          <cx:pt idx="37789">14.949999999999999</cx:pt>
          <cx:pt idx="37790">4.9500000000000002</cx:pt>
          <cx:pt idx="37791">1.6499999999999999</cx:pt>
          <cx:pt idx="37792">1.45</cx:pt>
          <cx:pt idx="37793">2.25</cx:pt>
          <cx:pt idx="37794">2.25</cx:pt>
          <cx:pt idx="37795">1.6499999999999999</cx:pt>
          <cx:pt idx="37796">1.6899999999999999</cx:pt>
          <cx:pt idx="37797">1.45</cx:pt>
          <cx:pt idx="37798">2.8900000000000001</cx:pt>
          <cx:pt idx="37799">4.1500000000000004</cx:pt>
          <cx:pt idx="37800">2.4900000000000002</cx:pt>
          <cx:pt idx="37801">1.25</cx:pt>
          <cx:pt idx="37802">2.1000000000000001</cx:pt>
          <cx:pt idx="37803">9.9499999999999993</cx:pt>
          <cx:pt idx="37804">1.45</cx:pt>
          <cx:pt idx="37805">3.75</cx:pt>
          <cx:pt idx="37806">2.4900000000000002</cx:pt>
          <cx:pt idx="37807">2.4900000000000002</cx:pt>
          <cx:pt idx="37808">1.6499999999999999</cx:pt>
          <cx:pt idx="37809">7.0800000000000001</cx:pt>
          <cx:pt idx="37810">7.0800000000000001</cx:pt>
          <cx:pt idx="37811">3.75</cx:pt>
          <cx:pt idx="37812">8.25</cx:pt>
          <cx:pt idx="37813">8.5</cx:pt>
          <cx:pt idx="37814">1.45</cx:pt>
          <cx:pt idx="37815">0.65000000000000002</cx:pt>
          <cx:pt idx="37816">0.84999999999999998</cx:pt>
          <cx:pt idx="37817">2.1000000000000001</cx:pt>
          <cx:pt idx="37818">2.9500000000000002</cx:pt>
          <cx:pt idx="37819">1.6499999999999999</cx:pt>
          <cx:pt idx="37820">1.6499999999999999</cx:pt>
          <cx:pt idx="37821">1.6499999999999999</cx:pt>
          <cx:pt idx="37822">1.6499999999999999</cx:pt>
          <cx:pt idx="37823">8.25</cx:pt>
          <cx:pt idx="37824">8.5</cx:pt>
          <cx:pt idx="37825">3.9500000000000002</cx:pt>
          <cx:pt idx="37826">1.6499999999999999</cx:pt>
          <cx:pt idx="37827">2.1000000000000001</cx:pt>
          <cx:pt idx="37828">4.9500000000000002</cx:pt>
          <cx:pt idx="37829">1.45</cx:pt>
          <cx:pt idx="37830">0.84999999999999998</cx:pt>
          <cx:pt idx="37831">1.6899999999999999</cx:pt>
          <cx:pt idx="37832">1.45</cx:pt>
          <cx:pt idx="37833">4.1500000000000004</cx:pt>
          <cx:pt idx="37834">2.9500000000000002</cx:pt>
          <cx:pt idx="37835">0.41999999999999998</cx:pt>
          <cx:pt idx="37836">2.0800000000000001</cx:pt>
          <cx:pt idx="37837">7.0800000000000001</cx:pt>
          <cx:pt idx="37838">0.65000000000000002</cx:pt>
          <cx:pt idx="37839">1.45</cx:pt>
          <cx:pt idx="37840">1.25</cx:pt>
          <cx:pt idx="37841">2.9500000000000002</cx:pt>
          <cx:pt idx="37842">12.75</cx:pt>
          <cx:pt idx="37843">1.6499999999999999</cx:pt>
          <cx:pt idx="37844">1.45</cx:pt>
          <cx:pt idx="37845">8.25</cx:pt>
          <cx:pt idx="37846">7.6500000000000004</cx:pt>
          <cx:pt idx="37847">2.5499999999999998</cx:pt>
          <cx:pt idx="37848">2.0800000000000001</cx:pt>
          <cx:pt idx="37849">8.5</cx:pt>
          <cx:pt idx="37850">1.45</cx:pt>
          <cx:pt idx="37851">2.0800000000000001</cx:pt>
          <cx:pt idx="37852">1.6499999999999999</cx:pt>
          <cx:pt idx="37853">12.75</cx:pt>
          <cx:pt idx="37854">4.9500000000000002</cx:pt>
          <cx:pt idx="37855">2.9500000000000002</cx:pt>
          <cx:pt idx="37856">3.75</cx:pt>
          <cx:pt idx="37857">4.9500000000000002</cx:pt>
          <cx:pt idx="37858">8.25</cx:pt>
          <cx:pt idx="37859">4.25</cx:pt>
          <cx:pt idx="37860">1.6899999999999999</cx:pt>
          <cx:pt idx="37861">0.84999999999999998</cx:pt>
          <cx:pt idx="37862">1.25</cx:pt>
          <cx:pt idx="37863">2.4900000000000002</cx:pt>
          <cx:pt idx="37864">2.4900000000000002</cx:pt>
          <cx:pt idx="37865">1.25</cx:pt>
          <cx:pt idx="37866">1.25</cx:pt>
          <cx:pt idx="37867">1.25</cx:pt>
          <cx:pt idx="37868">2.0800000000000001</cx:pt>
          <cx:pt idx="37869">0.84999999999999998</cx:pt>
          <cx:pt idx="37870">24.960000000000001</cx:pt>
          <cx:pt idx="37871">4.1299999999999999</cx:pt>
          <cx:pt idx="37872">4.1299999999999999</cx:pt>
          <cx:pt idx="37873">3.75</cx:pt>
          <cx:pt idx="37874">10.789999999999999</cx:pt>
          <cx:pt idx="37875">2.46</cx:pt>
          <cx:pt idx="37876">16.629999999999999</cx:pt>
          <cx:pt idx="37877">4.1299999999999999</cx:pt>
          <cx:pt idx="37878">12.460000000000001</cx:pt>
          <cx:pt idx="37879">5.79</cx:pt>
          <cx:pt idx="37880">8.2899999999999991</cx:pt>
          <cx:pt idx="37881">3.29</cx:pt>
          <cx:pt idx="37882">3.29</cx:pt>
          <cx:pt idx="37883">1.25</cx:pt>
          <cx:pt idx="37884">14.130000000000001</cx:pt>
          <cx:pt idx="37885">4.1299999999999999</cx:pt>
          <cx:pt idx="37886">1.6299999999999999</cx:pt>
          <cx:pt idx="37887">8.5</cx:pt>
          <cx:pt idx="37888">1.04</cx:pt>
          <cx:pt idx="37889">2.9500000000000002</cx:pt>
          <cx:pt idx="37890">0.41999999999999998</cx:pt>
          <cx:pt idx="37891">1.45</cx:pt>
          <cx:pt idx="37892">0.84999999999999998</cx:pt>
          <cx:pt idx="37893">0.39000000000000001</cx:pt>
          <cx:pt idx="37894">4.25</cx:pt>
          <cx:pt idx="37895">3.75</cx:pt>
          <cx:pt idx="37896">1.6499999999999999</cx:pt>
          <cx:pt idx="37897">4.9500000000000002</cx:pt>
          <cx:pt idx="37898">1.45</cx:pt>
          <cx:pt idx="37899">1.0600000000000001</cx:pt>
          <cx:pt idx="37900">1.0600000000000001</cx:pt>
          <cx:pt idx="37901">0.84999999999999998</cx:pt>
          <cx:pt idx="37902">0.55000000000000004</cx:pt>
          <cx:pt idx="37903">0.55000000000000004</cx:pt>
          <cx:pt idx="37904">1.45</cx:pt>
          <cx:pt idx="37905">4.9500000000000002</cx:pt>
          <cx:pt idx="37906">0.41999999999999998</cx:pt>
          <cx:pt idx="37907">1.25</cx:pt>
          <cx:pt idx="37908">8.25</cx:pt>
          <cx:pt idx="37909">0.84999999999999998</cx:pt>
          <cx:pt idx="37910">1.6899999999999999</cx:pt>
          <cx:pt idx="37911">1.6499999999999999</cx:pt>
          <cx:pt idx="37912">1.6499999999999999</cx:pt>
          <cx:pt idx="37913">1.6499999999999999</cx:pt>
          <cx:pt idx="37914">4.9500000000000002</cx:pt>
          <cx:pt idx="37915">9.9499999999999993</cx:pt>
          <cx:pt idx="37916">2.0800000000000001</cx:pt>
          <cx:pt idx="37917">0.65000000000000002</cx:pt>
          <cx:pt idx="37918">1.25</cx:pt>
          <cx:pt idx="37919">0.65000000000000002</cx:pt>
          <cx:pt idx="37920">2.9500000000000002</cx:pt>
          <cx:pt idx="37921">3.75</cx:pt>
          <cx:pt idx="37922">1.45</cx:pt>
          <cx:pt idx="37923">4.1500000000000004</cx:pt>
          <cx:pt idx="37924">3.75</cx:pt>
          <cx:pt idx="37925">4.25</cx:pt>
          <cx:pt idx="37926">1.25</cx:pt>
          <cx:pt idx="37927">4.1500000000000004</cx:pt>
          <cx:pt idx="37928">2.4900000000000002</cx:pt>
          <cx:pt idx="37929">1.45</cx:pt>
          <cx:pt idx="37930">0.41999999999999998</cx:pt>
          <cx:pt idx="37931">0.41999999999999998</cx:pt>
          <cx:pt idx="37932">1.45</cx:pt>
          <cx:pt idx="37933">7.6500000000000004</cx:pt>
          <cx:pt idx="37934">2.9500000000000002</cx:pt>
          <cx:pt idx="37935">1.45</cx:pt>
          <cx:pt idx="37936">1.25</cx:pt>
          <cx:pt idx="37937">0.41999999999999998</cx:pt>
          <cx:pt idx="37938">4.25</cx:pt>
          <cx:pt idx="37939">1.6899999999999999</cx:pt>
          <cx:pt idx="37940">12.75</cx:pt>
          <cx:pt idx="37941">0.41999999999999998</cx:pt>
          <cx:pt idx="37942">2.5499999999999998</cx:pt>
          <cx:pt idx="37943">12.75</cx:pt>
          <cx:pt idx="37944">6.9500000000000002</cx:pt>
          <cx:pt idx="37945">4.6500000000000004</cx:pt>
          <cx:pt idx="37946">1.6499999999999999</cx:pt>
          <cx:pt idx="37947">8.5</cx:pt>
          <cx:pt idx="37948">0.41999999999999998</cx:pt>
          <cx:pt idx="37949">1.45</cx:pt>
          <cx:pt idx="37950">4.25</cx:pt>
          <cx:pt idx="37951">0.41999999999999998</cx:pt>
          <cx:pt idx="37952">4.9500000000000002</cx:pt>
          <cx:pt idx="37953">2.0800000000000001</cx:pt>
          <cx:pt idx="37954">2.0800000000000001</cx:pt>
          <cx:pt idx="37955">1.6499999999999999</cx:pt>
          <cx:pt idx="37956">0.41999999999999998</cx:pt>
          <cx:pt idx="37957">0.84999999999999998</cx:pt>
          <cx:pt idx="37958">3.25</cx:pt>
          <cx:pt idx="37959">2.8900000000000001</cx:pt>
          <cx:pt idx="37960">8.5</cx:pt>
          <cx:pt idx="37961">2.9500000000000002</cx:pt>
          <cx:pt idx="37962">0.55000000000000004</cx:pt>
          <cx:pt idx="37963">1.6499999999999999</cx:pt>
          <cx:pt idx="37964">2.8900000000000001</cx:pt>
          <cx:pt idx="37965">2.4900000000000002</cx:pt>
          <cx:pt idx="37966">12.75</cx:pt>
          <cx:pt idx="37967">4.1500000000000004</cx:pt>
          <cx:pt idx="37968">4.9500000000000002</cx:pt>
          <cx:pt idx="37969">8.5</cx:pt>
          <cx:pt idx="37970">2.9500000000000002</cx:pt>
          <cx:pt idx="37971">0.41999999999999998</cx:pt>
          <cx:pt idx="37972">7.46</cx:pt>
          <cx:pt idx="37973">3.29</cx:pt>
          <cx:pt idx="37974">4.1299999999999999</cx:pt>
          <cx:pt idx="37975">2.9199999999999999</cx:pt>
          <cx:pt idx="37976">2.46</cx:pt>
          <cx:pt idx="37977">10.789999999999999</cx:pt>
          <cx:pt idx="37978">2.46</cx:pt>
          <cx:pt idx="37979">1.25</cx:pt>
          <cx:pt idx="37980">3.29</cx:pt>
          <cx:pt idx="37981">15.789999999999999</cx:pt>
          <cx:pt idx="37982">3.29</cx:pt>
          <cx:pt idx="37983">4.1299999999999999</cx:pt>
          <cx:pt idx="37984">4.96</cx:pt>
          <cx:pt idx="37985">0.41999999999999998</cx:pt>
          <cx:pt idx="37986">3.29</cx:pt>
          <cx:pt idx="37987">9.1300000000000008</cx:pt>
          <cx:pt idx="37988">5.79</cx:pt>
          <cx:pt idx="37989">5.79</cx:pt>
          <cx:pt idx="37990">2.46</cx:pt>
          <cx:pt idx="37991">0.82999999999999996</cx:pt>
          <cx:pt idx="37992">7.46</cx:pt>
          <cx:pt idx="37993">3.29</cx:pt>
          <cx:pt idx="37994">6.6299999999999999</cx:pt>
          <cx:pt idx="37995">14.130000000000001</cx:pt>
          <cx:pt idx="37996">1.6299999999999999</cx:pt>
          <cx:pt idx="37997">2.46</cx:pt>
          <cx:pt idx="37998">0.82999999999999996</cx:pt>
          <cx:pt idx="37999">3.29</cx:pt>
          <cx:pt idx="38000">1.25</cx:pt>
          <cx:pt idx="38001">2.46</cx:pt>
          <cx:pt idx="38002">1.25</cx:pt>
          <cx:pt idx="38003">2.46</cx:pt>
          <cx:pt idx="38004">5.79</cx:pt>
          <cx:pt idx="38005">3.29</cx:pt>
          <cx:pt idx="38006">1.25</cx:pt>
          <cx:pt idx="38007">4.1299999999999999</cx:pt>
          <cx:pt idx="38008">1.6299999999999999</cx:pt>
          <cx:pt idx="38009">1.6299999999999999</cx:pt>
          <cx:pt idx="38010">4.96</cx:pt>
          <cx:pt idx="38011">8.25</cx:pt>
          <cx:pt idx="38012">2.8900000000000001</cx:pt>
          <cx:pt idx="38013">1.6499999999999999</cx:pt>
          <cx:pt idx="38014">1.6499999999999999</cx:pt>
          <cx:pt idx="38015">8.25</cx:pt>
          <cx:pt idx="38016">8.25</cx:pt>
          <cx:pt idx="38017">1.45</cx:pt>
          <cx:pt idx="38018">4.9500000000000002</cx:pt>
          <cx:pt idx="38019">8.5</cx:pt>
          <cx:pt idx="38020">1.6499999999999999</cx:pt>
          <cx:pt idx="38021">6.9500000000000002</cx:pt>
          <cx:pt idx="38022">2.4900000000000002</cx:pt>
          <cx:pt idx="38023">8.25</cx:pt>
          <cx:pt idx="38024">0.84999999999999998</cx:pt>
          <cx:pt idx="38025">1.45</cx:pt>
          <cx:pt idx="38026">2.0800000000000001</cx:pt>
          <cx:pt idx="38027">2.8900000000000001</cx:pt>
          <cx:pt idx="38028">8.5</cx:pt>
          <cx:pt idx="38029">2.9500000000000002</cx:pt>
          <cx:pt idx="38030">7.6500000000000004</cx:pt>
          <cx:pt idx="38031">2.75</cx:pt>
          <cx:pt idx="38032">2.5499999999999998</cx:pt>
          <cx:pt idx="38033">1.45</cx:pt>
          <cx:pt idx="38034">4.1500000000000004</cx:pt>
          <cx:pt idx="38035">0.41999999999999998</cx:pt>
          <cx:pt idx="38036">1.45</cx:pt>
          <cx:pt idx="38037">3.75</cx:pt>
          <cx:pt idx="38038">2.9500000000000002</cx:pt>
          <cx:pt idx="38039">0.55000000000000004</cx:pt>
          <cx:pt idx="38040">2.1000000000000001</cx:pt>
          <cx:pt idx="38041">1.6499999999999999</cx:pt>
          <cx:pt idx="38042">0.41999999999999998</cx:pt>
          <cx:pt idx="38043">2.0800000000000001</cx:pt>
          <cx:pt idx="38044">2.1000000000000001</cx:pt>
          <cx:pt idx="38045">0.41999999999999998</cx:pt>
          <cx:pt idx="38046">1.25</cx:pt>
          <cx:pt idx="38047">1.6499999999999999</cx:pt>
          <cx:pt idx="38048">1.6499999999999999</cx:pt>
          <cx:pt idx="38049">8.25</cx:pt>
          <cx:pt idx="38050">8.25</cx:pt>
          <cx:pt idx="38051">1.45</cx:pt>
          <cx:pt idx="38052">2.0800000000000001</cx:pt>
          <cx:pt idx="38053">4.1500000000000004</cx:pt>
          <cx:pt idx="38054">2.9500000000000002</cx:pt>
          <cx:pt idx="38055">1.0600000000000001</cx:pt>
          <cx:pt idx="38056">1.45</cx:pt>
          <cx:pt idx="38057">1.45</cx:pt>
          <cx:pt idx="38058">1.45</cx:pt>
          <cx:pt idx="38059">4.9500000000000002</cx:pt>
          <cx:pt idx="38060">1.45</cx:pt>
          <cx:pt idx="38061">1.45</cx:pt>
          <cx:pt idx="38062">1.25</cx:pt>
          <cx:pt idx="38063">12.75</cx:pt>
          <cx:pt idx="38064">1.45</cx:pt>
          <cx:pt idx="38065">1.25</cx:pt>
          <cx:pt idx="38066">2.4900000000000002</cx:pt>
          <cx:pt idx="38067">1.25</cx:pt>
          <cx:pt idx="38068">8.25</cx:pt>
          <cx:pt idx="38069">0.39000000000000001</cx:pt>
          <cx:pt idx="38070">1.6499999999999999</cx:pt>
          <cx:pt idx="38071">8.25</cx:pt>
          <cx:pt idx="38072">8.5</cx:pt>
          <cx:pt idx="38073">1.6499999999999999</cx:pt>
          <cx:pt idx="38074">0.84999999999999998</cx:pt>
          <cx:pt idx="38075">1.45</cx:pt>
          <cx:pt idx="38076">1.6499999999999999</cx:pt>
          <cx:pt idx="38077">2.9500000000000002</cx:pt>
          <cx:pt idx="38078">2.9500000000000002</cx:pt>
          <cx:pt idx="38079">1.25</cx:pt>
          <cx:pt idx="38080">0.84999999999999998</cx:pt>
          <cx:pt idx="38081">4.1500000000000004</cx:pt>
          <cx:pt idx="38082">5.9500000000000002</cx:pt>
          <cx:pt idx="38083">2.8900000000000001</cx:pt>
          <cx:pt idx="38084">1.25</cx:pt>
          <cx:pt idx="38085">4.1500000000000004</cx:pt>
          <cx:pt idx="38086">2.4900000000000002</cx:pt>
          <cx:pt idx="38087">0.41999999999999998</cx:pt>
          <cx:pt idx="38088">2.9500000000000002</cx:pt>
          <cx:pt idx="38089">2.1000000000000001</cx:pt>
          <cx:pt idx="38090">4.9500000000000002</cx:pt>
          <cx:pt idx="38091">6.9500000000000002</cx:pt>
          <cx:pt idx="38092">0.55000000000000004</cx:pt>
          <cx:pt idx="38093">2.9500000000000002</cx:pt>
          <cx:pt idx="38094">1.6499999999999999</cx:pt>
          <cx:pt idx="38095">4.25</cx:pt>
          <cx:pt idx="38096">2.0800000000000001</cx:pt>
          <cx:pt idx="38097">2.5499999999999998</cx:pt>
          <cx:pt idx="38098">1.45</cx:pt>
          <cx:pt idx="38099">4.1299999999999999</cx:pt>
          <cx:pt idx="38100">15.789999999999999</cx:pt>
          <cx:pt idx="38101">4.1299999999999999</cx:pt>
          <cx:pt idx="38102">4.1299999999999999</cx:pt>
          <cx:pt idx="38103">2.46</cx:pt>
          <cx:pt idx="38104">0.41999999999999998</cx:pt>
          <cx:pt idx="38105">7.46</cx:pt>
          <cx:pt idx="38106">5.79</cx:pt>
          <cx:pt idx="38107">1.25</cx:pt>
          <cx:pt idx="38108">0.41999999999999998</cx:pt>
          <cx:pt idx="38109">10.789999999999999</cx:pt>
          <cx:pt idx="38110">1.6299999999999999</cx:pt>
          <cx:pt idx="38111">5.79</cx:pt>
          <cx:pt idx="38112">0.41999999999999998</cx:pt>
          <cx:pt idx="38113">0.82999999999999996</cx:pt>
          <cx:pt idx="38114">3.29</cx:pt>
          <cx:pt idx="38115">0.82999999999999996</cx:pt>
          <cx:pt idx="38116">2.46</cx:pt>
          <cx:pt idx="38117">1.25</cx:pt>
          <cx:pt idx="38118">15.789999999999999</cx:pt>
          <cx:pt idx="38119">2.46</cx:pt>
          <cx:pt idx="38120">3.29</cx:pt>
          <cx:pt idx="38121">1.25</cx:pt>
          <cx:pt idx="38122">1.25</cx:pt>
          <cx:pt idx="38123">3.29</cx:pt>
          <cx:pt idx="38124">1.6299999999999999</cx:pt>
          <cx:pt idx="38125">0.82999999999999996</cx:pt>
          <cx:pt idx="38126">1.25</cx:pt>
          <cx:pt idx="38127">8.25</cx:pt>
          <cx:pt idx="38128">4.1500000000000004</cx:pt>
          <cx:pt idx="38129">6.9500000000000002</cx:pt>
          <cx:pt idx="38130">2.9500000000000002</cx:pt>
          <cx:pt idx="38131">2.8900000000000001</cx:pt>
          <cx:pt idx="38132">2.9500000000000002</cx:pt>
          <cx:pt idx="38133">1.49</cx:pt>
          <cx:pt idx="38134">1.25</cx:pt>
          <cx:pt idx="38135">0.39000000000000001</cx:pt>
          <cx:pt idx="38136">2.9500000000000002</cx:pt>
          <cx:pt idx="38137">2.5499999999999998</cx:pt>
          <cx:pt idx="38138">3.75</cx:pt>
          <cx:pt idx="38139">1.45</cx:pt>
          <cx:pt idx="38140">2.1000000000000001</cx:pt>
          <cx:pt idx="38141">2.8900000000000001</cx:pt>
          <cx:pt idx="38142">1.0600000000000001</cx:pt>
          <cx:pt idx="38143">4.1299999999999999</cx:pt>
          <cx:pt idx="38144">3.29</cx:pt>
          <cx:pt idx="38145">6.6299999999999999</cx:pt>
          <cx:pt idx="38146">12.460000000000001</cx:pt>
          <cx:pt idx="38147">1.6299999999999999</cx:pt>
          <cx:pt idx="38148">4.96</cx:pt>
          <cx:pt idx="38149">2.46</cx:pt>
          <cx:pt idx="38150">9.1300000000000008</cx:pt>
          <cx:pt idx="38151">1.6499999999999999</cx:pt>
          <cx:pt idx="38152">0.84999999999999998</cx:pt>
          <cx:pt idx="38153">0.84999999999999998</cx:pt>
          <cx:pt idx="38154">8.5</cx:pt>
          <cx:pt idx="38155">4.1500000000000004</cx:pt>
          <cx:pt idx="38156">8.5</cx:pt>
          <cx:pt idx="38157">0.82999999999999996</cx:pt>
          <cx:pt idx="38158">2.9500000000000002</cx:pt>
          <cx:pt idx="38159">1.6499999999999999</cx:pt>
          <cx:pt idx="38160">2.25</cx:pt>
          <cx:pt idx="38161">3.75</cx:pt>
          <cx:pt idx="38162">2.25</cx:pt>
          <cx:pt idx="38163">1.45</cx:pt>
          <cx:pt idx="38164">2.0800000000000001</cx:pt>
          <cx:pt idx="38165">1.6499999999999999</cx:pt>
          <cx:pt idx="38166">1.6499999999999999</cx:pt>
          <cx:pt idx="38167">1.45</cx:pt>
          <cx:pt idx="38168">1.6499999999999999</cx:pt>
          <cx:pt idx="38169">4.9500000000000002</cx:pt>
          <cx:pt idx="38170">2.9500000000000002</cx:pt>
          <cx:pt idx="38171">0.41999999999999998</cx:pt>
          <cx:pt idx="38172">1.6899999999999999</cx:pt>
          <cx:pt idx="38173">8.5</cx:pt>
          <cx:pt idx="38174">3.75</cx:pt>
          <cx:pt idx="38175">8.5</cx:pt>
          <cx:pt idx="38176">7.0800000000000001</cx:pt>
          <cx:pt idx="38177">8.25</cx:pt>
          <cx:pt idx="38178">4.9500000000000002</cx:pt>
          <cx:pt idx="38179">2.9500000000000002</cx:pt>
          <cx:pt idx="38180">8.25</cx:pt>
          <cx:pt idx="38181">4.25</cx:pt>
          <cx:pt idx="38182">0.65000000000000002</cx:pt>
          <cx:pt idx="38183">1.45</cx:pt>
          <cx:pt idx="38184">1.6499999999999999</cx:pt>
          <cx:pt idx="38185">0.39000000000000001</cx:pt>
          <cx:pt idx="38186">1.49</cx:pt>
          <cx:pt idx="38187">1.8500000000000001</cx:pt>
          <cx:pt idx="38188">0.39000000000000001</cx:pt>
          <cx:pt idx="38189">4.25</cx:pt>
          <cx:pt idx="38190">2.9500000000000002</cx:pt>
          <cx:pt idx="38191">0.41999999999999998</cx:pt>
          <cx:pt idx="38192">1.45</cx:pt>
          <cx:pt idx="38193">1.45</cx:pt>
          <cx:pt idx="38194">1.45</cx:pt>
          <cx:pt idx="38195">0.35999999999999999</cx:pt>
          <cx:pt idx="38196">4.1500000000000004</cx:pt>
          <cx:pt idx="38197">3.75</cx:pt>
          <cx:pt idx="38198">8.5</cx:pt>
          <cx:pt idx="38199">7.6500000000000004</cx:pt>
          <cx:pt idx="38200">0.41999999999999998</cx:pt>
          <cx:pt idx="38201">3.75</cx:pt>
          <cx:pt idx="38202">0.41999999999999998</cx:pt>
          <cx:pt idx="38203">4.9500000000000002</cx:pt>
          <cx:pt idx="38204">7.4500000000000002</cx:pt>
          <cx:pt idx="38205">1.6899999999999999</cx:pt>
          <cx:pt idx="38206">2.1000000000000001</cx:pt>
          <cx:pt idx="38207">1.45</cx:pt>
          <cx:pt idx="38208">0.65000000000000002</cx:pt>
          <cx:pt idx="38209">1.25</cx:pt>
          <cx:pt idx="38210">4.9500000000000002</cx:pt>
          <cx:pt idx="38211">2.4900000000000002</cx:pt>
          <cx:pt idx="38212">0.41999999999999998</cx:pt>
          <cx:pt idx="38213">2.1000000000000001</cx:pt>
          <cx:pt idx="38214">0.41999999999999998</cx:pt>
          <cx:pt idx="38215">4.9500000000000002</cx:pt>
          <cx:pt idx="38216">4.9500000000000002</cx:pt>
          <cx:pt idx="38217">0.41999999999999998</cx:pt>
          <cx:pt idx="38218">4.25</cx:pt>
          <cx:pt idx="38219">0.41999999999999998</cx:pt>
          <cx:pt idx="38220">3.75</cx:pt>
          <cx:pt idx="38221">1.45</cx:pt>
          <cx:pt idx="38222">4.1500000000000004</cx:pt>
          <cx:pt idx="38223">2.9500000000000002</cx:pt>
          <cx:pt idx="38224">2.1000000000000001</cx:pt>
          <cx:pt idx="38225">2.0800000000000001</cx:pt>
          <cx:pt idx="38226">4.9500000000000002</cx:pt>
          <cx:pt idx="38227">0.41999999999999998</cx:pt>
          <cx:pt idx="38228">1.6499999999999999</cx:pt>
          <cx:pt idx="38229">1.6499999999999999</cx:pt>
          <cx:pt idx="38230">2.9500000000000002</cx:pt>
          <cx:pt idx="38231">1.25</cx:pt>
          <cx:pt idx="38232">2.4900000000000002</cx:pt>
          <cx:pt idx="38233">2.9500000000000002</cx:pt>
          <cx:pt idx="38234">1.6499999999999999</cx:pt>
          <cx:pt idx="38235">0.84999999999999998</cx:pt>
          <cx:pt idx="38236">4.25</cx:pt>
          <cx:pt idx="38237">0.39000000000000001</cx:pt>
          <cx:pt idx="38238">4.9500000000000002</cx:pt>
          <cx:pt idx="38239">1.6899999999999999</cx:pt>
          <cx:pt idx="38240">12.75</cx:pt>
          <cx:pt idx="38241">8.5</cx:pt>
          <cx:pt idx="38242">2.9500000000000002</cx:pt>
          <cx:pt idx="38243">0.65000000000000002</cx:pt>
          <cx:pt idx="38244">1.45</cx:pt>
          <cx:pt idx="38245">1.25</cx:pt>
          <cx:pt idx="38246">0.55000000000000004</cx:pt>
          <cx:pt idx="38247">1.0600000000000001</cx:pt>
          <cx:pt idx="38248">0.41999999999999998</cx:pt>
          <cx:pt idx="38249">0.41999999999999998</cx:pt>
          <cx:pt idx="38250">0.41999999999999998</cx:pt>
          <cx:pt idx="38251">1.6499999999999999</cx:pt>
          <cx:pt idx="38252">1.6499999999999999</cx:pt>
          <cx:pt idx="38253">0.41999999999999998</cx:pt>
          <cx:pt idx="38254">0.84999999999999998</cx:pt>
          <cx:pt idx="38255">1.0600000000000001</cx:pt>
          <cx:pt idx="38256">2.4900000000000002</cx:pt>
          <cx:pt idx="38257">4.9500000000000002</cx:pt>
          <cx:pt idx="38258">0.65000000000000002</cx:pt>
          <cx:pt idx="38259">0.82999999999999996</cx:pt>
          <cx:pt idx="38260">0.82999999999999996</cx:pt>
          <cx:pt idx="38261">0.82999999999999996</cx:pt>
          <cx:pt idx="38262">4.9500000000000002</cx:pt>
          <cx:pt idx="38263">4.9500000000000002</cx:pt>
          <cx:pt idx="38264">2.0800000000000001</cx:pt>
          <cx:pt idx="38265">2.25</cx:pt>
          <cx:pt idx="38266">2.25</cx:pt>
          <cx:pt idx="38267">0.65000000000000002</cx:pt>
          <cx:pt idx="38268">2.25</cx:pt>
          <cx:pt idx="38269">2.25</cx:pt>
          <cx:pt idx="38270">2.25</cx:pt>
          <cx:pt idx="38271">1.6499999999999999</cx:pt>
          <cx:pt idx="38272">4.6500000000000004</cx:pt>
          <cx:pt idx="38273">8.25</cx:pt>
          <cx:pt idx="38274">0.55000000000000004</cx:pt>
          <cx:pt idx="38275">2.5499999999999998</cx:pt>
          <cx:pt idx="38276">2.0800000000000001</cx:pt>
          <cx:pt idx="38277">1.6899999999999999</cx:pt>
          <cx:pt idx="38278">2.5499999999999998</cx:pt>
          <cx:pt idx="38279">0.41999999999999998</cx:pt>
          <cx:pt idx="38280">2.9500000000000002</cx:pt>
          <cx:pt idx="38281">0.41999999999999998</cx:pt>
          <cx:pt idx="38282">1.25</cx:pt>
          <cx:pt idx="38283">2.9500000000000002</cx:pt>
          <cx:pt idx="38284">1.45</cx:pt>
          <cx:pt idx="38285">3.29</cx:pt>
          <cx:pt idx="38286">2.4900000000000002</cx:pt>
          <cx:pt idx="38287">4.9500000000000002</cx:pt>
          <cx:pt idx="38288">0.39000000000000001</cx:pt>
          <cx:pt idx="38289">1.25</cx:pt>
          <cx:pt idx="38290">1.25</cx:pt>
          <cx:pt idx="38291">2.8900000000000001</cx:pt>
          <cx:pt idx="38292">1.45</cx:pt>
          <cx:pt idx="38293">0.84999999999999998</cx:pt>
          <cx:pt idx="38294">2.1000000000000001</cx:pt>
          <cx:pt idx="38295">2.5499999999999998</cx:pt>
          <cx:pt idx="38296">1.45</cx:pt>
          <cx:pt idx="38297">1.25</cx:pt>
          <cx:pt idx="38298">8.25</cx:pt>
          <cx:pt idx="38299">2.9500000000000002</cx:pt>
          <cx:pt idx="38300">3.9500000000000002</cx:pt>
          <cx:pt idx="38301">2.25</cx:pt>
          <cx:pt idx="38302">0.55000000000000004</cx:pt>
          <cx:pt idx="38303">1.6499999999999999</cx:pt>
          <cx:pt idx="38304">4.9500000000000002</cx:pt>
          <cx:pt idx="38305">12.75</cx:pt>
          <cx:pt idx="38306">1.45</cx:pt>
          <cx:pt idx="38307">4.1500000000000004</cx:pt>
          <cx:pt idx="38308">4.9500000000000002</cx:pt>
          <cx:pt idx="38309">2.5499999999999998</cx:pt>
          <cx:pt idx="38310">2.9500000000000002</cx:pt>
          <cx:pt idx="38311">1.45</cx:pt>
          <cx:pt idx="38312">8.25</cx:pt>
          <cx:pt idx="38313">2.9500000000000002</cx:pt>
          <cx:pt idx="38314">2.1000000000000001</cx:pt>
          <cx:pt idx="38315">4.1299999999999999</cx:pt>
          <cx:pt idx="38316">2.46</cx:pt>
          <cx:pt idx="38317">0.82999999999999996</cx:pt>
          <cx:pt idx="38318">0.41999999999999998</cx:pt>
          <cx:pt idx="38319">7.46</cx:pt>
          <cx:pt idx="38320">5.79</cx:pt>
          <cx:pt idx="38321">5.79</cx:pt>
          <cx:pt idx="38322">4.96</cx:pt>
          <cx:pt idx="38323">0.41999999999999998</cx:pt>
          <cx:pt idx="38324">4.1299999999999999</cx:pt>
          <cx:pt idx="38325">0.41999999999999998</cx:pt>
          <cx:pt idx="38326">3.29</cx:pt>
          <cx:pt idx="38327">1.6299999999999999</cx:pt>
          <cx:pt idx="38328">0.82999999999999996</cx:pt>
          <cx:pt idx="38329">0.82999999999999996</cx:pt>
          <cx:pt idx="38330">5.79</cx:pt>
          <cx:pt idx="38331">1.25</cx:pt>
          <cx:pt idx="38332">1.6299999999999999</cx:pt>
          <cx:pt idx="38333">0.82999999999999996</cx:pt>
          <cx:pt idx="38334">4.1299999999999999</cx:pt>
          <cx:pt idx="38335">4.1299999999999999</cx:pt>
          <cx:pt idx="38336">4.1299999999999999</cx:pt>
          <cx:pt idx="38337">4.1299999999999999</cx:pt>
          <cx:pt idx="38338">2.46</cx:pt>
          <cx:pt idx="38339">14.960000000000001</cx:pt>
          <cx:pt idx="38340">0.41999999999999998</cx:pt>
          <cx:pt idx="38341">1.25</cx:pt>
          <cx:pt idx="38342">3.29</cx:pt>
          <cx:pt idx="38343">15.789999999999999</cx:pt>
          <cx:pt idx="38344">0.41999999999999998</cx:pt>
          <cx:pt idx="38345">1.6299999999999999</cx:pt>
          <cx:pt idx="38346">5.79</cx:pt>
          <cx:pt idx="38347">2.46</cx:pt>
          <cx:pt idx="38348">0.82999999999999996</cx:pt>
          <cx:pt idx="38349">4.96</cx:pt>
          <cx:pt idx="38350">2.7599999999999998</cx:pt>
          <cx:pt idx="38351">1.25</cx:pt>
          <cx:pt idx="38352">2.9500000000000002</cx:pt>
          <cx:pt idx="38353">1.45</cx:pt>
          <cx:pt idx="38354">7.46</cx:pt>
          <cx:pt idx="38355">24.960000000000001</cx:pt>
          <cx:pt idx="38356">0.82999999999999996</cx:pt>
          <cx:pt idx="38357">3.29</cx:pt>
          <cx:pt idx="38358">8.2899999999999991</cx:pt>
          <cx:pt idx="38359">10.789999999999999</cx:pt>
          <cx:pt idx="38360">4.1299999999999999</cx:pt>
          <cx:pt idx="38361">2.46</cx:pt>
          <cx:pt idx="38362">14.960000000000001</cx:pt>
          <cx:pt idx="38363">15.789999999999999</cx:pt>
          <cx:pt idx="38364">1.25</cx:pt>
          <cx:pt idx="38365">2.46</cx:pt>
          <cx:pt idx="38366">1.6299999999999999</cx:pt>
          <cx:pt idx="38367">3.29</cx:pt>
          <cx:pt idx="38368">0.41999999999999998</cx:pt>
          <cx:pt idx="38369">0.82999999999999996</cx:pt>
          <cx:pt idx="38370">0.82999999999999996</cx:pt>
          <cx:pt idx="38371">1.25</cx:pt>
          <cx:pt idx="38372">3.29</cx:pt>
          <cx:pt idx="38373">1.25</cx:pt>
          <cx:pt idx="38374">2.7599999999999998</cx:pt>
          <cx:pt idx="38375">1.25</cx:pt>
          <cx:pt idx="38376">1.45</cx:pt>
          <cx:pt idx="38377">1.45</cx:pt>
          <cx:pt idx="38378">1.45</cx:pt>
          <cx:pt idx="38379">1.6499999999999999</cx:pt>
          <cx:pt idx="38380">2.4900000000000002</cx:pt>
          <cx:pt idx="38381">8.25</cx:pt>
          <cx:pt idx="38382">3.75</cx:pt>
          <cx:pt idx="38383">3.29</cx:pt>
          <cx:pt idx="38384">0.41999999999999998</cx:pt>
          <cx:pt idx="38385">9.9499999999999993</cx:pt>
          <cx:pt idx="38386">1.6899999999999999</cx:pt>
          <cx:pt idx="38387">3.75</cx:pt>
          <cx:pt idx="38388">1.45</cx:pt>
          <cx:pt idx="38389">0.84999999999999998</cx:pt>
          <cx:pt idx="38390">0.84999999999999998</cx:pt>
          <cx:pt idx="38391">10.949999999999999</cx:pt>
          <cx:pt idx="38392">1.45</cx:pt>
          <cx:pt idx="38393">0.82999999999999996</cx:pt>
          <cx:pt idx="38394">0.84999999999999998</cx:pt>
          <cx:pt idx="38395">1.6499999999999999</cx:pt>
          <cx:pt idx="38396">2.8900000000000001</cx:pt>
          <cx:pt idx="38397">2.0800000000000001</cx:pt>
          <cx:pt idx="38398">0.41999999999999998</cx:pt>
          <cx:pt idx="38399">0.41999999999999998</cx:pt>
          <cx:pt idx="38400">0.55000000000000004</cx:pt>
          <cx:pt idx="38401">0.41999999999999998</cx:pt>
          <cx:pt idx="38402">8.25</cx:pt>
          <cx:pt idx="38403">0.84999999999999998</cx:pt>
          <cx:pt idx="38404">1.45</cx:pt>
          <cx:pt idx="38405">3.25</cx:pt>
          <cx:pt idx="38406">4.9500000000000002</cx:pt>
          <cx:pt idx="38407">2.4900000000000002</cx:pt>
          <cx:pt idx="38408">1.6499999999999999</cx:pt>
          <cx:pt idx="38409">3.75</cx:pt>
          <cx:pt idx="38410">12.75</cx:pt>
          <cx:pt idx="38411">4.9500000000000002</cx:pt>
          <cx:pt idx="38412">2.9500000000000002</cx:pt>
          <cx:pt idx="38413">2.5499999999999998</cx:pt>
          <cx:pt idx="38414">1.6499999999999999</cx:pt>
          <cx:pt idx="38415">2.5499999999999998</cx:pt>
          <cx:pt idx="38416">1.25</cx:pt>
          <cx:pt idx="38417">4.25</cx:pt>
          <cx:pt idx="38418">1.6899999999999999</cx:pt>
          <cx:pt idx="38419">3.9500000000000002</cx:pt>
          <cx:pt idx="38420">1.6499999999999999</cx:pt>
          <cx:pt idx="38421">2.5499999999999998</cx:pt>
          <cx:pt idx="38422">2.9500000000000002</cx:pt>
          <cx:pt idx="38423">1.45</cx:pt>
          <cx:pt idx="38424">2.5499999999999998</cx:pt>
          <cx:pt idx="38425">2.5499999999999998</cx:pt>
          <cx:pt idx="38426">2.4900000000000002</cx:pt>
          <cx:pt idx="38427">7.46</cx:pt>
          <cx:pt idx="38428">24.960000000000001</cx:pt>
          <cx:pt idx="38429">2.46</cx:pt>
          <cx:pt idx="38430">4.1299999999999999</cx:pt>
          <cx:pt idx="38431">8.2899999999999991</cx:pt>
          <cx:pt idx="38432">10.789999999999999</cx:pt>
          <cx:pt idx="38433">2.46</cx:pt>
          <cx:pt idx="38434">16.629999999999999</cx:pt>
          <cx:pt idx="38435">7.46</cx:pt>
          <cx:pt idx="38436">4.1299999999999999</cx:pt>
          <cx:pt idx="38437">4.1299999999999999</cx:pt>
          <cx:pt idx="38438">5.79</cx:pt>
          <cx:pt idx="38439">2.5</cx:pt>
          <cx:pt idx="38440">12.460000000000001</cx:pt>
          <cx:pt idx="38441">5.79</cx:pt>
          <cx:pt idx="38442">6.6299999999999999</cx:pt>
          <cx:pt idx="38443">2.46</cx:pt>
          <cx:pt idx="38444">5.79</cx:pt>
          <cx:pt idx="38445">3.29</cx:pt>
          <cx:pt idx="38446">4.96</cx:pt>
          <cx:pt idx="38447">1.25</cx:pt>
          <cx:pt idx="38448">4.1299999999999999</cx:pt>
          <cx:pt idx="38449">3.29</cx:pt>
          <cx:pt idx="38450">4.96</cx:pt>
          <cx:pt idx="38451">6.9500000000000002</cx:pt>
          <cx:pt idx="38452">2.1000000000000001</cx:pt>
          <cx:pt idx="38453">0.41999999999999998</cx:pt>
          <cx:pt idx="38454">0.41999999999999998</cx:pt>
          <cx:pt idx="38455">2.1000000000000001</cx:pt>
          <cx:pt idx="38456">0.41999999999999998</cx:pt>
          <cx:pt idx="38457">0.84999999999999998</cx:pt>
          <cx:pt idx="38458">2.8900000000000001</cx:pt>
          <cx:pt idx="38459">4.9500000000000002</cx:pt>
          <cx:pt idx="38460">2.9500000000000002</cx:pt>
          <cx:pt idx="38461">2.4900000000000002</cx:pt>
          <cx:pt idx="38462">4.25</cx:pt>
          <cx:pt idx="38463">7.0800000000000001</cx:pt>
          <cx:pt idx="38464">1.45</cx:pt>
          <cx:pt idx="38465">1.8500000000000001</cx:pt>
          <cx:pt idx="38466">12.75</cx:pt>
          <cx:pt idx="38467">0.84999999999999998</cx:pt>
          <cx:pt idx="38468">1.6499999999999999</cx:pt>
          <cx:pt idx="38469">4.9500000000000002</cx:pt>
          <cx:pt idx="38470">1.25</cx:pt>
          <cx:pt idx="38471">1.25</cx:pt>
          <cx:pt idx="38472">1.45</cx:pt>
          <cx:pt idx="38473">0.41999999999999998</cx:pt>
          <cx:pt idx="38474">0.41999999999999998</cx:pt>
          <cx:pt idx="38475">4.1500000000000004</cx:pt>
          <cx:pt idx="38476">1.25</cx:pt>
          <cx:pt idx="38477">4.9500000000000002</cx:pt>
          <cx:pt idx="38478">1.25</cx:pt>
          <cx:pt idx="38479">4.25</cx:pt>
          <cx:pt idx="38480">3.75</cx:pt>
          <cx:pt idx="38481">2.8900000000000001</cx:pt>
          <cx:pt idx="38482">1.6899999999999999</cx:pt>
          <cx:pt idx="38483">2.1000000000000001</cx:pt>
          <cx:pt idx="38484">1.45</cx:pt>
          <cx:pt idx="38485">0.84999999999999998</cx:pt>
          <cx:pt idx="38486">8.25</cx:pt>
          <cx:pt idx="38487">1.6499999999999999</cx:pt>
          <cx:pt idx="38488">1.25</cx:pt>
          <cx:pt idx="38489">2.5499999999999998</cx:pt>
          <cx:pt idx="38490">0.41999999999999998</cx:pt>
          <cx:pt idx="38491">1.45</cx:pt>
          <cx:pt idx="38492">1.6499999999999999</cx:pt>
          <cx:pt idx="38493">1.49</cx:pt>
          <cx:pt idx="38494">12.75</cx:pt>
          <cx:pt idx="38495">2.4900000000000002</cx:pt>
          <cx:pt idx="38496">1.25</cx:pt>
          <cx:pt idx="38497">2.9500000000000002</cx:pt>
          <cx:pt idx="38498">8.5</cx:pt>
          <cx:pt idx="38499">4.9500000000000002</cx:pt>
          <cx:pt idx="38500">8.5</cx:pt>
          <cx:pt idx="38501">3.9500000000000002</cx:pt>
          <cx:pt idx="38502">4.25</cx:pt>
          <cx:pt idx="38503">3.75</cx:pt>
          <cx:pt idx="38504">1.6899999999999999</cx:pt>
          <cx:pt idx="38505">2.9500000000000002</cx:pt>
          <cx:pt idx="38506">2.8900000000000001</cx:pt>
          <cx:pt idx="38507">1.45</cx:pt>
          <cx:pt idx="38508">2.5499999999999998</cx:pt>
          <cx:pt idx="38509">0.41999999999999998</cx:pt>
          <cx:pt idx="38510">1.6499999999999999</cx:pt>
          <cx:pt idx="38511">0.65000000000000002</cx:pt>
          <cx:pt idx="38512">0.65000000000000002</cx:pt>
          <cx:pt idx="38513">12.75</cx:pt>
          <cx:pt idx="38514">2.25</cx:pt>
          <cx:pt idx="38515">8.25</cx:pt>
          <cx:pt idx="38516">0.84999999999999998</cx:pt>
          <cx:pt idx="38517">4.9500000000000002</cx:pt>
          <cx:pt idx="38518">0.55000000000000004</cx:pt>
          <cx:pt idx="38519">1.25</cx:pt>
          <cx:pt idx="38520">4.9500000000000002</cx:pt>
          <cx:pt idx="38521">1.25</cx:pt>
          <cx:pt idx="38522">1.25</cx:pt>
          <cx:pt idx="38523">1.45</cx:pt>
          <cx:pt idx="38524">2.9500000000000002</cx:pt>
          <cx:pt idx="38525">3.29</cx:pt>
          <cx:pt idx="38526">1.6899999999999999</cx:pt>
          <cx:pt idx="38527">2.9500000000000002</cx:pt>
          <cx:pt idx="38528">2.9500000000000002</cx:pt>
          <cx:pt idx="38529">4.9500000000000002</cx:pt>
          <cx:pt idx="38530">4.9500000000000002</cx:pt>
          <cx:pt idx="38531">2.9500000000000002</cx:pt>
          <cx:pt idx="38532">0.41999999999999998</cx:pt>
          <cx:pt idx="38533">1.6499999999999999</cx:pt>
          <cx:pt idx="38534">0.41999999999999998</cx:pt>
          <cx:pt idx="38535">0.82999999999999996</cx:pt>
          <cx:pt idx="38536">4.9500000000000002</cx:pt>
          <cx:pt idx="38537">0.55000000000000004</cx:pt>
          <cx:pt idx="38538">4.25</cx:pt>
          <cx:pt idx="38539">8.5</cx:pt>
          <cx:pt idx="38540">12.75</cx:pt>
          <cx:pt idx="38541">1.45</cx:pt>
          <cx:pt idx="38542">1.6499999999999999</cx:pt>
          <cx:pt idx="38543">0.84999999999999998</cx:pt>
          <cx:pt idx="38544">2.5499999999999998</cx:pt>
          <cx:pt idx="38545">8.5</cx:pt>
          <cx:pt idx="38546">3.75</cx:pt>
          <cx:pt idx="38547">0.84999999999999998</cx:pt>
          <cx:pt idx="38548">2.8900000000000001</cx:pt>
          <cx:pt idx="38549">0.41999999999999998</cx:pt>
          <cx:pt idx="38550">8.25</cx:pt>
          <cx:pt idx="38551">2.0800000000000001</cx:pt>
          <cx:pt idx="38552">2.9500000000000002</cx:pt>
          <cx:pt idx="38553">3.75</cx:pt>
          <cx:pt idx="38554">2.9500000000000002</cx:pt>
          <cx:pt idx="38555">1.6499999999999999</cx:pt>
          <cx:pt idx="38556">1.6499999999999999</cx:pt>
          <cx:pt idx="38557">4.1299999999999999</cx:pt>
          <cx:pt idx="38558">5.79</cx:pt>
          <cx:pt idx="38559">15.789999999999999</cx:pt>
          <cx:pt idx="38560">5.79</cx:pt>
          <cx:pt idx="38561">0.82999999999999996</cx:pt>
          <cx:pt idx="38562">4.1299999999999999</cx:pt>
          <cx:pt idx="38563">8.2899999999999991</cx:pt>
          <cx:pt idx="38564">10.789999999999999</cx:pt>
          <cx:pt idx="38565">1.6299999999999999</cx:pt>
          <cx:pt idx="38566">2.46</cx:pt>
          <cx:pt idx="38567">7.46</cx:pt>
          <cx:pt idx="38568">2.46</cx:pt>
          <cx:pt idx="38569">5.79</cx:pt>
          <cx:pt idx="38570">7.46</cx:pt>
          <cx:pt idx="38571">3.29</cx:pt>
          <cx:pt idx="38572">1.6299999999999999</cx:pt>
          <cx:pt idx="38573">2.46</cx:pt>
          <cx:pt idx="38574">5.79</cx:pt>
          <cx:pt idx="38575">1.25</cx:pt>
          <cx:pt idx="38576">3.29</cx:pt>
          <cx:pt idx="38577">1.25</cx:pt>
          <cx:pt idx="38578">4.1299999999999999</cx:pt>
          <cx:pt idx="38579">4.1299999999999999</cx:pt>
          <cx:pt idx="38580">1.6299999999999999</cx:pt>
          <cx:pt idx="38581">4.96</cx:pt>
          <cx:pt idx="38582">4.1299999999999999</cx:pt>
          <cx:pt idx="38583">4.25</cx:pt>
          <cx:pt idx="38584">4.9500000000000002</cx:pt>
          <cx:pt idx="38585">2.4900000000000002</cx:pt>
          <cx:pt idx="38586">2.4900000000000002</cx:pt>
          <cx:pt idx="38587">4.1500000000000004</cx:pt>
          <cx:pt idx="38588">1.25</cx:pt>
          <cx:pt idx="38589">3.25</cx:pt>
          <cx:pt idx="38590">2.5499999999999998</cx:pt>
          <cx:pt idx="38591">0.41999999999999998</cx:pt>
          <cx:pt idx="38592">12.75</cx:pt>
          <cx:pt idx="38593">1.6499999999999999</cx:pt>
          <cx:pt idx="38594">1.6499999999999999</cx:pt>
          <cx:pt idx="38595">1.6499999999999999</cx:pt>
          <cx:pt idx="38596">2.1000000000000001</cx:pt>
          <cx:pt idx="38597">0.65000000000000002</cx:pt>
          <cx:pt idx="38598">6.3499999999999996</cx:pt>
          <cx:pt idx="38599">1.6499999999999999</cx:pt>
          <cx:pt idx="38600">4.1500000000000004</cx:pt>
          <cx:pt idx="38601">2.0800000000000001</cx:pt>
          <cx:pt idx="38602">2.0800000000000001</cx:pt>
          <cx:pt idx="38603">4.1500000000000004</cx:pt>
          <cx:pt idx="38604">4.1500000000000004</cx:pt>
          <cx:pt idx="38605">0.84999999999999998</cx:pt>
          <cx:pt idx="38606">0.41999999999999998</cx:pt>
          <cx:pt idx="38607">0.84999999999999998</cx:pt>
          <cx:pt idx="38608">2.5499999999999998</cx:pt>
          <cx:pt idx="38609">0.41999999999999998</cx:pt>
          <cx:pt idx="38610">4.9500000000000002</cx:pt>
          <cx:pt idx="38611">1.6499999999999999</cx:pt>
          <cx:pt idx="38612">1.6499999999999999</cx:pt>
          <cx:pt idx="38613">0.41999999999999998</cx:pt>
          <cx:pt idx="38614">2.1000000000000001</cx:pt>
          <cx:pt idx="38615">12.75</cx:pt>
          <cx:pt idx="38616">1.45</cx:pt>
          <cx:pt idx="38617">2.1000000000000001</cx:pt>
          <cx:pt idx="38618">1.45</cx:pt>
          <cx:pt idx="38619">2.0800000000000001</cx:pt>
          <cx:pt idx="38620">4.9500000000000002</cx:pt>
          <cx:pt idx="38621">8.5</cx:pt>
          <cx:pt idx="38622">2.9500000000000002</cx:pt>
          <cx:pt idx="38623">6.9500000000000002</cx:pt>
          <cx:pt idx="38624">0.55000000000000004</cx:pt>
          <cx:pt idx="38625">1.6499999999999999</cx:pt>
          <cx:pt idx="38626">1.6499999999999999</cx:pt>
          <cx:pt idx="38627">0.84999999999999998</cx:pt>
          <cx:pt idx="38628">12.75</cx:pt>
          <cx:pt idx="38629">2.8900000000000001</cx:pt>
          <cx:pt idx="38630">1.45</cx:pt>
          <cx:pt idx="38631">2.9500000000000002</cx:pt>
          <cx:pt idx="38632">4.1500000000000004</cx:pt>
          <cx:pt idx="38633">0.84999999999999998</cx:pt>
          <cx:pt idx="38634">1.0600000000000001</cx:pt>
          <cx:pt idx="38635">4.1500000000000004</cx:pt>
          <cx:pt idx="38636">1.45</cx:pt>
          <cx:pt idx="38637">1.25</cx:pt>
          <cx:pt idx="38638">2.1000000000000001</cx:pt>
          <cx:pt idx="38639">4.25</cx:pt>
          <cx:pt idx="38640">7.6500000000000004</cx:pt>
          <cx:pt idx="38641">2.5499999999999998</cx:pt>
          <cx:pt idx="38642">3.75</cx:pt>
          <cx:pt idx="38643">1.95</cx:pt>
          <cx:pt idx="38644">0.35999999999999999</cx:pt>
          <cx:pt idx="38645">0.41999999999999998</cx:pt>
          <cx:pt idx="38646">2.5499999999999998</cx:pt>
          <cx:pt idx="38647">1.45</cx:pt>
          <cx:pt idx="38648">0.65000000000000002</cx:pt>
          <cx:pt idx="38649">1.45</cx:pt>
          <cx:pt idx="38650">0.71999999999999997</cx:pt>
          <cx:pt idx="38651">0.71999999999999997</cx:pt>
          <cx:pt idx="38652">2.1000000000000001</cx:pt>
          <cx:pt idx="38653">3.75</cx:pt>
          <cx:pt idx="38654">9.9499999999999993</cx:pt>
          <cx:pt idx="38655">0.41999999999999998</cx:pt>
          <cx:pt idx="38656">0.41999999999999998</cx:pt>
          <cx:pt idx="38657">0.41999999999999998</cx:pt>
          <cx:pt idx="38658">1.25</cx:pt>
          <cx:pt idx="38659">0.41999999999999998</cx:pt>
          <cx:pt idx="38660">2.1000000000000001</cx:pt>
          <cx:pt idx="38661">4.9500000000000002</cx:pt>
          <cx:pt idx="38662">4.25</cx:pt>
          <cx:pt idx="38663">2.8900000000000001</cx:pt>
          <cx:pt idx="38664">2.1000000000000001</cx:pt>
          <cx:pt idx="38665">2.9500000000000002</cx:pt>
          <cx:pt idx="38666">0.39000000000000001</cx:pt>
          <cx:pt idx="38667">1.6499999999999999</cx:pt>
          <cx:pt idx="38668">1.6499999999999999</cx:pt>
          <cx:pt idx="38669">2.9500000000000002</cx:pt>
          <cx:pt idx="38670">2.0800000000000001</cx:pt>
          <cx:pt idx="38671">1.25</cx:pt>
          <cx:pt idx="38672">2.0800000000000001</cx:pt>
          <cx:pt idx="38673">6.3499999999999996</cx:pt>
          <cx:pt idx="38674">7.6500000000000004</cx:pt>
          <cx:pt idx="38675">2.9500000000000002</cx:pt>
          <cx:pt idx="38676">2.1000000000000001</cx:pt>
          <cx:pt idx="38677">1.6499999999999999</cx:pt>
          <cx:pt idx="38678">3.25</cx:pt>
          <cx:pt idx="38679">12.75</cx:pt>
          <cx:pt idx="38680">1.25</cx:pt>
          <cx:pt idx="38681">1.25</cx:pt>
          <cx:pt idx="38682">0.41999999999999998</cx:pt>
          <cx:pt idx="38683">2.5499999999999998</cx:pt>
          <cx:pt idx="38684">1.45</cx:pt>
          <cx:pt idx="38685">8.25</cx:pt>
          <cx:pt idx="38686">1.25</cx:pt>
          <cx:pt idx="38687">1.25</cx:pt>
          <cx:pt idx="38688">1.25</cx:pt>
          <cx:pt idx="38689">2.25</cx:pt>
          <cx:pt idx="38690">1.6499999999999999</cx:pt>
          <cx:pt idx="38691">2.25</cx:pt>
          <cx:pt idx="38692">1.45</cx:pt>
          <cx:pt idx="38693">2.9500000000000002</cx:pt>
          <cx:pt idx="38694">1.25</cx:pt>
          <cx:pt idx="38695">4.9500000000000002</cx:pt>
          <cx:pt idx="38696">2.9500000000000002</cx:pt>
          <cx:pt idx="38697">2.5499999999999998</cx:pt>
          <cx:pt idx="38698">1.6499999999999999</cx:pt>
          <cx:pt idx="38699">5.9500000000000002</cx:pt>
          <cx:pt idx="38700">2.4900000000000002</cx:pt>
          <cx:pt idx="38701">1.6499999999999999</cx:pt>
          <cx:pt idx="38702">2.1000000000000001</cx:pt>
          <cx:pt idx="38703">1.6499999999999999</cx:pt>
          <cx:pt idx="38704">2.25</cx:pt>
          <cx:pt idx="38705">4.1500000000000004</cx:pt>
          <cx:pt idx="38706">2.4900000000000002</cx:pt>
          <cx:pt idx="38707">1.6899999999999999</cx:pt>
          <cx:pt idx="38708">1.6499999999999999</cx:pt>
          <cx:pt idx="38709">4.1500000000000004</cx:pt>
          <cx:pt idx="38710">3.9500000000000002</cx:pt>
          <cx:pt idx="38711">0.41999999999999998</cx:pt>
          <cx:pt idx="38712">2.4900000000000002</cx:pt>
          <cx:pt idx="38713">2.0800000000000001</cx:pt>
          <cx:pt idx="38714">1.45</cx:pt>
          <cx:pt idx="38715">4.9500000000000002</cx:pt>
          <cx:pt idx="38716">1.25</cx:pt>
          <cx:pt idx="38717">4.9500000000000002</cx:pt>
          <cx:pt idx="38718">1.6899999999999999</cx:pt>
          <cx:pt idx="38719">2.5499999999999998</cx:pt>
          <cx:pt idx="38720">4.9500000000000002</cx:pt>
          <cx:pt idx="38721">1.25</cx:pt>
          <cx:pt idx="38722">3.25</cx:pt>
          <cx:pt idx="38723">4.9500000000000002</cx:pt>
          <cx:pt idx="38724">2.5499999999999998</cx:pt>
          <cx:pt idx="38725">0.55000000000000004</cx:pt>
          <cx:pt idx="38726">1.6499999999999999</cx:pt>
          <cx:pt idx="38727">0.84999999999999998</cx:pt>
          <cx:pt idx="38728">4.9500000000000002</cx:pt>
          <cx:pt idx="38729">1.25</cx:pt>
          <cx:pt idx="38730">8.5</cx:pt>
          <cx:pt idx="38731">2.0800000000000001</cx:pt>
          <cx:pt idx="38732">2.1000000000000001</cx:pt>
          <cx:pt idx="38733">2.5499999999999998</cx:pt>
          <cx:pt idx="38734">8.25</cx:pt>
          <cx:pt idx="38735">2.8900000000000001</cx:pt>
          <cx:pt idx="38736">2.4900000000000002</cx:pt>
          <cx:pt idx="38737">2.8900000000000001</cx:pt>
          <cx:pt idx="38738">2.4900000000000002</cx:pt>
          <cx:pt idx="38739">12.75</cx:pt>
          <cx:pt idx="38740">2.9500000000000002</cx:pt>
          <cx:pt idx="38741">2.9500000000000002</cx:pt>
          <cx:pt idx="38742">1.25</cx:pt>
          <cx:pt idx="38743">3.75</cx:pt>
          <cx:pt idx="38744">2.8900000000000001</cx:pt>
          <cx:pt idx="38745">1.6899999999999999</cx:pt>
          <cx:pt idx="38746">1.6499999999999999</cx:pt>
          <cx:pt idx="38747">8.25</cx:pt>
          <cx:pt idx="38748">0.39000000000000001</cx:pt>
          <cx:pt idx="38749">2.0800000000000001</cx:pt>
          <cx:pt idx="38750">1.6499999999999999</cx:pt>
          <cx:pt idx="38751">8.25</cx:pt>
          <cx:pt idx="38752">2.1000000000000001</cx:pt>
          <cx:pt idx="38753">1.45</cx:pt>
          <cx:pt idx="38754">2.0800000000000001</cx:pt>
          <cx:pt idx="38755">3.75</cx:pt>
          <cx:pt idx="38756">1.6499999999999999</cx:pt>
          <cx:pt idx="38757">2.9500000000000002</cx:pt>
          <cx:pt idx="38758">8.5</cx:pt>
          <cx:pt idx="38759">2.8900000000000001</cx:pt>
          <cx:pt idx="38760">0.65000000000000002</cx:pt>
          <cx:pt idx="38761">2.1000000000000001</cx:pt>
          <cx:pt idx="38762">2.1000000000000001</cx:pt>
          <cx:pt idx="38763">0.65000000000000002</cx:pt>
          <cx:pt idx="38764">0.65000000000000002</cx:pt>
          <cx:pt idx="38765">0.65000000000000002</cx:pt>
          <cx:pt idx="38766">1.6499999999999999</cx:pt>
          <cx:pt idx="38767">1.6499999999999999</cx:pt>
          <cx:pt idx="38768">2.1000000000000001</cx:pt>
          <cx:pt idx="38769">1.45</cx:pt>
          <cx:pt idx="38770">2.9500000000000002</cx:pt>
          <cx:pt idx="38771">12.75</cx:pt>
          <cx:pt idx="38772">1.6499999999999999</cx:pt>
          <cx:pt idx="38773">8.5</cx:pt>
          <cx:pt idx="38774">6.9500000000000002</cx:pt>
          <cx:pt idx="38775">4.25</cx:pt>
          <cx:pt idx="38776">3.29</cx:pt>
          <cx:pt idx="38777">4.9500000000000002</cx:pt>
          <cx:pt idx="38778">2.8900000000000001</cx:pt>
          <cx:pt idx="38779">1.8500000000000001</cx:pt>
          <cx:pt idx="38780">0.71999999999999997</cx:pt>
          <cx:pt idx="38781">8.25</cx:pt>
          <cx:pt idx="38782">2.9500000000000002</cx:pt>
          <cx:pt idx="38783">0.41999999999999998</cx:pt>
          <cx:pt idx="38784">4.25</cx:pt>
          <cx:pt idx="38785">1.6899999999999999</cx:pt>
          <cx:pt idx="38786">2.9500000000000002</cx:pt>
          <cx:pt idx="38787">1.25</cx:pt>
          <cx:pt idx="38788">4.9500000000000002</cx:pt>
          <cx:pt idx="38789">8.5</cx:pt>
          <cx:pt idx="38790">0.41999999999999998</cx:pt>
          <cx:pt idx="38791">0.41999999999999998</cx:pt>
          <cx:pt idx="38792">2.9500000000000002</cx:pt>
          <cx:pt idx="38793">1.45</cx:pt>
          <cx:pt idx="38794">4.9500000000000002</cx:pt>
          <cx:pt idx="38795">1.0600000000000001</cx:pt>
          <cx:pt idx="38796">1.0600000000000001</cx:pt>
          <cx:pt idx="38797">1.6499999999999999</cx:pt>
          <cx:pt idx="38798">1.6499999999999999</cx:pt>
          <cx:pt idx="38799">4.1500000000000004</cx:pt>
          <cx:pt idx="38800">4.1299999999999999</cx:pt>
          <cx:pt idx="38801">8.3300000000000001</cx:pt>
          <cx:pt idx="38802">6.6299999999999999</cx:pt>
          <cx:pt idx="38803">8.2899999999999991</cx:pt>
          <cx:pt idx="38804">4.96</cx:pt>
          <cx:pt idx="38805">2.46</cx:pt>
          <cx:pt idx="38806">9.1300000000000008</cx:pt>
          <cx:pt idx="38807">1.6899999999999999</cx:pt>
          <cx:pt idx="38808">4.1500000000000004</cx:pt>
          <cx:pt idx="38809">2.4900000000000002</cx:pt>
          <cx:pt idx="38810">2.1000000000000001</cx:pt>
          <cx:pt idx="38811">2.9500000000000002</cx:pt>
          <cx:pt idx="38812">1.6499999999999999</cx:pt>
          <cx:pt idx="38813">1.6499999999999999</cx:pt>
          <cx:pt idx="38814">0.41999999999999998</cx:pt>
          <cx:pt idx="38815">1.45</cx:pt>
          <cx:pt idx="38816">1.45</cx:pt>
          <cx:pt idx="38817">1.49</cx:pt>
          <cx:pt idx="38818">4.1500000000000004</cx:pt>
          <cx:pt idx="38819">0.41999999999999998</cx:pt>
          <cx:pt idx="38820">4.25</cx:pt>
          <cx:pt idx="38821">2.9500000000000002</cx:pt>
          <cx:pt idx="38822">1.6499999999999999</cx:pt>
          <cx:pt idx="38823">1.6499999999999999</cx:pt>
          <cx:pt idx="38824">1.45</cx:pt>
          <cx:pt idx="38825">1.25</cx:pt>
          <cx:pt idx="38826">4.9500000000000002</cx:pt>
          <cx:pt idx="38827">0.84999999999999998</cx:pt>
          <cx:pt idx="38828">3.25</cx:pt>
          <cx:pt idx="38829">0.84999999999999998</cx:pt>
          <cx:pt idx="38830">1.25</cx:pt>
          <cx:pt idx="38831">0.65000000000000002</cx:pt>
          <cx:pt idx="38832">0.41999999999999998</cx:pt>
          <cx:pt idx="38833">0.41999999999999998</cx:pt>
          <cx:pt idx="38834">2.1000000000000001</cx:pt>
          <cx:pt idx="38835">1.6499999999999999</cx:pt>
          <cx:pt idx="38836">1.25</cx:pt>
          <cx:pt idx="38837">1.25</cx:pt>
          <cx:pt idx="38838">1.6499999999999999</cx:pt>
          <cx:pt idx="38839">7.9500000000000002</cx:pt>
          <cx:pt idx="38840">2.1000000000000001</cx:pt>
          <cx:pt idx="38841">1.45</cx:pt>
          <cx:pt idx="38842">2.9500000000000002</cx:pt>
          <cx:pt idx="38843">0.41999999999999998</cx:pt>
          <cx:pt idx="38844">6.9500000000000002</cx:pt>
          <cx:pt idx="38845">4.6500000000000004</cx:pt>
          <cx:pt idx="38846">0.84999999999999998</cx:pt>
          <cx:pt idx="38847">1.25</cx:pt>
          <cx:pt idx="38848">4.9500000000000002</cx:pt>
          <cx:pt idx="38849">1.6499999999999999</cx:pt>
          <cx:pt idx="38850">1.6899999999999999</cx:pt>
          <cx:pt idx="38851">2.8900000000000001</cx:pt>
          <cx:pt idx="38852">1.25</cx:pt>
          <cx:pt idx="38853">2.8900000000000001</cx:pt>
          <cx:pt idx="38854">4.1500000000000004</cx:pt>
          <cx:pt idx="38855">0.41999999999999998</cx:pt>
          <cx:pt idx="38856">2.4900000000000002</cx:pt>
          <cx:pt idx="38857">4.1500000000000004</cx:pt>
          <cx:pt idx="38858">1.25</cx:pt>
          <cx:pt idx="38859">2.8900000000000001</cx:pt>
          <cx:pt idx="38860">1.6499999999999999</cx:pt>
          <cx:pt idx="38861">0.41999999999999998</cx:pt>
          <cx:pt idx="38862">1.6499999999999999</cx:pt>
          <cx:pt idx="38863">1.25</cx:pt>
          <cx:pt idx="38864">9.9499999999999993</cx:pt>
          <cx:pt idx="38865">1.25</cx:pt>
          <cx:pt idx="38866">4.6500000000000004</cx:pt>
          <cx:pt idx="38867">2.8900000000000001</cx:pt>
          <cx:pt idx="38868">4.9500000000000002</cx:pt>
          <cx:pt idx="38869">4.9500000000000002</cx:pt>
          <cx:pt idx="38870">2.4900000000000002</cx:pt>
          <cx:pt idx="38871">8.25</cx:pt>
          <cx:pt idx="38872">1.25</cx:pt>
          <cx:pt idx="38873">2.8900000000000001</cx:pt>
          <cx:pt idx="38874">1.45</cx:pt>
          <cx:pt idx="38875">2.4900000000000002</cx:pt>
          <cx:pt idx="38876">1.45</cx:pt>
          <cx:pt idx="38877">1.6899999999999999</cx:pt>
          <cx:pt idx="38878">8.5</cx:pt>
          <cx:pt idx="38879">1.25</cx:pt>
          <cx:pt idx="38880">1.45</cx:pt>
          <cx:pt idx="38881">4.9500000000000002</cx:pt>
          <cx:pt idx="38882">1.6499999999999999</cx:pt>
          <cx:pt idx="38883">2.4900000000000002</cx:pt>
          <cx:pt idx="38884">0.84999999999999998</cx:pt>
          <cx:pt idx="38885">0.41999999999999998</cx:pt>
          <cx:pt idx="38886">2.8900000000000001</cx:pt>
          <cx:pt idx="38887">1.6499999999999999</cx:pt>
          <cx:pt idx="38888">1.25</cx:pt>
          <cx:pt idx="38889">0.84999999999999998</cx:pt>
          <cx:pt idx="38890">12.75</cx:pt>
          <cx:pt idx="38891">1.6899999999999999</cx:pt>
          <cx:pt idx="38892">4.1500000000000004</cx:pt>
          <cx:pt idx="38893">4.9500000000000002</cx:pt>
          <cx:pt idx="38894">2.9500000000000002</cx:pt>
          <cx:pt idx="38895">12.75</cx:pt>
          <cx:pt idx="38896">2.9500000000000002</cx:pt>
          <cx:pt idx="38897">8.25</cx:pt>
          <cx:pt idx="38898">8.25</cx:pt>
          <cx:pt idx="38899">8.25</cx:pt>
          <cx:pt idx="38900">2.9500000000000002</cx:pt>
          <cx:pt idx="38901">1.45</cx:pt>
          <cx:pt idx="38902">1.25</cx:pt>
          <cx:pt idx="38903">0.65000000000000002</cx:pt>
          <cx:pt idx="38904">0.65000000000000002</cx:pt>
          <cx:pt idx="38905">0.65000000000000002</cx:pt>
          <cx:pt idx="38906">3.75</cx:pt>
          <cx:pt idx="38907">0.84999999999999998</cx:pt>
          <cx:pt idx="38908">8.25</cx:pt>
          <cx:pt idx="38909">8.25</cx:pt>
          <cx:pt idx="38910">4.9500000000000002</cx:pt>
          <cx:pt idx="38911">1.6499999999999999</cx:pt>
          <cx:pt idx="38912">2.9500000000000002</cx:pt>
          <cx:pt idx="38913">0.41999999999999998</cx:pt>
          <cx:pt idx="38914">1.25</cx:pt>
          <cx:pt idx="38915">0.84999999999999998</cx:pt>
          <cx:pt idx="38916">1.6899999999999999</cx:pt>
          <cx:pt idx="38917">2.9500000000000002</cx:pt>
          <cx:pt idx="38918">2.9500000000000002</cx:pt>
          <cx:pt idx="38919">3.75</cx:pt>
          <cx:pt idx="38920">2.9500000000000002</cx:pt>
          <cx:pt idx="38921">1.25</cx:pt>
          <cx:pt idx="38922">1.6499999999999999</cx:pt>
          <cx:pt idx="38923">0.41999999999999998</cx:pt>
          <cx:pt idx="38924">1.6899999999999999</cx:pt>
          <cx:pt idx="38925">1.6899999999999999</cx:pt>
          <cx:pt idx="38926">8.25</cx:pt>
          <cx:pt idx="38927">0.84999999999999998</cx:pt>
          <cx:pt idx="38928">2.8900000000000001</cx:pt>
          <cx:pt idx="38929">1.6499999999999999</cx:pt>
          <cx:pt idx="38930">12.75</cx:pt>
          <cx:pt idx="38931">2.8900000000000001</cx:pt>
          <cx:pt idx="38932">2.0800000000000001</cx:pt>
          <cx:pt idx="38933">2.4900000000000002</cx:pt>
          <cx:pt idx="38934">1.6499999999999999</cx:pt>
          <cx:pt idx="38935">8.25</cx:pt>
          <cx:pt idx="38936">0.84999999999999998</cx:pt>
          <cx:pt idx="38937">0.41999999999999998</cx:pt>
          <cx:pt idx="38938">0.84999999999999998</cx:pt>
          <cx:pt idx="38939">0.41999999999999998</cx:pt>
          <cx:pt idx="38940">2.8900000000000001</cx:pt>
          <cx:pt idx="38941">2.8900000000000001</cx:pt>
          <cx:pt idx="38942">8.5</cx:pt>
          <cx:pt idx="38943">3.75</cx:pt>
          <cx:pt idx="38944">2.4900000000000002</cx:pt>
          <cx:pt idx="38945">0.41999999999999998</cx:pt>
          <cx:pt idx="38946">0.41999999999999998</cx:pt>
          <cx:pt idx="38947">1.25</cx:pt>
          <cx:pt idx="38948">1.6499999999999999</cx:pt>
          <cx:pt idx="38949">8.25</cx:pt>
          <cx:pt idx="38950">8.25</cx:pt>
          <cx:pt idx="38951">4.9500000000000002</cx:pt>
          <cx:pt idx="38952">8.5</cx:pt>
          <cx:pt idx="38953">2.0800000000000001</cx:pt>
          <cx:pt idx="38954">1.6499999999999999</cx:pt>
          <cx:pt idx="38955">1.25</cx:pt>
          <cx:pt idx="38956">1.6499999999999999</cx:pt>
          <cx:pt idx="38957">0.84999999999999998</cx:pt>
          <cx:pt idx="38958">1.25</cx:pt>
          <cx:pt idx="38959">1.6499999999999999</cx:pt>
          <cx:pt idx="38960">2.5499999999999998</cx:pt>
          <cx:pt idx="38961">1.45</cx:pt>
          <cx:pt idx="38962">0.41999999999999998</cx:pt>
          <cx:pt idx="38963">2.25</cx:pt>
          <cx:pt idx="38964">1.25</cx:pt>
          <cx:pt idx="38965">1.25</cx:pt>
          <cx:pt idx="38966">2.0800000000000001</cx:pt>
          <cx:pt idx="38967">2.0800000000000001</cx:pt>
          <cx:pt idx="38968">1.25</cx:pt>
          <cx:pt idx="38969">4.1500000000000004</cx:pt>
          <cx:pt idx="38970">4.1500000000000004</cx:pt>
          <cx:pt idx="38971">1.6499999999999999</cx:pt>
          <cx:pt idx="38972">0.84999999999999998</cx:pt>
          <cx:pt idx="38973">0.84999999999999998</cx:pt>
          <cx:pt idx="38974">0.82999999999999996</cx:pt>
          <cx:pt idx="38975">1.45</cx:pt>
          <cx:pt idx="38976">1.6499999999999999</cx:pt>
          <cx:pt idx="38977">2.8900000000000001</cx:pt>
          <cx:pt idx="38978">1.45</cx:pt>
          <cx:pt idx="38979">1.6499999999999999</cx:pt>
          <cx:pt idx="38980">4.1500000000000004</cx:pt>
          <cx:pt idx="38981">2.9500000000000002</cx:pt>
          <cx:pt idx="38982">2.9500000000000002</cx:pt>
          <cx:pt idx="38983">2.4900000000000002</cx:pt>
          <cx:pt idx="38984">12.75</cx:pt>
          <cx:pt idx="38985">1.45</cx:pt>
          <cx:pt idx="38986">6.9500000000000002</cx:pt>
          <cx:pt idx="38987">1.25</cx:pt>
          <cx:pt idx="38988">1.6499999999999999</cx:pt>
          <cx:pt idx="38989">1.25</cx:pt>
          <cx:pt idx="38990">0.55000000000000004</cx:pt>
          <cx:pt idx="38991">2.9500000000000002</cx:pt>
          <cx:pt idx="38992">1.6899999999999999</cx:pt>
          <cx:pt idx="38993">12.75</cx:pt>
          <cx:pt idx="38994">2.1000000000000001</cx:pt>
          <cx:pt idx="38995">2.1000000000000001</cx:pt>
          <cx:pt idx="38996">2.8900000000000001</cx:pt>
          <cx:pt idx="38997">2.9500000000000002</cx:pt>
          <cx:pt idx="38998">2.5499999999999998</cx:pt>
          <cx:pt idx="38999">1.45</cx:pt>
          <cx:pt idx="39000">1.45</cx:pt>
          <cx:pt idx="39001">1.25</cx:pt>
          <cx:pt idx="39002">1.25</cx:pt>
          <cx:pt idx="39003">0.55000000000000004</cx:pt>
          <cx:pt idx="39004">1.45</cx:pt>
          <cx:pt idx="39005">1.45</cx:pt>
          <cx:pt idx="39006">1.6499999999999999</cx:pt>
          <cx:pt idx="39007">6.9500000000000002</cx:pt>
          <cx:pt idx="39008">1.25</cx:pt>
          <cx:pt idx="39009">1.25</cx:pt>
          <cx:pt idx="39010">2.5499999999999998</cx:pt>
          <cx:pt idx="39011">0.39000000000000001</cx:pt>
          <cx:pt idx="39012">1.6499999999999999</cx:pt>
          <cx:pt idx="39013">1.25</cx:pt>
          <cx:pt idx="39014">4.9500000000000002</cx:pt>
          <cx:pt idx="39015">2.1000000000000001</cx:pt>
          <cx:pt idx="39016">1.25</cx:pt>
          <cx:pt idx="39017">6.9500000000000002</cx:pt>
          <cx:pt idx="39018">0.41999999999999998</cx:pt>
          <cx:pt idx="39019">4.6500000000000004</cx:pt>
          <cx:pt idx="39020">4.25</cx:pt>
          <cx:pt idx="39021">1.45</cx:pt>
          <cx:pt idx="39022">4.1500000000000004</cx:pt>
          <cx:pt idx="39023">1.6499999999999999</cx:pt>
          <cx:pt idx="39024">2.0800000000000001</cx:pt>
          <cx:pt idx="39025">4.9500000000000002</cx:pt>
          <cx:pt idx="39026">1.25</cx:pt>
          <cx:pt idx="39027">8.25</cx:pt>
          <cx:pt idx="39028">0.82999999999999996</cx:pt>
          <cx:pt idx="39029">4.9500000000000002</cx:pt>
          <cx:pt idx="39030">8.5</cx:pt>
          <cx:pt idx="39031">1.6499999999999999</cx:pt>
          <cx:pt idx="39032">2.1000000000000001</cx:pt>
          <cx:pt idx="39033">1.25</cx:pt>
          <cx:pt idx="39034">1.45</cx:pt>
          <cx:pt idx="39035">2.1000000000000001</cx:pt>
          <cx:pt idx="39036">6.9500000000000002</cx:pt>
          <cx:pt idx="39037">1.25</cx:pt>
          <cx:pt idx="39038">1.6499999999999999</cx:pt>
          <cx:pt idx="39039">0.41999999999999998</cx:pt>
          <cx:pt idx="39040">1.25</cx:pt>
          <cx:pt idx="39041">1.45</cx:pt>
          <cx:pt idx="39042">4.25</cx:pt>
          <cx:pt idx="39043">7.0800000000000001</cx:pt>
          <cx:pt idx="39044">2.0800000000000001</cx:pt>
          <cx:pt idx="39045">0.71999999999999997</cx:pt>
          <cx:pt idx="39046">3.75</cx:pt>
          <cx:pt idx="39047">12.75</cx:pt>
          <cx:pt idx="39048">2.1000000000000001</cx:pt>
          <cx:pt idx="39049">2.5499999999999998</cx:pt>
          <cx:pt idx="39050">0.41999999999999998</cx:pt>
          <cx:pt idx="39051">8.5</cx:pt>
          <cx:pt idx="39052">2.0800000000000001</cx:pt>
          <cx:pt idx="39053">1.6499999999999999</cx:pt>
          <cx:pt idx="39054">1.6499999999999999</cx:pt>
          <cx:pt idx="39055">4.6500000000000004</cx:pt>
          <cx:pt idx="39056">1.6499999999999999</cx:pt>
          <cx:pt idx="39057">1.6899999999999999</cx:pt>
          <cx:pt idx="39058">2.0800000000000001</cx:pt>
          <cx:pt idx="39059">1.25</cx:pt>
          <cx:pt idx="39060">2.4900000000000002</cx:pt>
          <cx:pt idx="39061">7.0800000000000001</cx:pt>
          <cx:pt idx="39062">2.0800000000000001</cx:pt>
          <cx:pt idx="39063">0.71999999999999997</cx:pt>
          <cx:pt idx="39064">8.25</cx:pt>
          <cx:pt idx="39065">1.6499999999999999</cx:pt>
          <cx:pt idx="39066">2.8900000000000001</cx:pt>
          <cx:pt idx="39067">4.1500000000000004</cx:pt>
          <cx:pt idx="39068">2.0800000000000001</cx:pt>
          <cx:pt idx="39069">8.5</cx:pt>
          <cx:pt idx="39070">0.71999999999999997</cx:pt>
          <cx:pt idx="39071">7.0800000000000001</cx:pt>
          <cx:pt idx="39072">2.0800000000000001</cx:pt>
          <cx:pt idx="39073">1.6899999999999999</cx:pt>
          <cx:pt idx="39074">0.39000000000000001</cx:pt>
          <cx:pt idx="39075">4.9500000000000002</cx:pt>
          <cx:pt idx="39076">3.25</cx:pt>
          <cx:pt idx="39077">1.25</cx:pt>
          <cx:pt idx="39078">2.8900000000000001</cx:pt>
          <cx:pt idx="39079">4.1500000000000004</cx:pt>
          <cx:pt idx="39080">1.6499999999999999</cx:pt>
          <cx:pt idx="39081">2.4900000000000002</cx:pt>
          <cx:pt idx="39082">1.8500000000000001</cx:pt>
          <cx:pt idx="39083">1.6499999999999999</cx:pt>
          <cx:pt idx="39084">1.45</cx:pt>
          <cx:pt idx="39085">1.25</cx:pt>
          <cx:pt idx="39086">2.5499999999999998</cx:pt>
          <cx:pt idx="39087">1.45</cx:pt>
          <cx:pt idx="39088">2.9500000000000002</cx:pt>
          <cx:pt idx="39089">1.45</cx:pt>
          <cx:pt idx="39090">1.6499999999999999</cx:pt>
          <cx:pt idx="39091">2.1000000000000001</cx:pt>
          <cx:pt idx="39092">1.6499999999999999</cx:pt>
          <cx:pt idx="39093">2.9500000000000002</cx:pt>
          <cx:pt idx="39094">1.6499999999999999</cx:pt>
          <cx:pt idx="39095">0.65000000000000002</cx:pt>
          <cx:pt idx="39096">0.55000000000000004</cx:pt>
          <cx:pt idx="39097">2.5499999999999998</cx:pt>
          <cx:pt idx="39098">0.84999999999999998</cx:pt>
          <cx:pt idx="39099">2.9500000000000002</cx:pt>
          <cx:pt idx="39100">2.1000000000000001</cx:pt>
          <cx:pt idx="39101">2.1000000000000001</cx:pt>
          <cx:pt idx="39102">2.0800000000000001</cx:pt>
          <cx:pt idx="39103">1.45</cx:pt>
          <cx:pt idx="39104">12.75</cx:pt>
          <cx:pt idx="39105">2.25</cx:pt>
          <cx:pt idx="39106">2.25</cx:pt>
          <cx:pt idx="39107">0.41999999999999998</cx:pt>
          <cx:pt idx="39108">0.41999999999999998</cx:pt>
          <cx:pt idx="39109">1.25</cx:pt>
          <cx:pt idx="39110">1.6499999999999999</cx:pt>
          <cx:pt idx="39111">1.25</cx:pt>
          <cx:pt idx="39112">1.6499999999999999</cx:pt>
          <cx:pt idx="39113">1.6499999999999999</cx:pt>
          <cx:pt idx="39114">0.55000000000000004</cx:pt>
          <cx:pt idx="39115">0.55000000000000004</cx:pt>
          <cx:pt idx="39116">4.1500000000000004</cx:pt>
          <cx:pt idx="39117">1.6499999999999999</cx:pt>
          <cx:pt idx="39118">0.84999999999999998</cx:pt>
          <cx:pt idx="39119">1.45</cx:pt>
          <cx:pt idx="39120">1.45</cx:pt>
          <cx:pt idx="39121">4.9500000000000002</cx:pt>
          <cx:pt idx="39122">3.75</cx:pt>
          <cx:pt idx="39123">1.6499999999999999</cx:pt>
          <cx:pt idx="39124">4.9500000000000002</cx:pt>
          <cx:pt idx="39125">2.8900000000000001</cx:pt>
          <cx:pt idx="39126">1.6499999999999999</cx:pt>
          <cx:pt idx="39127">1.6499999999999999</cx:pt>
          <cx:pt idx="39128">3.9500000000000002</cx:pt>
          <cx:pt idx="39129">2.4900000000000002</cx:pt>
          <cx:pt idx="39130">3.75</cx:pt>
          <cx:pt idx="39131">4.9500000000000002</cx:pt>
          <cx:pt idx="39132">2.1000000000000001</cx:pt>
          <cx:pt idx="39133">2.5499999999999998</cx:pt>
          <cx:pt idx="39134">6.9500000000000002</cx:pt>
          <cx:pt idx="39135">1.25</cx:pt>
          <cx:pt idx="39136">1.6899999999999999</cx:pt>
          <cx:pt idx="39137">2.9500000000000002</cx:pt>
          <cx:pt idx="39138">0.84999999999999998</cx:pt>
          <cx:pt idx="39139">1.45</cx:pt>
          <cx:pt idx="39140">0.65000000000000002</cx:pt>
          <cx:pt idx="39141">1.25</cx:pt>
          <cx:pt idx="39142">1.25</cx:pt>
          <cx:pt idx="39143">2.9500000000000002</cx:pt>
          <cx:pt idx="39144">1.6499999999999999</cx:pt>
          <cx:pt idx="39145">4.6500000000000004</cx:pt>
          <cx:pt idx="39146">1.6899999999999999</cx:pt>
          <cx:pt idx="39147">0.41999999999999998</cx:pt>
          <cx:pt idx="39148">1.6499999999999999</cx:pt>
          <cx:pt idx="39149">8.25</cx:pt>
          <cx:pt idx="39150">2.1000000000000001</cx:pt>
          <cx:pt idx="39151">6.3499999999999996</cx:pt>
          <cx:pt idx="39152">2.25</cx:pt>
          <cx:pt idx="39153">0.41999999999999998</cx:pt>
          <cx:pt idx="39154">2.1000000000000001</cx:pt>
          <cx:pt idx="39155">7.46</cx:pt>
          <cx:pt idx="39156">24.960000000000001</cx:pt>
          <cx:pt idx="39157">4.1299999999999999</cx:pt>
          <cx:pt idx="39158">10.789999999999999</cx:pt>
          <cx:pt idx="39159">2.46</cx:pt>
          <cx:pt idx="39160">16.629999999999999</cx:pt>
          <cx:pt idx="39161">3.29</cx:pt>
          <cx:pt idx="39162">2.5</cx:pt>
          <cx:pt idx="39163">10.789999999999999</cx:pt>
          <cx:pt idx="39164">4.1299999999999999</cx:pt>
          <cx:pt idx="39165">5.79</cx:pt>
          <cx:pt idx="39166">3.29</cx:pt>
          <cx:pt idx="39167">3.29</cx:pt>
          <cx:pt idx="39168">2.46</cx:pt>
          <cx:pt idx="39169">24.960000000000001</cx:pt>
          <cx:pt idx="39170">3.29</cx:pt>
          <cx:pt idx="39171">16.629999999999999</cx:pt>
          <cx:pt idx="39172">14.130000000000001</cx:pt>
          <cx:pt idx="39173">4.96</cx:pt>
          <cx:pt idx="39174">4.1299999999999999</cx:pt>
          <cx:pt idx="39175">2.0800000000000001</cx:pt>
          <cx:pt idx="39176">0.41999999999999998</cx:pt>
          <cx:pt idx="39177">0.39000000000000001</cx:pt>
          <cx:pt idx="39178">1.25</cx:pt>
          <cx:pt idx="39179">1.6499999999999999</cx:pt>
          <cx:pt idx="39180">1.6899999999999999</cx:pt>
          <cx:pt idx="39181">3.75</cx:pt>
          <cx:pt idx="39182">2.5499999999999998</cx:pt>
          <cx:pt idx="39183">2.4900000000000002</cx:pt>
          <cx:pt idx="39184">1.45</cx:pt>
          <cx:pt idx="39185">0.41999999999999998</cx:pt>
          <cx:pt idx="39186">2.3900000000000001</cx:pt>
          <cx:pt idx="39187">4.1299999999999999</cx:pt>
          <cx:pt idx="39188">24.960000000000001</cx:pt>
          <cx:pt idx="39189">4.1299999999999999</cx:pt>
          <cx:pt idx="39190">10.789999999999999</cx:pt>
          <cx:pt idx="39191">2.46</cx:pt>
          <cx:pt idx="39192">14.960000000000001</cx:pt>
          <cx:pt idx="39193">2.46</cx:pt>
          <cx:pt idx="39194">0.41999999999999998</cx:pt>
          <cx:pt idx="39195">1.25</cx:pt>
          <cx:pt idx="39196">0.41999999999999998</cx:pt>
          <cx:pt idx="39197">1.6299999999999999</cx:pt>
          <cx:pt idx="39198">5.79</cx:pt>
          <cx:pt idx="39199">5.79</cx:pt>
          <cx:pt idx="39200">0.41999999999999998</cx:pt>
          <cx:pt idx="39201">7.46</cx:pt>
          <cx:pt idx="39202">2.46</cx:pt>
          <cx:pt idx="39203">0.82999999999999996</cx:pt>
          <cx:pt idx="39204">9.1300000000000008</cx:pt>
          <cx:pt idx="39205">5.79</cx:pt>
          <cx:pt idx="39206">3.29</cx:pt>
          <cx:pt idx="39207">1.6299999999999999</cx:pt>
          <cx:pt idx="39208">4.1299999999999999</cx:pt>
          <cx:pt idx="39209">5.79</cx:pt>
          <cx:pt idx="39210">3.29</cx:pt>
          <cx:pt idx="39211">10.789999999999999</cx:pt>
          <cx:pt idx="39212">1.6299999999999999</cx:pt>
          <cx:pt idx="39213">2.46</cx:pt>
          <cx:pt idx="39214">0.41999999999999998</cx:pt>
          <cx:pt idx="39215">5.79</cx:pt>
          <cx:pt idx="39216">2.46</cx:pt>
          <cx:pt idx="39217">0.41999999999999998</cx:pt>
          <cx:pt idx="39218">1.6299999999999999</cx:pt>
          <cx:pt idx="39219">2.46</cx:pt>
          <cx:pt idx="39220">5.79</cx:pt>
          <cx:pt idx="39221">0.41999999999999998</cx:pt>
          <cx:pt idx="39222">0.82999999999999996</cx:pt>
          <cx:pt idx="39223">5.79</cx:pt>
          <cx:pt idx="39224">3.29</cx:pt>
          <cx:pt idx="39225">2.46</cx:pt>
          <cx:pt idx="39226">2.46</cx:pt>
          <cx:pt idx="39227">3.29</cx:pt>
          <cx:pt idx="39228">3.29</cx:pt>
          <cx:pt idx="39229">1.6299999999999999</cx:pt>
          <cx:pt idx="39230">4.1299999999999999</cx:pt>
          <cx:pt idx="39231">7.46</cx:pt>
          <cx:pt idx="39232">3.29</cx:pt>
          <cx:pt idx="39233">10.789999999999999</cx:pt>
          <cx:pt idx="39234">2.46</cx:pt>
          <cx:pt idx="39235">0.41999999999999998</cx:pt>
          <cx:pt idx="39236">1.25</cx:pt>
          <cx:pt idx="39237">3.29</cx:pt>
          <cx:pt idx="39238">5.79</cx:pt>
          <cx:pt idx="39239">4.1299999999999999</cx:pt>
          <cx:pt idx="39240">2.46</cx:pt>
          <cx:pt idx="39241">0.41999999999999998</cx:pt>
          <cx:pt idx="39242">3.29</cx:pt>
          <cx:pt idx="39243">5.79</cx:pt>
          <cx:pt idx="39244">2.46</cx:pt>
          <cx:pt idx="39245">0.82999999999999996</cx:pt>
          <cx:pt idx="39246">7.46</cx:pt>
          <cx:pt idx="39247">3.29</cx:pt>
          <cx:pt idx="39248">6.6299999999999999</cx:pt>
          <cx:pt idx="39249">4.1299999999999999</cx:pt>
          <cx:pt idx="39250">1.25</cx:pt>
          <cx:pt idx="39251">2.46</cx:pt>
          <cx:pt idx="39252">3.29</cx:pt>
          <cx:pt idx="39253">15.789999999999999</cx:pt>
          <cx:pt idx="39254">1.25</cx:pt>
          <cx:pt idx="39255">4.1299999999999999</cx:pt>
          <cx:pt idx="39256">4.1299999999999999</cx:pt>
          <cx:pt idx="39257">1.6299999999999999</cx:pt>
          <cx:pt idx="39258">1.6299999999999999</cx:pt>
          <cx:pt idx="39259">4.96</cx:pt>
          <cx:pt idx="39260">8.2899999999999991</cx:pt>
          <cx:pt idx="39261">0.82999999999999996</cx:pt>
          <cx:pt idx="39262">4.1299999999999999</cx:pt>
          <cx:pt idx="39263">3.29</cx:pt>
          <cx:pt idx="39264">4.1299999999999999</cx:pt>
          <cx:pt idx="39265">10.789999999999999</cx:pt>
          <cx:pt idx="39266">4.1299999999999999</cx:pt>
          <cx:pt idx="39267">2.46</cx:pt>
          <cx:pt idx="39268">2.46</cx:pt>
          <cx:pt idx="39269">7.46</cx:pt>
          <cx:pt idx="39270">2.46</cx:pt>
          <cx:pt idx="39271">0.41999999999999998</cx:pt>
          <cx:pt idx="39272">1.6299999999999999</cx:pt>
          <cx:pt idx="39273">12.460000000000001</cx:pt>
          <cx:pt idx="39274">5.79</cx:pt>
          <cx:pt idx="39275">2.46</cx:pt>
          <cx:pt idx="39276">0.41999999999999998</cx:pt>
          <cx:pt idx="39277">0.82999999999999996</cx:pt>
          <cx:pt idx="39278">7.46</cx:pt>
          <cx:pt idx="39279">6.6299999999999999</cx:pt>
          <cx:pt idx="39280">2.46</cx:pt>
          <cx:pt idx="39281">3.29</cx:pt>
          <cx:pt idx="39282">1.6299999999999999</cx:pt>
          <cx:pt idx="39283">4.96</cx:pt>
          <cx:pt idx="39284">4.1299999999999999</cx:pt>
          <cx:pt idx="39285">1.0600000000000001</cx:pt>
          <cx:pt idx="39286">1.45</cx:pt>
          <cx:pt idx="39287">0.41999999999999998</cx:pt>
          <cx:pt idx="39288">1.6499999999999999</cx:pt>
          <cx:pt idx="39289">0.41999999999999998</cx:pt>
          <cx:pt idx="39290">7.6500000000000004</cx:pt>
          <cx:pt idx="39291">1.25</cx:pt>
          <cx:pt idx="39292">2.4900000000000002</cx:pt>
          <cx:pt idx="39293">1.45</cx:pt>
          <cx:pt idx="39294">4.9500000000000002</cx:pt>
          <cx:pt idx="39295">3.9500000000000002</cx:pt>
          <cx:pt idx="39296">1.25</cx:pt>
          <cx:pt idx="39297">0.65000000000000002</cx:pt>
          <cx:pt idx="39298">1.45</cx:pt>
          <cx:pt idx="39299">4.9500000000000002</cx:pt>
          <cx:pt idx="39300">4.25</cx:pt>
          <cx:pt idx="39301">2.9500000000000002</cx:pt>
          <cx:pt idx="39302">1.45</cx:pt>
          <cx:pt idx="39303">1.45</cx:pt>
          <cx:pt idx="39304">0.65000000000000002</cx:pt>
          <cx:pt idx="39305">2.5499999999999998</cx:pt>
          <cx:pt idx="39306">4.1500000000000004</cx:pt>
          <cx:pt idx="39307">0.41999999999999998</cx:pt>
          <cx:pt idx="39308">0.39000000000000001</cx:pt>
          <cx:pt idx="39309">0.41999999999999998</cx:pt>
          <cx:pt idx="39310">12.75</cx:pt>
          <cx:pt idx="39311">1.6499999999999999</cx:pt>
          <cx:pt idx="39312">2.4900000000000002</cx:pt>
          <cx:pt idx="39313">1.6499999999999999</cx:pt>
          <cx:pt idx="39314">1.45</cx:pt>
          <cx:pt idx="39315">4.9500000000000002</cx:pt>
          <cx:pt idx="39316">2.9500000000000002</cx:pt>
          <cx:pt idx="39317">6.9500000000000002</cx:pt>
          <cx:pt idx="39318">2.8900000000000001</cx:pt>
          <cx:pt idx="39319">0.39000000000000001</cx:pt>
          <cx:pt idx="39320">2.4900000000000002</cx:pt>
          <cx:pt idx="39321">2.1000000000000001</cx:pt>
          <cx:pt idx="39322">0.41999999999999998</cx:pt>
          <cx:pt idx="39323">2.0800000000000001</cx:pt>
          <cx:pt idx="39324">1.25</cx:pt>
          <cx:pt idx="39325">2.8900000000000001</cx:pt>
          <cx:pt idx="39326">4.1500000000000004</cx:pt>
          <cx:pt idx="39327">1.6499999999999999</cx:pt>
          <cx:pt idx="39328">2.9500000000000002</cx:pt>
          <cx:pt idx="39329">2.0800000000000001</cx:pt>
          <cx:pt idx="39330">1.25</cx:pt>
          <cx:pt idx="39331">4.1500000000000004</cx:pt>
          <cx:pt idx="39332">2.4900000000000002</cx:pt>
          <cx:pt idx="39333">2.1000000000000001</cx:pt>
          <cx:pt idx="39334">4.1500000000000004</cx:pt>
          <cx:pt idx="39335">2.1000000000000001</cx:pt>
          <cx:pt idx="39336">2.1000000000000001</cx:pt>
          <cx:pt idx="39337">0.65000000000000002</cx:pt>
          <cx:pt idx="39338">4.1500000000000004</cx:pt>
          <cx:pt idx="39339">0.84999999999999998</cx:pt>
          <cx:pt idx="39340">0.41999999999999998</cx:pt>
          <cx:pt idx="39341">1.25</cx:pt>
          <cx:pt idx="39342">1.6499999999999999</cx:pt>
          <cx:pt idx="39343">0.84999999999999998</cx:pt>
          <cx:pt idx="39344">2.5499999999999998</cx:pt>
          <cx:pt idx="39345">3.75</cx:pt>
          <cx:pt idx="39346">2.9500000000000002</cx:pt>
          <cx:pt idx="39347">2.4900000000000002</cx:pt>
          <cx:pt idx="39348">1.25</cx:pt>
          <cx:pt idx="39349">1.6499999999999999</cx:pt>
          <cx:pt idx="39350">2.1000000000000001</cx:pt>
          <cx:pt idx="39351">2.0800000000000001</cx:pt>
          <cx:pt idx="39352">8.5</cx:pt>
          <cx:pt idx="39353">4.9500000000000002</cx:pt>
          <cx:pt idx="39354">3.75</cx:pt>
          <cx:pt idx="39355">4.25</cx:pt>
          <cx:pt idx="39356">4.1500000000000004</cx:pt>
          <cx:pt idx="39357">4.25</cx:pt>
          <cx:pt idx="39358">0.41999999999999998</cx:pt>
          <cx:pt idx="39359">1.6899999999999999</cx:pt>
          <cx:pt idx="39360">4.1500000000000004</cx:pt>
          <cx:pt idx="39361">2.25</cx:pt>
          <cx:pt idx="39362">1.6499999999999999</cx:pt>
          <cx:pt idx="39363">2.25</cx:pt>
          <cx:pt idx="39364">1.25</cx:pt>
          <cx:pt idx="39365">1.25</cx:pt>
          <cx:pt idx="39366">2.0800000000000001</cx:pt>
          <cx:pt idx="39367">1.6499999999999999</cx:pt>
          <cx:pt idx="39368">1.6899999999999999</cx:pt>
          <cx:pt idx="39369">8.25</cx:pt>
          <cx:pt idx="39370">0.41999999999999998</cx:pt>
          <cx:pt idx="39371">2.4900000000000002</cx:pt>
          <cx:pt idx="39372">1.45</cx:pt>
          <cx:pt idx="39373">0.84999999999999998</cx:pt>
          <cx:pt idx="39374">6.3499999999999996</cx:pt>
          <cx:pt idx="39375">1.25</cx:pt>
          <cx:pt idx="39376">1.25</cx:pt>
          <cx:pt idx="39377">3.9500000000000002</cx:pt>
          <cx:pt idx="39378">0.55000000000000004</cx:pt>
          <cx:pt idx="39379">0.55000000000000004</cx:pt>
          <cx:pt idx="39380">0.41999999999999998</cx:pt>
          <cx:pt idx="39381">1.6499999999999999</cx:pt>
          <cx:pt idx="39382">0.84999999999999998</cx:pt>
          <cx:pt idx="39383">0.39000000000000001</cx:pt>
          <cx:pt idx="39384">2.0800000000000001</cx:pt>
          <cx:pt idx="39385">0.41999999999999998</cx:pt>
          <cx:pt idx="39386">0.41999999999999998</cx:pt>
          <cx:pt idx="39387">6.3499999999999996</cx:pt>
          <cx:pt idx="39388">2.4900000000000002</cx:pt>
          <cx:pt idx="39389">2.8900000000000001</cx:pt>
          <cx:pt idx="39390">1.6499999999999999</cx:pt>
          <cx:pt idx="39391">1.8500000000000001</cx:pt>
          <cx:pt idx="39392">1.25</cx:pt>
          <cx:pt idx="39393">3.75</cx:pt>
          <cx:pt idx="39394">2.9500000000000002</cx:pt>
          <cx:pt idx="39395">0.84999999999999998</cx:pt>
          <cx:pt idx="39396">2.9500000000000002</cx:pt>
          <cx:pt idx="39397">1.6499999999999999</cx:pt>
          <cx:pt idx="39398">1.25</cx:pt>
          <cx:pt idx="39399">2.9500000000000002</cx:pt>
          <cx:pt idx="39400">2.1000000000000001</cx:pt>
          <cx:pt idx="39401">0.41999999999999998</cx:pt>
          <cx:pt idx="39402">0.55000000000000004</cx:pt>
          <cx:pt idx="39403">3.3900000000000001</cx:pt>
          <cx:pt idx="39404">2.4900000000000002</cx:pt>
          <cx:pt idx="39405">1.6899999999999999</cx:pt>
          <cx:pt idx="39406">2.8900000000000001</cx:pt>
          <cx:pt idx="39407">1.45</cx:pt>
          <cx:pt idx="39408">2.9500000000000002</cx:pt>
          <cx:pt idx="39409">1.45</cx:pt>
          <cx:pt idx="39410">2.8900000000000001</cx:pt>
          <cx:pt idx="39411">1.45</cx:pt>
          <cx:pt idx="39412">1.45</cx:pt>
          <cx:pt idx="39413">1.25</cx:pt>
          <cx:pt idx="39414">1.6499999999999999</cx:pt>
          <cx:pt idx="39415">2.0800000000000001</cx:pt>
          <cx:pt idx="39416">2.9500000000000002</cx:pt>
          <cx:pt idx="39417">2.4900000000000002</cx:pt>
          <cx:pt idx="39418">0.55000000000000004</cx:pt>
          <cx:pt idx="39419">1.25</cx:pt>
          <cx:pt idx="39420">1.45</cx:pt>
          <cx:pt idx="39421">4.1299999999999999</cx:pt>
          <cx:pt idx="39422">6.6299999999999999</cx:pt>
          <cx:pt idx="39423">12.460000000000001</cx:pt>
          <cx:pt idx="39424">8.2899999999999991</cx:pt>
          <cx:pt idx="39425">1.6299999999999999</cx:pt>
          <cx:pt idx="39426">4.96</cx:pt>
          <cx:pt idx="39427">2.46</cx:pt>
          <cx:pt idx="39428">9.1300000000000008</cx:pt>
          <cx:pt idx="39429">8.5</cx:pt>
          <cx:pt idx="39430">8.25</cx:pt>
          <cx:pt idx="39431">2.1000000000000001</cx:pt>
          <cx:pt idx="39432">8.25</cx:pt>
          <cx:pt idx="39433">4.9500000000000002</cx:pt>
          <cx:pt idx="39434">8.5</cx:pt>
          <cx:pt idx="39435">1.6499999999999999</cx:pt>
          <cx:pt idx="39436">0.84999999999999998</cx:pt>
          <cx:pt idx="39437">1.6499999999999999</cx:pt>
          <cx:pt idx="39438">9.9499999999999993</cx:pt>
          <cx:pt idx="39439">2.1000000000000001</cx:pt>
          <cx:pt idx="39440">4.9500000000000002</cx:pt>
          <cx:pt idx="39441">6.9500000000000002</cx:pt>
          <cx:pt idx="39442">1.6499999999999999</cx:pt>
          <cx:pt idx="39443">1.45</cx:pt>
          <cx:pt idx="39444">2.0800000000000001</cx:pt>
          <cx:pt idx="39445">2.9500000000000002</cx:pt>
          <cx:pt idx="39446">0.39000000000000001</cx:pt>
          <cx:pt idx="39447">0.55000000000000004</cx:pt>
          <cx:pt idx="39448">0.39000000000000001</cx:pt>
          <cx:pt idx="39449">1.45</cx:pt>
          <cx:pt idx="39450">1.6899999999999999</cx:pt>
          <cx:pt idx="39451">8.5</cx:pt>
          <cx:pt idx="39452">3.75</cx:pt>
          <cx:pt idx="39453">2.8900000000000001</cx:pt>
          <cx:pt idx="39454">0.84999999999999998</cx:pt>
          <cx:pt idx="39455">1.25</cx:pt>
          <cx:pt idx="39456">4.25</cx:pt>
          <cx:pt idx="39457">2.0800000000000001</cx:pt>
          <cx:pt idx="39458">0.39000000000000001</cx:pt>
          <cx:pt idx="39459">0.39000000000000001</cx:pt>
          <cx:pt idx="39460">2.0800000000000001</cx:pt>
          <cx:pt idx="39461">2.9500000000000002</cx:pt>
          <cx:pt idx="39462">1.6499999999999999</cx:pt>
          <cx:pt idx="39463">9.9499999999999993</cx:pt>
          <cx:pt idx="39464">8.25</cx:pt>
          <cx:pt idx="39465">4.9500000000000002</cx:pt>
          <cx:pt idx="39466">0.55000000000000004</cx:pt>
          <cx:pt idx="39467">2.5499999999999998</cx:pt>
          <cx:pt idx="39468">4.9500000000000002</cx:pt>
          <cx:pt idx="39469">0.84999999999999998</cx:pt>
          <cx:pt idx="39470">1.6499999999999999</cx:pt>
          <cx:pt idx="39471">4.9500000000000002</cx:pt>
          <cx:pt idx="39472">0.41999999999999998</cx:pt>
          <cx:pt idx="39473">1.6499999999999999</cx:pt>
          <cx:pt idx="39474">5.79</cx:pt>
          <cx:pt idx="39475">2.9199999999999999</cx:pt>
          <cx:pt idx="39476">3.29</cx:pt>
          <cx:pt idx="39477">3.29</cx:pt>
          <cx:pt idx="39478">7.46</cx:pt>
          <cx:pt idx="39479">5.79</cx:pt>
          <cx:pt idx="39480">1.25</cx:pt>
          <cx:pt idx="39481">2.46</cx:pt>
          <cx:pt idx="39482">0.41999999999999998</cx:pt>
          <cx:pt idx="39483">1.6299999999999999</cx:pt>
          <cx:pt idx="39484">2.46</cx:pt>
          <cx:pt idx="39485">5.79</cx:pt>
          <cx:pt idx="39486">4.5800000000000001</cx:pt>
          <cx:pt idx="39487">0.41999999999999998</cx:pt>
          <cx:pt idx="39488">0.82999999999999996</cx:pt>
          <cx:pt idx="39489">3.29</cx:pt>
          <cx:pt idx="39490">0.82999999999999996</cx:pt>
          <cx:pt idx="39491">5.79</cx:pt>
          <cx:pt idx="39492">4.96</cx:pt>
          <cx:pt idx="39493">1.25</cx:pt>
          <cx:pt idx="39494">2.46</cx:pt>
          <cx:pt idx="39495">3.29</cx:pt>
          <cx:pt idx="39496">4.1299999999999999</cx:pt>
          <cx:pt idx="39497">1.6299999999999999</cx:pt>
          <cx:pt idx="39498">4.1299999999999999</cx:pt>
          <cx:pt idx="39499">6.3499999999999996</cx:pt>
          <cx:pt idx="39500">1.6899999999999999</cx:pt>
          <cx:pt idx="39501">2.75</cx:pt>
          <cx:pt idx="39502">2.75</cx:pt>
          <cx:pt idx="39503">4.9500000000000002</cx:pt>
          <cx:pt idx="39504">2.5499999999999998</cx:pt>
          <cx:pt idx="39505">1.6499999999999999</cx:pt>
          <cx:pt idx="39506">1.0600000000000001</cx:pt>
          <cx:pt idx="39507">1.0600000000000001</cx:pt>
          <cx:pt idx="39508">7.0800000000000001</cx:pt>
          <cx:pt idx="39509">1.49</cx:pt>
          <cx:pt idx="39510">4.1500000000000004</cx:pt>
          <cx:pt idx="39511">2.9500000000000002</cx:pt>
          <cx:pt idx="39512">2.8900000000000001</cx:pt>
          <cx:pt idx="39513">2.1000000000000001</cx:pt>
          <cx:pt idx="39514">4.1500000000000004</cx:pt>
          <cx:pt idx="39515">2.1000000000000001</cx:pt>
          <cx:pt idx="39516">3.75</cx:pt>
          <cx:pt idx="39517">1.6499999999999999</cx:pt>
          <cx:pt idx="39518">4.9500000000000002</cx:pt>
          <cx:pt idx="39519">2.1000000000000001</cx:pt>
          <cx:pt idx="39520">6.9500000000000002</cx:pt>
          <cx:pt idx="39521">4.9500000000000002</cx:pt>
          <cx:pt idx="39522">2.8900000000000001</cx:pt>
          <cx:pt idx="39523">2.5499999999999998</cx:pt>
          <cx:pt idx="39524">2.5499999999999998</cx:pt>
          <cx:pt idx="39525">1.6899999999999999</cx:pt>
          <cx:pt idx="39526">2.8900000000000001</cx:pt>
          <cx:pt idx="39527">2.4900000000000002</cx:pt>
          <cx:pt idx="39528">8.25</cx:pt>
          <cx:pt idx="39529">0.41999999999999998</cx:pt>
          <cx:pt idx="39530">8.5</cx:pt>
          <cx:pt idx="39531">1.6499999999999999</cx:pt>
          <cx:pt idx="39532">1.6899999999999999</cx:pt>
          <cx:pt idx="39533">0.39000000000000001</cx:pt>
          <cx:pt idx="39534">4.9500000000000002</cx:pt>
          <cx:pt idx="39535">3.25</cx:pt>
          <cx:pt idx="39536">4.25</cx:pt>
          <cx:pt idx="39537">2.5499999999999998</cx:pt>
          <cx:pt idx="39538">1.45</cx:pt>
          <cx:pt idx="39539">1.45</cx:pt>
          <cx:pt idx="39540">1.0600000000000001</cx:pt>
          <cx:pt idx="39541">2.9500000000000002</cx:pt>
          <cx:pt idx="39542">2.1000000000000001</cx:pt>
          <cx:pt idx="39543">0.84999999999999998</cx:pt>
          <cx:pt idx="39544">0.84999999999999998</cx:pt>
          <cx:pt idx="39545">0.39000000000000001</cx:pt>
          <cx:pt idx="39546">0.41999999999999998</cx:pt>
          <cx:pt idx="39547">1.6499999999999999</cx:pt>
          <cx:pt idx="39548">2.1000000000000001</cx:pt>
          <cx:pt idx="39549">1.45</cx:pt>
          <cx:pt idx="39550">0.41999999999999998</cx:pt>
          <cx:pt idx="39551">3.75</cx:pt>
          <cx:pt idx="39552">1.6499999999999999</cx:pt>
          <cx:pt idx="39553">1.6499999999999999</cx:pt>
          <cx:pt idx="39554">1.45</cx:pt>
          <cx:pt idx="39555">1.45</cx:pt>
          <cx:pt idx="39556">0.41999999999999998</cx:pt>
          <cx:pt idx="39557">2.1000000000000001</cx:pt>
          <cx:pt idx="39558">0.39000000000000001</cx:pt>
          <cx:pt idx="39559">1.25</cx:pt>
          <cx:pt idx="39560">1.6499999999999999</cx:pt>
          <cx:pt idx="39561">0.84999999999999998</cx:pt>
          <cx:pt idx="39562">1.45</cx:pt>
          <cx:pt idx="39563">0.65000000000000002</cx:pt>
          <cx:pt idx="39564">2.5499999999999998</cx:pt>
          <cx:pt idx="39565">2.5499999999999998</cx:pt>
          <cx:pt idx="39566">1.6499999999999999</cx:pt>
          <cx:pt idx="39567">1.6499999999999999</cx:pt>
          <cx:pt idx="39568">2.5499999999999998</cx:pt>
          <cx:pt idx="39569">4.9500000000000002</cx:pt>
          <cx:pt idx="39570">1.6499999999999999</cx:pt>
          <cx:pt idx="39571">2.9500000000000002</cx:pt>
          <cx:pt idx="39572">4.9500000000000002</cx:pt>
          <cx:pt idx="39573">2.9500000000000002</cx:pt>
          <cx:pt idx="39574">4.1500000000000004</cx:pt>
          <cx:pt idx="39575">4.9500000000000002</cx:pt>
          <cx:pt idx="39576">8.5</cx:pt>
          <cx:pt idx="39577">2.9500000000000002</cx:pt>
          <cx:pt idx="39578">2.4900000000000002</cx:pt>
          <cx:pt idx="39579">1.45</cx:pt>
          <cx:pt idx="39580">1.6499999999999999</cx:pt>
          <cx:pt idx="39581">2.1000000000000001</cx:pt>
          <cx:pt idx="39582">1.6599999999999999</cx:pt>
          <cx:pt idx="39583">0.41999999999999998</cx:pt>
          <cx:pt idx="39584">0.41999999999999998</cx:pt>
          <cx:pt idx="39585">1.45</cx:pt>
          <cx:pt idx="39586">0.41999999999999998</cx:pt>
          <cx:pt idx="39587">4.1500000000000004</cx:pt>
          <cx:pt idx="39588">1.25</cx:pt>
          <cx:pt idx="39589">2.9500000000000002</cx:pt>
          <cx:pt idx="39590">1.45</cx:pt>
          <cx:pt idx="39591">2.0800000000000001</cx:pt>
          <cx:pt idx="39592">1.45</cx:pt>
          <cx:pt idx="39593">2.9500000000000002</cx:pt>
          <cx:pt idx="39594">8.5</cx:pt>
          <cx:pt idx="39595">3.75</cx:pt>
          <cx:pt idx="39596">2.0800000000000001</cx:pt>
          <cx:pt idx="39597">2.5499999999999998</cx:pt>
          <cx:pt idx="39598">14.949999999999999</cx:pt>
          <cx:pt idx="39599">1.6499999999999999</cx:pt>
          <cx:pt idx="39600">8.5</cx:pt>
          <cx:pt idx="39601">1.45</cx:pt>
          <cx:pt idx="39602">4.9500000000000002</cx:pt>
          <cx:pt idx="39603">1.6499999999999999</cx:pt>
          <cx:pt idx="39604">6.9500000000000002</cx:pt>
          <cx:pt idx="39605">2.1000000000000001</cx:pt>
          <cx:pt idx="39606">12.460000000000001</cx:pt>
          <cx:pt idx="39607">7.46</cx:pt>
          <cx:pt idx="39608">24.960000000000001</cx:pt>
          <cx:pt idx="39609">12.460000000000001</cx:pt>
          <cx:pt idx="39610">4.1299999999999999</cx:pt>
          <cx:pt idx="39611">10.789999999999999</cx:pt>
          <cx:pt idx="39612">5.79</cx:pt>
          <cx:pt idx="39613">2.46</cx:pt>
          <cx:pt idx="39614">16.629999999999999</cx:pt>
          <cx:pt idx="39615">4.96</cx:pt>
          <cx:pt idx="39616">2.5</cx:pt>
          <cx:pt idx="39617">12.460000000000001</cx:pt>
          <cx:pt idx="39618">4.1299999999999999</cx:pt>
          <cx:pt idx="39619">5.79</cx:pt>
          <cx:pt idx="39620">3.29</cx:pt>
          <cx:pt idx="39621">12.460000000000001</cx:pt>
          <cx:pt idx="39622">4.5800000000000001</cx:pt>
          <cx:pt idx="39623">3.29</cx:pt>
          <cx:pt idx="39624">16.629999999999999</cx:pt>
          <cx:pt idx="39625">4.96</cx:pt>
          <cx:pt idx="39626">2.8900000000000001</cx:pt>
          <cx:pt idx="39627">0.84999999999999998</cx:pt>
          <cx:pt idx="39628">2.8900000000000001</cx:pt>
          <cx:pt idx="39629">0.39000000000000001</cx:pt>
          <cx:pt idx="39630">4.9500000000000002</cx:pt>
          <cx:pt idx="39631">3.9500000000000002</cx:pt>
          <cx:pt idx="39632">2.1000000000000001</cx:pt>
          <cx:pt idx="39633">4.1500000000000004</cx:pt>
          <cx:pt idx="39634">1.25</cx:pt>
          <cx:pt idx="39635">1.45</cx:pt>
          <cx:pt idx="39636">2.8900000000000001</cx:pt>
          <cx:pt idx="39637">1.45</cx:pt>
          <cx:pt idx="39638">2.9500000000000002</cx:pt>
          <cx:pt idx="39639">1.6499999999999999</cx:pt>
          <cx:pt idx="39640">9.9499999999999993</cx:pt>
          <cx:pt idx="39641">2.9500000000000002</cx:pt>
          <cx:pt idx="39642">0.65000000000000002</cx:pt>
          <cx:pt idx="39643">2.1000000000000001</cx:pt>
          <cx:pt idx="39644">1.45</cx:pt>
          <cx:pt idx="39645">1.25</cx:pt>
          <cx:pt idx="39646">9.9499999999999993</cx:pt>
          <cx:pt idx="39647">4.1500000000000004</cx:pt>
          <cx:pt idx="39648">4.9500000000000002</cx:pt>
          <cx:pt idx="39649">2.9500000000000002</cx:pt>
          <cx:pt idx="39650">3.75</cx:pt>
          <cx:pt idx="39651">1.6499999999999999</cx:pt>
          <cx:pt idx="39652">1.25</cx:pt>
          <cx:pt idx="39653">1.45</cx:pt>
          <cx:pt idx="39654">1.25</cx:pt>
          <cx:pt idx="39655">0.41999999999999998</cx:pt>
          <cx:pt idx="39656">1.45</cx:pt>
          <cx:pt idx="39657">6.9500000000000002</cx:pt>
          <cx:pt idx="39658">2.25</cx:pt>
          <cx:pt idx="39659">2.25</cx:pt>
          <cx:pt idx="39660">0.41999999999999998</cx:pt>
          <cx:pt idx="39661">4.9500000000000002</cx:pt>
          <cx:pt idx="39662">2.9500000000000002</cx:pt>
          <cx:pt idx="39663">0.41999999999999998</cx:pt>
          <cx:pt idx="39664">0.84999999999999998</cx:pt>
          <cx:pt idx="39665">8.25</cx:pt>
          <cx:pt idx="39666">2.9500000000000002</cx:pt>
          <cx:pt idx="39667">1.6499999999999999</cx:pt>
          <cx:pt idx="39668">1.45</cx:pt>
          <cx:pt idx="39669">2.9500000000000002</cx:pt>
          <cx:pt idx="39670">4.9500000000000002</cx:pt>
          <cx:pt idx="39671">4.25</cx:pt>
          <cx:pt idx="39672">4.9500000000000002</cx:pt>
          <cx:pt idx="39673">8.5</cx:pt>
          <cx:pt idx="39674">2.9500000000000002</cx:pt>
          <cx:pt idx="39675">8.25</cx:pt>
          <cx:pt idx="39676">8.25</cx:pt>
          <cx:pt idx="39677">8.25</cx:pt>
          <cx:pt idx="39678">1.6899999999999999</cx:pt>
          <cx:pt idx="39679">2.5499999999999998</cx:pt>
          <cx:pt idx="39680">2.8900000000000001</cx:pt>
          <cx:pt idx="39681">2.0800000000000001</cx:pt>
          <cx:pt idx="39682">4.9500000000000002</cx:pt>
          <cx:pt idx="39683">3.9500000000000002</cx:pt>
          <cx:pt idx="39684">6.9500000000000002</cx:pt>
          <cx:pt idx="39685">2.4900000000000002</cx:pt>
          <cx:pt idx="39686">1.25</cx:pt>
          <cx:pt idx="39687">0.41999999999999998</cx:pt>
          <cx:pt idx="39688">8.25</cx:pt>
          <cx:pt idx="39689">1.45</cx:pt>
          <cx:pt idx="39690">8.5</cx:pt>
          <cx:pt idx="39691">0.55000000000000004</cx:pt>
          <cx:pt idx="39692">1.45</cx:pt>
          <cx:pt idx="39693">12.75</cx:pt>
          <cx:pt idx="39694">2.5499999999999998</cx:pt>
          <cx:pt idx="39695">1.6499999999999999</cx:pt>
          <cx:pt idx="39696">1.8500000000000001</cx:pt>
          <cx:pt idx="39697">4.9500000000000002</cx:pt>
          <cx:pt idx="39698">2.9500000000000002</cx:pt>
          <cx:pt idx="39699">2.5499999999999998</cx:pt>
          <cx:pt idx="39700">0.41999999999999998</cx:pt>
          <cx:pt idx="39701">0.84999999999999998</cx:pt>
          <cx:pt idx="39702">4.1500000000000004</cx:pt>
          <cx:pt idx="39703">1.45</cx:pt>
          <cx:pt idx="39704">0.41999999999999998</cx:pt>
          <cx:pt idx="39705">1.6499999999999999</cx:pt>
          <cx:pt idx="39706">2.25</cx:pt>
          <cx:pt idx="39707">1.49</cx:pt>
          <cx:pt idx="39708">1.45</cx:pt>
          <cx:pt idx="39709">1.25</cx:pt>
          <cx:pt idx="39710">2.1000000000000001</cx:pt>
          <cx:pt idx="39711">2.1000000000000001</cx:pt>
          <cx:pt idx="39712">8.5</cx:pt>
          <cx:pt idx="39713">3.75</cx:pt>
          <cx:pt idx="39714">3.75</cx:pt>
          <cx:pt idx="39715">0.35999999999999999</cx:pt>
          <cx:pt idx="39716">2.8900000000000001</cx:pt>
          <cx:pt idx="39717">2.5499999999999998</cx:pt>
          <cx:pt idx="39718">1.25</cx:pt>
          <cx:pt idx="39719">12.75</cx:pt>
          <cx:pt idx="39720">1.45</cx:pt>
          <cx:pt idx="39721">3.25</cx:pt>
          <cx:pt idx="39722">2.8900000000000001</cx:pt>
          <cx:pt idx="39723">2.5499999999999998</cx:pt>
          <cx:pt idx="39724">2.9500000000000002</cx:pt>
          <cx:pt idx="39725">3.75</cx:pt>
          <cx:pt idx="39726">1.6499999999999999</cx:pt>
          <cx:pt idx="39727">1.25</cx:pt>
          <cx:pt idx="39728">1.25</cx:pt>
          <cx:pt idx="39729">1.25</cx:pt>
          <cx:pt idx="39730">1.6499999999999999</cx:pt>
          <cx:pt idx="39731">0.41999999999999998</cx:pt>
          <cx:pt idx="39732">2.4900000000000002</cx:pt>
          <cx:pt idx="39733">2.1000000000000001</cx:pt>
          <cx:pt idx="39734">4.1500000000000004</cx:pt>
          <cx:pt idx="39735">9.9499999999999993</cx:pt>
          <cx:pt idx="39736">9.9499999999999993</cx:pt>
          <cx:pt idx="39737">4.1500000000000004</cx:pt>
          <cx:pt idx="39738">14.949999999999999</cx:pt>
          <cx:pt idx="39739">0.55000000000000004</cx:pt>
          <cx:pt idx="39740">0.55000000000000004</cx:pt>
          <cx:pt idx="39741">1.25</cx:pt>
          <cx:pt idx="39742">2.1000000000000001</cx:pt>
          <cx:pt idx="39743">1.45</cx:pt>
          <cx:pt idx="39744">1.45</cx:pt>
          <cx:pt idx="39745">0.41999999999999998</cx:pt>
          <cx:pt idx="39746">4.1500000000000004</cx:pt>
          <cx:pt idx="39747">2.1000000000000001</cx:pt>
          <cx:pt idx="39748">2.5499999999999998</cx:pt>
          <cx:pt idx="39749">4.1500000000000004</cx:pt>
          <cx:pt idx="39750">4.9500000000000002</cx:pt>
          <cx:pt idx="39751">2.9500000000000002</cx:pt>
          <cx:pt idx="39752">2.0800000000000001</cx:pt>
          <cx:pt idx="39753">1.6499999999999999</cx:pt>
          <cx:pt idx="39754">1.45</cx:pt>
          <cx:pt idx="39755">2.25</cx:pt>
          <cx:pt idx="39756">0.65000000000000002</cx:pt>
          <cx:pt idx="39757">3.75</cx:pt>
          <cx:pt idx="39758">2.0800000000000001</cx:pt>
          <cx:pt idx="39759">2.5499999999999998</cx:pt>
          <cx:pt idx="39760">2.9500000000000002</cx:pt>
          <cx:pt idx="39761">1.6499999999999999</cx:pt>
          <cx:pt idx="39762">1.6499999999999999</cx:pt>
          <cx:pt idx="39763">2.0800000000000001</cx:pt>
          <cx:pt idx="39764">8.5</cx:pt>
          <cx:pt idx="39765">1.45</cx:pt>
          <cx:pt idx="39766">2.8900000000000001</cx:pt>
          <cx:pt idx="39767">1.25</cx:pt>
          <cx:pt idx="39768">4.1500000000000004</cx:pt>
          <cx:pt idx="39769">1.25</cx:pt>
          <cx:pt idx="39770">0.39000000000000001</cx:pt>
          <cx:pt idx="39771">1.6499999999999999</cx:pt>
          <cx:pt idx="39772">2.1000000000000001</cx:pt>
          <cx:pt idx="39773">0.84999999999999998</cx:pt>
          <cx:pt idx="39774">2.5499999999999998</cx:pt>
          <cx:pt idx="39775">4.1500000000000004</cx:pt>
          <cx:pt idx="39776">4.9500000000000002</cx:pt>
          <cx:pt idx="39777">9.9499999999999993</cx:pt>
          <cx:pt idx="39778">1.45</cx:pt>
          <cx:pt idx="39779">4.9500000000000002</cx:pt>
          <cx:pt idx="39780">2.9500000000000002</cx:pt>
          <cx:pt idx="39781">0.65000000000000002</cx:pt>
          <cx:pt idx="39782">12.75</cx:pt>
          <cx:pt idx="39783">1.6499999999999999</cx:pt>
          <cx:pt idx="39784">2.0800000000000001</cx:pt>
          <cx:pt idx="39785">9.9499999999999993</cx:pt>
          <cx:pt idx="39786">0.39000000000000001</cx:pt>
          <cx:pt idx="39787">2.0800000000000001</cx:pt>
          <cx:pt idx="39788">1.45</cx:pt>
          <cx:pt idx="39789">1.25</cx:pt>
          <cx:pt idx="39790">2.8900000000000001</cx:pt>
          <cx:pt idx="39791">8.5</cx:pt>
          <cx:pt idx="39792">2.4900000000000002</cx:pt>
          <cx:pt idx="39793">0.71999999999999997</cx:pt>
          <cx:pt idx="39794">8.5</cx:pt>
          <cx:pt idx="39795">3.75</cx:pt>
          <cx:pt idx="39796">9.9499999999999993</cx:pt>
          <cx:pt idx="39797">1.6499999999999999</cx:pt>
          <cx:pt idx="39798">2.1000000000000001</cx:pt>
          <cx:pt idx="39799">2.9500000000000002</cx:pt>
          <cx:pt idx="39800">3.75</cx:pt>
          <cx:pt idx="39801">1.25</cx:pt>
          <cx:pt idx="39802">2.0800000000000001</cx:pt>
          <cx:pt idx="39803">4.9500000000000002</cx:pt>
          <cx:pt idx="39804">2.1000000000000001</cx:pt>
          <cx:pt idx="39805">1.6499999999999999</cx:pt>
          <cx:pt idx="39806">2.5499999999999998</cx:pt>
          <cx:pt idx="39807">8.5</cx:pt>
          <cx:pt idx="39808">7.0800000000000001</cx:pt>
          <cx:pt idx="39809">4.9500000000000002</cx:pt>
          <cx:pt idx="39810">1.25</cx:pt>
          <cx:pt idx="39811">0.41999999999999998</cx:pt>
          <cx:pt idx="39812">1.25</cx:pt>
          <cx:pt idx="39813">3.75</cx:pt>
          <cx:pt idx="39814">2.9500000000000002</cx:pt>
          <cx:pt idx="39815">3.75</cx:pt>
          <cx:pt idx="39816">2.8900000000000001</cx:pt>
          <cx:pt idx="39817">1.25</cx:pt>
          <cx:pt idx="39818">1.6499999999999999</cx:pt>
          <cx:pt idx="39819">1.45</cx:pt>
          <cx:pt idx="39820">9.9499999999999993</cx:pt>
          <cx:pt idx="39821">4.1500000000000004</cx:pt>
          <cx:pt idx="39822">0.65000000000000002</cx:pt>
          <cx:pt idx="39823">2.5499999999999998</cx:pt>
          <cx:pt idx="39824">4.9500000000000002</cx:pt>
          <cx:pt idx="39825">0.39000000000000001</cx:pt>
          <cx:pt idx="39826">0.39000000000000001</cx:pt>
          <cx:pt idx="39827">1.25</cx:pt>
          <cx:pt idx="39828">2.4900000000000002</cx:pt>
          <cx:pt idx="39829">0.55000000000000004</cx:pt>
          <cx:pt idx="39830">1.25</cx:pt>
          <cx:pt idx="39831">4.25</cx:pt>
          <cx:pt idx="39832">4.1500000000000004</cx:pt>
          <cx:pt idx="39833">0.84999999999999998</cx:pt>
          <cx:pt idx="39834">2.9500000000000002</cx:pt>
          <cx:pt idx="39835">1.6499999999999999</cx:pt>
          <cx:pt idx="39836">0.84999999999999998</cx:pt>
          <cx:pt idx="39837">7.0800000000000001</cx:pt>
          <cx:pt idx="39838">8.25</cx:pt>
          <cx:pt idx="39839">1.6899999999999999</cx:pt>
          <cx:pt idx="39840">8.25</cx:pt>
          <cx:pt idx="39841">2.8900000000000001</cx:pt>
          <cx:pt idx="39842">2.1000000000000001</cx:pt>
          <cx:pt idx="39843">2.25</cx:pt>
          <cx:pt idx="39844">3.75</cx:pt>
          <cx:pt idx="39845">0.41999999999999998</cx:pt>
          <cx:pt idx="39846">4.9500000000000002</cx:pt>
          <cx:pt idx="39847">2.8900000000000001</cx:pt>
          <cx:pt idx="39848">8.5</cx:pt>
          <cx:pt idx="39849">3.25</cx:pt>
          <cx:pt idx="39850">8.5</cx:pt>
          <cx:pt idx="39851">5.79</cx:pt>
          <cx:pt idx="39852">4.1299999999999999</cx:pt>
          <cx:pt idx="39853">0.82999999999999996</cx:pt>
          <cx:pt idx="39854">3.29</cx:pt>
          <cx:pt idx="39855">4.1299999999999999</cx:pt>
          <cx:pt idx="39856">4.1299999999999999</cx:pt>
          <cx:pt idx="39857">4.96</cx:pt>
          <cx:pt idx="39858">2.46</cx:pt>
          <cx:pt idx="39859">0.41999999999999998</cx:pt>
          <cx:pt idx="39860">3.29</cx:pt>
          <cx:pt idx="39861">1.6299999999999999</cx:pt>
          <cx:pt idx="39862">4.1299999999999999</cx:pt>
          <cx:pt idx="39863">2.46</cx:pt>
          <cx:pt idx="39864">7.46</cx:pt>
          <cx:pt idx="39865">6.6299999999999999</cx:pt>
          <cx:pt idx="39866">4.1299999999999999</cx:pt>
          <cx:pt idx="39867">3.29</cx:pt>
          <cx:pt idx="39868">0.84999999999999998</cx:pt>
          <cx:pt idx="39869">4.9500000000000002</cx:pt>
          <cx:pt idx="39870">8.25</cx:pt>
          <cx:pt idx="39871">8.25</cx:pt>
          <cx:pt idx="39872">4.1500000000000004</cx:pt>
          <cx:pt idx="39873">8.25</cx:pt>
          <cx:pt idx="39874">1.6499999999999999</cx:pt>
          <cx:pt idx="39875">1.6499999999999999</cx:pt>
          <cx:pt idx="39876">0.65000000000000002</cx:pt>
          <cx:pt idx="39877">1.45</cx:pt>
          <cx:pt idx="39878">1.45</cx:pt>
          <cx:pt idx="39879">1.25</cx:pt>
          <cx:pt idx="39880">2.5499999999999998</cx:pt>
          <cx:pt idx="39881">1.6499999999999999</cx:pt>
          <cx:pt idx="39882">4.1500000000000004</cx:pt>
          <cx:pt idx="39883">2.9500000000000002</cx:pt>
          <cx:pt idx="39884">2.9500000000000002</cx:pt>
          <cx:pt idx="39885">1.6499999999999999</cx:pt>
          <cx:pt idx="39886">6.3499999999999996</cx:pt>
          <cx:pt idx="39887">2.5499999999999998</cx:pt>
          <cx:pt idx="39888">2.5499999999999998</cx:pt>
          <cx:pt idx="39889">0.65000000000000002</cx:pt>
          <cx:pt idx="39890">2.8900000000000001</cx:pt>
          <cx:pt idx="39891">2.1000000000000001</cx:pt>
          <cx:pt idx="39892">0.41999999999999998</cx:pt>
          <cx:pt idx="39893">2.9500000000000002</cx:pt>
          <cx:pt idx="39894">2.8900000000000001</cx:pt>
          <cx:pt idx="39895">1.45</cx:pt>
          <cx:pt idx="39896">4.1500000000000004</cx:pt>
          <cx:pt idx="39897">7.6500000000000004</cx:pt>
          <cx:pt idx="39898">1.25</cx:pt>
          <cx:pt idx="39899">1.6499999999999999</cx:pt>
          <cx:pt idx="39900">1.45</cx:pt>
          <cx:pt idx="39901">0.65000000000000002</cx:pt>
          <cx:pt idx="39902">0.65000000000000002</cx:pt>
          <cx:pt idx="39903">2.5499999999999998</cx:pt>
          <cx:pt idx="39904">4.9500000000000002</cx:pt>
          <cx:pt idx="39905">2.4900000000000002</cx:pt>
          <cx:pt idx="39906">0.55000000000000004</cx:pt>
          <cx:pt idx="39907">0.41999999999999998</cx:pt>
          <cx:pt idx="39908">1.45</cx:pt>
          <cx:pt idx="39909">1.45</cx:pt>
          <cx:pt idx="39910">4.1500000000000004</cx:pt>
          <cx:pt idx="39911">0.71999999999999997</cx:pt>
          <cx:pt idx="39912">3.75</cx:pt>
          <cx:pt idx="39913">4.1500000000000004</cx:pt>
          <cx:pt idx="39914">0.55000000000000004</cx:pt>
          <cx:pt idx="39915">2.1000000000000001</cx:pt>
          <cx:pt idx="39916">1.6499999999999999</cx:pt>
          <cx:pt idx="39917">3.75</cx:pt>
          <cx:pt idx="39918">1.45</cx:pt>
          <cx:pt idx="39919">4.9500000000000002</cx:pt>
          <cx:pt idx="39920">3.75</cx:pt>
          <cx:pt idx="39921">4.9500000000000002</cx:pt>
          <cx:pt idx="39922">1.6499999999999999</cx:pt>
          <cx:pt idx="39923">4.9500000000000002</cx:pt>
          <cx:pt idx="39924">0.41999999999999998</cx:pt>
          <cx:pt idx="39925">1.45</cx:pt>
          <cx:pt idx="39926">8.25</cx:pt>
          <cx:pt idx="39927">2.5499999999999998</cx:pt>
          <cx:pt idx="39928">1.25</cx:pt>
          <cx:pt idx="39929">1.25</cx:pt>
          <cx:pt idx="39930">0.84999999999999998</cx:pt>
          <cx:pt idx="39931">0.41999999999999998</cx:pt>
          <cx:pt idx="39932">6.9500000000000002</cx:pt>
          <cx:pt idx="39933">7.0800000000000001</cx:pt>
          <cx:pt idx="39934">2.8900000000000001</cx:pt>
          <cx:pt idx="39935">8.25</cx:pt>
          <cx:pt idx="39936">2.4900000000000002</cx:pt>
          <cx:pt idx="39937">8.25</cx:pt>
          <cx:pt idx="39938">1.6499999999999999</cx:pt>
          <cx:pt idx="39939">1.25</cx:pt>
          <cx:pt idx="39940">12.75</cx:pt>
          <cx:pt idx="39941">2.5499999999999998</cx:pt>
          <cx:pt idx="39942">0.41999999999999998</cx:pt>
          <cx:pt idx="39943">4.1500000000000004</cx:pt>
          <cx:pt idx="39944">1.6499999999999999</cx:pt>
          <cx:pt idx="39945">2.1000000000000001</cx:pt>
          <cx:pt idx="39946">2.25</cx:pt>
          <cx:pt idx="39947">2.9500000000000002</cx:pt>
          <cx:pt idx="39948">2.8900000000000001</cx:pt>
          <cx:pt idx="39949">1.25</cx:pt>
          <cx:pt idx="39950">1.6499999999999999</cx:pt>
          <cx:pt idx="39951">2.8900000000000001</cx:pt>
          <cx:pt idx="39952">4.1500000000000004</cx:pt>
          <cx:pt idx="39953">1.6499999999999999</cx:pt>
          <cx:pt idx="39954">1.6499999999999999</cx:pt>
          <cx:pt idx="39955">2.4900000000000002</cx:pt>
          <cx:pt idx="39956">0.55000000000000004</cx:pt>
          <cx:pt idx="39957">2.1000000000000001</cx:pt>
          <cx:pt idx="39958">1.6499999999999999</cx:pt>
          <cx:pt idx="39959">0.41999999999999998</cx:pt>
          <cx:pt idx="39960">8.25</cx:pt>
          <cx:pt idx="39961">2.0800000000000001</cx:pt>
          <cx:pt idx="39962">2.9500000000000002</cx:pt>
          <cx:pt idx="39963">1.45</cx:pt>
          <cx:pt idx="39964">4.1500000000000004</cx:pt>
          <cx:pt idx="39965">1.6499999999999999</cx:pt>
          <cx:pt idx="39966">1.6499999999999999</cx:pt>
          <cx:pt idx="39967">1.6499999999999999</cx:pt>
          <cx:pt idx="39968">0.84999999999999998</cx:pt>
          <cx:pt idx="39969">8.5</cx:pt>
          <cx:pt idx="39970">2.5499999999999998</cx:pt>
          <cx:pt idx="39971">4.9500000000000002</cx:pt>
          <cx:pt idx="39972">1.6899999999999999</cx:pt>
          <cx:pt idx="39973">9.9499999999999993</cx:pt>
          <cx:pt idx="39974">2.9500000000000002</cx:pt>
          <cx:pt idx="39975">0.65000000000000002</cx:pt>
          <cx:pt idx="39976">1.6499999999999999</cx:pt>
          <cx:pt idx="39977">1.6499999999999999</cx:pt>
          <cx:pt idx="39978">1.6499999999999999</cx:pt>
          <cx:pt idx="39979">1.45</cx:pt>
          <cx:pt idx="39980">4.1299999999999999</cx:pt>
          <cx:pt idx="39981">3.29</cx:pt>
          <cx:pt idx="39982">6.6299999999999999</cx:pt>
          <cx:pt idx="39983">12.460000000000001</cx:pt>
          <cx:pt idx="39984">8.2899999999999991</cx:pt>
          <cx:pt idx="39985">1.6299999999999999</cx:pt>
          <cx:pt idx="39986">3.29</cx:pt>
          <cx:pt idx="39987">4.96</cx:pt>
          <cx:pt idx="39988">2.46</cx:pt>
          <cx:pt idx="39989">2.5499999999999998</cx:pt>
          <cx:pt idx="39990">2.9500000000000002</cx:pt>
          <cx:pt idx="39991">2.9500000000000002</cx:pt>
          <cx:pt idx="39992">1.6499999999999999</cx:pt>
          <cx:pt idx="39993">0.84999999999999998</cx:pt>
          <cx:pt idx="39994">12.75</cx:pt>
          <cx:pt idx="39995">4.9500000000000002</cx:pt>
          <cx:pt idx="39996">4.9500000000000002</cx:pt>
          <cx:pt idx="39997">0.41999999999999998</cx:pt>
          <cx:pt idx="39998">2.1000000000000001</cx:pt>
          <cx:pt idx="39999">8.5</cx:pt>
          <cx:pt idx="40000">1.45</cx:pt>
          <cx:pt idx="40001">1.45</cx:pt>
          <cx:pt idx="40002">1.6499999999999999</cx:pt>
          <cx:pt idx="40003">2.1000000000000001</cx:pt>
          <cx:pt idx="40004">0.84999999999999998</cx:pt>
          <cx:pt idx="40005">2.5499999999999998</cx:pt>
          <cx:pt idx="40006">0.55000000000000004</cx:pt>
          <cx:pt idx="40007">4.9500000000000002</cx:pt>
          <cx:pt idx="40008">3.75</cx:pt>
          <cx:pt idx="40009">1.25</cx:pt>
          <cx:pt idx="40010">2.1000000000000001</cx:pt>
          <cx:pt idx="40011">1.6499999999999999</cx:pt>
          <cx:pt idx="40012">6.9500000000000002</cx:pt>
          <cx:pt idx="40013">1.45</cx:pt>
          <cx:pt idx="40014">4.25</cx:pt>
          <cx:pt idx="40015">7.0800000000000001</cx:pt>
          <cx:pt idx="40016">0.41999999999999998</cx:pt>
          <cx:pt idx="40017">2.1000000000000001</cx:pt>
          <cx:pt idx="40018">7.6500000000000004</cx:pt>
          <cx:pt idx="40019">1.6499999999999999</cx:pt>
          <cx:pt idx="40020">0.39000000000000001</cx:pt>
          <cx:pt idx="40021">2.0800000000000001</cx:pt>
          <cx:pt idx="40022">2.9500000000000002</cx:pt>
          <cx:pt idx="40023">2.0800000000000001</cx:pt>
          <cx:pt idx="40024">1.25</cx:pt>
          <cx:pt idx="40025">1.6499999999999999</cx:pt>
          <cx:pt idx="40026">0.55000000000000004</cx:pt>
          <cx:pt idx="40027">2.9500000000000002</cx:pt>
          <cx:pt idx="40028">2.0800000000000001</cx:pt>
          <cx:pt idx="40029">0.41999999999999998</cx:pt>
          <cx:pt idx="40030">2.1000000000000001</cx:pt>
          <cx:pt idx="40031">4.9500000000000002</cx:pt>
          <cx:pt idx="40032">2.0800000000000001</cx:pt>
          <cx:pt idx="40033">6.9500000000000002</cx:pt>
          <cx:pt idx="40034">2.0800000000000001</cx:pt>
          <cx:pt idx="40035">12.75</cx:pt>
          <cx:pt idx="40036">1.45</cx:pt>
          <cx:pt idx="40037">3.75</cx:pt>
          <cx:pt idx="40038">8.25</cx:pt>
          <cx:pt idx="40039">2.5499999999999998</cx:pt>
          <cx:pt idx="40040">0.41999999999999998</cx:pt>
          <cx:pt idx="40041">3.75</cx:pt>
          <cx:pt idx="40042">1.25</cx:pt>
          <cx:pt idx="40043">4.9500000000000002</cx:pt>
          <cx:pt idx="40044">8.25</cx:pt>
          <cx:pt idx="40045">1.6499999999999999</cx:pt>
          <cx:pt idx="40046">1.6499999999999999</cx:pt>
          <cx:pt idx="40047">1.6499999999999999</cx:pt>
          <cx:pt idx="40048">2.4900000000000002</cx:pt>
          <cx:pt idx="40049">1.25</cx:pt>
          <cx:pt idx="40050">1.25</cx:pt>
          <cx:pt idx="40051">2.1000000000000001</cx:pt>
          <cx:pt idx="40052">2.1000000000000001</cx:pt>
          <cx:pt idx="40053">2.1000000000000001</cx:pt>
          <cx:pt idx="40054">0.41999999999999998</cx:pt>
          <cx:pt idx="40055">2.5499999999999998</cx:pt>
          <cx:pt idx="40056">2.9500000000000002</cx:pt>
          <cx:pt idx="40057">1.45</cx:pt>
          <cx:pt idx="40058">3.29</cx:pt>
          <cx:pt idx="40059">12.75</cx:pt>
          <cx:pt idx="40060">1.6499999999999999</cx:pt>
          <cx:pt idx="40061">0.41999999999999998</cx:pt>
          <cx:pt idx="40062">8.5</cx:pt>
          <cx:pt idx="40063">4.9500000000000002</cx:pt>
          <cx:pt idx="40064">8.5</cx:pt>
          <cx:pt idx="40065">1.45</cx:pt>
          <cx:pt idx="40066">3.75</cx:pt>
          <cx:pt idx="40067">0.84999999999999998</cx:pt>
          <cx:pt idx="40068">1.45</cx:pt>
          <cx:pt idx="40069">3.9500000000000002</cx:pt>
          <cx:pt idx="40070">1.45</cx:pt>
          <cx:pt idx="40071">2.0800000000000001</cx:pt>
          <cx:pt idx="40072">2.5499999999999998</cx:pt>
          <cx:pt idx="40073">3.75</cx:pt>
          <cx:pt idx="40074">1.25</cx:pt>
          <cx:pt idx="40075">12.75</cx:pt>
          <cx:pt idx="40076">2.9500000000000002</cx:pt>
          <cx:pt idx="40077">0.41999999999999998</cx:pt>
          <cx:pt idx="40078">0.41999999999999998</cx:pt>
          <cx:pt idx="40079">2.0800000000000001</cx:pt>
          <cx:pt idx="40080">2.0800000000000001</cx:pt>
          <cx:pt idx="40081">2.1000000000000001</cx:pt>
          <cx:pt idx="40082">6.9500000000000002</cx:pt>
          <cx:pt idx="40083">4.1500000000000004</cx:pt>
          <cx:pt idx="40084">2.1000000000000001</cx:pt>
          <cx:pt idx="40085">4.9500000000000002</cx:pt>
          <cx:pt idx="40086">8.5</cx:pt>
          <cx:pt idx="40087">2.25</cx:pt>
          <cx:pt idx="40088">1.25</cx:pt>
          <cx:pt idx="40089">1.45</cx:pt>
          <cx:pt idx="40090">1.45</cx:pt>
          <cx:pt idx="40091">7.0800000000000001</cx:pt>
          <cx:pt idx="40092">4.9500000000000002</cx:pt>
          <cx:pt idx="40093">4.9500000000000002</cx:pt>
          <cx:pt idx="40094">4.1500000000000004</cx:pt>
          <cx:pt idx="40095">6.9500000000000002</cx:pt>
          <cx:pt idx="40096">1.25</cx:pt>
          <cx:pt idx="40097">1.6499999999999999</cx:pt>
          <cx:pt idx="40098">1.6499999999999999</cx:pt>
          <cx:pt idx="40099">4.25</cx:pt>
          <cx:pt idx="40100">2.0800000000000001</cx:pt>
          <cx:pt idx="40101">0.84999999999999998</cx:pt>
          <cx:pt idx="40102">2.5499999999999998</cx:pt>
          <cx:pt idx="40103">0.41999999999999998</cx:pt>
          <cx:pt idx="40104">1.25</cx:pt>
          <cx:pt idx="40105">0.65000000000000002</cx:pt>
          <cx:pt idx="40106">0.65000000000000002</cx:pt>
          <cx:pt idx="40107">12.75</cx:pt>
          <cx:pt idx="40108">2.9500000000000002</cx:pt>
          <cx:pt idx="40109">1.25</cx:pt>
          <cx:pt idx="40110">0.41999999999999998</cx:pt>
          <cx:pt idx="40111">1.6499999999999999</cx:pt>
          <cx:pt idx="40112">1.6499999999999999</cx:pt>
          <cx:pt idx="40113">0.84999999999999998</cx:pt>
          <cx:pt idx="40114">1.45</cx:pt>
          <cx:pt idx="40115">0.55000000000000004</cx:pt>
          <cx:pt idx="40116">0.55000000000000004</cx:pt>
          <cx:pt idx="40117">0.41999999999999998</cx:pt>
          <cx:pt idx="40118">1.6499999999999999</cx:pt>
          <cx:pt idx="40119">0.84999999999999998</cx:pt>
          <cx:pt idx="40120">2.5499999999999998</cx:pt>
          <cx:pt idx="40121">0.55000000000000004</cx:pt>
          <cx:pt idx="40122">2.0800000000000001</cx:pt>
          <cx:pt idx="40123">0.65000000000000002</cx:pt>
          <cx:pt idx="40124">1.45</cx:pt>
          <cx:pt idx="40125">0.41999999999999998</cx:pt>
          <cx:pt idx="40126">2.1000000000000001</cx:pt>
          <cx:pt idx="40127">2.9500000000000002</cx:pt>
          <cx:pt idx="40128">2.25</cx:pt>
          <cx:pt idx="40129">2.25</cx:pt>
          <cx:pt idx="40130">1.45</cx:pt>
          <cx:pt idx="40131">2.0800000000000001</cx:pt>
          <cx:pt idx="40132">1.6499999999999999</cx:pt>
          <cx:pt idx="40133">1.6499999999999999</cx:pt>
          <cx:pt idx="40134">0.41999999999999998</cx:pt>
          <cx:pt idx="40135">1.6499999999999999</cx:pt>
          <cx:pt idx="40136">4.9500000000000002</cx:pt>
          <cx:pt idx="40137">1.45</cx:pt>
          <cx:pt idx="40138">1.45</cx:pt>
          <cx:pt idx="40139">1.25</cx:pt>
          <cx:pt idx="40140">2.9500000000000002</cx:pt>
          <cx:pt idx="40141">2.9500000000000002</cx:pt>
          <cx:pt idx="40142">0.41999999999999998</cx:pt>
          <cx:pt idx="40143">3.75</cx:pt>
          <cx:pt idx="40144">3.75</cx:pt>
          <cx:pt idx="40145">1.25</cx:pt>
          <cx:pt idx="40146">1.25</cx:pt>
          <cx:pt idx="40147">1.6499999999999999</cx:pt>
          <cx:pt idx="40148">4.25</cx:pt>
          <cx:pt idx="40149">2.1000000000000001</cx:pt>
          <cx:pt idx="40150">1.6499999999999999</cx:pt>
          <cx:pt idx="40151">1.45</cx:pt>
          <cx:pt idx="40152">0.84999999999999998</cx:pt>
          <cx:pt idx="40153">1.6499999999999999</cx:pt>
          <cx:pt idx="40154">4.9500000000000002</cx:pt>
          <cx:pt idx="40155">1.6499999999999999</cx:pt>
          <cx:pt idx="40156">1.6499999999999999</cx:pt>
          <cx:pt idx="40157">1.6499999999999999</cx:pt>
          <cx:pt idx="40158">1.45</cx:pt>
          <cx:pt idx="40159">1.25</cx:pt>
          <cx:pt idx="40160">2.8900000000000001</cx:pt>
          <cx:pt idx="40161">1.25</cx:pt>
          <cx:pt idx="40162">8.25</cx:pt>
          <cx:pt idx="40163">6.9500000000000002</cx:pt>
          <cx:pt idx="40164">2.4900000000000002</cx:pt>
          <cx:pt idx="40165">8.25</cx:pt>
          <cx:pt idx="40166">1.45</cx:pt>
          <cx:pt idx="40167">1.45</cx:pt>
          <cx:pt idx="40168">0.65000000000000002</cx:pt>
          <cx:pt idx="40169">1.6499999999999999</cx:pt>
          <cx:pt idx="40170">0.65000000000000002</cx:pt>
          <cx:pt idx="40171">1.6499999999999999</cx:pt>
          <cx:pt idx="40172">1.6899999999999999</cx:pt>
          <cx:pt idx="40173">1.45</cx:pt>
          <cx:pt idx="40174">2.9500000000000002</cx:pt>
          <cx:pt idx="40175">12.75</cx:pt>
          <cx:pt idx="40176">2.9500000000000002</cx:pt>
          <cx:pt idx="40177">1.45</cx:pt>
          <cx:pt idx="40178">3.75</cx:pt>
          <cx:pt idx="40179">1.6899999999999999</cx:pt>
          <cx:pt idx="40180">2.9500000000000002</cx:pt>
          <cx:pt idx="40181">3.75</cx:pt>
          <cx:pt idx="40182">2.4900000000000002</cx:pt>
          <cx:pt idx="40183">8.5</cx:pt>
          <cx:pt idx="40184">1.45</cx:pt>
          <cx:pt idx="40185">2.9500000000000002</cx:pt>
          <cx:pt idx="40186">1.6899999999999999</cx:pt>
          <cx:pt idx="40187">2.5499999999999998</cx:pt>
          <cx:pt idx="40188">8.5</cx:pt>
          <cx:pt idx="40189">2.5499999999999998</cx:pt>
          <cx:pt idx="40190">2.5499999999999998</cx:pt>
          <cx:pt idx="40191">1.25</cx:pt>
          <cx:pt idx="40192">1.45</cx:pt>
          <cx:pt idx="40193">0.55000000000000004</cx:pt>
          <cx:pt idx="40194">6.3499999999999996</cx:pt>
          <cx:pt idx="40195">1.6499999999999999</cx:pt>
          <cx:pt idx="40196">12.75</cx:pt>
          <cx:pt idx="40197">8.25</cx:pt>
          <cx:pt idx="40198">3.75</cx:pt>
          <cx:pt idx="40199">0.84999999999999998</cx:pt>
          <cx:pt idx="40200">1.45</cx:pt>
          <cx:pt idx="40201">0.65000000000000002</cx:pt>
          <cx:pt idx="40202">1.45</cx:pt>
          <cx:pt idx="40203">1.6499999999999999</cx:pt>
          <cx:pt idx="40204">1.6499999999999999</cx:pt>
          <cx:pt idx="40205">1.6499999999999999</cx:pt>
          <cx:pt idx="40206">1.6499999999999999</cx:pt>
          <cx:pt idx="40207">1.25</cx:pt>
          <cx:pt idx="40208">1.25</cx:pt>
          <cx:pt idx="40209">2.9500000000000002</cx:pt>
          <cx:pt idx="40210">0.55000000000000004</cx:pt>
          <cx:pt idx="40211">0.55000000000000004</cx:pt>
          <cx:pt idx="40212">2.1000000000000001</cx:pt>
          <cx:pt idx="40213">1.6499999999999999</cx:pt>
          <cx:pt idx="40214">4.9500000000000002</cx:pt>
          <cx:pt idx="40215">1.25</cx:pt>
          <cx:pt idx="40216">1.6499999999999999</cx:pt>
          <cx:pt idx="40217">1.45</cx:pt>
          <cx:pt idx="40218">0.82999999999999996</cx:pt>
          <cx:pt idx="40219">0.82999999999999996</cx:pt>
          <cx:pt idx="40220">2.1000000000000001</cx:pt>
          <cx:pt idx="40221">4.1500000000000004</cx:pt>
          <cx:pt idx="40222">4.9500000000000002</cx:pt>
          <cx:pt idx="40223">2.8900000000000001</cx:pt>
          <cx:pt idx="40224">4.9500000000000002</cx:pt>
          <cx:pt idx="40225">2.1000000000000001</cx:pt>
          <cx:pt idx="40226">2.1000000000000001</cx:pt>
          <cx:pt idx="40227">2.8900000000000001</cx:pt>
          <cx:pt idx="40228">12.75</cx:pt>
          <cx:pt idx="40229">2.0800000000000001</cx:pt>
          <cx:pt idx="40230">2.4900000000000002</cx:pt>
          <cx:pt idx="40231">2.1000000000000001</cx:pt>
          <cx:pt idx="40232">4.9500000000000002</cx:pt>
          <cx:pt idx="40233">8.25</cx:pt>
          <cx:pt idx="40234">2.5499999999999998</cx:pt>
          <cx:pt idx="40235">2.0800000000000001</cx:pt>
          <cx:pt idx="40236">1.6499999999999999</cx:pt>
          <cx:pt idx="40237">6.9500000000000002</cx:pt>
          <cx:pt idx="40238">2.0800000000000001</cx:pt>
          <cx:pt idx="40239">1.6499999999999999</cx:pt>
          <cx:pt idx="40240">1.45</cx:pt>
          <cx:pt idx="40241">2.4900000000000002</cx:pt>
          <cx:pt idx="40242">2.5499999999999998</cx:pt>
          <cx:pt idx="40243">1.6499999999999999</cx:pt>
          <cx:pt idx="40244">2.1000000000000001</cx:pt>
          <cx:pt idx="40245">2.8900000000000001</cx:pt>
          <cx:pt idx="40246">1.25</cx:pt>
          <cx:pt idx="40247">8.25</cx:pt>
          <cx:pt idx="40248">6.9500000000000002</cx:pt>
          <cx:pt idx="40249">2.4900000000000002</cx:pt>
          <cx:pt idx="40250">8.25</cx:pt>
          <cx:pt idx="40251">1.6499999999999999</cx:pt>
          <cx:pt idx="40252">7.6500000000000004</cx:pt>
          <cx:pt idx="40253">0.41999999999999998</cx:pt>
          <cx:pt idx="40254">4.9500000000000002</cx:pt>
          <cx:pt idx="40255">3.29</cx:pt>
          <cx:pt idx="40256">1.6499999999999999</cx:pt>
          <cx:pt idx="40257">1.45</cx:pt>
          <cx:pt idx="40258">0.39000000000000001</cx:pt>
          <cx:pt idx="40259">0.39000000000000001</cx:pt>
          <cx:pt idx="40260">2.9500000000000002</cx:pt>
          <cx:pt idx="40261">2.9500000000000002</cx:pt>
          <cx:pt idx="40262">1.25</cx:pt>
          <cx:pt idx="40263">0.41999999999999998</cx:pt>
          <cx:pt idx="40264">0.41999999999999998</cx:pt>
          <cx:pt idx="40265">0.41999999999999998</cx:pt>
          <cx:pt idx="40266">3.75</cx:pt>
          <cx:pt idx="40267">2.8900000000000001</cx:pt>
          <cx:pt idx="40268">1.45</cx:pt>
          <cx:pt idx="40269">4.1500000000000004</cx:pt>
          <cx:pt idx="40270">2.9500000000000002</cx:pt>
          <cx:pt idx="40271">1.6499999999999999</cx:pt>
          <cx:pt idx="40272">1.45</cx:pt>
          <cx:pt idx="40273">2.1000000000000001</cx:pt>
          <cx:pt idx="40274">1.25</cx:pt>
          <cx:pt idx="40275">12.75</cx:pt>
          <cx:pt idx="40276">1.45</cx:pt>
          <cx:pt idx="40277">0.55000000000000004</cx:pt>
          <cx:pt idx="40278">1.6499999999999999</cx:pt>
          <cx:pt idx="40279">1.6499999999999999</cx:pt>
          <cx:pt idx="40280">1.6499999999999999</cx:pt>
          <cx:pt idx="40281">2.8900000000000001</cx:pt>
          <cx:pt idx="40282">2.0800000000000001</cx:pt>
          <cx:pt idx="40283">4.1500000000000004</cx:pt>
          <cx:pt idx="40284">0.41999999999999998</cx:pt>
          <cx:pt idx="40285">2.4900000000000002</cx:pt>
          <cx:pt idx="40286">1.6499999999999999</cx:pt>
          <cx:pt idx="40287">0.84999999999999998</cx:pt>
          <cx:pt idx="40288">4.25</cx:pt>
          <cx:pt idx="40289">0.84999999999999998</cx:pt>
          <cx:pt idx="40290">6.3499999999999996</cx:pt>
          <cx:pt idx="40291">2.1000000000000001</cx:pt>
          <cx:pt idx="40292">4.9500000000000002</cx:pt>
          <cx:pt idx="40293">1.25</cx:pt>
          <cx:pt idx="40294">1.25</cx:pt>
          <cx:pt idx="40295">1.45</cx:pt>
          <cx:pt idx="40296">6.9500000000000002</cx:pt>
          <cx:pt idx="40297">1.25</cx:pt>
          <cx:pt idx="40298">4.6500000000000004</cx:pt>
          <cx:pt idx="40299">4.1500000000000004</cx:pt>
          <cx:pt idx="40300">1.45</cx:pt>
          <cx:pt idx="40301">0.41999999999999998</cx:pt>
          <cx:pt idx="40302">6.9500000000000002</cx:pt>
          <cx:pt idx="40303">4.9500000000000002</cx:pt>
          <cx:pt idx="40304">4.9500000000000002</cx:pt>
          <cx:pt idx="40305">6.3499999999999996</cx:pt>
          <cx:pt idx="40306">1.25</cx:pt>
          <cx:pt idx="40307">3.75</cx:pt>
          <cx:pt idx="40308">6.9500000000000002</cx:pt>
          <cx:pt idx="40309">2.1000000000000001</cx:pt>
          <cx:pt idx="40310">2.0800000000000001</cx:pt>
          <cx:pt idx="40311">2.5499999999999998</cx:pt>
          <cx:pt idx="40312">0.84999999999999998</cx:pt>
          <cx:pt idx="40313">2.25</cx:pt>
          <cx:pt idx="40314">2.8900000000000001</cx:pt>
          <cx:pt idx="40315">4.9500000000000002</cx:pt>
          <cx:pt idx="40316">1.25</cx:pt>
          <cx:pt idx="40317">2.8900000000000001</cx:pt>
          <cx:pt idx="40318">2.1000000000000001</cx:pt>
          <cx:pt idx="40319">2.9500000000000002</cx:pt>
          <cx:pt idx="40320">2.4900000000000002</cx:pt>
          <cx:pt idx="40321">2.9500000000000002</cx:pt>
          <cx:pt idx="40322">1.45</cx:pt>
          <cx:pt idx="40323">1.6899999999999999</cx:pt>
          <cx:pt idx="40324">4.1299999999999999</cx:pt>
          <cx:pt idx="40325">8.2899999999999991</cx:pt>
          <cx:pt idx="40326">1.6299999999999999</cx:pt>
          <cx:pt idx="40327">4.96</cx:pt>
          <cx:pt idx="40328">2.46</cx:pt>
          <cx:pt idx="40329">1.6499999999999999</cx:pt>
          <cx:pt idx="40330">4.9500000000000002</cx:pt>
          <cx:pt idx="40331">4.0800000000000001</cx:pt>
          <cx:pt idx="40332">1.6899999999999999</cx:pt>
          <cx:pt idx="40333">2.1000000000000001</cx:pt>
          <cx:pt idx="40334">3.25</cx:pt>
          <cx:pt idx="40335">4.25</cx:pt>
          <cx:pt idx="40336">2.1000000000000001</cx:pt>
          <cx:pt idx="40337">3.75</cx:pt>
          <cx:pt idx="40338">2.1000000000000001</cx:pt>
          <cx:pt idx="40339">1.45</cx:pt>
          <cx:pt idx="40340">0.84999999999999998</cx:pt>
          <cx:pt idx="40341">8.25</cx:pt>
          <cx:pt idx="40342">1.25</cx:pt>
          <cx:pt idx="40343">1.6499999999999999</cx:pt>
          <cx:pt idx="40344">1.45</cx:pt>
          <cx:pt idx="40345">12.75</cx:pt>
          <cx:pt idx="40346">2.1000000000000001</cx:pt>
          <cx:pt idx="40347">2.8900000000000001</cx:pt>
          <cx:pt idx="40348">4.9500000000000002</cx:pt>
          <cx:pt idx="40349">0.84999999999999998</cx:pt>
          <cx:pt idx="40350">2.5499999999999998</cx:pt>
          <cx:pt idx="40351">0.82999999999999996</cx:pt>
          <cx:pt idx="40352">4.9500000000000002</cx:pt>
          <cx:pt idx="40353">2.25</cx:pt>
          <cx:pt idx="40354">3.75</cx:pt>
          <cx:pt idx="40355">2.25</cx:pt>
          <cx:pt idx="40356">4.6500000000000004</cx:pt>
          <cx:pt idx="40357">0.55000000000000004</cx:pt>
          <cx:pt idx="40358">2.1000000000000001</cx:pt>
          <cx:pt idx="40359">1.6499999999999999</cx:pt>
          <cx:pt idx="40360">1.6499999999999999</cx:pt>
          <cx:pt idx="40361">1.45</cx:pt>
          <cx:pt idx="40362">3.75</cx:pt>
          <cx:pt idx="40363">2.1000000000000001</cx:pt>
          <cx:pt idx="40364">2.9500000000000002</cx:pt>
          <cx:pt idx="40365">2.1000000000000001</cx:pt>
          <cx:pt idx="40366">2.8900000000000001</cx:pt>
          <cx:pt idx="40367">4.9500000000000002</cx:pt>
          <cx:pt idx="40368">4.9500000000000002</cx:pt>
          <cx:pt idx="40369">9.9499999999999993</cx:pt>
          <cx:pt idx="40370">2.1000000000000001</cx:pt>
          <cx:pt idx="40371">4.9500000000000002</cx:pt>
          <cx:pt idx="40372">2.9500000000000002</cx:pt>
          <cx:pt idx="40373">6.9500000000000002</cx:pt>
          <cx:pt idx="40374">2.9500000000000002</cx:pt>
          <cx:pt idx="40375">2.9500000000000002</cx:pt>
          <cx:pt idx="40376">1.6499999999999999</cx:pt>
          <cx:pt idx="40377">0.41999999999999998</cx:pt>
          <cx:pt idx="40378">8.25</cx:pt>
          <cx:pt idx="40379">8.25</cx:pt>
          <cx:pt idx="40380">12.75</cx:pt>
          <cx:pt idx="40381">0.41999999999999998</cx:pt>
          <cx:pt idx="40382">1.25</cx:pt>
          <cx:pt idx="40383">2.9500000000000002</cx:pt>
          <cx:pt idx="40384">2.25</cx:pt>
          <cx:pt idx="40385">3.75</cx:pt>
          <cx:pt idx="40386">0.55000000000000004</cx:pt>
          <cx:pt idx="40387">2.4900000000000002</cx:pt>
          <cx:pt idx="40388">0.39000000000000001</cx:pt>
          <cx:pt idx="40389">1.6899999999999999</cx:pt>
          <cx:pt idx="40390">2.8900000000000001</cx:pt>
          <cx:pt idx="40391">2.1000000000000001</cx:pt>
          <cx:pt idx="40392">6.3499999999999996</cx:pt>
          <cx:pt idx="40393">1.6499999999999999</cx:pt>
          <cx:pt idx="40394">2.0800000000000001</cx:pt>
          <cx:pt idx="40395">2.5499999999999998</cx:pt>
          <cx:pt idx="40396">3.75</cx:pt>
          <cx:pt idx="40397">2.4900000000000002</cx:pt>
          <cx:pt idx="40398">1.6899999999999999</cx:pt>
          <cx:pt idx="40399">3.25</cx:pt>
          <cx:pt idx="40400">1.6499999999999999</cx:pt>
          <cx:pt idx="40401">0.82999999999999996</cx:pt>
          <cx:pt idx="40402">0.41999999999999998</cx:pt>
          <cx:pt idx="40403">4.25</cx:pt>
          <cx:pt idx="40404">2.0800000000000001</cx:pt>
          <cx:pt idx="40405">4.9500000000000002</cx:pt>
          <cx:pt idx="40406">4.1500000000000004</cx:pt>
          <cx:pt idx="40407">8.5</cx:pt>
          <cx:pt idx="40408">6.9500000000000002</cx:pt>
          <cx:pt idx="40409">2.8900000000000001</cx:pt>
          <cx:pt idx="40410">4.9500000000000002</cx:pt>
          <cx:pt idx="40411">4.25</cx:pt>
          <cx:pt idx="40412">7.46</cx:pt>
          <cx:pt idx="40413">24.960000000000001</cx:pt>
          <cx:pt idx="40414">4.1299999999999999</cx:pt>
          <cx:pt idx="40415">10.789999999999999</cx:pt>
          <cx:pt idx="40416">2.46</cx:pt>
          <cx:pt idx="40417">5.79</cx:pt>
          <cx:pt idx="40418">10.789999999999999</cx:pt>
          <cx:pt idx="40419">12.460000000000001</cx:pt>
          <cx:pt idx="40420">5.79</cx:pt>
          <cx:pt idx="40421">3.29</cx:pt>
          <cx:pt idx="40422">16.629999999999999</cx:pt>
          <cx:pt idx="40423">14.130000000000001</cx:pt>
          <cx:pt idx="40424">4.1299999999999999</cx:pt>
          <cx:pt idx="40425">4.1299999999999999</cx:pt>
          <cx:pt idx="40426">8.5</cx:pt>
          <cx:pt idx="40427">1.45</cx:pt>
          <cx:pt idx="40428">1.25</cx:pt>
          <cx:pt idx="40429">1.6499999999999999</cx:pt>
          <cx:pt idx="40430">8.5</cx:pt>
          <cx:pt idx="40431">4.9500000000000002</cx:pt>
          <cx:pt idx="40432">4.1299999999999999</cx:pt>
          <cx:pt idx="40433">5.79</cx:pt>
          <cx:pt idx="40434">7.46</cx:pt>
          <cx:pt idx="40435">3.29</cx:pt>
          <cx:pt idx="40436">4.1299999999999999</cx:pt>
          <cx:pt idx="40437">0.82999999999999996</cx:pt>
          <cx:pt idx="40438">1.6299999999999999</cx:pt>
          <cx:pt idx="40439">1.6299999999999999</cx:pt>
          <cx:pt idx="40440">2.46</cx:pt>
          <cx:pt idx="40441">0.41999999999999998</cx:pt>
          <cx:pt idx="40442">1.25</cx:pt>
          <cx:pt idx="40443">3.29</cx:pt>
          <cx:pt idx="40444">15.789999999999999</cx:pt>
          <cx:pt idx="40445">3.29</cx:pt>
          <cx:pt idx="40446">4.1299999999999999</cx:pt>
          <cx:pt idx="40447">3.29</cx:pt>
          <cx:pt idx="40448">4.96</cx:pt>
          <cx:pt idx="40449">4.96</cx:pt>
          <cx:pt idx="40450">2.46</cx:pt>
          <cx:pt idx="40451">0.41999999999999998</cx:pt>
          <cx:pt idx="40452">3.29</cx:pt>
          <cx:pt idx="40453">12.460000000000001</cx:pt>
          <cx:pt idx="40454">16.629999999999999</cx:pt>
          <cx:pt idx="40455">4.1299999999999999</cx:pt>
          <cx:pt idx="40456">5.79</cx:pt>
          <cx:pt idx="40457">5.79</cx:pt>
          <cx:pt idx="40458">2.46</cx:pt>
          <cx:pt idx="40459">0.82999999999999996</cx:pt>
          <cx:pt idx="40460">7.46</cx:pt>
          <cx:pt idx="40461">3.29</cx:pt>
          <cx:pt idx="40462">6.6299999999999999</cx:pt>
          <cx:pt idx="40463">1.6299999999999999</cx:pt>
          <cx:pt idx="40464">0.82999999999999996</cx:pt>
          <cx:pt idx="40465">0.82999999999999996</cx:pt>
          <cx:pt idx="40466">5.79</cx:pt>
          <cx:pt idx="40467">3.29</cx:pt>
          <cx:pt idx="40468">1.25</cx:pt>
          <cx:pt idx="40469">2.46</cx:pt>
          <cx:pt idx="40470">1.25</cx:pt>
          <cx:pt idx="40471">2.46</cx:pt>
          <cx:pt idx="40472">5.79</cx:pt>
          <cx:pt idx="40473">3.29</cx:pt>
          <cx:pt idx="40474">1.25</cx:pt>
          <cx:pt idx="40475">1.25</cx:pt>
          <cx:pt idx="40476">4.1299999999999999</cx:pt>
          <cx:pt idx="40477">4.1299999999999999</cx:pt>
          <cx:pt idx="40478">3.29</cx:pt>
          <cx:pt idx="40479">1.6299999999999999</cx:pt>
          <cx:pt idx="40480">8.2899999999999991</cx:pt>
          <cx:pt idx="40481">1.25</cx:pt>
          <cx:pt idx="40482">1.6899999999999999</cx:pt>
          <cx:pt idx="40483">2.1000000000000001</cx:pt>
          <cx:pt idx="40484">1.6499999999999999</cx:pt>
          <cx:pt idx="40485">0.39000000000000001</cx:pt>
          <cx:pt idx="40486">1.45</cx:pt>
          <cx:pt idx="40487">2.0800000000000001</cx:pt>
          <cx:pt idx="40488">4.1299999999999999</cx:pt>
          <cx:pt idx="40489">14.960000000000001</cx:pt>
          <cx:pt idx="40490">0.82999999999999996</cx:pt>
          <cx:pt idx="40491">3.29</cx:pt>
          <cx:pt idx="40492">3.29</cx:pt>
          <cx:pt idx="40493">4.1299999999999999</cx:pt>
          <cx:pt idx="40494">4.9500000000000002</cx:pt>
          <cx:pt idx="40495">1.45</cx:pt>
          <cx:pt idx="40496">1.6899999999999999</cx:pt>
          <cx:pt idx="40497">4.1500000000000004</cx:pt>
          <cx:pt idx="40498">3.9500000000000002</cx:pt>
          <cx:pt idx="40499">7.0800000000000001</cx:pt>
          <cx:pt idx="40500">8.25</cx:pt>
          <cx:pt idx="40501">7.0800000000000001</cx:pt>
          <cx:pt idx="40502">2.1000000000000001</cx:pt>
          <cx:pt idx="40503">4.1500000000000004</cx:pt>
          <cx:pt idx="40504">6.9500000000000002</cx:pt>
          <cx:pt idx="40505">4.1299999999999999</cx:pt>
          <cx:pt idx="40506">5.79</cx:pt>
          <cx:pt idx="40507">16.629999999999999</cx:pt>
          <cx:pt idx="40508">15.789999999999999</cx:pt>
          <cx:pt idx="40509">7.46</cx:pt>
          <cx:pt idx="40510">5.79</cx:pt>
          <cx:pt idx="40511">24.960000000000001</cx:pt>
          <cx:pt idx="40512">0.82999999999999996</cx:pt>
          <cx:pt idx="40513">3.29</cx:pt>
          <cx:pt idx="40514">4.1299999999999999</cx:pt>
          <cx:pt idx="40515">0.82999999999999996</cx:pt>
          <cx:pt idx="40516">2.9199999999999999</cx:pt>
          <cx:pt idx="40517">10.789999999999999</cx:pt>
          <cx:pt idx="40518">4.1299999999999999</cx:pt>
          <cx:pt idx="40519">1.6299999999999999</cx:pt>
          <cx:pt idx="40520">1.6299999999999999</cx:pt>
          <cx:pt idx="40521">2.46</cx:pt>
          <cx:pt idx="40522">14.960000000000001</cx:pt>
          <cx:pt idx="40523">5.79</cx:pt>
          <cx:pt idx="40524">2.46</cx:pt>
          <cx:pt idx="40525">0.82999999999999996</cx:pt>
          <cx:pt idx="40526">0.41999999999999998</cx:pt>
          <cx:pt idx="40527">1.25</cx:pt>
          <cx:pt idx="40528">3.29</cx:pt>
          <cx:pt idx="40529">15.789999999999999</cx:pt>
          <cx:pt idx="40530">15.789999999999999</cx:pt>
          <cx:pt idx="40531">7.46</cx:pt>
          <cx:pt idx="40532">5.79</cx:pt>
          <cx:pt idx="40533">8.2899999999999991</cx:pt>
          <cx:pt idx="40534">5.79</cx:pt>
          <cx:pt idx="40535">3.29</cx:pt>
          <cx:pt idx="40536">4.96</cx:pt>
          <cx:pt idx="40537">2.46</cx:pt>
          <cx:pt idx="40538">0.41999999999999998</cx:pt>
          <cx:pt idx="40539">3.29</cx:pt>
          <cx:pt idx="40540">1.6299999999999999</cx:pt>
          <cx:pt idx="40541">10.789999999999999</cx:pt>
          <cx:pt idx="40542">2.46</cx:pt>
          <cx:pt idx="40543">4.1299999999999999</cx:pt>
          <cx:pt idx="40544">5.79</cx:pt>
          <cx:pt idx="40545">5.79</cx:pt>
          <cx:pt idx="40546">4.5800000000000001</cx:pt>
          <cx:pt idx="40547">3.29</cx:pt>
          <cx:pt idx="40548">2.46</cx:pt>
          <cx:pt idx="40549">0.41999999999999998</cx:pt>
          <cx:pt idx="40550">0.82999999999999996</cx:pt>
          <cx:pt idx="40551">7.46</cx:pt>
          <cx:pt idx="40552">3.29</cx:pt>
          <cx:pt idx="40553">6.6299999999999999</cx:pt>
          <cx:pt idx="40554">16.629999999999999</cx:pt>
          <cx:pt idx="40555">3.29</cx:pt>
          <cx:pt idx="40556">4.5800000000000001</cx:pt>
          <cx:pt idx="40557">24.960000000000001</cx:pt>
          <cx:pt idx="40558">2.46</cx:pt>
          <cx:pt idx="40559">0.82999999999999996</cx:pt>
          <cx:pt idx="40560">2.46</cx:pt>
          <cx:pt idx="40561">4.96</cx:pt>
          <cx:pt idx="40562">9.1300000000000008</cx:pt>
          <cx:pt idx="40563">4.1299999999999999</cx:pt>
          <cx:pt idx="40564">1.25</cx:pt>
          <cx:pt idx="40565">2.46</cx:pt>
          <cx:pt idx="40566">1.25</cx:pt>
          <cx:pt idx="40567">15.789999999999999</cx:pt>
          <cx:pt idx="40568">2.46</cx:pt>
          <cx:pt idx="40569">5.79</cx:pt>
          <cx:pt idx="40570">3.29</cx:pt>
          <cx:pt idx="40571">0.82999999999999996</cx:pt>
          <cx:pt idx="40572">15.789999999999999</cx:pt>
          <cx:pt idx="40573">1.25</cx:pt>
          <cx:pt idx="40574">4.1299999999999999</cx:pt>
          <cx:pt idx="40575">4.1299999999999999</cx:pt>
          <cx:pt idx="40576">1.6299999999999999</cx:pt>
          <cx:pt idx="40577">3.29</cx:pt>
          <cx:pt idx="40578">0.84999999999999998</cx:pt>
          <cx:pt idx="40579">4.96</cx:pt>
          <cx:pt idx="40580">4.1299999999999999</cx:pt>
          <cx:pt idx="40581">0.82999999999999996</cx:pt>
          <cx:pt idx="40582">2.8900000000000001</cx:pt>
          <cx:pt idx="40583">0.82999999999999996</cx:pt>
          <cx:pt idx="40584">1.45</cx:pt>
          <cx:pt idx="40585">3.75</cx:pt>
          <cx:pt idx="40586">1.25</cx:pt>
          <cx:pt idx="40587">6.6299999999999999</cx:pt>
          <cx:pt idx="40588">4.1299999999999999</cx:pt>
          <cx:pt idx="40589">10.789999999999999</cx:pt>
          <cx:pt idx="40590">14.960000000000001</cx:pt>
          <cx:pt idx="40591">2.46</cx:pt>
          <cx:pt idx="40592">16.629999999999999</cx:pt>
          <cx:pt idx="40593">3.29</cx:pt>
          <cx:pt idx="40594">8.2899999999999991</cx:pt>
          <cx:pt idx="40595">4.1299999999999999</cx:pt>
          <cx:pt idx="40596">0.82999999999999996</cx:pt>
          <cx:pt idx="40597">3.29</cx:pt>
          <cx:pt idx="40598">3.29</cx:pt>
          <cx:pt idx="40599">14.130000000000001</cx:pt>
          <cx:pt idx="40600">4.9500000000000002</cx:pt>
          <cx:pt idx="40601">3.25</cx:pt>
          <cx:pt idx="40602">10.789999999999999</cx:pt>
          <cx:pt idx="40603">2.9500000000000002</cx:pt>
          <cx:pt idx="40604">8.25</cx:pt>
          <cx:pt idx="40605">8.5</cx:pt>
          <cx:pt idx="40606">1.6899999999999999</cx:pt>
          <cx:pt idx="40607">2.8900000000000001</cx:pt>
          <cx:pt idx="40608">8.5</cx:pt>
          <cx:pt idx="40609">1.45</cx:pt>
          <cx:pt idx="40610">2.4900000000000002</cx:pt>
          <cx:pt idx="40611">4.6500000000000004</cx:pt>
          <cx:pt idx="40612">1.25</cx:pt>
          <cx:pt idx="40613">0.84999999999999998</cx:pt>
          <cx:pt idx="40614">4.25</cx:pt>
          <cx:pt idx="40615">4.25</cx:pt>
          <cx:pt idx="40616">1.6899999999999999</cx:pt>
          <cx:pt idx="40617">2.1000000000000001</cx:pt>
          <cx:pt idx="40618">0.39000000000000001</cx:pt>
          <cx:pt idx="40619">6.3499999999999996</cx:pt>
          <cx:pt idx="40620">1.6499999999999999</cx:pt>
          <cx:pt idx="40621">2.0800000000000001</cx:pt>
          <cx:pt idx="40622">2.9500000000000002</cx:pt>
          <cx:pt idx="40623">4.9500000000000002</cx:pt>
          <cx:pt idx="40624">3.25</cx:pt>
          <cx:pt idx="40625">4.9500000000000002</cx:pt>
          <cx:pt idx="40626">1.45</cx:pt>
          <cx:pt idx="40627">2.9500000000000002</cx:pt>
          <cx:pt idx="40628">1.6499999999999999</cx:pt>
          <cx:pt idx="40629">12.75</cx:pt>
          <cx:pt idx="40630">3.25</cx:pt>
          <cx:pt idx="40631">2.4900000000000002</cx:pt>
          <cx:pt idx="40632">1.25</cx:pt>
          <cx:pt idx="40633">2.8900000000000001</cx:pt>
          <cx:pt idx="40634">1.25</cx:pt>
          <cx:pt idx="40635">2.5499999999999998</cx:pt>
          <cx:pt idx="40636">4.25</cx:pt>
          <cx:pt idx="40637">2.8900000000000001</cx:pt>
          <cx:pt idx="40638">1.25</cx:pt>
          <cx:pt idx="40639">2.4900000000000002</cx:pt>
          <cx:pt idx="40640">2.5499999999999998</cx:pt>
          <cx:pt idx="40641">1.6499999999999999</cx:pt>
          <cx:pt idx="40642">2.1000000000000001</cx:pt>
          <cx:pt idx="40643">2.5499999999999998</cx:pt>
          <cx:pt idx="40644">1.45</cx:pt>
          <cx:pt idx="40645">3.75</cx:pt>
          <cx:pt idx="40646">2.9500000000000002</cx:pt>
          <cx:pt idx="40647">8.5</cx:pt>
          <cx:pt idx="40648">8.25</cx:pt>
          <cx:pt idx="40649">3.75</cx:pt>
          <cx:pt idx="40650">2.8900000000000001</cx:pt>
          <cx:pt idx="40651">3.75</cx:pt>
          <cx:pt idx="40652">0.41999999999999998</cx:pt>
          <cx:pt idx="40653">2.1000000000000001</cx:pt>
          <cx:pt idx="40654">0.41999999999999998</cx:pt>
          <cx:pt idx="40655">6.9500000000000002</cx:pt>
          <cx:pt idx="40656">1.6499999999999999</cx:pt>
          <cx:pt idx="40657">1.25</cx:pt>
          <cx:pt idx="40658">1.6499999999999999</cx:pt>
          <cx:pt idx="40659">0.41999999999999998</cx:pt>
          <cx:pt idx="40660">4.9500000000000002</cx:pt>
          <cx:pt idx="40661">2.9500000000000002</cx:pt>
          <cx:pt idx="40662">1.6899999999999999</cx:pt>
          <cx:pt idx="40663">1.6899999999999999</cx:pt>
          <cx:pt idx="40664">2.8900000000000001</cx:pt>
          <cx:pt idx="40665">0.41999999999999998</cx:pt>
          <cx:pt idx="40666">2.9500000000000002</cx:pt>
          <cx:pt idx="40667">8.5</cx:pt>
          <cx:pt idx="40668">7.0800000000000001</cx:pt>
          <cx:pt idx="40669">1.79</cx:pt>
          <cx:pt idx="40670">2.1000000000000001</cx:pt>
          <cx:pt idx="40671">2.1000000000000001</cx:pt>
          <cx:pt idx="40672">1.45</cx:pt>
          <cx:pt idx="40673">2.9500000000000002</cx:pt>
          <cx:pt idx="40674">2.1000000000000001</cx:pt>
          <cx:pt idx="40675">2.4900000000000002</cx:pt>
          <cx:pt idx="40676">2.5499999999999998</cx:pt>
          <cx:pt idx="40677">3.75</cx:pt>
          <cx:pt idx="40678">4.1500000000000004</cx:pt>
          <cx:pt idx="40679">2.1000000000000001</cx:pt>
          <cx:pt idx="40680">1.25</cx:pt>
          <cx:pt idx="40681">0.84999999999999998</cx:pt>
          <cx:pt idx="40682">1.6499999999999999</cx:pt>
          <cx:pt idx="40683">1.25</cx:pt>
          <cx:pt idx="40684">1.6499999999999999</cx:pt>
          <cx:pt idx="40685">2.8900000000000001</cx:pt>
          <cx:pt idx="40686">2.9500000000000002</cx:pt>
          <cx:pt idx="40687">1.6499999999999999</cx:pt>
          <cx:pt idx="40688">1.6899999999999999</cx:pt>
          <cx:pt idx="40689">2.8900000000000001</cx:pt>
          <cx:pt idx="40690">1.6499999999999999</cx:pt>
          <cx:pt idx="40691">1.25</cx:pt>
          <cx:pt idx="40692">2.25</cx:pt>
          <cx:pt idx="40693">2.9500000000000002</cx:pt>
          <cx:pt idx="40694">1.6499999999999999</cx:pt>
          <cx:pt idx="40695">1.25</cx:pt>
          <cx:pt idx="40696">1.25</cx:pt>
          <cx:pt idx="40697">2.5499999999999998</cx:pt>
          <cx:pt idx="40698">1.45</cx:pt>
          <cx:pt idx="40699">1.45</cx:pt>
          <cx:pt idx="40700">0.65000000000000002</cx:pt>
          <cx:pt idx="40701">1.45</cx:pt>
          <cx:pt idx="40702">1.45</cx:pt>
          <cx:pt idx="40703">1.25</cx:pt>
          <cx:pt idx="40704">2.4900000000000002</cx:pt>
          <cx:pt idx="40705">0.39000000000000001</cx:pt>
          <cx:pt idx="40706">4.9500000000000002</cx:pt>
          <cx:pt idx="40707">12.75</cx:pt>
          <cx:pt idx="40708">5.9500000000000002</cx:pt>
          <cx:pt idx="40709">6.9500000000000002</cx:pt>
          <cx:pt idx="40710">0.41999999999999998</cx:pt>
          <cx:pt idx="40711">0.41999999999999998</cx:pt>
          <cx:pt idx="40712">2.9500000000000002</cx:pt>
          <cx:pt idx="40713">2.1000000000000001</cx:pt>
          <cx:pt idx="40714">0.84999999999999998</cx:pt>
          <cx:pt idx="40715">3.25</cx:pt>
          <cx:pt idx="40716">2.5499999999999998</cx:pt>
          <cx:pt idx="40717">3.75</cx:pt>
          <cx:pt idx="40718">1.6499999999999999</cx:pt>
          <cx:pt idx="40719">3.25</cx:pt>
          <cx:pt idx="40720">4.9500000000000002</cx:pt>
          <cx:pt idx="40721">4.9500000000000002</cx:pt>
          <cx:pt idx="40722">8.5</cx:pt>
          <cx:pt idx="40723">2.9500000000000002</cx:pt>
          <cx:pt idx="40724">3.75</cx:pt>
          <cx:pt idx="40725">8.25</cx:pt>
          <cx:pt idx="40726">4.25</cx:pt>
          <cx:pt idx="40727">1.6499999999999999</cx:pt>
          <cx:pt idx="40728">0.41999999999999998</cx:pt>
          <cx:pt idx="40729">1.6499999999999999</cx:pt>
          <cx:pt idx="40730">0.55000000000000004</cx:pt>
          <cx:pt idx="40731">4.9500000000000002</cx:pt>
          <cx:pt idx="40732">8.5</cx:pt>
          <cx:pt idx="40733">2.0800000000000001</cx:pt>
          <cx:pt idx="40734">0.84999999999999998</cx:pt>
          <cx:pt idx="40735">1.6499999999999999</cx:pt>
          <cx:pt idx="40736">8.25</cx:pt>
          <cx:pt idx="40737">8.5</cx:pt>
          <cx:pt idx="40738">5.9500000000000002</cx:pt>
          <cx:pt idx="40739">2.9500000000000002</cx:pt>
          <cx:pt idx="40740">2.1000000000000001</cx:pt>
          <cx:pt idx="40741">1.25</cx:pt>
          <cx:pt idx="40742">4.9500000000000002</cx:pt>
          <cx:pt idx="40743">4.1500000000000004</cx:pt>
          <cx:pt idx="40744">0.82999999999999996</cx:pt>
          <cx:pt idx="40745">2.25</cx:pt>
          <cx:pt idx="40746">1.6499999999999999</cx:pt>
          <cx:pt idx="40747">2.0800000000000001</cx:pt>
          <cx:pt idx="40748">2.25</cx:pt>
          <cx:pt idx="40749">0.55000000000000004</cx:pt>
          <cx:pt idx="40750">12.75</cx:pt>
          <cx:pt idx="40751">9.9499999999999993</cx:pt>
          <cx:pt idx="40752">2.8900000000000001</cx:pt>
          <cx:pt idx="40753">4.9500000000000002</cx:pt>
          <cx:pt idx="40754">8.5</cx:pt>
          <cx:pt idx="40755">4.1500000000000004</cx:pt>
          <cx:pt idx="40756">1.6499999999999999</cx:pt>
          <cx:pt idx="40757">0.41999999999999998</cx:pt>
          <cx:pt idx="40758">9.9499999999999993</cx:pt>
          <cx:pt idx="40759">2.9500000000000002</cx:pt>
          <cx:pt idx="40760">8.25</cx:pt>
          <cx:pt idx="40761">2.8900000000000001</cx:pt>
          <cx:pt idx="40762">2.9500000000000002</cx:pt>
          <cx:pt idx="40763">2.9500000000000002</cx:pt>
          <cx:pt idx="40764">6.9500000000000002</cx:pt>
          <cx:pt idx="40765">2.9500000000000002</cx:pt>
          <cx:pt idx="40766">4.1500000000000004</cx:pt>
          <cx:pt idx="40767">12.75</cx:pt>
          <cx:pt idx="40768">9.9499999999999993</cx:pt>
          <cx:pt idx="40769">0.39000000000000001</cx:pt>
          <cx:pt idx="40770">1.6899999999999999</cx:pt>
          <cx:pt idx="40771">2.0800000000000001</cx:pt>
          <cx:pt idx="40772">0.55000000000000004</cx:pt>
          <cx:pt idx="40773">1.25</cx:pt>
          <cx:pt idx="40774">1.45</cx:pt>
          <cx:pt idx="40775">0.65000000000000002</cx:pt>
          <cx:pt idx="40776">2.0800000000000001</cx:pt>
          <cx:pt idx="40777">8.5</cx:pt>
          <cx:pt idx="40778">2.0800000000000001</cx:pt>
          <cx:pt idx="40779">0.41999999999999998</cx:pt>
          <cx:pt idx="40780">1.6499999999999999</cx:pt>
          <cx:pt idx="40781">0.71999999999999997</cx:pt>
          <cx:pt idx="40782">1.45</cx:pt>
          <cx:pt idx="40783">1.45</cx:pt>
          <cx:pt idx="40784">3.75</cx:pt>
          <cx:pt idx="40785">2.5499999999999998</cx:pt>
          <cx:pt idx="40786">2.9500000000000002</cx:pt>
          <cx:pt idx="40787">8.25</cx:pt>
          <cx:pt idx="40788">1.45</cx:pt>
          <cx:pt idx="40789">6.9500000000000002</cx:pt>
          <cx:pt idx="40790">2.4900000000000002</cx:pt>
          <cx:pt idx="40791">2.9500000000000002</cx:pt>
          <cx:pt idx="40792">4.9500000000000002</cx:pt>
          <cx:pt idx="40793">8.25</cx:pt>
          <cx:pt idx="40794">4.1500000000000004</cx:pt>
          <cx:pt idx="40795">8.5</cx:pt>
          <cx:pt idx="40796">2.9500000000000002</cx:pt>
          <cx:pt idx="40797">2.9500000000000002</cx:pt>
          <cx:pt idx="40798">3.75</cx:pt>
          <cx:pt idx="40799">4.9500000000000002</cx:pt>
          <cx:pt idx="40800">1.25</cx:pt>
          <cx:pt idx="40801">1.45</cx:pt>
          <cx:pt idx="40802">2.9500000000000002</cx:pt>
          <cx:pt idx="40803">4.25</cx:pt>
          <cx:pt idx="40804">0.84999999999999998</cx:pt>
          <cx:pt idx="40805">0.39000000000000001</cx:pt>
          <cx:pt idx="40806">8.5</cx:pt>
          <cx:pt idx="40807">0.41999999999999998</cx:pt>
          <cx:pt idx="40808">8.25</cx:pt>
          <cx:pt idx="40809">1.25</cx:pt>
          <cx:pt idx="40810">1.6899999999999999</cx:pt>
          <cx:pt idx="40811">2.25</cx:pt>
          <cx:pt idx="40812">2.25</cx:pt>
          <cx:pt idx="40813">14.949999999999999</cx:pt>
          <cx:pt idx="40814">1.25</cx:pt>
          <cx:pt idx="40815">1.6899999999999999</cx:pt>
          <cx:pt idx="40816">4.9500000000000002</cx:pt>
          <cx:pt idx="40817">1.6899999999999999</cx:pt>
          <cx:pt idx="40818">4.9500000000000002</cx:pt>
          <cx:pt idx="40819">0.55000000000000004</cx:pt>
          <cx:pt idx="40820">1.6499999999999999</cx:pt>
          <cx:pt idx="40821">1.25</cx:pt>
          <cx:pt idx="40822">1.45</cx:pt>
          <cx:pt idx="40823">3.9500000000000002</cx:pt>
          <cx:pt idx="40824">0.55000000000000004</cx:pt>
          <cx:pt idx="40825">1.6899999999999999</cx:pt>
          <cx:pt idx="40826">0.39000000000000001</cx:pt>
          <cx:pt idx="40827">3.75</cx:pt>
          <cx:pt idx="40828">3.75</cx:pt>
          <cx:pt idx="40829">8.25</cx:pt>
          <cx:pt idx="40830">1.45</cx:pt>
          <cx:pt idx="40831">2.9500000000000002</cx:pt>
          <cx:pt idx="40832">8.25</cx:pt>
          <cx:pt idx="40833">0.55000000000000004</cx:pt>
          <cx:pt idx="40834">0.41999999999999998</cx:pt>
          <cx:pt idx="40835">2.1000000000000001</cx:pt>
          <cx:pt idx="40836">1.25</cx:pt>
          <cx:pt idx="40837">8.25</cx:pt>
          <cx:pt idx="40838">4.9500000000000002</cx:pt>
          <cx:pt idx="40839">2.1000000000000001</cx:pt>
          <cx:pt idx="40840">4.9500000000000002</cx:pt>
          <cx:pt idx="40841">4.9500000000000002</cx:pt>
          <cx:pt idx="40842">2.9500000000000002</cx:pt>
          <cx:pt idx="40843">2.9500000000000002</cx:pt>
          <cx:pt idx="40844">0.41999999999999998</cx:pt>
          <cx:pt idx="40845">1.25</cx:pt>
          <cx:pt idx="40846">1.25</cx:pt>
          <cx:pt idx="40847">8.5</cx:pt>
          <cx:pt idx="40848">1.45</cx:pt>
          <cx:pt idx="40849">1.6499999999999999</cx:pt>
          <cx:pt idx="40850">1.25</cx:pt>
          <cx:pt idx="40851">1.25</cx:pt>
          <cx:pt idx="40852">1.6499999999999999</cx:pt>
          <cx:pt idx="40853">4.9500000000000002</cx:pt>
          <cx:pt idx="40854">1.6899999999999999</cx:pt>
          <cx:pt idx="40855">4.9500000000000002</cx:pt>
          <cx:pt idx="40856">4.9500000000000002</cx:pt>
          <cx:pt idx="40857">8.5</cx:pt>
          <cx:pt idx="40858">1.6499999999999999</cx:pt>
          <cx:pt idx="40859">1.45</cx:pt>
          <cx:pt idx="40860">1.45</cx:pt>
          <cx:pt idx="40861">2.5499999999999998</cx:pt>
          <cx:pt idx="40862">2.9500000000000002</cx:pt>
          <cx:pt idx="40863">2.4900000000000002</cx:pt>
          <cx:pt idx="40864">0.55000000000000004</cx:pt>
          <cx:pt idx="40865">9.9499999999999993</cx:pt>
          <cx:pt idx="40866">2.9500000000000002</cx:pt>
          <cx:pt idx="40867">2.1000000000000001</cx:pt>
          <cx:pt idx="40868">1.6899999999999999</cx:pt>
          <cx:pt idx="40869">1.25</cx:pt>
          <cx:pt idx="40870">0.65000000000000002</cx:pt>
          <cx:pt idx="40871">2.0800000000000001</cx:pt>
          <cx:pt idx="40872">1.6899999999999999</cx:pt>
          <cx:pt idx="40873">8.25</cx:pt>
          <cx:pt idx="40874">8.25</cx:pt>
          <cx:pt idx="40875">8.25</cx:pt>
          <cx:pt idx="40876">2.1000000000000001</cx:pt>
          <cx:pt idx="40877">1.45</cx:pt>
          <cx:pt idx="40878">3.75</cx:pt>
          <cx:pt idx="40879">1.45</cx:pt>
          <cx:pt idx="40880">0.39000000000000001</cx:pt>
          <cx:pt idx="40881">2.1000000000000001</cx:pt>
          <cx:pt idx="40882">2.5499999999999998</cx:pt>
          <cx:pt idx="40883">4.1500000000000004</cx:pt>
          <cx:pt idx="40884">2.8900000000000001</cx:pt>
          <cx:pt idx="40885">2.1000000000000001</cx:pt>
          <cx:pt idx="40886">0.82999999999999996</cx:pt>
          <cx:pt idx="40887">0.39000000000000001</cx:pt>
          <cx:pt idx="40888">0.41999999999999998</cx:pt>
          <cx:pt idx="40889">0.39000000000000001</cx:pt>
          <cx:pt idx="40890">2.0800000000000001</cx:pt>
          <cx:pt idx="40891">4.9500000000000002</cx:pt>
          <cx:pt idx="40892">0.84999999999999998</cx:pt>
          <cx:pt idx="40893">0.39000000000000001</cx:pt>
          <cx:pt idx="40894">2.4900000000000002</cx:pt>
          <cx:pt idx="40895">1.8500000000000001</cx:pt>
          <cx:pt idx="40896">3.75</cx:pt>
          <cx:pt idx="40897">6.9500000000000002</cx:pt>
          <cx:pt idx="40898">2.0800000000000001</cx:pt>
          <cx:pt idx="40899">1.6499999999999999</cx:pt>
          <cx:pt idx="40900">3.75</cx:pt>
          <cx:pt idx="40901">4.1500000000000004</cx:pt>
          <cx:pt idx="40902">1.25</cx:pt>
          <cx:pt idx="40903">0.84999999999999998</cx:pt>
          <cx:pt idx="40904">2.0800000000000001</cx:pt>
          <cx:pt idx="40905">1.45</cx:pt>
          <cx:pt idx="40906">1.6499999999999999</cx:pt>
          <cx:pt idx="40907">1.6499999999999999</cx:pt>
          <cx:pt idx="40908">0.84999999999999998</cx:pt>
          <cx:pt idx="40909">2.9500000000000002</cx:pt>
          <cx:pt idx="40910">16.629999999999999</cx:pt>
          <cx:pt idx="40911">7.46</cx:pt>
          <cx:pt idx="40912">0.82999999999999996</cx:pt>
          <cx:pt idx="40913">2.8900000000000001</cx:pt>
          <cx:pt idx="40914">8.2899999999999991</cx:pt>
          <cx:pt idx="40915">10.789999999999999</cx:pt>
          <cx:pt idx="40916">4.1299999999999999</cx:pt>
          <cx:pt idx="40917">1.6299999999999999</cx:pt>
          <cx:pt idx="40918">2.46</cx:pt>
          <cx:pt idx="40919">2.46</cx:pt>
          <cx:pt idx="40920">15.789999999999999</cx:pt>
          <cx:pt idx="40921">7.46</cx:pt>
          <cx:pt idx="40922">5.79</cx:pt>
          <cx:pt idx="40923">3.29</cx:pt>
          <cx:pt idx="40924">2.46</cx:pt>
          <cx:pt idx="40925">1.6299999999999999</cx:pt>
          <cx:pt idx="40926">10.789999999999999</cx:pt>
          <cx:pt idx="40927">12.460000000000001</cx:pt>
          <cx:pt idx="40928">4.1299999999999999</cx:pt>
          <cx:pt idx="40929">5.79</cx:pt>
          <cx:pt idx="40930">3.29</cx:pt>
          <cx:pt idx="40931">3.29</cx:pt>
          <cx:pt idx="40932">1.6499999999999999</cx:pt>
          <cx:pt idx="40933">3.29</cx:pt>
          <cx:pt idx="40934">4.5800000000000001</cx:pt>
          <cx:pt idx="40935">0.82999999999999996</cx:pt>
          <cx:pt idx="40936">3.29</cx:pt>
          <cx:pt idx="40937">9.1300000000000008</cx:pt>
          <cx:pt idx="40938">1.25</cx:pt>
          <cx:pt idx="40939">1.25</cx:pt>
          <cx:pt idx="40940">5.79</cx:pt>
          <cx:pt idx="40941">3.29</cx:pt>
          <cx:pt idx="40942">1.6299999999999999</cx:pt>
          <cx:pt idx="40943">0.82999999999999996</cx:pt>
          <cx:pt idx="40944">4.1299999999999999</cx:pt>
          <cx:pt idx="40945">7.46</cx:pt>
          <cx:pt idx="40946">4.1299999999999999</cx:pt>
          <cx:pt idx="40947">0.82999999999999996</cx:pt>
          <cx:pt idx="40948">3.29</cx:pt>
          <cx:pt idx="40949">0.82999999999999996</cx:pt>
          <cx:pt idx="40950">8.2899999999999991</cx:pt>
          <cx:pt idx="40951">10.789999999999999</cx:pt>
          <cx:pt idx="40952">1.6299999999999999</cx:pt>
          <cx:pt idx="40953">2.46</cx:pt>
          <cx:pt idx="40954">14.960000000000001</cx:pt>
          <cx:pt idx="40955">19.960000000000001</cx:pt>
          <cx:pt idx="40956">2.46</cx:pt>
          <cx:pt idx="40957">0.82999999999999996</cx:pt>
          <cx:pt idx="40958">15.789999999999999</cx:pt>
          <cx:pt idx="40959">3.29</cx:pt>
          <cx:pt idx="40960">8.2899999999999991</cx:pt>
          <cx:pt idx="40961">4.96</cx:pt>
          <cx:pt idx="40962">4.96</cx:pt>
          <cx:pt idx="40963">0.41999999999999998</cx:pt>
          <cx:pt idx="40964">10.789999999999999</cx:pt>
          <cx:pt idx="40965">1.6299999999999999</cx:pt>
          <cx:pt idx="40966">5.79</cx:pt>
          <cx:pt idx="40967">5.79</cx:pt>
          <cx:pt idx="40968">0.41999999999999998</cx:pt>
          <cx:pt idx="40969">8.2899999999999991</cx:pt>
          <cx:pt idx="40970">3.29</cx:pt>
          <cx:pt idx="40971">2.46</cx:pt>
          <cx:pt idx="40972">3.29</cx:pt>
          <cx:pt idx="40973">0.82999999999999996</cx:pt>
          <cx:pt idx="40974">1.25</cx:pt>
          <cx:pt idx="40975">2.46</cx:pt>
          <cx:pt idx="40976">2.46</cx:pt>
          <cx:pt idx="40977">0.82999999999999996</cx:pt>
          <cx:pt idx="40978">1.25</cx:pt>
          <cx:pt idx="40979">2.7599999999999998</cx:pt>
          <cx:pt idx="40980">4.1299999999999999</cx:pt>
          <cx:pt idx="40981">1.6299999999999999</cx:pt>
          <cx:pt idx="40982">4.1299999999999999</cx:pt>
          <cx:pt idx="40983">4.9500000000000002</cx:pt>
          <cx:pt idx="40984">0.84999999999999998</cx:pt>
          <cx:pt idx="40985">2.1000000000000001</cx:pt>
          <cx:pt idx="40986">4.9500000000000002</cx:pt>
          <cx:pt idx="40987">4.1500000000000004</cx:pt>
          <cx:pt idx="40988">0.84999999999999998</cx:pt>
          <cx:pt idx="40989">1.45</cx:pt>
          <cx:pt idx="40990">0.84999999999999998</cx:pt>
          <cx:pt idx="40991">2.8900000000000001</cx:pt>
          <cx:pt idx="40992">1.25</cx:pt>
          <cx:pt idx="40993">2.8900000000000001</cx:pt>
          <cx:pt idx="40994">3.9500000000000002</cx:pt>
          <cx:pt idx="40995">0.41999999999999998</cx:pt>
          <cx:pt idx="40996">4.9500000000000002</cx:pt>
          <cx:pt idx="40997">2.9500000000000002</cx:pt>
          <cx:pt idx="40998">1.45</cx:pt>
          <cx:pt idx="40999">8.5</cx:pt>
          <cx:pt idx="41000">0.84999999999999998</cx:pt>
          <cx:pt idx="41001">1.6899999999999999</cx:pt>
          <cx:pt idx="41002">4.1500000000000004</cx:pt>
          <cx:pt idx="41003">2.5499999999999998</cx:pt>
          <cx:pt idx="41004">2.5499999999999998</cx:pt>
          <cx:pt idx="41005">1.45</cx:pt>
          <cx:pt idx="41006">0.41999999999999998</cx:pt>
          <cx:pt idx="41007">0.39000000000000001</cx:pt>
          <cx:pt idx="41008">1.45</cx:pt>
          <cx:pt idx="41009">4.1500000000000004</cx:pt>
          <cx:pt idx="41010">1.25</cx:pt>
          <cx:pt idx="41011">2.4900000000000002</cx:pt>
          <cx:pt idx="41012">3.75</cx:pt>
          <cx:pt idx="41013">3.75</cx:pt>
          <cx:pt idx="41014">2.5499999999999998</cx:pt>
          <cx:pt idx="41015">1.6899999999999999</cx:pt>
          <cx:pt idx="41016">0.84999999999999998</cx:pt>
          <cx:pt idx="41017">3.75</cx:pt>
          <cx:pt idx="41018">2.5499999999999998</cx:pt>
          <cx:pt idx="41019">8.25</cx:pt>
          <cx:pt idx="41020">2.8900000000000001</cx:pt>
          <cx:pt idx="41021">1.45</cx:pt>
          <cx:pt idx="41022">2.4900000000000002</cx:pt>
          <cx:pt idx="41023">2.1000000000000001</cx:pt>
          <cx:pt idx="41024">1.25</cx:pt>
          <cx:pt idx="41025">1.25</cx:pt>
          <cx:pt idx="41026">1.45</cx:pt>
          <cx:pt idx="41027">1.45</cx:pt>
          <cx:pt idx="41028">0.41999999999999998</cx:pt>
          <cx:pt idx="41029">12.75</cx:pt>
          <cx:pt idx="41030">12.75</cx:pt>
          <cx:pt idx="41031">1.6499999999999999</cx:pt>
          <cx:pt idx="41032">4.9500000000000002</cx:pt>
          <cx:pt idx="41033">2.1000000000000001</cx:pt>
          <cx:pt idx="41034">4.1500000000000004</cx:pt>
          <cx:pt idx="41035">8.25</cx:pt>
          <cx:pt idx="41036">0.84999999999999998</cx:pt>
          <cx:pt idx="41037">1.6899999999999999</cx:pt>
          <cx:pt idx="41038">8.25</cx:pt>
          <cx:pt idx="41039">4.1500000000000004</cx:pt>
          <cx:pt idx="41040">4.9500000000000002</cx:pt>
          <cx:pt idx="41041">2.25</cx:pt>
          <cx:pt idx="41042">1.6499999999999999</cx:pt>
          <cx:pt idx="41043">2.5499999999999998</cx:pt>
          <cx:pt idx="41044">2.1000000000000001</cx:pt>
          <cx:pt idx="41045">6.9500000000000002</cx:pt>
          <cx:pt idx="41046">2.9500000000000002</cx:pt>
          <cx:pt idx="41047">1.6499999999999999</cx:pt>
          <cx:pt idx="41048">4.25</cx:pt>
          <cx:pt idx="41049">2.9500000000000002</cx:pt>
          <cx:pt idx="41050">0.41999999999999998</cx:pt>
          <cx:pt idx="41051">8.5</cx:pt>
          <cx:pt idx="41052">1.6899999999999999</cx:pt>
          <cx:pt idx="41053">2.25</cx:pt>
          <cx:pt idx="41054">0.41999999999999998</cx:pt>
          <cx:pt idx="41055">1.25</cx:pt>
          <cx:pt idx="41056">4.9500000000000002</cx:pt>
          <cx:pt idx="41057">1.25</cx:pt>
          <cx:pt idx="41058">2.9500000000000002</cx:pt>
          <cx:pt idx="41059">1.45</cx:pt>
          <cx:pt idx="41060">2.1000000000000001</cx:pt>
          <cx:pt idx="41061">2.1000000000000001</cx:pt>
          <cx:pt idx="41062">8.5</cx:pt>
          <cx:pt idx="41063">1.25</cx:pt>
          <cx:pt idx="41064">2.5499999999999998</cx:pt>
          <cx:pt idx="41065">3.75</cx:pt>
          <cx:pt idx="41066">1.25</cx:pt>
          <cx:pt idx="41067">1.6499999999999999</cx:pt>
          <cx:pt idx="41068">1.25</cx:pt>
          <cx:pt idx="41069">1.45</cx:pt>
          <cx:pt idx="41070">4.25</cx:pt>
          <cx:pt idx="41071">3.9500000000000002</cx:pt>
          <cx:pt idx="41072">1.25</cx:pt>
          <cx:pt idx="41073">1.6899999999999999</cx:pt>
          <cx:pt idx="41074">3.75</cx:pt>
          <cx:pt idx="41075">1.6499999999999999</cx:pt>
          <cx:pt idx="41076">6.9500000000000002</cx:pt>
          <cx:pt idx="41077">2.4900000000000002</cx:pt>
          <cx:pt idx="41078">8.25</cx:pt>
          <cx:pt idx="41079">4.9500000000000002</cx:pt>
          <cx:pt idx="41080">9.9499999999999993</cx:pt>
          <cx:pt idx="41081">1.95</cx:pt>
          <cx:pt idx="41082">1.95</cx:pt>
          <cx:pt idx="41083">2.5499999999999998</cx:pt>
          <cx:pt idx="41084">2.1000000000000001</cx:pt>
          <cx:pt idx="41085">1.25</cx:pt>
          <cx:pt idx="41086">14.949999999999999</cx:pt>
          <cx:pt idx="41087">4.25</cx:pt>
          <cx:pt idx="41088">2.5499999999999998</cx:pt>
          <cx:pt idx="41089">1.6499999999999999</cx:pt>
          <cx:pt idx="41090">4.9500000000000002</cx:pt>
          <cx:pt idx="41091">0.41999999999999998</cx:pt>
          <cx:pt idx="41092">0.41999999999999998</cx:pt>
          <cx:pt idx="41093">2.9500000000000002</cx:pt>
          <cx:pt idx="41094">1.25</cx:pt>
          <cx:pt idx="41095">9.9499999999999993</cx:pt>
          <cx:pt idx="41096">9.9499999999999993</cx:pt>
          <cx:pt idx="41097">1.6499999999999999</cx:pt>
          <cx:pt idx="41098">2.3900000000000001</cx:pt>
          <cx:pt idx="41099">8.5</cx:pt>
          <cx:pt idx="41100">3.75</cx:pt>
          <cx:pt idx="41101">3.29</cx:pt>
          <cx:pt idx="41102">1.45</cx:pt>
          <cx:pt idx="41103">1.45</cx:pt>
          <cx:pt idx="41104">4.1299999999999999</cx:pt>
          <cx:pt idx="41105">5.79</cx:pt>
          <cx:pt idx="41106">4.1299999999999999</cx:pt>
          <cx:pt idx="41107">4.1299999999999999</cx:pt>
          <cx:pt idx="41108">0.82999999999999996</cx:pt>
          <cx:pt idx="41109">9.9600000000000009</cx:pt>
          <cx:pt idx="41110">10.789999999999999</cx:pt>
          <cx:pt idx="41111">4.1299999999999999</cx:pt>
          <cx:pt idx="41112">1.6299999999999999</cx:pt>
          <cx:pt idx="41113">2.46</cx:pt>
          <cx:pt idx="41114">0.41999999999999998</cx:pt>
          <cx:pt idx="41115">15.789999999999999</cx:pt>
          <cx:pt idx="41116">0.41999999999999998</cx:pt>
          <cx:pt idx="41117">2.46</cx:pt>
          <cx:pt idx="41118">4.1299999999999999</cx:pt>
          <cx:pt idx="41119">4.5800000000000001</cx:pt>
          <cx:pt idx="41120">2.46</cx:pt>
          <cx:pt idx="41121">0.41999999999999998</cx:pt>
          <cx:pt idx="41122">0.82999999999999996</cx:pt>
          <cx:pt idx="41123">3.29</cx:pt>
          <cx:pt idx="41124">6.6299999999999999</cx:pt>
          <cx:pt idx="41125">16.629999999999999</cx:pt>
          <cx:pt idx="41126">3.29</cx:pt>
          <cx:pt idx="41127">1.6299999999999999</cx:pt>
          <cx:pt idx="41128">0.82999999999999996</cx:pt>
          <cx:pt idx="41129">0.82999999999999996</cx:pt>
          <cx:pt idx="41130">3.29</cx:pt>
          <cx:pt idx="41131">1.25</cx:pt>
          <cx:pt idx="41132">2.46</cx:pt>
          <cx:pt idx="41133">15.789999999999999</cx:pt>
          <cx:pt idx="41134">2.46</cx:pt>
          <cx:pt idx="41135">4.1299999999999999</cx:pt>
          <cx:pt idx="41136">5.79</cx:pt>
          <cx:pt idx="41137">0.82999999999999996</cx:pt>
          <cx:pt idx="41138">2.7599999999999998</cx:pt>
          <cx:pt idx="41139">3.29</cx:pt>
          <cx:pt idx="41140">1.6299999999999999</cx:pt>
          <cx:pt idx="41141">0.82999999999999996</cx:pt>
          <cx:pt idx="41142">1.25</cx:pt>
          <cx:pt idx="41143">3.25</cx:pt>
          <cx:pt idx="41144">0.41999999999999998</cx:pt>
          <cx:pt idx="41145">2.1000000000000001</cx:pt>
          <cx:pt idx="41146">2.9500000000000002</cx:pt>
          <cx:pt idx="41147">12.75</cx:pt>
          <cx:pt idx="41148">4.9500000000000002</cx:pt>
          <cx:pt idx="41149">0.41999999999999998</cx:pt>
          <cx:pt idx="41150">2.4900000000000002</cx:pt>
          <cx:pt idx="41151">2.4900000000000002</cx:pt>
          <cx:pt idx="41152">1.45</cx:pt>
          <cx:pt idx="41153">1.45</cx:pt>
          <cx:pt idx="41154">8.5</cx:pt>
          <cx:pt idx="41155">7.6500000000000004</cx:pt>
          <cx:pt idx="41156">2.8900000000000001</cx:pt>
          <cx:pt idx="41157">1.45</cx:pt>
          <cx:pt idx="41158">4.1500000000000004</cx:pt>
          <cx:pt idx="41159">6.9500000000000002</cx:pt>
          <cx:pt idx="41160">4.25</cx:pt>
          <cx:pt idx="41161">2.0800000000000001</cx:pt>
          <cx:pt idx="41162">1.6499999999999999</cx:pt>
          <cx:pt idx="41163">4.9500000000000002</cx:pt>
          <cx:pt idx="41164">0.39000000000000001</cx:pt>
          <cx:pt idx="41165">2.4900000000000002</cx:pt>
          <cx:pt idx="41166">2.1000000000000001</cx:pt>
          <cx:pt idx="41167">0.41999999999999998</cx:pt>
          <cx:pt idx="41168">1.25</cx:pt>
          <cx:pt idx="41169">4.25</cx:pt>
          <cx:pt idx="41170">4.9500000000000002</cx:pt>
          <cx:pt idx="41171">1.6499999999999999</cx:pt>
          <cx:pt idx="41172">8.25</cx:pt>
          <cx:pt idx="41173">0.41999999999999998</cx:pt>
          <cx:pt idx="41174">5.9500000000000002</cx:pt>
          <cx:pt idx="41175">0.39000000000000001</cx:pt>
          <cx:pt idx="41176">2.9500000000000002</cx:pt>
          <cx:pt idx="41177">2.9500000000000002</cx:pt>
          <cx:pt idx="41178">2.5499999999999998</cx:pt>
          <cx:pt idx="41179">3.9500000000000002</cx:pt>
          <cx:pt idx="41180">3.9500000000000002</cx:pt>
          <cx:pt idx="41181">1.6499999999999999</cx:pt>
          <cx:pt idx="41182">1.6499999999999999</cx:pt>
          <cx:pt idx="41183">0.39000000000000001</cx:pt>
          <cx:pt idx="41184">9.9499999999999993</cx:pt>
          <cx:pt idx="41185">0.41999999999999998</cx:pt>
          <cx:pt idx="41186">2.4900000000000002</cx:pt>
          <cx:pt idx="41187">2.5499999999999998</cx:pt>
          <cx:pt idx="41188">4.9500000000000002</cx:pt>
          <cx:pt idx="41189">2.9500000000000002</cx:pt>
          <cx:pt idx="41190">4.1500000000000004</cx:pt>
          <cx:pt idx="41191">1.25</cx:pt>
          <cx:pt idx="41192">2.8900000000000001</cx:pt>
          <cx:pt idx="41193">1.45</cx:pt>
          <cx:pt idx="41194">0.39000000000000001</cx:pt>
          <cx:pt idx="41195">2.9500000000000002</cx:pt>
          <cx:pt idx="41196">2.0800000000000001</cx:pt>
          <cx:pt idx="41197">1.6499999999999999</cx:pt>
          <cx:pt idx="41198">0.55000000000000004</cx:pt>
          <cx:pt idx="41199">2.9500000000000002</cx:pt>
          <cx:pt idx="41200">0.41999999999999998</cx:pt>
          <cx:pt idx="41201">1.6499999999999999</cx:pt>
          <cx:pt idx="41202">4.25</cx:pt>
          <cx:pt idx="41203">2.8900000000000001</cx:pt>
          <cx:pt idx="41204">0.84999999999999998</cx:pt>
          <cx:pt idx="41205">2.4900000000000002</cx:pt>
          <cx:pt idx="41206">2.1000000000000001</cx:pt>
          <cx:pt idx="41207">3.75</cx:pt>
          <cx:pt idx="41208">0.41999999999999998</cx:pt>
          <cx:pt idx="41209">8.5</cx:pt>
          <cx:pt idx="41210">2.1000000000000001</cx:pt>
          <cx:pt idx="41211">2.9500000000000002</cx:pt>
          <cx:pt idx="41212">4.9500000000000002</cx:pt>
          <cx:pt idx="41213">1.6499999999999999</cx:pt>
          <cx:pt idx="41214">8.25</cx:pt>
          <cx:pt idx="41215">2.5499999999999998</cx:pt>
          <cx:pt idx="41216">1.25</cx:pt>
          <cx:pt idx="41217">3.75</cx:pt>
          <cx:pt idx="41218">1.6899999999999999</cx:pt>
          <cx:pt idx="41219">3.9500000000000002</cx:pt>
          <cx:pt idx="41220">0.41999999999999998</cx:pt>
          <cx:pt idx="41221">1.1200000000000001</cx:pt>
          <cx:pt idx="41222">1.1200000000000001</cx:pt>
          <cx:pt idx="41223">4.9500000000000002</cx:pt>
          <cx:pt idx="41224">0.84999999999999998</cx:pt>
          <cx:pt idx="41225">1.45</cx:pt>
          <cx:pt idx="41226">2.9500000000000002</cx:pt>
          <cx:pt idx="41227">1.25</cx:pt>
          <cx:pt idx="41228">3.75</cx:pt>
          <cx:pt idx="41229">4.25</cx:pt>
          <cx:pt idx="41230">0.84999999999999998</cx:pt>
          <cx:pt idx="41231">0.41999999999999998</cx:pt>
          <cx:pt idx="41232">8.25</cx:pt>
          <cx:pt idx="41233">1.45</cx:pt>
          <cx:pt idx="41234">8.25</cx:pt>
          <cx:pt idx="41235">2.8900000000000001</cx:pt>
          <cx:pt idx="41236">1.25</cx:pt>
          <cx:pt idx="41237">4.1299999999999999</cx:pt>
          <cx:pt idx="41238">3.29</cx:pt>
          <cx:pt idx="41239">6.6299999999999999</cx:pt>
          <cx:pt idx="41240">12.460000000000001</cx:pt>
          <cx:pt idx="41241">8.2899999999999991</cx:pt>
          <cx:pt idx="41242">4.96</cx:pt>
          <cx:pt idx="41243">2.46</cx:pt>
          <cx:pt idx="41244">9.1300000000000008</cx:pt>
          <cx:pt idx="41245">2.9500000000000002</cx:pt>
          <cx:pt idx="41246">8.5</cx:pt>
          <cx:pt idx="41247">2.8900000000000001</cx:pt>
          <cx:pt idx="41248">1.6499999999999999</cx:pt>
          <cx:pt idx="41249">4.1500000000000004</cx:pt>
          <cx:pt idx="41250">1.6499999999999999</cx:pt>
          <cx:pt idx="41251">1.8500000000000001</cx:pt>
          <cx:pt idx="41252">1.45</cx:pt>
          <cx:pt idx="41253">0.39000000000000001</cx:pt>
          <cx:pt idx="41254">1.45</cx:pt>
          <cx:pt idx="41255">1.45</cx:pt>
          <cx:pt idx="41256">4.25</cx:pt>
          <cx:pt idx="41257">2.0800000000000001</cx:pt>
          <cx:pt idx="41258">0.20000000000000001</cx:pt>
          <cx:pt idx="41259">1.6899999999999999</cx:pt>
          <cx:pt idx="41260">1.25</cx:pt>
          <cx:pt idx="41261">1.45</cx:pt>
          <cx:pt idx="41262">8.5</cx:pt>
          <cx:pt idx="41263">1.6499999999999999</cx:pt>
          <cx:pt idx="41264">2.4900000000000002</cx:pt>
          <cx:pt idx="41265">7.6500000000000004</cx:pt>
          <cx:pt idx="41266">1.25</cx:pt>
          <cx:pt idx="41267">1.25</cx:pt>
          <cx:pt idx="41268">2.8900000000000001</cx:pt>
          <cx:pt idx="41269">1.45</cx:pt>
          <cx:pt idx="41270">1.25</cx:pt>
          <cx:pt idx="41271">0.41999999999999998</cx:pt>
          <cx:pt idx="41272">2.9500000000000002</cx:pt>
          <cx:pt idx="41273">1.45</cx:pt>
          <cx:pt idx="41274">9.9499999999999993</cx:pt>
          <cx:pt idx="41275">1.25</cx:pt>
          <cx:pt idx="41276">0.55000000000000004</cx:pt>
          <cx:pt idx="41277">12.75</cx:pt>
          <cx:pt idx="41278">4.9500000000000002</cx:pt>
          <cx:pt idx="41279">1.6499999999999999</cx:pt>
          <cx:pt idx="41280">1.6499999999999999</cx:pt>
          <cx:pt idx="41281">9.9499999999999993</cx:pt>
          <cx:pt idx="41282">4.9500000000000002</cx:pt>
          <cx:pt idx="41283">2.9500000000000002</cx:pt>
          <cx:pt idx="41284">2.4900000000000002</cx:pt>
          <cx:pt idx="41285">1.6899999999999999</cx:pt>
          <cx:pt idx="41286">3.9500000000000002</cx:pt>
          <cx:pt idx="41287">2.9500000000000002</cx:pt>
          <cx:pt idx="41288">2.8900000000000001</cx:pt>
          <cx:pt idx="41289">0.65000000000000002</cx:pt>
          <cx:pt idx="41290">1.45</cx:pt>
          <cx:pt idx="41291">1.45</cx:pt>
          <cx:pt idx="41292">2.5499999999999998</cx:pt>
          <cx:pt idx="41293">2.25</cx:pt>
          <cx:pt idx="41294">0.41999999999999998</cx:pt>
          <cx:pt idx="41295">0.41999999999999998</cx:pt>
          <cx:pt idx="41296">2.25</cx:pt>
          <cx:pt idx="41297">2.5499999999999998</cx:pt>
          <cx:pt idx="41298">0.41999999999999998</cx:pt>
          <cx:pt idx="41299">4.9500000000000002</cx:pt>
          <cx:pt idx="41300">2.8900000000000001</cx:pt>
          <cx:pt idx="41301">2.1000000000000001</cx:pt>
          <cx:pt idx="41302">2.5499999999999998</cx:pt>
          <cx:pt idx="41303">1.0600000000000001</cx:pt>
          <cx:pt idx="41304">1.45</cx:pt>
          <cx:pt idx="41305">2.9500000000000002</cx:pt>
          <cx:pt idx="41306">12.75</cx:pt>
          <cx:pt idx="41307">2.8900000000000001</cx:pt>
          <cx:pt idx="41308">1.6499999999999999</cx:pt>
          <cx:pt idx="41309">0.65000000000000002</cx:pt>
          <cx:pt idx="41310">2.9500000000000002</cx:pt>
          <cx:pt idx="41311">0.39000000000000001</cx:pt>
          <cx:pt idx="41312">1.45</cx:pt>
          <cx:pt idx="41313">0.41999999999999998</cx:pt>
          <cx:pt idx="41314">1.6499999999999999</cx:pt>
          <cx:pt idx="41315">0.84999999999999998</cx:pt>
          <cx:pt idx="41316">0.82999999999999996</cx:pt>
          <cx:pt idx="41317">2.25</cx:pt>
          <cx:pt idx="41318">2.9500000000000002</cx:pt>
          <cx:pt idx="41319">1.45</cx:pt>
          <cx:pt idx="41320">1.45</cx:pt>
          <cx:pt idx="41321">1.45</cx:pt>
          <cx:pt idx="41322">1.6899999999999999</cx:pt>
          <cx:pt idx="41323">1.45</cx:pt>
          <cx:pt idx="41324">2.9500000000000002</cx:pt>
          <cx:pt idx="41325">1.6499999999999999</cx:pt>
          <cx:pt idx="41326">2.9500000000000002</cx:pt>
          <cx:pt idx="41327">2.9500000000000002</cx:pt>
          <cx:pt idx="41328">1.6899999999999999</cx:pt>
          <cx:pt idx="41329">0.84999999999999998</cx:pt>
          <cx:pt idx="41330">2.0800000000000001</cx:pt>
          <cx:pt idx="41331">0.65000000000000002</cx:pt>
          <cx:pt idx="41332">0.41999999999999998</cx:pt>
          <cx:pt idx="41333">1.6899999999999999</cx:pt>
          <cx:pt idx="41334">2.8900000000000001</cx:pt>
          <cx:pt idx="41335">4.1500000000000004</cx:pt>
          <cx:pt idx="41336">1.6499999999999999</cx:pt>
          <cx:pt idx="41337">1.25</cx:pt>
          <cx:pt idx="41338">2.1000000000000001</cx:pt>
          <cx:pt idx="41339">4.25</cx:pt>
          <cx:pt idx="41340">0.41999999999999998</cx:pt>
          <cx:pt idx="41341">1.45</cx:pt>
          <cx:pt idx="41342">7.0800000000000001</cx:pt>
          <cx:pt idx="41343">2.1000000000000001</cx:pt>
          <cx:pt idx="41344">0.35999999999999999</cx:pt>
          <cx:pt idx="41345">0.41999999999999998</cx:pt>
          <cx:pt idx="41346">1.45</cx:pt>
          <cx:pt idx="41347">7.6500000000000004</cx:pt>
          <cx:pt idx="41348">1.6499999999999999</cx:pt>
          <cx:pt idx="41349">2.1000000000000001</cx:pt>
          <cx:pt idx="41350">1.45</cx:pt>
          <cx:pt idx="41351">2.5499999999999998</cx:pt>
          <cx:pt idx="41352">2.9500000000000002</cx:pt>
          <cx:pt idx="41353">3.75</cx:pt>
          <cx:pt idx="41354">1.45</cx:pt>
          <cx:pt idx="41355">1.45</cx:pt>
          <cx:pt idx="41356">0.55000000000000004</cx:pt>
          <cx:pt idx="41357">1.6499999999999999</cx:pt>
          <cx:pt idx="41358">0.84999999999999998</cx:pt>
          <cx:pt idx="41359">1.6899999999999999</cx:pt>
          <cx:pt idx="41360">1.25</cx:pt>
          <cx:pt idx="41361">1.6499999999999999</cx:pt>
          <cx:pt idx="41362">8.25</cx:pt>
          <cx:pt idx="41363">2.8900000000000001</cx:pt>
          <cx:pt idx="41364">2.5499999999999998</cx:pt>
          <cx:pt idx="41365">6.3499999999999996</cx:pt>
          <cx:pt idx="41366">8.5</cx:pt>
          <cx:pt idx="41367">2.25</cx:pt>
          <cx:pt idx="41368">2.25</cx:pt>
          <cx:pt idx="41369">1.45</cx:pt>
          <cx:pt idx="41370">2.9500000000000002</cx:pt>
          <cx:pt idx="41371">2.9500000000000002</cx:pt>
          <cx:pt idx="41372">2.1000000000000001</cx:pt>
          <cx:pt idx="41373">12.75</cx:pt>
          <cx:pt idx="41374">1.6499999999999999</cx:pt>
          <cx:pt idx="41375">1.6899999999999999</cx:pt>
          <cx:pt idx="41376">2.1000000000000001</cx:pt>
          <cx:pt idx="41377">1.6499999999999999</cx:pt>
          <cx:pt idx="41378">2.5499999999999998</cx:pt>
          <cx:pt idx="41379">8.25</cx:pt>
          <cx:pt idx="41380">1.6499999999999999</cx:pt>
          <cx:pt idx="41381">0.55000000000000004</cx:pt>
          <cx:pt idx="41382">2.9500000000000002</cx:pt>
          <cx:pt idx="41383">2.8900000000000001</cx:pt>
          <cx:pt idx="41384">1.25</cx:pt>
          <cx:pt idx="41385">9.9499999999999993</cx:pt>
          <cx:pt idx="41386">4.9500000000000002</cx:pt>
          <cx:pt idx="41387">6.3499999999999996</cx:pt>
          <cx:pt idx="41388">1.6499999999999999</cx:pt>
          <cx:pt idx="41389">1.6499999999999999</cx:pt>
          <cx:pt idx="41390">2.9500000000000002</cx:pt>
          <cx:pt idx="41391">8.5</cx:pt>
          <cx:pt idx="41392">4.6500000000000004</cx:pt>
          <cx:pt idx="41393">2.9500000000000002</cx:pt>
          <cx:pt idx="41394">3.75</cx:pt>
          <cx:pt idx="41395">12.75</cx:pt>
          <cx:pt idx="41396">4.9500000000000002</cx:pt>
          <cx:pt idx="41397">8.25</cx:pt>
          <cx:pt idx="41398">2.5499999999999998</cx:pt>
          <cx:pt idx="41399">2.9500000000000002</cx:pt>
          <cx:pt idx="41400">1.45</cx:pt>
          <cx:pt idx="41401">3.75</cx:pt>
          <cx:pt idx="41402">2.8900000000000001</cx:pt>
          <cx:pt idx="41403">4.1299999999999999</cx:pt>
          <cx:pt idx="41404">16.629999999999999</cx:pt>
          <cx:pt idx="41405">0.82999999999999996</cx:pt>
          <cx:pt idx="41406">5.79</cx:pt>
          <cx:pt idx="41407">4.1299999999999999</cx:pt>
          <cx:pt idx="41408">4.1299999999999999</cx:pt>
          <cx:pt idx="41409">1.6299999999999999</cx:pt>
          <cx:pt idx="41410">2.46</cx:pt>
          <cx:pt idx="41411">2.46</cx:pt>
          <cx:pt idx="41412">0.41999999999999998</cx:pt>
          <cx:pt idx="41413">3.29</cx:pt>
          <cx:pt idx="41414">3.29</cx:pt>
          <cx:pt idx="41415">5.79</cx:pt>
          <cx:pt idx="41416">2.46</cx:pt>
          <cx:pt idx="41417">0.41999999999999998</cx:pt>
          <cx:pt idx="41418">1.6299999999999999</cx:pt>
          <cx:pt idx="41419">2.46</cx:pt>
          <cx:pt idx="41420">5.79</cx:pt>
          <cx:pt idx="41421">2.46</cx:pt>
          <cx:pt idx="41422">0.41999999999999998</cx:pt>
          <cx:pt idx="41423">7.46</cx:pt>
          <cx:pt idx="41424">3.29</cx:pt>
          <cx:pt idx="41425">6.6299999999999999</cx:pt>
          <cx:pt idx="41426">9.1300000000000008</cx:pt>
          <cx:pt idx="41427">3.29</cx:pt>
          <cx:pt idx="41428">1.25</cx:pt>
          <cx:pt idx="41429">0.82999999999999996</cx:pt>
          <cx:pt idx="41430">1.25</cx:pt>
          <cx:pt idx="41431">4.1299999999999999</cx:pt>
          <cx:pt idx="41432">1.6299999999999999</cx:pt>
          <cx:pt idx="41433">1.6299999999999999</cx:pt>
          <cx:pt idx="41434">4.9500000000000002</cx:pt>
          <cx:pt idx="41435">2.25</cx:pt>
          <cx:pt idx="41436">2.25</cx:pt>
          <cx:pt idx="41437">14.949999999999999</cx:pt>
          <cx:pt idx="41438">0.41999999999999998</cx:pt>
          <cx:pt idx="41439">1.25</cx:pt>
          <cx:pt idx="41440">0.41999999999999998</cx:pt>
          <cx:pt idx="41441">8.5</cx:pt>
          <cx:pt idx="41442">1.6499999999999999</cx:pt>
          <cx:pt idx="41443">5.9500000000000002</cx:pt>
          <cx:pt idx="41444">2.9500000000000002</cx:pt>
          <cx:pt idx="41445">8.25</cx:pt>
          <cx:pt idx="41446">1.45</cx:pt>
          <cx:pt idx="41447">0.84999999999999998</cx:pt>
          <cx:pt idx="41448">8.25</cx:pt>
          <cx:pt idx="41449">8.5</cx:pt>
          <cx:pt idx="41450">2.9500000000000002</cx:pt>
          <cx:pt idx="41451">0.55000000000000004</cx:pt>
          <cx:pt idx="41452">8.25</cx:pt>
          <cx:pt idx="41453">8.25</cx:pt>
          <cx:pt idx="41454">4.9500000000000002</cx:pt>
          <cx:pt idx="41455">3.75</cx:pt>
          <cx:pt idx="41456">2.5499999999999998</cx:pt>
          <cx:pt idx="41457">2.5499999999999998</cx:pt>
          <cx:pt idx="41458">4.9500000000000002</cx:pt>
          <cx:pt idx="41459">4.9500000000000002</cx:pt>
          <cx:pt idx="41460">1.45</cx:pt>
          <cx:pt idx="41461">0.55000000000000004</cx:pt>
          <cx:pt idx="41462">0.55000000000000004</cx:pt>
          <cx:pt idx="41463">8.25</cx:pt>
          <cx:pt idx="41464">4.9500000000000002</cx:pt>
          <cx:pt idx="41465">0.41999999999999998</cx:pt>
          <cx:pt idx="41466">1.6499999999999999</cx:pt>
          <cx:pt idx="41467">0.41999999999999998</cx:pt>
          <cx:pt idx="41468">1.6499999999999999</cx:pt>
          <cx:pt idx="41469">2.8900000000000001</cx:pt>
          <cx:pt idx="41470">2.0800000000000001</cx:pt>
          <cx:pt idx="41471">1.6499999999999999</cx:pt>
          <cx:pt idx="41472">8.25</cx:pt>
          <cx:pt idx="41473">2.4900000000000002</cx:pt>
          <cx:pt idx="41474">1.6499999999999999</cx:pt>
          <cx:pt idx="41475">14.949999999999999</cx:pt>
          <cx:pt idx="41476">1.6499999999999999</cx:pt>
          <cx:pt idx="41477">3.9500000000000002</cx:pt>
          <cx:pt idx="41478">1.6499999999999999</cx:pt>
          <cx:pt idx="41479">8.25</cx:pt>
          <cx:pt idx="41480">1.6499999999999999</cx:pt>
          <cx:pt idx="41481">2.8900000000000001</cx:pt>
          <cx:pt idx="41482">1.45</cx:pt>
          <cx:pt idx="41483">1.45</cx:pt>
          <cx:pt idx="41484">1.45</cx:pt>
          <cx:pt idx="41485">1.25</cx:pt>
          <cx:pt idx="41486">1.6499999999999999</cx:pt>
          <cx:pt idx="41487">1.6499999999999999</cx:pt>
          <cx:pt idx="41488">0.41999999999999998</cx:pt>
          <cx:pt idx="41489">1.6499999999999999</cx:pt>
          <cx:pt idx="41490">2.8900000000000001</cx:pt>
          <cx:pt idx="41491">2.5499999999999998</cx:pt>
          <cx:pt idx="41492">0.39000000000000001</cx:pt>
          <cx:pt idx="41493">0.84999999999999998</cx:pt>
          <cx:pt idx="41494">1.6499999999999999</cx:pt>
          <cx:pt idx="41495">4.25</cx:pt>
          <cx:pt idx="41496">4.1500000000000004</cx:pt>
          <cx:pt idx="41497">4.9500000000000002</cx:pt>
          <cx:pt idx="41498">2.8900000000000001</cx:pt>
          <cx:pt idx="41499">2.1000000000000001</cx:pt>
          <cx:pt idx="41500">2.1000000000000001</cx:pt>
          <cx:pt idx="41501">2.9500000000000002</cx:pt>
          <cx:pt idx="41502">4.9500000000000002</cx:pt>
          <cx:pt idx="41503">1.6499999999999999</cx:pt>
          <cx:pt idx="41504">1.6499999999999999</cx:pt>
          <cx:pt idx="41505">6.9500000000000002</cx:pt>
          <cx:pt idx="41506">6.9500000000000002</cx:pt>
          <cx:pt idx="41507">1.6899999999999999</cx:pt>
          <cx:pt idx="41508">1.6899999999999999</cx:pt>
          <cx:pt idx="41509">4.1500000000000004</cx:pt>
          <cx:pt idx="41510">3.75</cx:pt>
          <cx:pt idx="41511">1.45</cx:pt>
          <cx:pt idx="41512">1.45</cx:pt>
          <cx:pt idx="41513">0.84999999999999998</cx:pt>
          <cx:pt idx="41514">1.25</cx:pt>
          <cx:pt idx="41515">1.6499999999999999</cx:pt>
          <cx:pt idx="41516">4.1500000000000004</cx:pt>
          <cx:pt idx="41517">3.9500000000000002</cx:pt>
          <cx:pt idx="41518">1.6499999999999999</cx:pt>
          <cx:pt idx="41519">0.84999999999999998</cx:pt>
          <cx:pt idx="41520">0.65000000000000002</cx:pt>
          <cx:pt idx="41521">2.4900000000000002</cx:pt>
          <cx:pt idx="41522">2.4900000000000002</cx:pt>
          <cx:pt idx="41523">0.55000000000000004</cx:pt>
          <cx:pt idx="41524">1.25</cx:pt>
          <cx:pt idx="41525">4.25</cx:pt>
          <cx:pt idx="41526">2.8900000000000001</cx:pt>
          <cx:pt idx="41527">1.25</cx:pt>
          <cx:pt idx="41528">1.45</cx:pt>
          <cx:pt idx="41529">1.45</cx:pt>
          <cx:pt idx="41530">1.25</cx:pt>
          <cx:pt idx="41531">2.9500000000000002</cx:pt>
          <cx:pt idx="41532">0.41999999999999998</cx:pt>
          <cx:pt idx="41533">0.41999999999999998</cx:pt>
          <cx:pt idx="41534">1.6499999999999999</cx:pt>
          <cx:pt idx="41535">1.45</cx:pt>
          <cx:pt idx="41536">0.65000000000000002</cx:pt>
          <cx:pt idx="41537">1.45</cx:pt>
          <cx:pt idx="41538">6.9500000000000002</cx:pt>
          <cx:pt idx="41539">1.6499999999999999</cx:pt>
          <cx:pt idx="41540">0.41999999999999998</cx:pt>
          <cx:pt idx="41541">0.41999999999999998</cx:pt>
          <cx:pt idx="41542">0.41999999999999998</cx:pt>
          <cx:pt idx="41543">2.0800000000000001</cx:pt>
          <cx:pt idx="41544">2.9500000000000002</cx:pt>
          <cx:pt idx="41545">2.9500000000000002</cx:pt>
          <cx:pt idx="41546">8.5</cx:pt>
          <cx:pt idx="41547">2.0800000000000001</cx:pt>
          <cx:pt idx="41548">4.1500000000000004</cx:pt>
          <cx:pt idx="41549">4.9500000000000002</cx:pt>
          <cx:pt idx="41550">1.45</cx:pt>
          <cx:pt idx="41551">8.5</cx:pt>
          <cx:pt idx="41552">8.25</cx:pt>
          <cx:pt idx="41553">2.8900000000000001</cx:pt>
          <cx:pt idx="41554">1.45</cx:pt>
          <cx:pt idx="41555">1.45</cx:pt>
          <cx:pt idx="41556">4.9500000000000002</cx:pt>
          <cx:pt idx="41557">1.6499999999999999</cx:pt>
          <cx:pt idx="41558">3.25</cx:pt>
          <cx:pt idx="41559">1.45</cx:pt>
          <cx:pt idx="41560">2.9500000000000002</cx:pt>
          <cx:pt idx="41561">1.25</cx:pt>
          <cx:pt idx="41562">1.25</cx:pt>
          <cx:pt idx="41563">2.4900000000000002</cx:pt>
          <cx:pt idx="41564">2.1000000000000001</cx:pt>
          <cx:pt idx="41565">2.0800000000000001</cx:pt>
          <cx:pt idx="41566">2.9500000000000002</cx:pt>
          <cx:pt idx="41567">1.6499999999999999</cx:pt>
          <cx:pt idx="41568">0.55000000000000004</cx:pt>
          <cx:pt idx="41569">1.6499999999999999</cx:pt>
          <cx:pt idx="41570">1.6899999999999999</cx:pt>
          <cx:pt idx="41571">1.45</cx:pt>
          <cx:pt idx="41572">1.25</cx:pt>
          <cx:pt idx="41573">2.9500000000000002</cx:pt>
          <cx:pt idx="41574">4.1500000000000004</cx:pt>
          <cx:pt idx="41575">1.6499999999999999</cx:pt>
          <cx:pt idx="41576">8.25</cx:pt>
          <cx:pt idx="41577">3.75</cx:pt>
          <cx:pt idx="41578">12.75</cx:pt>
          <cx:pt idx="41579">1.45</cx:pt>
          <cx:pt idx="41580">1.25</cx:pt>
          <cx:pt idx="41581">1.25</cx:pt>
          <cx:pt idx="41582">1.45</cx:pt>
          <cx:pt idx="41583">9.9499999999999993</cx:pt>
          <cx:pt idx="41584">0.65000000000000002</cx:pt>
          <cx:pt idx="41585">1.79</cx:pt>
          <cx:pt idx="41586">1.6499999999999999</cx:pt>
          <cx:pt idx="41587">0.84999999999999998</cx:pt>
          <cx:pt idx="41588">1.45</cx:pt>
          <cx:pt idx="41589">0.39000000000000001</cx:pt>
          <cx:pt idx="41590">0.41999999999999998</cx:pt>
          <cx:pt idx="41591">2.5499999999999998</cx:pt>
          <cx:pt idx="41592">1.45</cx:pt>
          <cx:pt idx="41593">0.84999999999999998</cx:pt>
          <cx:pt idx="41594">1.25</cx:pt>
          <cx:pt idx="41595">1.6499999999999999</cx:pt>
          <cx:pt idx="41596">2.8900000000000001</cx:pt>
          <cx:pt idx="41597">6.9500000000000002</cx:pt>
          <cx:pt idx="41598">2.0800000000000001</cx:pt>
          <cx:pt idx="41599">1.45</cx:pt>
          <cx:pt idx="41600">8.5</cx:pt>
          <cx:pt idx="41601">2.8900000000000001</cx:pt>
          <cx:pt idx="41602">1.45</cx:pt>
          <cx:pt idx="41603">4.9500000000000002</cx:pt>
          <cx:pt idx="41604">1.45</cx:pt>
          <cx:pt idx="41605">2.1000000000000001</cx:pt>
          <cx:pt idx="41606">4.9500000000000002</cx:pt>
          <cx:pt idx="41607">6.3499999999999996</cx:pt>
          <cx:pt idx="41608">2.9500000000000002</cx:pt>
          <cx:pt idx="41609">0.41999999999999998</cx:pt>
          <cx:pt idx="41610">3.75</cx:pt>
          <cx:pt idx="41611">8.5</cx:pt>
          <cx:pt idx="41612">0.65000000000000002</cx:pt>
          <cx:pt idx="41613">0.39000000000000001</cx:pt>
          <cx:pt idx="41614">2.4900000000000002</cx:pt>
          <cx:pt idx="41615">0.55000000000000004</cx:pt>
          <cx:pt idx="41616">1.6499999999999999</cx:pt>
          <cx:pt idx="41617">0.55000000000000004</cx:pt>
          <cx:pt idx="41618">2.1000000000000001</cx:pt>
          <cx:pt idx="41619">1.6499999999999999</cx:pt>
          <cx:pt idx="41620">1.6499999999999999</cx:pt>
          <cx:pt idx="41621">6.9500000000000002</cx:pt>
          <cx:pt idx="41622">1.6499999999999999</cx:pt>
          <cx:pt idx="41623">12.75</cx:pt>
          <cx:pt idx="41624">6.9500000000000002</cx:pt>
          <cx:pt idx="41625">4.9500000000000002</cx:pt>
          <cx:pt idx="41626">1.25</cx:pt>
          <cx:pt idx="41627">7.0800000000000001</cx:pt>
          <cx:pt idx="41628">2.8900000000000001</cx:pt>
          <cx:pt idx="41629">7.0800000000000001</cx:pt>
          <cx:pt idx="41630">7.0800000000000001</cx:pt>
          <cx:pt idx="41631">4.1500000000000004</cx:pt>
          <cx:pt idx="41632">4.9500000000000002</cx:pt>
          <cx:pt idx="41633">2.9500000000000002</cx:pt>
          <cx:pt idx="41634">3.75</cx:pt>
          <cx:pt idx="41635">2.4900000000000002</cx:pt>
          <cx:pt idx="41636">1.6499999999999999</cx:pt>
          <cx:pt idx="41637">7.0800000000000001</cx:pt>
          <cx:pt idx="41638">0.41999999999999998</cx:pt>
          <cx:pt idx="41639">1.45</cx:pt>
          <cx:pt idx="41640">2.0800000000000001</cx:pt>
          <cx:pt idx="41641">8.25</cx:pt>
          <cx:pt idx="41642">4.9500000000000002</cx:pt>
          <cx:pt idx="41643">4.9500000000000002</cx:pt>
          <cx:pt idx="41644">1.6499999999999999</cx:pt>
          <cx:pt idx="41645">0.41999999999999998</cx:pt>
          <cx:pt idx="41646">2.1000000000000001</cx:pt>
          <cx:pt idx="41647">2.8900000000000001</cx:pt>
          <cx:pt idx="41648">1.6499999999999999</cx:pt>
          <cx:pt idx="41649">1.45</cx:pt>
          <cx:pt idx="41650">2.9500000000000002</cx:pt>
          <cx:pt idx="41651">1.45</cx:pt>
          <cx:pt idx="41652">1.45</cx:pt>
          <cx:pt idx="41653">2.9500000000000002</cx:pt>
          <cx:pt idx="41654">4.9500000000000002</cx:pt>
          <cx:pt idx="41655">4.9500000000000002</cx:pt>
          <cx:pt idx="41656">2.8900000000000001</cx:pt>
          <cx:pt idx="41657">1.6899999999999999</cx:pt>
          <cx:pt idx="41658">3.75</cx:pt>
          <cx:pt idx="41659">3.75</cx:pt>
          <cx:pt idx="41660">2.9500000000000002</cx:pt>
          <cx:pt idx="41661">2.8900000000000001</cx:pt>
          <cx:pt idx="41662">1.45</cx:pt>
          <cx:pt idx="41663">1.6499999999999999</cx:pt>
          <cx:pt idx="41664">0.65000000000000002</cx:pt>
          <cx:pt idx="41665">0.65000000000000002</cx:pt>
          <cx:pt idx="41666">0.41999999999999998</cx:pt>
          <cx:pt idx="41667">0.41999999999999998</cx:pt>
          <cx:pt idx="41668">1.45</cx:pt>
          <cx:pt idx="41669">1.45</cx:pt>
          <cx:pt idx="41670">1.25</cx:pt>
          <cx:pt idx="41671">2.9500000000000002</cx:pt>
          <cx:pt idx="41672">4.9500000000000002</cx:pt>
          <cx:pt idx="41673">3.75</cx:pt>
          <cx:pt idx="41674">6.9500000000000002</cx:pt>
          <cx:pt idx="41675">2.4900000000000002</cx:pt>
          <cx:pt idx="41676">1.6899999999999999</cx:pt>
          <cx:pt idx="41677">0.84999999999999998</cx:pt>
          <cx:pt idx="41678">2.1000000000000001</cx:pt>
          <cx:pt idx="41679">2.5499999999999998</cx:pt>
          <cx:pt idx="41680">3.9500000000000002</cx:pt>
          <cx:pt idx="41681">2.4900000000000002</cx:pt>
          <cx:pt idx="41682">0.84999999999999998</cx:pt>
          <cx:pt idx="41683">2.8900000000000001</cx:pt>
          <cx:pt idx="41684">0.41999999999999998</cx:pt>
          <cx:pt idx="41685">2.25</cx:pt>
          <cx:pt idx="41686">1.6499999999999999</cx:pt>
          <cx:pt idx="41687">2.25</cx:pt>
          <cx:pt idx="41688">1.25</cx:pt>
          <cx:pt idx="41689">4.9500000000000002</cx:pt>
          <cx:pt idx="41690">8.5</cx:pt>
          <cx:pt idx="41691">0.84999999999999998</cx:pt>
          <cx:pt idx="41692">2.9500000000000002</cx:pt>
          <cx:pt idx="41693">1.45</cx:pt>
          <cx:pt idx="41694">4.25</cx:pt>
          <cx:pt idx="41695">0.39000000000000001</cx:pt>
          <cx:pt idx="41696">1.45</cx:pt>
          <cx:pt idx="41697">0.55000000000000004</cx:pt>
          <cx:pt idx="41698">1.25</cx:pt>
          <cx:pt idx="41699">0.41999999999999998</cx:pt>
          <cx:pt idx="41700">1.45</cx:pt>
          <cx:pt idx="41701">1.25</cx:pt>
          <cx:pt idx="41702">2.8900000000000001</cx:pt>
          <cx:pt idx="41703">4.1500000000000004</cx:pt>
          <cx:pt idx="41704">8.5</cx:pt>
          <cx:pt idx="41705">2.0800000000000001</cx:pt>
          <cx:pt idx="41706">2.1000000000000001</cx:pt>
          <cx:pt idx="41707">1.25</cx:pt>
          <cx:pt idx="41708">2.9500000000000002</cx:pt>
          <cx:pt idx="41709">1.25</cx:pt>
          <cx:pt idx="41710">2.5499999999999998</cx:pt>
          <cx:pt idx="41711">4.9500000000000002</cx:pt>
          <cx:pt idx="41712">2.9500000000000002</cx:pt>
          <cx:pt idx="41713">2.9500000000000002</cx:pt>
          <cx:pt idx="41714">3.9500000000000002</cx:pt>
          <cx:pt idx="41715">4.9500000000000002</cx:pt>
          <cx:pt idx="41716">0.41999999999999998</cx:pt>
          <cx:pt idx="41717">0.41999999999999998</cx:pt>
          <cx:pt idx="41718">0.41999999999999998</cx:pt>
          <cx:pt idx="41719">1.25</cx:pt>
          <cx:pt idx="41720">1.25</cx:pt>
          <cx:pt idx="41721">3.75</cx:pt>
          <cx:pt idx="41722">2.9500000000000002</cx:pt>
          <cx:pt idx="41723">1.25</cx:pt>
          <cx:pt idx="41724">3.75</cx:pt>
          <cx:pt idx="41725">0.41999999999999998</cx:pt>
          <cx:pt idx="41726">1.6899999999999999</cx:pt>
          <cx:pt idx="41727">12.75</cx:pt>
          <cx:pt idx="41728">12.75</cx:pt>
          <cx:pt idx="41729">1.45</cx:pt>
          <cx:pt idx="41730">1.25</cx:pt>
          <cx:pt idx="41731">1.6499999999999999</cx:pt>
          <cx:pt idx="41732">0.65000000000000002</cx:pt>
          <cx:pt idx="41733">2.9500000000000002</cx:pt>
          <cx:pt idx="41734">2.0800000000000001</cx:pt>
          <cx:pt idx="41735">2.5499999999999998</cx:pt>
          <cx:pt idx="41736">4.25</cx:pt>
          <cx:pt idx="41737">1.25</cx:pt>
          <cx:pt idx="41738">1.6899999999999999</cx:pt>
          <cx:pt idx="41739">1.6499999999999999</cx:pt>
          <cx:pt idx="41740">0.55000000000000004</cx:pt>
          <cx:pt idx="41741">2.9500000000000002</cx:pt>
          <cx:pt idx="41742">1.6499999999999999</cx:pt>
          <cx:pt idx="41743">1.45</cx:pt>
          <cx:pt idx="41744">1.6899999999999999</cx:pt>
          <cx:pt idx="41745">1.25</cx:pt>
          <cx:pt idx="41746">12.75</cx:pt>
          <cx:pt idx="41747">2.4900000000000002</cx:pt>
          <cx:pt idx="41748">2.4900000000000002</cx:pt>
          <cx:pt idx="41749">0.41999999999999998</cx:pt>
          <cx:pt idx="41750">1.45</cx:pt>
          <cx:pt idx="41751">7.0800000000000001</cx:pt>
          <cx:pt idx="41752">8.25</cx:pt>
          <cx:pt idx="41753">8.5</cx:pt>
          <cx:pt idx="41754">7.6500000000000004</cx:pt>
          <cx:pt idx="41755">2.1000000000000001</cx:pt>
          <cx:pt idx="41756">8.5</cx:pt>
          <cx:pt idx="41757">2.9500000000000002</cx:pt>
          <cx:pt idx="41758">0.41999999999999998</cx:pt>
          <cx:pt idx="41759">0.41999999999999998</cx:pt>
          <cx:pt idx="41760">1.25</cx:pt>
          <cx:pt idx="41761">1.6499999999999999</cx:pt>
          <cx:pt idx="41762">0.55000000000000004</cx:pt>
          <cx:pt idx="41763">2.9500000000000002</cx:pt>
          <cx:pt idx="41764">2.1000000000000001</cx:pt>
          <cx:pt idx="41765">1.25</cx:pt>
          <cx:pt idx="41766">1.25</cx:pt>
          <cx:pt idx="41767">0.82999999999999996</cx:pt>
          <cx:pt idx="41768">4.25</cx:pt>
          <cx:pt idx="41769">1.6499999999999999</cx:pt>
          <cx:pt idx="41770">8.25</cx:pt>
          <cx:pt idx="41771">3.75</cx:pt>
          <cx:pt idx="41772">1.45</cx:pt>
          <cx:pt idx="41773">1.25</cx:pt>
          <cx:pt idx="41774">2.4900000000000002</cx:pt>
          <cx:pt idx="41775">1.6499999999999999</cx:pt>
          <cx:pt idx="41776">2.1000000000000001</cx:pt>
          <cx:pt idx="41777">1.45</cx:pt>
          <cx:pt idx="41778">8.25</cx:pt>
          <cx:pt idx="41779">2.8900000000000001</cx:pt>
          <cx:pt idx="41780">1.6499999999999999</cx:pt>
          <cx:pt idx="41781">1.25</cx:pt>
          <cx:pt idx="41782">4.9500000000000002</cx:pt>
          <cx:pt idx="41783">2.9500000000000002</cx:pt>
          <cx:pt idx="41784">2.9500000000000002</cx:pt>
          <cx:pt idx="41785">2.25</cx:pt>
          <cx:pt idx="41786">0.41999999999999998</cx:pt>
          <cx:pt idx="41787">1.25</cx:pt>
          <cx:pt idx="41788">1.25</cx:pt>
          <cx:pt idx="41789">2.8900000000000001</cx:pt>
          <cx:pt idx="41790">1.25</cx:pt>
          <cx:pt idx="41791">2.8900000000000001</cx:pt>
          <cx:pt idx="41792">1.45</cx:pt>
          <cx:pt idx="41793">2.4900000000000002</cx:pt>
          <cx:pt idx="41794">4.9500000000000002</cx:pt>
          <cx:pt idx="41795">2.8900000000000001</cx:pt>
          <cx:pt idx="41796">0.39000000000000001</cx:pt>
          <cx:pt idx="41797">2.9500000000000002</cx:pt>
          <cx:pt idx="41798">2.9500000000000002</cx:pt>
          <cx:pt idx="41799">1.25</cx:pt>
          <cx:pt idx="41800">1.6499999999999999</cx:pt>
          <cx:pt idx="41801">6.6299999999999999</cx:pt>
          <cx:pt idx="41802">2.46</cx:pt>
          <cx:pt idx="41803">4.1299999999999999</cx:pt>
          <cx:pt idx="41804">8.2899999999999991</cx:pt>
          <cx:pt idx="41805">10.789999999999999</cx:pt>
          <cx:pt idx="41806">2.46</cx:pt>
          <cx:pt idx="41807">3.29</cx:pt>
          <cx:pt idx="41808">4.1299999999999999</cx:pt>
          <cx:pt idx="41809">2.5</cx:pt>
          <cx:pt idx="41810">12.460000000000001</cx:pt>
          <cx:pt idx="41811">5.79</cx:pt>
          <cx:pt idx="41812">1.25</cx:pt>
          <cx:pt idx="41813">16.629999999999999</cx:pt>
          <cx:pt idx="41814">3.29</cx:pt>
          <cx:pt idx="41815">0.82999999999999996</cx:pt>
          <cx:pt idx="41816">14.130000000000001</cx:pt>
          <cx:pt idx="41817">2.7599999999999998</cx:pt>
          <cx:pt idx="41818">4.1299999999999999</cx:pt>
          <cx:pt idx="41819">4.1299999999999999</cx:pt>
          <cx:pt idx="41820">1.6499999999999999</cx:pt>
          <cx:pt idx="41821">8.25</cx:pt>
          <cx:pt idx="41822">1.45</cx:pt>
          <cx:pt idx="41823">8.25</cx:pt>
          <cx:pt idx="41824">2.0800000000000001</cx:pt>
          <cx:pt idx="41825">1.25</cx:pt>
          <cx:pt idx="41826">1.25</cx:pt>
          <cx:pt idx="41827">2.1000000000000001</cx:pt>
          <cx:pt idx="41828">2.1000000000000001</cx:pt>
          <cx:pt idx="41829">2.0800000000000001</cx:pt>
          <cx:pt idx="41830">1.45</cx:pt>
          <cx:pt idx="41831">0.41999999999999998</cx:pt>
          <cx:pt idx="41832">4.6500000000000004</cx:pt>
          <cx:pt idx="41833">8.25</cx:pt>
          <cx:pt idx="41834">4.25</cx:pt>
          <cx:pt idx="41835">1.25</cx:pt>
          <cx:pt idx="41836">1.25</cx:pt>
          <cx:pt idx="41837">1.6499999999999999</cx:pt>
          <cx:pt idx="41838">1.45</cx:pt>
          <cx:pt idx="41839">1.45</cx:pt>
          <cx:pt idx="41840">2.5499999999999998</cx:pt>
          <cx:pt idx="41841">3.75</cx:pt>
          <cx:pt idx="41842">0.41999999999999998</cx:pt>
          <cx:pt idx="41843">1.25</cx:pt>
          <cx:pt idx="41844">1.25</cx:pt>
          <cx:pt idx="41845">4.9500000000000002</cx:pt>
          <cx:pt idx="41846">14.949999999999999</cx:pt>
          <cx:pt idx="41847">1.45</cx:pt>
          <cx:pt idx="41848">1.25</cx:pt>
          <cx:pt idx="41849">8.25</cx:pt>
          <cx:pt idx="41850">3.75</cx:pt>
          <cx:pt idx="41851">7.6500000000000004</cx:pt>
          <cx:pt idx="41852">2.5499999999999998</cx:pt>
          <cx:pt idx="41853">2.25</cx:pt>
          <cx:pt idx="41854">0.39000000000000001</cx:pt>
          <cx:pt idx="41855">8.5</cx:pt>
          <cx:pt idx="41856">3.75</cx:pt>
          <cx:pt idx="41857">1.45</cx:pt>
          <cx:pt idx="41858">2.1000000000000001</cx:pt>
          <cx:pt idx="41859">0.84999999999999998</cx:pt>
          <cx:pt idx="41860">8.25</cx:pt>
          <cx:pt idx="41861">1.45</cx:pt>
          <cx:pt idx="41862">2.9500000000000002</cx:pt>
          <cx:pt idx="41863">1.6499999999999999</cx:pt>
          <cx:pt idx="41864">2.9500000000000002</cx:pt>
          <cx:pt idx="41865">2.9500000000000002</cx:pt>
          <cx:pt idx="41866">2.0800000000000001</cx:pt>
          <cx:pt idx="41867">4.9500000000000002</cx:pt>
          <cx:pt idx="41868">2.9500000000000002</cx:pt>
          <cx:pt idx="41869">1.25</cx:pt>
          <cx:pt idx="41870">8.25</cx:pt>
          <cx:pt idx="41871">0.65000000000000002</cx:pt>
          <cx:pt idx="41872">1.6499999999999999</cx:pt>
          <cx:pt idx="41873">1.6499999999999999</cx:pt>
          <cx:pt idx="41874">1.25</cx:pt>
          <cx:pt idx="41875">1.25</cx:pt>
          <cx:pt idx="41876">8.25</cx:pt>
          <cx:pt idx="41877">12.75</cx:pt>
          <cx:pt idx="41878">1.45</cx:pt>
          <cx:pt idx="41879">8.25</cx:pt>
          <cx:pt idx="41880">3.9500000000000002</cx:pt>
          <cx:pt idx="41881">8.25</cx:pt>
          <cx:pt idx="41882">2.9500000000000002</cx:pt>
          <cx:pt idx="41883">1.45</cx:pt>
          <cx:pt idx="41884">0.41999999999999998</cx:pt>
          <cx:pt idx="41885">0.84999999999999998</cx:pt>
          <cx:pt idx="41886">3.75</cx:pt>
          <cx:pt idx="41887">3.75</cx:pt>
          <cx:pt idx="41888">9.9499999999999993</cx:pt>
          <cx:pt idx="41889">1.45</cx:pt>
          <cx:pt idx="41890">1.45</cx:pt>
          <cx:pt idx="41891">1.6499999999999999</cx:pt>
          <cx:pt idx="41892">2.9500000000000002</cx:pt>
          <cx:pt idx="41893">4.9500000000000002</cx:pt>
          <cx:pt idx="41894">1.6899999999999999</cx:pt>
          <cx:pt idx="41895">3.29</cx:pt>
          <cx:pt idx="41896">2.0800000000000001</cx:pt>
          <cx:pt idx="41897">4.9500000000000002</cx:pt>
          <cx:pt idx="41898">2.4900000000000002</cx:pt>
          <cx:pt idx="41899">3.75</cx:pt>
          <cx:pt idx="41900">1.45</cx:pt>
          <cx:pt idx="41901">2.9500000000000002</cx:pt>
          <cx:pt idx="41902">2.0800000000000001</cx:pt>
          <cx:pt idx="41903">1.6499999999999999</cx:pt>
          <cx:pt idx="41904">2.8900000000000001</cx:pt>
          <cx:pt idx="41905">8.5</cx:pt>
          <cx:pt idx="41906">8.5</cx:pt>
          <cx:pt idx="41907">2.9500000000000002</cx:pt>
          <cx:pt idx="41908">4.25</cx:pt>
          <cx:pt idx="41909">1.45</cx:pt>
          <cx:pt idx="41910">0.65000000000000002</cx:pt>
          <cx:pt idx="41911">12.75</cx:pt>
          <cx:pt idx="41912">1.45</cx:pt>
          <cx:pt idx="41913">1.45</cx:pt>
          <cx:pt idx="41914">9.9499999999999993</cx:pt>
          <cx:pt idx="41915">9.9499999999999993</cx:pt>
          <cx:pt idx="41916">5.9500000000000002</cx:pt>
          <cx:pt idx="41917">2.9500000000000002</cx:pt>
          <cx:pt idx="41918">1.25</cx:pt>
          <cx:pt idx="41919">4.9500000000000002</cx:pt>
          <cx:pt idx="41920">0.65000000000000002</cx:pt>
          <cx:pt idx="41921">3.75</cx:pt>
          <cx:pt idx="41922">4.1500000000000004</cx:pt>
          <cx:pt idx="41923">7.46</cx:pt>
          <cx:pt idx="41924">0.82999999999999996</cx:pt>
          <cx:pt idx="41925">3.29</cx:pt>
          <cx:pt idx="41926">3.29</cx:pt>
          <cx:pt idx="41927">4.1299999999999999</cx:pt>
          <cx:pt idx="41928">10.789999999999999</cx:pt>
          <cx:pt idx="41929">4.1299999999999999</cx:pt>
          <cx:pt idx="41930">1.6299999999999999</cx:pt>
          <cx:pt idx="41931">2.46</cx:pt>
          <cx:pt idx="41932">14.960000000000001</cx:pt>
          <cx:pt idx="41933">2.46</cx:pt>
          <cx:pt idx="41934">0.41999999999999998</cx:pt>
          <cx:pt idx="41935">3.29</cx:pt>
          <cx:pt idx="41936">5.79</cx:pt>
          <cx:pt idx="41937">1.6299999999999999</cx:pt>
          <cx:pt idx="41938">2.46</cx:pt>
          <cx:pt idx="41939">4.1299999999999999</cx:pt>
          <cx:pt idx="41940">2.9500000000000002</cx:pt>
          <cx:pt idx="41941">4.5800000000000001</cx:pt>
          <cx:pt idx="41942">3.29</cx:pt>
          <cx:pt idx="41943">0.41999999999999998</cx:pt>
          <cx:pt idx="41944">3.29</cx:pt>
          <cx:pt idx="41945">6.6299999999999999</cx:pt>
          <cx:pt idx="41946">3.29</cx:pt>
          <cx:pt idx="41947">1.6299999999999999</cx:pt>
          <cx:pt idx="41948">2.46</cx:pt>
          <cx:pt idx="41949">0.82999999999999996</cx:pt>
          <cx:pt idx="41950">5.79</cx:pt>
          <cx:pt idx="41951">24.960000000000001</cx:pt>
          <cx:pt idx="41952">4.96</cx:pt>
          <cx:pt idx="41953">3.29</cx:pt>
          <cx:pt idx="41954">2.46</cx:pt>
          <cx:pt idx="41955">2.46</cx:pt>
          <cx:pt idx="41956">5.79</cx:pt>
          <cx:pt idx="41957">3.29</cx:pt>
          <cx:pt idx="41958">0.82999999999999996</cx:pt>
          <cx:pt idx="41959">4.1299999999999999</cx:pt>
          <cx:pt idx="41960">1.6299999999999999</cx:pt>
          <cx:pt idx="41961">9.9499999999999993</cx:pt>
          <cx:pt idx="41962">8.25</cx:pt>
          <cx:pt idx="41963">2.0800000000000001</cx:pt>
          <cx:pt idx="41964">4.6500000000000004</cx:pt>
          <cx:pt idx="41965">1.6499999999999999</cx:pt>
          <cx:pt idx="41966">0.84999999999999998</cx:pt>
          <cx:pt idx="41967">2.4900000000000002</cx:pt>
          <cx:pt idx="41968">8.25</cx:pt>
          <cx:pt idx="41969">1.6499999999999999</cx:pt>
          <cx:pt idx="41970">1.45</cx:pt>
          <cx:pt idx="41971">12.75</cx:pt>
          <cx:pt idx="41972">2.8900000000000001</cx:pt>
          <cx:pt idx="41973">1.25</cx:pt>
          <cx:pt idx="41974">3.25</cx:pt>
          <cx:pt idx="41975">4.1500000000000004</cx:pt>
          <cx:pt idx="41976">0.39000000000000001</cx:pt>
          <cx:pt idx="41977">8.5</cx:pt>
          <cx:pt idx="41978">1.25</cx:pt>
          <cx:pt idx="41979">2.4900000000000002</cx:pt>
          <cx:pt idx="41980">1.6499999999999999</cx:pt>
          <cx:pt idx="41981">4.9500000000000002</cx:pt>
          <cx:pt idx="41982">1.45</cx:pt>
          <cx:pt idx="41983">0.41999999999999998</cx:pt>
          <cx:pt idx="41984">1.25</cx:pt>
          <cx:pt idx="41985">4.25</cx:pt>
          <cx:pt idx="41986">1.6899999999999999</cx:pt>
          <cx:pt idx="41987">1.6499999999999999</cx:pt>
          <cx:pt idx="41988">2.8900000000000001</cx:pt>
          <cx:pt idx="41989">1.25</cx:pt>
          <cx:pt idx="41990">1.45</cx:pt>
          <cx:pt idx="41991">2.8900000000000001</cx:pt>
          <cx:pt idx="41992">1.25</cx:pt>
          <cx:pt idx="41993">1.25</cx:pt>
          <cx:pt idx="41994">1.25</cx:pt>
          <cx:pt idx="41995">2.5499999999999998</cx:pt>
          <cx:pt idx="41996">2.25</cx:pt>
          <cx:pt idx="41997">2.4900000000000002</cx:pt>
          <cx:pt idx="41998">2.4900000000000002</cx:pt>
          <cx:pt idx="41999">4.1299999999999999</cx:pt>
          <cx:pt idx="42000">3.29</cx:pt>
          <cx:pt idx="42001">6.6299999999999999</cx:pt>
          <cx:pt idx="42002">12.460000000000001</cx:pt>
          <cx:pt idx="42003">8.2899999999999991</cx:pt>
          <cx:pt idx="42004">1.6299999999999999</cx:pt>
          <cx:pt idx="42005">3.29</cx:pt>
          <cx:pt idx="42006">4.96</cx:pt>
          <cx:pt idx="42007">2.46</cx:pt>
          <cx:pt idx="42008">5.6299999999999999</cx:pt>
          <cx:pt idx="42009">9.1300000000000008</cx:pt>
          <cx:pt idx="42010">1.6899999999999999</cx:pt>
          <cx:pt idx="42011">0.41999999999999998</cx:pt>
          <cx:pt idx="42012">1.6899999999999999</cx:pt>
          <cx:pt idx="42013">4.9500000000000002</cx:pt>
          <cx:pt idx="42014">2.9500000000000002</cx:pt>
          <cx:pt idx="42015">0.39000000000000001</cx:pt>
          <cx:pt idx="42016">0.41999999999999998</cx:pt>
          <cx:pt idx="42017">8.25</cx:pt>
          <cx:pt idx="42018">9.9499999999999993</cx:pt>
          <cx:pt idx="42019">1.25</cx:pt>
          <cx:pt idx="42020">2.9500000000000002</cx:pt>
          <cx:pt idx="42021">1.25</cx:pt>
          <cx:pt idx="42022">1.45</cx:pt>
          <cx:pt idx="42023">1.45</cx:pt>
          <cx:pt idx="42024">2.0800000000000001</cx:pt>
          <cx:pt idx="42025">2.9500000000000002</cx:pt>
          <cx:pt idx="42026">0.41999999999999998</cx:pt>
          <cx:pt idx="42027">6.9500000000000002</cx:pt>
          <cx:pt idx="42028">0.55000000000000004</cx:pt>
          <cx:pt idx="42029">4.9500000000000002</cx:pt>
          <cx:pt idx="42030">1.6499999999999999</cx:pt>
          <cx:pt idx="42031">2.5499999999999998</cx:pt>
          <cx:pt idx="42032">8.5</cx:pt>
          <cx:pt idx="42033">2.9500000000000002</cx:pt>
          <cx:pt idx="42034">3.75</cx:pt>
          <cx:pt idx="42035">1.25</cx:pt>
          <cx:pt idx="42036">2.1000000000000001</cx:pt>
          <cx:pt idx="42037">2.0800000000000001</cx:pt>
          <cx:pt idx="42038">2.9500000000000002</cx:pt>
          <cx:pt idx="42039">2.9500000000000002</cx:pt>
          <cx:pt idx="42040">1.6899999999999999</cx:pt>
          <cx:pt idx="42041">2.9500000000000002</cx:pt>
          <cx:pt idx="42042">2.9500000000000002</cx:pt>
          <cx:pt idx="42043">1.6499999999999999</cx:pt>
          <cx:pt idx="42044">1.6499999999999999</cx:pt>
          <cx:pt idx="42045">2.1000000000000001</cx:pt>
          <cx:pt idx="42046">4.9500000000000002</cx:pt>
          <cx:pt idx="42047">1.25</cx:pt>
          <cx:pt idx="42048">0.41999999999999998</cx:pt>
          <cx:pt idx="42049">1.04</cx:pt>
          <cx:pt idx="42050">1.45</cx:pt>
          <cx:pt idx="42051">9.9499999999999993</cx:pt>
          <cx:pt idx="42052">2.0800000000000001</cx:pt>
          <cx:pt idx="42053">1.25</cx:pt>
          <cx:pt idx="42054">0.65000000000000002</cx:pt>
          <cx:pt idx="42055">0.65000000000000002</cx:pt>
          <cx:pt idx="42056">8.25</cx:pt>
          <cx:pt idx="42057">1.25</cx:pt>
          <cx:pt idx="42058">1.25</cx:pt>
          <cx:pt idx="42059">2.1000000000000001</cx:pt>
          <cx:pt idx="42060">4.9500000000000002</cx:pt>
          <cx:pt idx="42061">4.1500000000000004</cx:pt>
          <cx:pt idx="42062">1.6899999999999999</cx:pt>
          <cx:pt idx="42063">1.6899999999999999</cx:pt>
          <cx:pt idx="42064">4.9500000000000002</cx:pt>
          <cx:pt idx="42065">2.9500000000000002</cx:pt>
          <cx:pt idx="42066">1.25</cx:pt>
          <cx:pt idx="42067">2.0800000000000001</cx:pt>
          <cx:pt idx="42068">2.9500000000000002</cx:pt>
          <cx:pt idx="42069">2.9500000000000002</cx:pt>
          <cx:pt idx="42070">1.6499999999999999</cx:pt>
          <cx:pt idx="42071">1.6499999999999999</cx:pt>
          <cx:pt idx="42072">2.1000000000000001</cx:pt>
          <cx:pt idx="42073">2.5499999999999998</cx:pt>
          <cx:pt idx="42074">2.9500000000000002</cx:pt>
          <cx:pt idx="42075">3.75</cx:pt>
          <cx:pt idx="42076">0.84999999999999998</cx:pt>
          <cx:pt idx="42077">1.6499999999999999</cx:pt>
          <cx:pt idx="42078">0.84999999999999998</cx:pt>
          <cx:pt idx="42079">2.1000000000000001</cx:pt>
          <cx:pt idx="42080">8.5</cx:pt>
          <cx:pt idx="42081">2.4900000000000002</cx:pt>
          <cx:pt idx="42082">1.6899999999999999</cx:pt>
          <cx:pt idx="42083">12.75</cx:pt>
          <cx:pt idx="42084">1.25</cx:pt>
          <cx:pt idx="42085">4.9500000000000002</cx:pt>
          <cx:pt idx="42086">0.84999999999999998</cx:pt>
          <cx:pt idx="42087">2.5499999999999998</cx:pt>
          <cx:pt idx="42088">4.9500000000000002</cx:pt>
          <cx:pt idx="42089">1.6499999999999999</cx:pt>
          <cx:pt idx="42090">2.9500000000000002</cx:pt>
          <cx:pt idx="42091">12.75</cx:pt>
          <cx:pt idx="42092">1.6499999999999999</cx:pt>
          <cx:pt idx="42093">8.25</cx:pt>
          <cx:pt idx="42094">1.25</cx:pt>
          <cx:pt idx="42095">0.55000000000000004</cx:pt>
          <cx:pt idx="42096">2.5499999999999998</cx:pt>
          <cx:pt idx="42097">2.0800000000000001</cx:pt>
          <cx:pt idx="42098">1.45</cx:pt>
          <cx:pt idx="42099">1.45</cx:pt>
          <cx:pt idx="42100">1.25</cx:pt>
          <cx:pt idx="42101">1.6499999999999999</cx:pt>
          <cx:pt idx="42102">1.6499999999999999</cx:pt>
          <cx:pt idx="42103">1.45</cx:pt>
          <cx:pt idx="42104">0.65000000000000002</cx:pt>
          <cx:pt idx="42105">0.55000000000000004</cx:pt>
          <cx:pt idx="42106">3.75</cx:pt>
          <cx:pt idx="42107">3.75</cx:pt>
          <cx:pt idx="42108">2.0800000000000001</cx:pt>
          <cx:pt idx="42109">1.6499999999999999</cx:pt>
          <cx:pt idx="42110">2.0800000000000001</cx:pt>
          <cx:pt idx="42111">1.25</cx:pt>
          <cx:pt idx="42112">4.9500000000000002</cx:pt>
          <cx:pt idx="42113">1.6499999999999999</cx:pt>
          <cx:pt idx="42114">2.5499999999999998</cx:pt>
          <cx:pt idx="42115">0.41999999999999998</cx:pt>
          <cx:pt idx="42116">2.1000000000000001</cx:pt>
          <cx:pt idx="42117">3.25</cx:pt>
          <cx:pt idx="42118">4.9500000000000002</cx:pt>
          <cx:pt idx="42119">2.4900000000000002</cx:pt>
          <cx:pt idx="42120">1.45</cx:pt>
          <cx:pt idx="42121">8.5</cx:pt>
          <cx:pt idx="42122">1.6499999999999999</cx:pt>
          <cx:pt idx="42123">2.1000000000000001</cx:pt>
          <cx:pt idx="42124">1.45</cx:pt>
          <cx:pt idx="42125">1.45</cx:pt>
          <cx:pt idx="42126">0.84999999999999998</cx:pt>
          <cx:pt idx="42127">2.9500000000000002</cx:pt>
          <cx:pt idx="42128">1.25</cx:pt>
          <cx:pt idx="42129">3.9500000000000002</cx:pt>
          <cx:pt idx="42130">3.9500000000000002</cx:pt>
          <cx:pt idx="42131">0.41999999999999998</cx:pt>
          <cx:pt idx="42132">8.25</cx:pt>
          <cx:pt idx="42133">1.6499999999999999</cx:pt>
          <cx:pt idx="42134">2.5499999999999998</cx:pt>
          <cx:pt idx="42135">12.75</cx:pt>
          <cx:pt idx="42136">1.6899999999999999</cx:pt>
          <cx:pt idx="42137">2.8900000000000001</cx:pt>
          <cx:pt idx="42138">1.6499999999999999</cx:pt>
          <cx:pt idx="42139">0.84999999999999998</cx:pt>
          <cx:pt idx="42140">1.25</cx:pt>
          <cx:pt idx="42141">1.6499999999999999</cx:pt>
          <cx:pt idx="42142">1.6499999999999999</cx:pt>
          <cx:pt idx="42143">0.84999999999999998</cx:pt>
          <cx:pt idx="42144">1.25</cx:pt>
          <cx:pt idx="42145">1.25</cx:pt>
          <cx:pt idx="42146">1.45</cx:pt>
          <cx:pt idx="42147">0.82999999999999996</cx:pt>
          <cx:pt idx="42148">0.82999999999999996</cx:pt>
          <cx:pt idx="42149">0.82999999999999996</cx:pt>
          <cx:pt idx="42150">0.82999999999999996</cx:pt>
          <cx:pt idx="42151">0.41999999999999998</cx:pt>
          <cx:pt idx="42152">0.65000000000000002</cx:pt>
          <cx:pt idx="42153">0.65000000000000002</cx:pt>
          <cx:pt idx="42154">14.949999999999999</cx:pt>
          <cx:pt idx="42155">2.4900000000000002</cx:pt>
          <cx:pt idx="42156">0.55000000000000004</cx:pt>
          <cx:pt idx="42157">0.55000000000000004</cx:pt>
          <cx:pt idx="42158">2.1000000000000001</cx:pt>
          <cx:pt idx="42159">0.65000000000000002</cx:pt>
          <cx:pt idx="42160">0.65000000000000002</cx:pt>
          <cx:pt idx="42161">1.25</cx:pt>
          <cx:pt idx="42162">1.25</cx:pt>
          <cx:pt idx="42163">1.6499999999999999</cx:pt>
          <cx:pt idx="42164">8.25</cx:pt>
          <cx:pt idx="42165">1.25</cx:pt>
          <cx:pt idx="42166">4.9500000000000002</cx:pt>
          <cx:pt idx="42167">8.5</cx:pt>
          <cx:pt idx="42168">8.25</cx:pt>
          <cx:pt idx="42169">4.1500000000000004</cx:pt>
          <cx:pt idx="42170">1.25</cx:pt>
          <cx:pt idx="42171">1.45</cx:pt>
          <cx:pt idx="42172">2.5499999999999998</cx:pt>
          <cx:pt idx="42173">0.84999999999999998</cx:pt>
          <cx:pt idx="42174">2.8900000000000001</cx:pt>
          <cx:pt idx="42175">6.9500000000000002</cx:pt>
          <cx:pt idx="42176">4.25</cx:pt>
          <cx:pt idx="42177">1.6899999999999999</cx:pt>
          <cx:pt idx="42178">2.8900000000000001</cx:pt>
          <cx:pt idx="42179">2.4900000000000002</cx:pt>
          <cx:pt idx="42180">1.6899999999999999</cx:pt>
          <cx:pt idx="42181">1.25</cx:pt>
          <cx:pt idx="42182">7.46</cx:pt>
          <cx:pt idx="42183">12.460000000000001</cx:pt>
          <cx:pt idx="42184">4.1299999999999999</cx:pt>
          <cx:pt idx="42185">3.75</cx:pt>
          <cx:pt idx="42186">10.789999999999999</cx:pt>
          <cx:pt idx="42187">14.960000000000001</cx:pt>
          <cx:pt idx="42188">2.46</cx:pt>
          <cx:pt idx="42189">16.629999999999999</cx:pt>
          <cx:pt idx="42190">16.629999999999999</cx:pt>
          <cx:pt idx="42191">3.29</cx:pt>
          <cx:pt idx="42192">5.79</cx:pt>
          <cx:pt idx="42193">4.1299999999999999</cx:pt>
          <cx:pt idx="42194">4.96</cx:pt>
          <cx:pt idx="42195">2.5</cx:pt>
          <cx:pt idx="42196">10.789999999999999</cx:pt>
          <cx:pt idx="42197">4.1299999999999999</cx:pt>
          <cx:pt idx="42198">5.79</cx:pt>
          <cx:pt idx="42199">3.29</cx:pt>
          <cx:pt idx="42200">2.46</cx:pt>
          <cx:pt idx="42201">5.79</cx:pt>
          <cx:pt idx="42202">3.29</cx:pt>
          <cx:pt idx="42203">1.25</cx:pt>
          <cx:pt idx="42204">4.1299999999999999</cx:pt>
          <cx:pt idx="42205">3.29</cx:pt>
          <cx:pt idx="42206">3.29</cx:pt>
          <cx:pt idx="42207">14.130000000000001</cx:pt>
          <cx:pt idx="42208">3.75</cx:pt>
          <cx:pt idx="42209">0.82999999999999996</cx:pt>
          <cx:pt idx="42210">1.6499999999999999</cx:pt>
          <cx:pt idx="42211">0.84999999999999998</cx:pt>
          <cx:pt idx="42212">2.1000000000000001</cx:pt>
          <cx:pt idx="42213">3.75</cx:pt>
          <cx:pt idx="42214">2.9500000000000002</cx:pt>
          <cx:pt idx="42215">12.75</cx:pt>
          <cx:pt idx="42216">1.45</cx:pt>
          <cx:pt idx="42217">2.4900000000000002</cx:pt>
          <cx:pt idx="42218">1.04</cx:pt>
          <cx:pt idx="42219">2.0800000000000001</cx:pt>
          <cx:pt idx="42220">2.9500000000000002</cx:pt>
          <cx:pt idx="42221">2.9500000000000002</cx:pt>
          <cx:pt idx="42222">2.5499999999999998</cx:pt>
          <cx:pt idx="42223">4.1500000000000004</cx:pt>
          <cx:pt idx="42224">1.25</cx:pt>
          <cx:pt idx="42225">2.0800000000000001</cx:pt>
          <cx:pt idx="42226">1.6499999999999999</cx:pt>
          <cx:pt idx="42227">1.45</cx:pt>
          <cx:pt idx="42228">1.45</cx:pt>
          <cx:pt idx="42229">1.6499999999999999</cx:pt>
          <cx:pt idx="42230">4.9500000000000002</cx:pt>
          <cx:pt idx="42231">3.75</cx:pt>
          <cx:pt idx="42232">3.9500000000000002</cx:pt>
          <cx:pt idx="42233">1.6499999999999999</cx:pt>
          <cx:pt idx="42234">3.9500000000000002</cx:pt>
          <cx:pt idx="42235">8.25</cx:pt>
          <cx:pt idx="42236">1.6499999999999999</cx:pt>
          <cx:pt idx="42237">2.8900000000000001</cx:pt>
          <cx:pt idx="42238">8.5</cx:pt>
          <cx:pt idx="42239">2.4900000000000002</cx:pt>
          <cx:pt idx="42240">4.1299999999999999</cx:pt>
          <cx:pt idx="42241">7.46</cx:pt>
          <cx:pt idx="42242">1.6299999999999999</cx:pt>
          <cx:pt idx="42243">1.6299999999999999</cx:pt>
          <cx:pt idx="42244">2.46</cx:pt>
          <cx:pt idx="42245">0.82999999999999996</cx:pt>
          <cx:pt idx="42246">0.41999999999999998</cx:pt>
          <cx:pt idx="42247">15.789999999999999</cx:pt>
          <cx:pt idx="42248">3.29</cx:pt>
          <cx:pt idx="42249">8.2899999999999991</cx:pt>
          <cx:pt idx="42250">4.96</cx:pt>
          <cx:pt idx="42251">1.6299999999999999</cx:pt>
          <cx:pt idx="42252">5.79</cx:pt>
          <cx:pt idx="42253">0.41999999999999998</cx:pt>
          <cx:pt idx="42254">3.29</cx:pt>
          <cx:pt idx="42255">6.6299999999999999</cx:pt>
          <cx:pt idx="42256">4.96</cx:pt>
          <cx:pt idx="42257">1.6299999999999999</cx:pt>
          <cx:pt idx="42258">3.29</cx:pt>
          <cx:pt idx="42259">5.79</cx:pt>
          <cx:pt idx="42260">24.960000000000001</cx:pt>
          <cx:pt idx="42261">1.25</cx:pt>
          <cx:pt idx="42262">2.46</cx:pt>
          <cx:pt idx="42263">2.46</cx:pt>
          <cx:pt idx="42264">0.82999999999999996</cx:pt>
          <cx:pt idx="42265">1.25</cx:pt>
          <cx:pt idx="42266">4.1299999999999999</cx:pt>
          <cx:pt idx="42267">1.6299999999999999</cx:pt>
          <cx:pt idx="42268">1.6299999999999999</cx:pt>
          <cx:pt idx="42269">8.2899999999999991</cx:pt>
          <cx:pt idx="42270">4.1299999999999999</cx:pt>
          <cx:pt idx="42271">0.82999999999999996</cx:pt>
          <cx:pt idx="42272">4.1299999999999999</cx:pt>
          <cx:pt idx="42273">5.79</cx:pt>
          <cx:pt idx="42274">4.1299999999999999</cx:pt>
          <cx:pt idx="42275">0.82999999999999996</cx:pt>
          <cx:pt idx="42276">5.79</cx:pt>
          <cx:pt idx="42277">4.1299999999999999</cx:pt>
          <cx:pt idx="42278">4.1299999999999999</cx:pt>
          <cx:pt idx="42279">1.6299999999999999</cx:pt>
          <cx:pt idx="42280">2.46</cx:pt>
          <cx:pt idx="42281">5.79</cx:pt>
          <cx:pt idx="42282">2.46</cx:pt>
          <cx:pt idx="42283">0.41999999999999998</cx:pt>
          <cx:pt idx="42284">8.2899999999999991</cx:pt>
          <cx:pt idx="42285">5.79</cx:pt>
          <cx:pt idx="42286">2.46</cx:pt>
          <cx:pt idx="42287">0.41999999999999998</cx:pt>
          <cx:pt idx="42288">1.6299999999999999</cx:pt>
          <cx:pt idx="42289">10.789999999999999</cx:pt>
          <cx:pt idx="42290">2.46</cx:pt>
          <cx:pt idx="42291">0.41999999999999998</cx:pt>
          <cx:pt idx="42292">0.82999999999999996</cx:pt>
          <cx:pt idx="42293">3.29</cx:pt>
          <cx:pt idx="42294">6.6299999999999999</cx:pt>
          <cx:pt idx="42295">3.29</cx:pt>
          <cx:pt idx="42296">1.6299999999999999</cx:pt>
          <cx:pt idx="42297">4.96</cx:pt>
          <cx:pt idx="42298">5.79</cx:pt>
          <cx:pt idx="42299">0.82999999999999996</cx:pt>
          <cx:pt idx="42300">4.1299999999999999</cx:pt>
          <cx:pt idx="42301">1.6299999999999999</cx:pt>
          <cx:pt idx="42302">2.46</cx:pt>
          <cx:pt idx="42303">4.1299999999999999</cx:pt>
          <cx:pt idx="42304">12.75</cx:pt>
          <cx:pt idx="42305">1.6499999999999999</cx:pt>
          <cx:pt idx="42306">7.0800000000000001</cx:pt>
          <cx:pt idx="42307">1.45</cx:pt>
          <cx:pt idx="42308">4.25</cx:pt>
          <cx:pt idx="42309">2.0800000000000001</cx:pt>
          <cx:pt idx="42310">4.9500000000000002</cx:pt>
          <cx:pt idx="42311">9.9499999999999993</cx:pt>
          <cx:pt idx="42312">2.9500000000000002</cx:pt>
          <cx:pt idx="42313">7.0800000000000001</cx:pt>
          <cx:pt idx="42314">12.75</cx:pt>
          <cx:pt idx="42315">0.41999999999999998</cx:pt>
          <cx:pt idx="42316">9.9499999999999993</cx:pt>
          <cx:pt idx="42317">4.9500000000000002</cx:pt>
          <cx:pt idx="42318">1.49</cx:pt>
          <cx:pt idx="42319">4.1500000000000004</cx:pt>
          <cx:pt idx="42320">3.75</cx:pt>
          <cx:pt idx="42321">1.45</cx:pt>
          <cx:pt idx="42322">1.25</cx:pt>
          <cx:pt idx="42323">2.0800000000000001</cx:pt>
          <cx:pt idx="42324">4.9500000000000002</cx:pt>
          <cx:pt idx="42325">1.45</cx:pt>
          <cx:pt idx="42326">3.75</cx:pt>
          <cx:pt idx="42327">2.5499999999999998</cx:pt>
          <cx:pt idx="42328">0.82999999999999996</cx:pt>
          <cx:pt idx="42329">1.25</cx:pt>
          <cx:pt idx="42330">1.6499999999999999</cx:pt>
          <cx:pt idx="42331">2.9500000000000002</cx:pt>
          <cx:pt idx="42332">4.1500000000000004</cx:pt>
          <cx:pt idx="42333">1.6499999999999999</cx:pt>
          <cx:pt idx="42334">2.9500000000000002</cx:pt>
          <cx:pt idx="42335">1.25</cx:pt>
          <cx:pt idx="42336">0.41999999999999998</cx:pt>
          <cx:pt idx="42337">1.8500000000000001</cx:pt>
          <cx:pt idx="42338">2.5499999999999998</cx:pt>
          <cx:pt idx="42339">1.25</cx:pt>
          <cx:pt idx="42340">0.41999999999999998</cx:pt>
          <cx:pt idx="42341">1.45</cx:pt>
          <cx:pt idx="42342">0.65000000000000002</cx:pt>
          <cx:pt idx="42343">2.4900000000000002</cx:pt>
          <cx:pt idx="42344">2.9500000000000002</cx:pt>
          <cx:pt idx="42345">2.1000000000000001</cx:pt>
          <cx:pt idx="42346">1.25</cx:pt>
          <cx:pt idx="42347">4.25</cx:pt>
          <cx:pt idx="42348">2.9500000000000002</cx:pt>
          <cx:pt idx="42349">1.25</cx:pt>
          <cx:pt idx="42350">0.71999999999999997</cx:pt>
          <cx:pt idx="42351">8.25</cx:pt>
          <cx:pt idx="42352">2.9500000000000002</cx:pt>
          <cx:pt idx="42353">4.9500000000000002</cx:pt>
          <cx:pt idx="42354">1.25</cx:pt>
          <cx:pt idx="42355">1.79</cx:pt>
          <cx:pt idx="42356">0.35999999999999999</cx:pt>
          <cx:pt idx="42357">4.1500000000000004</cx:pt>
          <cx:pt idx="42358">1.25</cx:pt>
          <cx:pt idx="42359">7.6500000000000004</cx:pt>
          <cx:pt idx="42360">0.71999999999999997</cx:pt>
          <cx:pt idx="42361">1.25</cx:pt>
          <cx:pt idx="42362">1.45</cx:pt>
          <cx:pt idx="42363">1.79</cx:pt>
          <cx:pt idx="42364">4.9500000000000002</cx:pt>
          <cx:pt idx="42365">4.9500000000000002</cx:pt>
          <cx:pt idx="42366">2.9500000000000002</cx:pt>
          <cx:pt idx="42367">6.9500000000000002</cx:pt>
          <cx:pt idx="42368">1.6499999999999999</cx:pt>
          <cx:pt idx="42369">2.8900000000000001</cx:pt>
          <cx:pt idx="42370">9.9499999999999993</cx:pt>
          <cx:pt idx="42371">1.25</cx:pt>
          <cx:pt idx="42372">1.79</cx:pt>
          <cx:pt idx="42373">10.949999999999999</cx:pt>
          <cx:pt idx="42374">1.45</cx:pt>
          <cx:pt idx="42375">2.1000000000000001</cx:pt>
          <cx:pt idx="42376">2.9500000000000002</cx:pt>
          <cx:pt idx="42377">3.75</cx:pt>
          <cx:pt idx="42378">3.9500000000000002</cx:pt>
          <cx:pt idx="42379">1.6899999999999999</cx:pt>
          <cx:pt idx="42380">1.6899999999999999</cx:pt>
          <cx:pt idx="42381">4.9500000000000002</cx:pt>
          <cx:pt idx="42382">1.6499999999999999</cx:pt>
          <cx:pt idx="42383">0.41999999999999998</cx:pt>
          <cx:pt idx="42384">2.5499999999999998</cx:pt>
          <cx:pt idx="42385">1.45</cx:pt>
          <cx:pt idx="42386">4.9500000000000002</cx:pt>
          <cx:pt idx="42387">1.25</cx:pt>
          <cx:pt idx="42388">0.71999999999999997</cx:pt>
          <cx:pt idx="42389">2.8900000000000001</cx:pt>
          <cx:pt idx="42390">2.8900000000000001</cx:pt>
          <cx:pt idx="42391">2.9500000000000002</cx:pt>
          <cx:pt idx="42392">2.9500000000000002</cx:pt>
          <cx:pt idx="42393">3.9500000000000002</cx:pt>
          <cx:pt idx="42394">1.6499999999999999</cx:pt>
          <cx:pt idx="42395">2.9500000000000002</cx:pt>
          <cx:pt idx="42396">3.3900000000000001</cx:pt>
          <cx:pt idx="42397">1.25</cx:pt>
          <cx:pt idx="42398">1.45</cx:pt>
          <cx:pt idx="42399">0.41999999999999998</cx:pt>
          <cx:pt idx="42400">1.6499999999999999</cx:pt>
          <cx:pt idx="42401">2.4900000000000002</cx:pt>
          <cx:pt idx="42402">0.55000000000000004</cx:pt>
          <cx:pt idx="42403">1.79</cx:pt>
          <cx:pt idx="42404">0.84999999999999998</cx:pt>
          <cx:pt idx="42405">4.9500000000000002</cx:pt>
          <cx:pt idx="42406">1.25</cx:pt>
          <cx:pt idx="42407">2.5499999999999998</cx:pt>
          <cx:pt idx="42408">1.6499999999999999</cx:pt>
          <cx:pt idx="42409">1.6899999999999999</cx:pt>
          <cx:pt idx="42410">2.9500000000000002</cx:pt>
          <cx:pt idx="42411">4.25</cx:pt>
          <cx:pt idx="42412">3.75</cx:pt>
          <cx:pt idx="42413">0.82999999999999996</cx:pt>
          <cx:pt idx="42414">14.949999999999999</cx:pt>
          <cx:pt idx="42415">4.6500000000000004</cx:pt>
          <cx:pt idx="42416">1.45</cx:pt>
          <cx:pt idx="42417">4.25</cx:pt>
          <cx:pt idx="42418">2.4900000000000002</cx:pt>
          <cx:pt idx="42419">1.95</cx:pt>
          <cx:pt idx="42420">1.95</cx:pt>
          <cx:pt idx="42421">1.6499999999999999</cx:pt>
          <cx:pt idx="42422">0.41999999999999998</cx:pt>
          <cx:pt idx="42423">1.6499999999999999</cx:pt>
          <cx:pt idx="42424">7.6500000000000004</cx:pt>
          <cx:pt idx="42425">2.9500000000000002</cx:pt>
          <cx:pt idx="42426">2.5499999999999998</cx:pt>
          <cx:pt idx="42427">1.45</cx:pt>
          <cx:pt idx="42428">1.6499999999999999</cx:pt>
          <cx:pt idx="42429">1.6499999999999999</cx:pt>
          <cx:pt idx="42430">0.84999999999999998</cx:pt>
          <cx:pt idx="42431">1.25</cx:pt>
          <cx:pt idx="42432">2.8900000000000001</cx:pt>
          <cx:pt idx="42433">4.1500000000000004</cx:pt>
          <cx:pt idx="42434">3.75</cx:pt>
          <cx:pt idx="42435">1.45</cx:pt>
          <cx:pt idx="42436">2.4900000000000002</cx:pt>
          <cx:pt idx="42437">0.55000000000000004</cx:pt>
          <cx:pt idx="42438">1.79</cx:pt>
          <cx:pt idx="42439">1.25</cx:pt>
          <cx:pt idx="42440">1.25</cx:pt>
          <cx:pt idx="42441">1.25</cx:pt>
          <cx:pt idx="42442">2.9500000000000002</cx:pt>
          <cx:pt idx="42443">2.9500000000000002</cx:pt>
          <cx:pt idx="42444">14.949999999999999</cx:pt>
          <cx:pt idx="42445">8.5</cx:pt>
          <cx:pt idx="42446">1.25</cx:pt>
          <cx:pt idx="42447">0.41999999999999998</cx:pt>
          <cx:pt idx="42448">1.6499999999999999</cx:pt>
          <cx:pt idx="42449">1.45</cx:pt>
          <cx:pt idx="42450">0.39000000000000001</cx:pt>
          <cx:pt idx="42451">2.8900000000000001</cx:pt>
          <cx:pt idx="42452">2.4900000000000002</cx:pt>
          <cx:pt idx="42453">2.4900000000000002</cx:pt>
          <cx:pt idx="42454">0.41999999999999998</cx:pt>
          <cx:pt idx="42455">1.45</cx:pt>
          <cx:pt idx="42456">2.0800000000000001</cx:pt>
          <cx:pt idx="42457">2.4900000000000002</cx:pt>
          <cx:pt idx="42458">4.25</cx:pt>
          <cx:pt idx="42459">0.84999999999999998</cx:pt>
          <cx:pt idx="42460">1.45</cx:pt>
          <cx:pt idx="42461">2.0800000000000001</cx:pt>
          <cx:pt idx="42462">3.75</cx:pt>
          <cx:pt idx="42463">1.6499999999999999</cx:pt>
          <cx:pt idx="42464">1.25</cx:pt>
          <cx:pt idx="42465">4.1299999999999999</cx:pt>
          <cx:pt idx="42466">5.79</cx:pt>
          <cx:pt idx="42467">0.82999999999999996</cx:pt>
          <cx:pt idx="42468">10.789999999999999</cx:pt>
          <cx:pt idx="42469">4.1299999999999999</cx:pt>
          <cx:pt idx="42470">1.6299999999999999</cx:pt>
          <cx:pt idx="42471">1.6299999999999999</cx:pt>
          <cx:pt idx="42472">2.46</cx:pt>
          <cx:pt idx="42473">14.960000000000001</cx:pt>
          <cx:pt idx="42474">2.46</cx:pt>
          <cx:pt idx="42475">0.41999999999999998</cx:pt>
          <cx:pt idx="42476">15.789999999999999</cx:pt>
          <cx:pt idx="42477">15.789999999999999</cx:pt>
          <cx:pt idx="42478">3.29</cx:pt>
          <cx:pt idx="42479">7.46</cx:pt>
          <cx:pt idx="42480">5.79</cx:pt>
          <cx:pt idx="42481">5.79</cx:pt>
          <cx:pt idx="42482">0.41999999999999998</cx:pt>
          <cx:pt idx="42483">1.6299999999999999</cx:pt>
          <cx:pt idx="42484">10.789999999999999</cx:pt>
          <cx:pt idx="42485">5.79</cx:pt>
          <cx:pt idx="42486">3.29</cx:pt>
          <cx:pt idx="42487">2.46</cx:pt>
          <cx:pt idx="42488">0.41999999999999998</cx:pt>
          <cx:pt idx="42489">8.2899999999999991</cx:pt>
          <cx:pt idx="42490">3.29</cx:pt>
          <cx:pt idx="42491">3.29</cx:pt>
          <cx:pt idx="42492">0.82999999999999996</cx:pt>
          <cx:pt idx="42493">5.79</cx:pt>
          <cx:pt idx="42494">3.29</cx:pt>
          <cx:pt idx="42495">9.1300000000000008</cx:pt>
          <cx:pt idx="42496">2.46</cx:pt>
          <cx:pt idx="42497">1.25</cx:pt>
          <cx:pt idx="42498">2.46</cx:pt>
          <cx:pt idx="42499">5.79</cx:pt>
          <cx:pt idx="42500">0.82999999999999996</cx:pt>
          <cx:pt idx="42501">1.25</cx:pt>
          <cx:pt idx="42502">4.1299999999999999</cx:pt>
          <cx:pt idx="42503">1.6299999999999999</cx:pt>
          <cx:pt idx="42504">4.1299999999999999</cx:pt>
          <cx:pt idx="42505">4.9500000000000002</cx:pt>
          <cx:pt idx="42506">0.65000000000000002</cx:pt>
          <cx:pt idx="42507">2.25</cx:pt>
          <cx:pt idx="42508">0.41999999999999998</cx:pt>
          <cx:pt idx="42509">2.25</cx:pt>
          <cx:pt idx="42510">1.6499999999999999</cx:pt>
          <cx:pt idx="42511">0.65000000000000002</cx:pt>
          <cx:pt idx="42512">1.45</cx:pt>
          <cx:pt idx="42513">0.41999999999999998</cx:pt>
          <cx:pt idx="42514">0.41999999999999998</cx:pt>
          <cx:pt idx="42515">4.9500000000000002</cx:pt>
          <cx:pt idx="42516">1.6499999999999999</cx:pt>
          <cx:pt idx="42517">8.25</cx:pt>
          <cx:pt idx="42518">2.5499999999999998</cx:pt>
          <cx:pt idx="42519">0.39000000000000001</cx:pt>
          <cx:pt idx="42520">2.9500000000000002</cx:pt>
          <cx:pt idx="42521">6.9500000000000002</cx:pt>
          <cx:pt idx="42522">1.6499999999999999</cx:pt>
          <cx:pt idx="42523">8.25</cx:pt>
          <cx:pt idx="42524">4.9500000000000002</cx:pt>
          <cx:pt idx="42525">1.25</cx:pt>
          <cx:pt idx="42526">4.25</cx:pt>
          <cx:pt idx="42527">1.25</cx:pt>
          <cx:pt idx="42528">0.41999999999999998</cx:pt>
          <cx:pt idx="42529">1.45</cx:pt>
          <cx:pt idx="42530">2.8900000000000001</cx:pt>
          <cx:pt idx="42531">2.9500000000000002</cx:pt>
          <cx:pt idx="42532">2.9500000000000002</cx:pt>
          <cx:pt idx="42533">8.25</cx:pt>
          <cx:pt idx="42534">8.25</cx:pt>
          <cx:pt idx="42535">1.25</cx:pt>
          <cx:pt idx="42536">1.45</cx:pt>
          <cx:pt idx="42537">2.1000000000000001</cx:pt>
          <cx:pt idx="42538">2.9500000000000002</cx:pt>
          <cx:pt idx="42539">1.25</cx:pt>
          <cx:pt idx="42540">0.41999999999999998</cx:pt>
          <cx:pt idx="42541">3.75</cx:pt>
          <cx:pt idx="42542">2.5499999999999998</cx:pt>
          <cx:pt idx="42543">2.9500000000000002</cx:pt>
          <cx:pt idx="42544">2.9500000000000002</cx:pt>
          <cx:pt idx="42545">1.25</cx:pt>
          <cx:pt idx="42546">4.1500000000000004</cx:pt>
          <cx:pt idx="42547">1.6499999999999999</cx:pt>
          <cx:pt idx="42548">0.41999999999999998</cx:pt>
          <cx:pt idx="42549">2.8900000000000001</cx:pt>
          <cx:pt idx="42550">1.45</cx:pt>
          <cx:pt idx="42551">2.9500000000000002</cx:pt>
          <cx:pt idx="42552">4.9500000000000002</cx:pt>
          <cx:pt idx="42553">3.25</cx:pt>
          <cx:pt idx="42554">1.25</cx:pt>
          <cx:pt idx="42555">3.75</cx:pt>
          <cx:pt idx="42556">0.71999999999999997</cx:pt>
          <cx:pt idx="42557">9.9499999999999993</cx:pt>
          <cx:pt idx="42558">8.5</cx:pt>
          <cx:pt idx="42559">2.25</cx:pt>
          <cx:pt idx="42560">1.25</cx:pt>
          <cx:pt idx="42561">3.75</cx:pt>
          <cx:pt idx="42562">1.45</cx:pt>
          <cx:pt idx="42563">1.45</cx:pt>
          <cx:pt idx="42564">1.45</cx:pt>
          <cx:pt idx="42565">1.6499999999999999</cx:pt>
          <cx:pt idx="42566">1.6499999999999999</cx:pt>
          <cx:pt idx="42567">2.1000000000000001</cx:pt>
          <cx:pt idx="42568">2.1000000000000001</cx:pt>
          <cx:pt idx="42569">4.9500000000000002</cx:pt>
          <cx:pt idx="42570">3.75</cx:pt>
          <cx:pt idx="42571">4.1500000000000004</cx:pt>
          <cx:pt idx="42572">1.6499999999999999</cx:pt>
          <cx:pt idx="42573">2.0800000000000001</cx:pt>
          <cx:pt idx="42574">5.9500000000000002</cx:pt>
          <cx:pt idx="42575">1.6499999999999999</cx:pt>
          <cx:pt idx="42576">0.55000000000000004</cx:pt>
          <cx:pt idx="42577">2.1000000000000001</cx:pt>
          <cx:pt idx="42578">2.8900000000000001</cx:pt>
          <cx:pt idx="42579">0.39000000000000001</cx:pt>
          <cx:pt idx="42580">1.25</cx:pt>
          <cx:pt idx="42581">2.1000000000000001</cx:pt>
          <cx:pt idx="42582">1.6899999999999999</cx:pt>
          <cx:pt idx="42583">2.0800000000000001</cx:pt>
          <cx:pt idx="42584">1.45</cx:pt>
          <cx:pt idx="42585">0.84999999999999998</cx:pt>
          <cx:pt idx="42586">1.6899999999999999</cx:pt>
          <cx:pt idx="42587">2.0800000000000001</cx:pt>
          <cx:pt idx="42588">0.84999999999999998</cx:pt>
          <cx:pt idx="42589">1.25</cx:pt>
          <cx:pt idx="42590">2.4900000000000002</cx:pt>
          <cx:pt idx="42591">0.65000000000000002</cx:pt>
          <cx:pt idx="42592">0.41999999999999998</cx:pt>
          <cx:pt idx="42593">1.45</cx:pt>
          <cx:pt idx="42594">0.65000000000000002</cx:pt>
          <cx:pt idx="42595">1.25</cx:pt>
          <cx:pt idx="42596">1.6499999999999999</cx:pt>
          <cx:pt idx="42597">1.45</cx:pt>
          <cx:pt idx="42598">2.9500000000000002</cx:pt>
          <cx:pt idx="42599">1.25</cx:pt>
          <cx:pt idx="42600">1.6499999999999999</cx:pt>
          <cx:pt idx="42601">2.5499999999999998</cx:pt>
          <cx:pt idx="42602">4.9500000000000002</cx:pt>
          <cx:pt idx="42603">1.6499999999999999</cx:pt>
          <cx:pt idx="42604">8.25</cx:pt>
          <cx:pt idx="42605">2.0800000000000001</cx:pt>
          <cx:pt idx="42606">2.1000000000000001</cx:pt>
          <cx:pt idx="42607">4.1500000000000004</cx:pt>
          <cx:pt idx="42608">0.65000000000000002</cx:pt>
          <cx:pt idx="42609">4.9500000000000002</cx:pt>
          <cx:pt idx="42610">0.41999999999999998</cx:pt>
          <cx:pt idx="42611">4.1500000000000004</cx:pt>
          <cx:pt idx="42612">0.41999999999999998</cx:pt>
          <cx:pt idx="42613">1.6499999999999999</cx:pt>
          <cx:pt idx="42614">1.45</cx:pt>
          <cx:pt idx="42615">1.6499999999999999</cx:pt>
          <cx:pt idx="42616">0.41999999999999998</cx:pt>
          <cx:pt idx="42617">2.9500000000000002</cx:pt>
          <cx:pt idx="42618">2.5499999999999998</cx:pt>
          <cx:pt idx="42619">2.5499999999999998</cx:pt>
          <cx:pt idx="42620">7.46</cx:pt>
          <cx:pt idx="42621">3.29</cx:pt>
          <cx:pt idx="42622">2.9199999999999999</cx:pt>
          <cx:pt idx="42623">3.29</cx:pt>
          <cx:pt idx="42624">10.789999999999999</cx:pt>
          <cx:pt idx="42625">2.46</cx:pt>
          <cx:pt idx="42626">0.41999999999999998</cx:pt>
          <cx:pt idx="42627">1.25</cx:pt>
          <cx:pt idx="42628">3.29</cx:pt>
          <cx:pt idx="42629">4.1299999999999999</cx:pt>
          <cx:pt idx="42630">4.96</cx:pt>
          <cx:pt idx="42631">2.46</cx:pt>
          <cx:pt idx="42632">0.41999999999999998</cx:pt>
          <cx:pt idx="42633">3.29</cx:pt>
          <cx:pt idx="42634">9.1300000000000008</cx:pt>
          <cx:pt idx="42635">4.1299999999999999</cx:pt>
          <cx:pt idx="42636">5.79</cx:pt>
          <cx:pt idx="42637">2.46</cx:pt>
          <cx:pt idx="42638">0.82999999999999996</cx:pt>
          <cx:pt idx="42639">7.46</cx:pt>
          <cx:pt idx="42640">3.29</cx:pt>
          <cx:pt idx="42641">6.6299999999999999</cx:pt>
          <cx:pt idx="42642">14.130000000000001</cx:pt>
          <cx:pt idx="42643">1.6299999999999999</cx:pt>
          <cx:pt idx="42644">0.82999999999999996</cx:pt>
          <cx:pt idx="42645">5.79</cx:pt>
          <cx:pt idx="42646">3.29</cx:pt>
          <cx:pt idx="42647">3.29</cx:pt>
          <cx:pt idx="42648">1.25</cx:pt>
          <cx:pt idx="42649">2.46</cx:pt>
          <cx:pt idx="42650">1.25</cx:pt>
          <cx:pt idx="42651">15.789999999999999</cx:pt>
          <cx:pt idx="42652">2.46</cx:pt>
          <cx:pt idx="42653">15.789999999999999</cx:pt>
          <cx:pt idx="42654">1.25</cx:pt>
          <cx:pt idx="42655">4.1299999999999999</cx:pt>
          <cx:pt idx="42656">4.1299999999999999</cx:pt>
          <cx:pt idx="42657">8.2899999999999991</cx:pt>
          <cx:pt idx="42658">2.46</cx:pt>
          <cx:pt idx="42659">1.49</cx:pt>
          <cx:pt idx="42660">8.25</cx:pt>
          <cx:pt idx="42661">0.84999999999999998</cx:pt>
          <cx:pt idx="42662">4.9500000000000002</cx:pt>
          <cx:pt idx="42663">0.39000000000000001</cx:pt>
          <cx:pt idx="42664">1.6499999999999999</cx:pt>
          <cx:pt idx="42665">0.84999999999999998</cx:pt>
          <cx:pt idx="42666">1.45</cx:pt>
          <cx:pt idx="42667">2.0800000000000001</cx:pt>
          <cx:pt idx="42668">0.39000000000000001</cx:pt>
          <cx:pt idx="42669">2.9500000000000002</cx:pt>
          <cx:pt idx="42670">0.84999999999999998</cx:pt>
          <cx:pt idx="42671">4.25</cx:pt>
          <cx:pt idx="42672">4.25</cx:pt>
          <cx:pt idx="42673">1.6499999999999999</cx:pt>
          <cx:pt idx="42674">2.1000000000000001</cx:pt>
          <cx:pt idx="42675">1.25</cx:pt>
          <cx:pt idx="42676">0.55000000000000004</cx:pt>
          <cx:pt idx="42677">4.9500000000000002</cx:pt>
          <cx:pt idx="42678">4.9500000000000002</cx:pt>
          <cx:pt idx="42679">0.41999999999999998</cx:pt>
          <cx:pt idx="42680">2.8900000000000001</cx:pt>
          <cx:pt idx="42681">6.9500000000000002</cx:pt>
          <cx:pt idx="42682">1.6899999999999999</cx:pt>
          <cx:pt idx="42683">0.65000000000000002</cx:pt>
          <cx:pt idx="42684">1.25</cx:pt>
          <cx:pt idx="42685">1.25</cx:pt>
          <cx:pt idx="42686">2.1000000000000001</cx:pt>
          <cx:pt idx="42687">0.39000000000000001</cx:pt>
          <cx:pt idx="42688">2.9500000000000002</cx:pt>
          <cx:pt idx="42689">1.6499999999999999</cx:pt>
          <cx:pt idx="42690">2.25</cx:pt>
          <cx:pt idx="42691">2.0800000000000001</cx:pt>
          <cx:pt idx="42692">2.25</cx:pt>
          <cx:pt idx="42693">1.45</cx:pt>
          <cx:pt idx="42694">4.9500000000000002</cx:pt>
          <cx:pt idx="42695">2.8900000000000001</cx:pt>
          <cx:pt idx="42696">0.65000000000000002</cx:pt>
          <cx:pt idx="42697">0.39000000000000001</cx:pt>
          <cx:pt idx="42698">2.9500000000000002</cx:pt>
          <cx:pt idx="42699">1.45</cx:pt>
          <cx:pt idx="42700">1.6499999999999999</cx:pt>
          <cx:pt idx="42701">2.4900000000000002</cx:pt>
          <cx:pt idx="42702">1.25</cx:pt>
          <cx:pt idx="42703">7.6500000000000004</cx:pt>
          <cx:pt idx="42704">2.5499999999999998</cx:pt>
          <cx:pt idx="42705">14.949999999999999</cx:pt>
          <cx:pt idx="42706">2.4900000000000002</cx:pt>
          <cx:pt idx="42707">4.25</cx:pt>
          <cx:pt idx="42708">4.9500000000000002</cx:pt>
          <cx:pt idx="42709">9.9499999999999993</cx:pt>
          <cx:pt idx="42710">4.9500000000000002</cx:pt>
          <cx:pt idx="42711">1.45</cx:pt>
          <cx:pt idx="42712">0.41999999999999998</cx:pt>
          <cx:pt idx="42713">12.75</cx:pt>
          <cx:pt idx="42714">4.9500000000000002</cx:pt>
          <cx:pt idx="42715">1.25</cx:pt>
          <cx:pt idx="42716">2.9500000000000002</cx:pt>
          <cx:pt idx="42717">0.39000000000000001</cx:pt>
          <cx:pt idx="42718">1.25</cx:pt>
          <cx:pt idx="42719">1.25</cx:pt>
          <cx:pt idx="42720">3.75</cx:pt>
          <cx:pt idx="42721">2.8900000000000001</cx:pt>
          <cx:pt idx="42722">1.45</cx:pt>
          <cx:pt idx="42723">2.0800000000000001</cx:pt>
          <cx:pt idx="42724">1.25</cx:pt>
          <cx:pt idx="42725">2.8900000000000001</cx:pt>
          <cx:pt idx="42726">2.4900000000000002</cx:pt>
          <cx:pt idx="42727">1.25</cx:pt>
          <cx:pt idx="42728">1.6499999999999999</cx:pt>
          <cx:pt idx="42729">0.84999999999999998</cx:pt>
          <cx:pt idx="42730">1.25</cx:pt>
          <cx:pt idx="42731">1.45</cx:pt>
          <cx:pt idx="42732">8.25</cx:pt>
          <cx:pt idx="42733">1.45</cx:pt>
          <cx:pt idx="42734">1.6899999999999999</cx:pt>
          <cx:pt idx="42735">1.45</cx:pt>
          <cx:pt idx="42736">1.45</cx:pt>
          <cx:pt idx="42737">1.45</cx:pt>
          <cx:pt idx="42738">1.6499999999999999</cx:pt>
          <cx:pt idx="42739">8.5</cx:pt>
          <cx:pt idx="42740">3.75</cx:pt>
          <cx:pt idx="42741">2.8900000000000001</cx:pt>
          <cx:pt idx="42742">1.6499999999999999</cx:pt>
          <cx:pt idx="42743">1.45</cx:pt>
          <cx:pt idx="42744">4.1500000000000004</cx:pt>
          <cx:pt idx="42745">0.39000000000000001</cx:pt>
          <cx:pt idx="42746">2.9500000000000002</cx:pt>
          <cx:pt idx="42747">0.55000000000000004</cx:pt>
          <cx:pt idx="42748">1.6899999999999999</cx:pt>
          <cx:pt idx="42749">1.45</cx:pt>
          <cx:pt idx="42750">2.5499999999999998</cx:pt>
          <cx:pt idx="42751">3.75</cx:pt>
          <cx:pt idx="42752">2.9500000000000002</cx:pt>
          <cx:pt idx="42753">0.65000000000000002</cx:pt>
          <cx:pt idx="42754">1.6499999999999999</cx:pt>
          <cx:pt idx="42755">1.45</cx:pt>
          <cx:pt idx="42756">1.25</cx:pt>
          <cx:pt idx="42757">1.6899999999999999</cx:pt>
          <cx:pt idx="42758">1.45</cx:pt>
          <cx:pt idx="42759">14.949999999999999</cx:pt>
          <cx:pt idx="42760">0.55000000000000004</cx:pt>
          <cx:pt idx="42761">1.25</cx:pt>
          <cx:pt idx="42762">1.45</cx:pt>
          <cx:pt idx="42763">1.6899999999999999</cx:pt>
          <cx:pt idx="42764">8.25</cx:pt>
          <cx:pt idx="42765">1.45</cx:pt>
          <cx:pt idx="42766">2.9500000000000002</cx:pt>
          <cx:pt idx="42767">1.6499999999999999</cx:pt>
          <cx:pt idx="42768">8.25</cx:pt>
          <cx:pt idx="42769">2.9500000000000002</cx:pt>
          <cx:pt idx="42770">8.5</cx:pt>
          <cx:pt idx="42771">0.41999999999999998</cx:pt>
          <cx:pt idx="42772">1.6499999999999999</cx:pt>
          <cx:pt idx="42773">2.0800000000000001</cx:pt>
          <cx:pt idx="42774">2.5499999999999998</cx:pt>
          <cx:pt idx="42775">6.9500000000000002</cx:pt>
          <cx:pt idx="42776">1.6499999999999999</cx:pt>
          <cx:pt idx="42777">4.1500000000000004</cx:pt>
          <cx:pt idx="42778">1.45</cx:pt>
          <cx:pt idx="42779">4.1500000000000004</cx:pt>
          <cx:pt idx="42780">12.75</cx:pt>
          <cx:pt idx="42781">2.8900000000000001</cx:pt>
          <cx:pt idx="42782">2.4900000000000002</cx:pt>
          <cx:pt idx="42783">1.45</cx:pt>
          <cx:pt idx="42784">2.1000000000000001</cx:pt>
          <cx:pt idx="42785">2.1000000000000001</cx:pt>
          <cx:pt idx="42786">3.29</cx:pt>
          <cx:pt idx="42787">4.6500000000000004</cx:pt>
          <cx:pt idx="42788">4.25</cx:pt>
          <cx:pt idx="42789">1.45</cx:pt>
          <cx:pt idx="42790">4.1500000000000004</cx:pt>
          <cx:pt idx="42791">1.25</cx:pt>
          <cx:pt idx="42792">2.5499999999999998</cx:pt>
          <cx:pt idx="42793">2.0800000000000001</cx:pt>
          <cx:pt idx="42794">1.6499999999999999</cx:pt>
          <cx:pt idx="42795">2.8900000000000001</cx:pt>
          <cx:pt idx="42796">8.25</cx:pt>
          <cx:pt idx="42797">1.45</cx:pt>
          <cx:pt idx="42798">6.9500000000000002</cx:pt>
          <cx:pt idx="42799">2.4900000000000002</cx:pt>
          <cx:pt idx="42800">1.6499999999999999</cx:pt>
          <cx:pt idx="42801">2.1000000000000001</cx:pt>
          <cx:pt idx="42802">1.6499999999999999</cx:pt>
          <cx:pt idx="42803">1.6499999999999999</cx:pt>
          <cx:pt idx="42804">2.9500000000000002</cx:pt>
          <cx:pt idx="42805">1.6499999999999999</cx:pt>
          <cx:pt idx="42806">3.75</cx:pt>
          <cx:pt idx="42807">1.45</cx:pt>
          <cx:pt idx="42808">0.84999999999999998</cx:pt>
          <cx:pt idx="42809">2.5499999999999998</cx:pt>
          <cx:pt idx="42810">2.5499999999999998</cx:pt>
          <cx:pt idx="42811">2.5499999999999998</cx:pt>
          <cx:pt idx="42812">1.25</cx:pt>
          <cx:pt idx="42813">2.1000000000000001</cx:pt>
          <cx:pt idx="42814">8.25</cx:pt>
          <cx:pt idx="42815">8.25</cx:pt>
          <cx:pt idx="42816">3.9500000000000002</cx:pt>
          <cx:pt idx="42817">1.45</cx:pt>
          <cx:pt idx="42818">2.9500000000000002</cx:pt>
          <cx:pt idx="42819">15.789999999999999</cx:pt>
          <cx:pt idx="42820">0.82999999999999996</cx:pt>
          <cx:pt idx="42821">9.9600000000000009</cx:pt>
          <cx:pt idx="42822">10.789999999999999</cx:pt>
          <cx:pt idx="42823">1.6299999999999999</cx:pt>
          <cx:pt idx="42824">2.46</cx:pt>
          <cx:pt idx="42825">2.46</cx:pt>
          <cx:pt idx="42826">0.82999999999999996</cx:pt>
          <cx:pt idx="42827">0.41999999999999998</cx:pt>
          <cx:pt idx="42828">3.29</cx:pt>
          <cx:pt idx="42829">4.96</cx:pt>
          <cx:pt idx="42830">2.46</cx:pt>
          <cx:pt idx="42831">0.41999999999999998</cx:pt>
          <cx:pt idx="42832">10.789999999999999</cx:pt>
          <cx:pt idx="42833">10.789999999999999</cx:pt>
          <cx:pt idx="42834">4.1299999999999999</cx:pt>
          <cx:pt idx="42835">5.79</cx:pt>
          <cx:pt idx="42836">0.41999999999999998</cx:pt>
          <cx:pt idx="42837">0.82999999999999996</cx:pt>
          <cx:pt idx="42838">7.46</cx:pt>
          <cx:pt idx="42839">3.29</cx:pt>
          <cx:pt idx="42840">6.6299999999999999</cx:pt>
          <cx:pt idx="42841">4.96</cx:pt>
          <cx:pt idx="42842">1.6299999999999999</cx:pt>
          <cx:pt idx="42843">4.5800000000000001</cx:pt>
          <cx:pt idx="42844">3.29</cx:pt>
          <cx:pt idx="42845">0.82999999999999996</cx:pt>
          <cx:pt idx="42846">3.29</cx:pt>
          <cx:pt idx="42847">4.1299999999999999</cx:pt>
          <cx:pt idx="42848">1.25</cx:pt>
          <cx:pt idx="42849">2.46</cx:pt>
          <cx:pt idx="42850">0.82999999999999996</cx:pt>
          <cx:pt idx="42851">1.25</cx:pt>
          <cx:pt idx="42852">2.7599999999999998</cx:pt>
          <cx:pt idx="42853">4.1299999999999999</cx:pt>
          <cx:pt idx="42854">4.1299999999999999</cx:pt>
          <cx:pt idx="42855">3.29</cx:pt>
          <cx:pt idx="42856">1.6299999999999999</cx:pt>
          <cx:pt idx="42857">4.96</cx:pt>
          <cx:pt idx="42858">0.82999999999999996</cx:pt>
          <cx:pt idx="42859">1.25</cx:pt>
          <cx:pt idx="42860">4.1500000000000004</cx:pt>
          <cx:pt idx="42861">2.4900000000000002</cx:pt>
          <cx:pt idx="42862">1.6499999999999999</cx:pt>
          <cx:pt idx="42863">2.1000000000000001</cx:pt>
          <cx:pt idx="42864">6.9500000000000002</cx:pt>
          <cx:pt idx="42865">1.6499999999999999</cx:pt>
          <cx:pt idx="42866">0.84999999999999998</cx:pt>
          <cx:pt idx="42867">4.9500000000000002</cx:pt>
          <cx:pt idx="42868">8.5</cx:pt>
          <cx:pt idx="42869">1.6499999999999999</cx:pt>
          <cx:pt idx="42870">4.1299999999999999</cx:pt>
          <cx:pt idx="42871">6.6299999999999999</cx:pt>
          <cx:pt idx="42872">12.460000000000001</cx:pt>
          <cx:pt idx="42873">8.2899999999999991</cx:pt>
          <cx:pt idx="42874">1.6299999999999999</cx:pt>
          <cx:pt idx="42875">4.96</cx:pt>
          <cx:pt idx="42876">2.46</cx:pt>
          <cx:pt idx="42877">5.6299999999999999</cx:pt>
          <cx:pt idx="42878">9.1300000000000008</cx:pt>
          <cx:pt idx="42879">13.130000000000001</cx:pt>
          <cx:pt idx="42880">2.8900000000000001</cx:pt>
          <cx:pt idx="42881">3.9500000000000002</cx:pt>
          <cx:pt idx="42882">1.45</cx:pt>
          <cx:pt idx="42883">2.0800000000000001</cx:pt>
          <cx:pt idx="42884">4.9500000000000002</cx:pt>
          <cx:pt idx="42885">4.1500000000000004</cx:pt>
          <cx:pt idx="42886">1.6499999999999999</cx:pt>
          <cx:pt idx="42887">2.9500000000000002</cx:pt>
          <cx:pt idx="42888">0.55000000000000004</cx:pt>
          <cx:pt idx="42889">0.41999999999999998</cx:pt>
          <cx:pt idx="42890">2.1000000000000001</cx:pt>
          <cx:pt idx="42891">2.8900000000000001</cx:pt>
          <cx:pt idx="42892">9.9499999999999993</cx:pt>
          <cx:pt idx="42893">2.4900000000000002</cx:pt>
          <cx:pt idx="42894">1.45</cx:pt>
          <cx:pt idx="42895">2.9500000000000002</cx:pt>
          <cx:pt idx="42896">1.25</cx:pt>
          <cx:pt idx="42897">1.25</cx:pt>
          <cx:pt idx="42898">2.0800000000000001</cx:pt>
          <cx:pt idx="42899">1.25</cx:pt>
          <cx:pt idx="42900">2.1000000000000001</cx:pt>
          <cx:pt idx="42901">2.8900000000000001</cx:pt>
          <cx:pt idx="42902">2.8900000000000001</cx:pt>
          <cx:pt idx="42903">2.0800000000000001</cx:pt>
          <cx:pt idx="42904">4.1500000000000004</cx:pt>
          <cx:pt idx="42905">4.1500000000000004</cx:pt>
          <cx:pt idx="42906">2.0800000000000001</cx:pt>
          <cx:pt idx="42907">2.9500000000000002</cx:pt>
          <cx:pt idx="42908">2.9500000000000002</cx:pt>
          <cx:pt idx="42909">2.1000000000000001</cx:pt>
          <cx:pt idx="42910">2.1000000000000001</cx:pt>
          <cx:pt idx="42911">2.1000000000000001</cx:pt>
          <cx:pt idx="42912">2.8900000000000001</cx:pt>
          <cx:pt idx="42913">1.45</cx:pt>
          <cx:pt idx="42914">4.6500000000000004</cx:pt>
          <cx:pt idx="42915">2.9500000000000002</cx:pt>
          <cx:pt idx="42916">2.0800000000000001</cx:pt>
          <cx:pt idx="42917">1.25</cx:pt>
          <cx:pt idx="42918">1.45</cx:pt>
          <cx:pt idx="42919">1.25</cx:pt>
          <cx:pt idx="42920">2.5499999999999998</cx:pt>
          <cx:pt idx="42921">2.9500000000000002</cx:pt>
          <cx:pt idx="42922">0.82999999999999996</cx:pt>
          <cx:pt idx="42923">8.25</cx:pt>
          <cx:pt idx="42924">8.25</cx:pt>
          <cx:pt idx="42925">0.84999999999999998</cx:pt>
          <cx:pt idx="42926">2.9500000000000002</cx:pt>
          <cx:pt idx="42927">2.9500000000000002</cx:pt>
          <cx:pt idx="42928">1.45</cx:pt>
          <cx:pt idx="42929">4.1500000000000004</cx:pt>
          <cx:pt idx="42930">4.1500000000000004</cx:pt>
          <cx:pt idx="42931">1.25</cx:pt>
          <cx:pt idx="42932">0.65000000000000002</cx:pt>
          <cx:pt idx="42933">2.5499999999999998</cx:pt>
          <cx:pt idx="42934">2.9500000000000002</cx:pt>
          <cx:pt idx="42935">2.9500000000000002</cx:pt>
          <cx:pt idx="42936">3.75</cx:pt>
          <cx:pt idx="42937">1.6899999999999999</cx:pt>
          <cx:pt idx="42938">2.9500000000000002</cx:pt>
          <cx:pt idx="42939">1.6499999999999999</cx:pt>
          <cx:pt idx="42940">1.45</cx:pt>
          <cx:pt idx="42941">1.6899999999999999</cx:pt>
          <cx:pt idx="42942">4.1500000000000004</cx:pt>
          <cx:pt idx="42943">4.1500000000000004</cx:pt>
          <cx:pt idx="42944">2.4900000000000002</cx:pt>
          <cx:pt idx="42945">0.41999999999999998</cx:pt>
          <cx:pt idx="42946">1.6499999999999999</cx:pt>
          <cx:pt idx="42947">1.25</cx:pt>
          <cx:pt idx="42948">1.6899999999999999</cx:pt>
          <cx:pt idx="42949">1.45</cx:pt>
          <cx:pt idx="42950">4.9500000000000002</cx:pt>
          <cx:pt idx="42951">1.25</cx:pt>
          <cx:pt idx="42952">9.9499999999999993</cx:pt>
          <cx:pt idx="42953">4.1500000000000004</cx:pt>
          <cx:pt idx="42954">4.9500000000000002</cx:pt>
          <cx:pt idx="42955">2.9500000000000002</cx:pt>
          <cx:pt idx="42956">2.4900000000000002</cx:pt>
          <cx:pt idx="42957">2.1000000000000001</cx:pt>
          <cx:pt idx="42958">0.84999999999999998</cx:pt>
          <cx:pt idx="42959">4.9500000000000002</cx:pt>
          <cx:pt idx="42960">2.5499999999999998</cx:pt>
          <cx:pt idx="42961">0.39000000000000001</cx:pt>
          <cx:pt idx="42962">1.45</cx:pt>
          <cx:pt idx="42963">0.41999999999999998</cx:pt>
          <cx:pt idx="42964">0.84999999999999998</cx:pt>
          <cx:pt idx="42965">0.41999999999999998</cx:pt>
          <cx:pt idx="42966">1.6499999999999999</cx:pt>
          <cx:pt idx="42967">2.0800000000000001</cx:pt>
          <cx:pt idx="42968">1.25</cx:pt>
          <cx:pt idx="42969">1.25</cx:pt>
          <cx:pt idx="42970">1.25</cx:pt>
          <cx:pt idx="42971">2.4900000000000002</cx:pt>
          <cx:pt idx="42972">2.4900000000000002</cx:pt>
          <cx:pt idx="42973">2.0800000000000001</cx:pt>
          <cx:pt idx="42974">9.9499999999999993</cx:pt>
          <cx:pt idx="42975">2.5499999999999998</cx:pt>
          <cx:pt idx="42976">2.1000000000000001</cx:pt>
          <cx:pt idx="42977">4.9500000000000002</cx:pt>
          <cx:pt idx="42978">3.75</cx:pt>
          <cx:pt idx="42979">3.9500000000000002</cx:pt>
          <cx:pt idx="42980">1.45</cx:pt>
          <cx:pt idx="42981">1.25</cx:pt>
          <cx:pt idx="42982">1.6899999999999999</cx:pt>
          <cx:pt idx="42983">1.45</cx:pt>
          <cx:pt idx="42984">0.82999999999999996</cx:pt>
          <cx:pt idx="42985">1.6499999999999999</cx:pt>
          <cx:pt idx="42986">1.6499999999999999</cx:pt>
          <cx:pt idx="42987">0.65000000000000002</cx:pt>
          <cx:pt idx="42988">0.41999999999999998</cx:pt>
          <cx:pt idx="42989">1.45</cx:pt>
          <cx:pt idx="42990">0.41999999999999998</cx:pt>
          <cx:pt idx="42991">2.9500000000000002</cx:pt>
          <cx:pt idx="42992">4.9500000000000002</cx:pt>
          <cx:pt idx="42993">2.1000000000000001</cx:pt>
          <cx:pt idx="42994">7.6500000000000004</cx:pt>
          <cx:pt idx="42995">2.8900000000000001</cx:pt>
          <cx:pt idx="42996">2.9500000000000002</cx:pt>
          <cx:pt idx="42997">2.5499999999999998</cx:pt>
          <cx:pt idx="42998">4.9500000000000002</cx:pt>
          <cx:pt idx="42999">6.3499999999999996</cx:pt>
          <cx:pt idx="43000">3.75</cx:pt>
          <cx:pt idx="43001">1.6499999999999999</cx:pt>
          <cx:pt idx="43002">1.45</cx:pt>
          <cx:pt idx="43003">0.41999999999999998</cx:pt>
          <cx:pt idx="43004">0.65000000000000002</cx:pt>
          <cx:pt idx="43005">1.6499999999999999</cx:pt>
          <cx:pt idx="43006">1.25</cx:pt>
          <cx:pt idx="43007">9.9499999999999993</cx:pt>
          <cx:pt idx="43008">1.6499999999999999</cx:pt>
          <cx:pt idx="43009">0.39000000000000001</cx:pt>
          <cx:pt idx="43010">4.1299999999999999</cx:pt>
          <cx:pt idx="43011">7.46</cx:pt>
          <cx:pt idx="43012">4.1299999999999999</cx:pt>
          <cx:pt idx="43013">5.79</cx:pt>
          <cx:pt idx="43014">3.29</cx:pt>
          <cx:pt idx="43015">0.82999999999999996</cx:pt>
          <cx:pt idx="43016">2.9199999999999999</cx:pt>
          <cx:pt idx="43017">9.9600000000000009</cx:pt>
          <cx:pt idx="43018">10.789999999999999</cx:pt>
          <cx:pt idx="43019">2.46</cx:pt>
          <cx:pt idx="43020">0.41999999999999998</cx:pt>
          <cx:pt idx="43021">3.29</cx:pt>
          <cx:pt idx="43022">15.789999999999999</cx:pt>
          <cx:pt idx="43023">3.29</cx:pt>
          <cx:pt idx="43024">5.79</cx:pt>
          <cx:pt idx="43025">4.96</cx:pt>
          <cx:pt idx="43026">0.41999999999999998</cx:pt>
          <cx:pt idx="43027">1.6299999999999999</cx:pt>
          <cx:pt idx="43028">2.46</cx:pt>
          <cx:pt idx="43029">5.79</cx:pt>
          <cx:pt idx="43030">5.79</cx:pt>
          <cx:pt idx="43031">4.5800000000000001</cx:pt>
          <cx:pt idx="43032">2.46</cx:pt>
          <cx:pt idx="43033">6.6299999999999999</cx:pt>
          <cx:pt idx="43034">1.6299999999999999</cx:pt>
          <cx:pt idx="43035">4.5800000000000001</cx:pt>
          <cx:pt idx="43036">2.46</cx:pt>
          <cx:pt idx="43037">3.29</cx:pt>
          <cx:pt idx="43038">4.1299999999999999</cx:pt>
          <cx:pt idx="43039">1.25</cx:pt>
          <cx:pt idx="43040">1.25</cx:pt>
          <cx:pt idx="43041">5.79</cx:pt>
          <cx:pt idx="43042">5.79</cx:pt>
          <cx:pt idx="43043">3.29</cx:pt>
          <cx:pt idx="43044">1.25</cx:pt>
          <cx:pt idx="43045">4.1299999999999999</cx:pt>
          <cx:pt idx="43046">1.6299999999999999</cx:pt>
          <cx:pt idx="43047">1.49</cx:pt>
          <cx:pt idx="43048">0.41999999999999998</cx:pt>
          <cx:pt idx="43049">4.9500000000000002</cx:pt>
          <cx:pt idx="43050">3.29</cx:pt>
          <cx:pt idx="43051">4.25</cx:pt>
          <cx:pt idx="43052">1.45</cx:pt>
          <cx:pt idx="43053">1.45</cx:pt>
          <cx:pt idx="43054">1.6899999999999999</cx:pt>
          <cx:pt idx="43055">4.9500000000000002</cx:pt>
          <cx:pt idx="43056">1.45</cx:pt>
          <cx:pt idx="43057">3.75</cx:pt>
          <cx:pt idx="43058">3.75</cx:pt>
          <cx:pt idx="43059">2.9500000000000002</cx:pt>
          <cx:pt idx="43060">1.45</cx:pt>
          <cx:pt idx="43061">1.6499999999999999</cx:pt>
          <cx:pt idx="43062">0.65000000000000002</cx:pt>
          <cx:pt idx="43063">2.9500000000000002</cx:pt>
          <cx:pt idx="43064">0.55000000000000004</cx:pt>
          <cx:pt idx="43065">0.41999999999999998</cx:pt>
          <cx:pt idx="43066">8.25</cx:pt>
          <cx:pt idx="43067">1.6899999999999999</cx:pt>
          <cx:pt idx="43068">1.6499999999999999</cx:pt>
          <cx:pt idx="43069">2.0800000000000001</cx:pt>
          <cx:pt idx="43070">2.1000000000000001</cx:pt>
          <cx:pt idx="43071">0.84999999999999998</cx:pt>
          <cx:pt idx="43072">2.9500000000000002</cx:pt>
          <cx:pt idx="43073">3.75</cx:pt>
          <cx:pt idx="43074">1.6499999999999999</cx:pt>
          <cx:pt idx="43075">4.9500000000000002</cx:pt>
          <cx:pt idx="43076">0.41999999999999998</cx:pt>
          <cx:pt idx="43077">2.8900000000000001</cx:pt>
          <cx:pt idx="43078">1.45</cx:pt>
          <cx:pt idx="43079">1.25</cx:pt>
          <cx:pt idx="43080">1.6499999999999999</cx:pt>
          <cx:pt idx="43081">4.25</cx:pt>
          <cx:pt idx="43082">1.45</cx:pt>
          <cx:pt idx="43083">1.45</cx:pt>
          <cx:pt idx="43084">0.41999999999999998</cx:pt>
          <cx:pt idx="43085">4.1500000000000004</cx:pt>
          <cx:pt idx="43086">0.84999999999999998</cx:pt>
          <cx:pt idx="43087">2.9500000000000002</cx:pt>
          <cx:pt idx="43088">1.6499999999999999</cx:pt>
          <cx:pt idx="43089">3.75</cx:pt>
          <cx:pt idx="43090">2.9500000000000002</cx:pt>
          <cx:pt idx="43091">1.25</cx:pt>
          <cx:pt idx="43092">0.41999999999999998</cx:pt>
          <cx:pt idx="43093">0.39000000000000001</cx:pt>
          <cx:pt idx="43094">0.39000000000000001</cx:pt>
          <cx:pt idx="43095">0.65000000000000002</cx:pt>
          <cx:pt idx="43096">1.6899999999999999</cx:pt>
          <cx:pt idx="43097">4.9500000000000002</cx:pt>
          <cx:pt idx="43098">3.9500000000000002</cx:pt>
          <cx:pt idx="43099">1.45</cx:pt>
          <cx:pt idx="43100">4.25</cx:pt>
          <cx:pt idx="43101">3.75</cx:pt>
          <cx:pt idx="43102">0.41999999999999998</cx:pt>
          <cx:pt idx="43103">1.25</cx:pt>
          <cx:pt idx="43104">1.25</cx:pt>
          <cx:pt idx="43105">1.79</cx:pt>
          <cx:pt idx="43106">0.84999999999999998</cx:pt>
          <cx:pt idx="43107">0.71999999999999997</cx:pt>
          <cx:pt idx="43108">2.1000000000000001</cx:pt>
          <cx:pt idx="43109">0.82999999999999996</cx:pt>
          <cx:pt idx="43110">0.39000000000000001</cx:pt>
          <cx:pt idx="43111">1.79</cx:pt>
          <cx:pt idx="43112">7.6500000000000004</cx:pt>
          <cx:pt idx="43113">5.9500000000000002</cx:pt>
          <cx:pt idx="43114">3.8100000000000001</cx:pt>
          <cx:pt idx="43115">1.45</cx:pt>
          <cx:pt idx="43116">2.9500000000000002</cx:pt>
          <cx:pt idx="43117">2.1000000000000001</cx:pt>
          <cx:pt idx="43118">0.65000000000000002</cx:pt>
          <cx:pt idx="43119">1.6499999999999999</cx:pt>
          <cx:pt idx="43120">1.6499999999999999</cx:pt>
          <cx:pt idx="43121">0.84999999999999998</cx:pt>
          <cx:pt idx="43122">1.45</cx:pt>
          <cx:pt idx="43123">1.25</cx:pt>
          <cx:pt idx="43124">4.1299999999999999</cx:pt>
          <cx:pt idx="43125">5.79</cx:pt>
          <cx:pt idx="43126">4.1299999999999999</cx:pt>
          <cx:pt idx="43127">5.79</cx:pt>
          <cx:pt idx="43128">3.29</cx:pt>
          <cx:pt idx="43129">0.82999999999999996</cx:pt>
          <cx:pt idx="43130">2.9199999999999999</cx:pt>
          <cx:pt idx="43131">10.789999999999999</cx:pt>
          <cx:pt idx="43132">4.1299999999999999</cx:pt>
          <cx:pt idx="43133">1.6299999999999999</cx:pt>
          <cx:pt idx="43134">1.6299999999999999</cx:pt>
          <cx:pt idx="43135">5.79</cx:pt>
          <cx:pt idx="43136">2.46</cx:pt>
          <cx:pt idx="43137">0.41999999999999998</cx:pt>
          <cx:pt idx="43138">3.29</cx:pt>
          <cx:pt idx="43139">7.46</cx:pt>
          <cx:pt idx="43140">8.2899999999999991</cx:pt>
          <cx:pt idx="43141">3.29</cx:pt>
          <cx:pt idx="43142">4.96</cx:pt>
          <cx:pt idx="43143">2.46</cx:pt>
          <cx:pt idx="43144">0.41999999999999998</cx:pt>
          <cx:pt idx="43145">10.789999999999999</cx:pt>
          <cx:pt idx="43146">1.6299999999999999</cx:pt>
          <cx:pt idx="43147">10.789999999999999</cx:pt>
          <cx:pt idx="43148">2.46</cx:pt>
          <cx:pt idx="43149">4.1299999999999999</cx:pt>
          <cx:pt idx="43150">5.79</cx:pt>
          <cx:pt idx="43151">4.5800000000000001</cx:pt>
          <cx:pt idx="43152">2.46</cx:pt>
          <cx:pt idx="43153">0.41999999999999998</cx:pt>
          <cx:pt idx="43154">7.46</cx:pt>
          <cx:pt idx="43155">3.29</cx:pt>
          <cx:pt idx="43156">3.29</cx:pt>
          <cx:pt idx="43157">1.6299999999999999</cx:pt>
          <cx:pt idx="43158">4.96</cx:pt>
          <cx:pt idx="43159">3.29</cx:pt>
          <cx:pt idx="43160">2.46</cx:pt>
          <cx:pt idx="43161">1.25</cx:pt>
          <cx:pt idx="43162">4.1299999999999999</cx:pt>
          <cx:pt idx="43163">3.29</cx:pt>
          <cx:pt idx="43164">1.25</cx:pt>
          <cx:pt idx="43165">1.6299999999999999</cx:pt>
          <cx:pt idx="43166">4.1299999999999999</cx:pt>
          <cx:pt idx="43167">1.6899999999999999</cx:pt>
          <cx:pt idx="43168">1.45</cx:pt>
          <cx:pt idx="43169">4.9500000000000002</cx:pt>
          <cx:pt idx="43170">0.84999999999999998</cx:pt>
          <cx:pt idx="43171">3.25</cx:pt>
          <cx:pt idx="43172">2.9500000000000002</cx:pt>
          <cx:pt idx="43173">2.9500000000000002</cx:pt>
          <cx:pt idx="43174">2.0800000000000001</cx:pt>
          <cx:pt idx="43175">0.65000000000000002</cx:pt>
          <cx:pt idx="43176">1.6499999999999999</cx:pt>
          <cx:pt idx="43177">1.6499999999999999</cx:pt>
          <cx:pt idx="43178">1.6499999999999999</cx:pt>
          <cx:pt idx="43179">0.84999999999999998</cx:pt>
          <cx:pt idx="43180">1.25</cx:pt>
          <cx:pt idx="43181">1.6499999999999999</cx:pt>
          <cx:pt idx="43182">0.55000000000000004</cx:pt>
          <cx:pt idx="43183">2.0800000000000001</cx:pt>
          <cx:pt idx="43184">1.45</cx:pt>
          <cx:pt idx="43185">1.6499999999999999</cx:pt>
          <cx:pt idx="43186">0.55000000000000004</cx:pt>
          <cx:pt idx="43187">1.45</cx:pt>
          <cx:pt idx="43188">1.45</cx:pt>
          <cx:pt idx="43189">4.1500000000000004</cx:pt>
          <cx:pt idx="43190">4.9500000000000002</cx:pt>
          <cx:pt idx="43191">0.84999999999999998</cx:pt>
          <cx:pt idx="43192">0.39000000000000001</cx:pt>
          <cx:pt idx="43193">0.39000000000000001</cx:pt>
          <cx:pt idx="43194">1.45</cx:pt>
          <cx:pt idx="43195">6.6299999999999999</cx:pt>
          <cx:pt idx="43196">16.629999999999999</cx:pt>
          <cx:pt idx="43197">24.960000000000001</cx:pt>
          <cx:pt idx="43198">4.1299999999999999</cx:pt>
          <cx:pt idx="43199">10.789999999999999</cx:pt>
          <cx:pt idx="43200">2.46</cx:pt>
          <cx:pt idx="43201">5.79</cx:pt>
          <cx:pt idx="43202">4.1299999999999999</cx:pt>
          <cx:pt idx="43203">4.1299999999999999</cx:pt>
          <cx:pt idx="43204">2.5</cx:pt>
          <cx:pt idx="43205">4.1299999999999999</cx:pt>
          <cx:pt idx="43206">10.789999999999999</cx:pt>
          <cx:pt idx="43207">2.5499999999999998</cx:pt>
          <cx:pt idx="43208">5.79</cx:pt>
          <cx:pt idx="43209">0.79000000000000004</cx:pt>
          <cx:pt idx="43210">3.29</cx:pt>
          <cx:pt idx="43211">4.96</cx:pt>
          <cx:pt idx="43212">3.29</cx:pt>
          <cx:pt idx="43213">14.130000000000001</cx:pt>
          <cx:pt idx="43214">1.49</cx:pt>
          <cx:pt idx="43215">10.949999999999999</cx:pt>
          <cx:pt idx="43216">2.8900000000000001</cx:pt>
          <cx:pt idx="43217">0.84999999999999998</cx:pt>
          <cx:pt idx="43218">0.39000000000000001</cx:pt>
          <cx:pt idx="43219">0.39000000000000001</cx:pt>
          <cx:pt idx="43220">0.39000000000000001</cx:pt>
          <cx:pt idx="43221">0.39000000000000001</cx:pt>
          <cx:pt idx="43222">0.41999999999999998</cx:pt>
          <cx:pt idx="43223">0.41999999999999998</cx:pt>
          <cx:pt idx="43224">8.25</cx:pt>
          <cx:pt idx="43225">1.25</cx:pt>
          <cx:pt idx="43226">1.6499999999999999</cx:pt>
          <cx:pt idx="43227">1.6499999999999999</cx:pt>
          <cx:pt idx="43228">0.41999999999999998</cx:pt>
          <cx:pt idx="43229">4.9500000000000002</cx:pt>
          <cx:pt idx="43230">1.6499999999999999</cx:pt>
          <cx:pt idx="43231">1.25</cx:pt>
          <cx:pt idx="43232">1.6499999999999999</cx:pt>
          <cx:pt idx="43233">8.25</cx:pt>
          <cx:pt idx="43234">1.25</cx:pt>
          <cx:pt idx="43235">0.65000000000000002</cx:pt>
          <cx:pt idx="43236">2.5499999999999998</cx:pt>
          <cx:pt idx="43237">0.39000000000000001</cx:pt>
          <cx:pt idx="43238">3.9500000000000002</cx:pt>
          <cx:pt idx="43239">1.25</cx:pt>
          <cx:pt idx="43240">1.45</cx:pt>
          <cx:pt idx="43241">2.8900000000000001</cx:pt>
          <cx:pt idx="43242">8.5</cx:pt>
          <cx:pt idx="43243">1.6499999999999999</cx:pt>
          <cx:pt idx="43244">6.9500000000000002</cx:pt>
          <cx:pt idx="43245">1.6499999999999999</cx:pt>
          <cx:pt idx="43246">0.41999999999999998</cx:pt>
          <cx:pt idx="43247">0.41999999999999998</cx:pt>
          <cx:pt idx="43248">0.41999999999999998</cx:pt>
          <cx:pt idx="43249">2.9500000000000002</cx:pt>
          <cx:pt idx="43250">2.9500000000000002</cx:pt>
          <cx:pt idx="43251">0.84999999999999998</cx:pt>
          <cx:pt idx="43252">9.9499999999999993</cx:pt>
          <cx:pt idx="43253">6.9500000000000002</cx:pt>
          <cx:pt idx="43254">2.0800000000000001</cx:pt>
          <cx:pt idx="43255">2.1000000000000001</cx:pt>
          <cx:pt idx="43256">1.25</cx:pt>
          <cx:pt idx="43257">1.25</cx:pt>
          <cx:pt idx="43258">0.65000000000000002</cx:pt>
          <cx:pt idx="43259">1.25</cx:pt>
          <cx:pt idx="43260">12.75</cx:pt>
          <cx:pt idx="43261">1.6499999999999999</cx:pt>
          <cx:pt idx="43262">0.55000000000000004</cx:pt>
          <cx:pt idx="43263">0.84999999999999998</cx:pt>
          <cx:pt idx="43264">4.1500000000000004</cx:pt>
          <cx:pt idx="43265">0.39000000000000001</cx:pt>
          <cx:pt idx="43266">3.75</cx:pt>
          <cx:pt idx="43267">1.6499999999999999</cx:pt>
          <cx:pt idx="43268">2.4900000000000002</cx:pt>
          <cx:pt idx="43269">1.45</cx:pt>
          <cx:pt idx="43270">1.6499999999999999</cx:pt>
          <cx:pt idx="43271">1.25</cx:pt>
          <cx:pt idx="43272">1.6899999999999999</cx:pt>
          <cx:pt idx="43273">4.1500000000000004</cx:pt>
          <cx:pt idx="43274">0.84999999999999998</cx:pt>
          <cx:pt idx="43275">1.25</cx:pt>
          <cx:pt idx="43276">2.5499999999999998</cx:pt>
          <cx:pt idx="43277">0.41999999999999998</cx:pt>
          <cx:pt idx="43278">8.25</cx:pt>
          <cx:pt idx="43279">7.0800000000000001</cx:pt>
          <cx:pt idx="43280">0.41999999999999998</cx:pt>
          <cx:pt idx="43281">1.6899999999999999</cx:pt>
          <cx:pt idx="43282">1.6499999999999999</cx:pt>
          <cx:pt idx="43283">1.6499999999999999</cx:pt>
          <cx:pt idx="43284">2.4900000000000002</cx:pt>
          <cx:pt idx="43285">0.84999999999999998</cx:pt>
          <cx:pt idx="43286">0.65000000000000002</cx:pt>
          <cx:pt idx="43287">2.9500000000000002</cx:pt>
          <cx:pt idx="43288">2.9500000000000002</cx:pt>
          <cx:pt idx="43289">1.25</cx:pt>
          <cx:pt idx="43290">0.55000000000000004</cx:pt>
          <cx:pt idx="43291">0.41999999999999998</cx:pt>
          <cx:pt idx="43292">2.1000000000000001</cx:pt>
          <cx:pt idx="43293">2.5499999999999998</cx:pt>
          <cx:pt idx="43294">3.75</cx:pt>
          <cx:pt idx="43295">4.1500000000000004</cx:pt>
          <cx:pt idx="43296">1.6899999999999999</cx:pt>
          <cx:pt idx="43297">2.1000000000000001</cx:pt>
          <cx:pt idx="43298">0.65000000000000002</cx:pt>
          <cx:pt idx="43299">1.25</cx:pt>
          <cx:pt idx="43300">0.84999999999999998</cx:pt>
          <cx:pt idx="43301">0.84999999999999998</cx:pt>
          <cx:pt idx="43302">1.6899999999999999</cx:pt>
          <cx:pt idx="43303">3.75</cx:pt>
          <cx:pt idx="43304">3.75</cx:pt>
          <cx:pt idx="43305">1.45</cx:pt>
          <cx:pt idx="43306">3.75</cx:pt>
          <cx:pt idx="43307">1.6499999999999999</cx:pt>
          <cx:pt idx="43308">1.45</cx:pt>
          <cx:pt idx="43309">0.41999999999999998</cx:pt>
          <cx:pt idx="43310">6.3499999999999996</cx:pt>
          <cx:pt idx="43311">6.9500000000000002</cx:pt>
          <cx:pt idx="43312">0.84999999999999998</cx:pt>
          <cx:pt idx="43313">1.25</cx:pt>
          <cx:pt idx="43314">0.39000000000000001</cx:pt>
          <cx:pt idx="43315">6.3499999999999996</cx:pt>
          <cx:pt idx="43316">3.75</cx:pt>
          <cx:pt idx="43317">4.9500000000000002</cx:pt>
          <cx:pt idx="43318">2.8900000000000001</cx:pt>
          <cx:pt idx="43319">4.9500000000000002</cx:pt>
          <cx:pt idx="43320">0.84999999999999998</cx:pt>
          <cx:pt idx="43321">2.9500000000000002</cx:pt>
          <cx:pt idx="43322">1.25</cx:pt>
          <cx:pt idx="43323">1.6499999999999999</cx:pt>
          <cx:pt idx="43324">1.6499999999999999</cx:pt>
          <cx:pt idx="43325">1.45</cx:pt>
          <cx:pt idx="43326">1.6499999999999999</cx:pt>
          <cx:pt idx="43327">1.25</cx:pt>
          <cx:pt idx="43328">2.9500000000000002</cx:pt>
          <cx:pt idx="43329">1.45</cx:pt>
          <cx:pt idx="43330">3.75</cx:pt>
          <cx:pt idx="43331">8.5</cx:pt>
          <cx:pt idx="43332">0.39000000000000001</cx:pt>
          <cx:pt idx="43333">0.39000000000000001</cx:pt>
          <cx:pt idx="43334">2.1000000000000001</cx:pt>
          <cx:pt idx="43335">1.45</cx:pt>
          <cx:pt idx="43336">4.1500000000000004</cx:pt>
          <cx:pt idx="43337">4.1500000000000004</cx:pt>
          <cx:pt idx="43338">0.39000000000000001</cx:pt>
          <cx:pt idx="43339">1.45</cx:pt>
          <cx:pt idx="43340">4.1500000000000004</cx:pt>
          <cx:pt idx="43341">0.82999999999999996</cx:pt>
          <cx:pt idx="43342">1.45</cx:pt>
          <cx:pt idx="43343">0.39000000000000001</cx:pt>
          <cx:pt idx="43344">1.6499999999999999</cx:pt>
          <cx:pt idx="43345">0.41999999999999998</cx:pt>
          <cx:pt idx="43346">1.25</cx:pt>
          <cx:pt idx="43347">2.1000000000000001</cx:pt>
          <cx:pt idx="43348">12.75</cx:pt>
          <cx:pt idx="43349">0.55000000000000004</cx:pt>
          <cx:pt idx="43350">1.6499999999999999</cx:pt>
          <cx:pt idx="43351">1.6499999999999999</cx:pt>
          <cx:pt idx="43352">0.84999999999999998</cx:pt>
          <cx:pt idx="43353">8.25</cx:pt>
          <cx:pt idx="43354">2.0800000000000001</cx:pt>
          <cx:pt idx="43355">2.9500000000000002</cx:pt>
          <cx:pt idx="43356">8.25</cx:pt>
          <cx:pt idx="43357">8.25</cx:pt>
          <cx:pt idx="43358">4.25</cx:pt>
          <cx:pt idx="43359">2.0800000000000001</cx:pt>
          <cx:pt idx="43360">2.9500000000000002</cx:pt>
          <cx:pt idx="43361">0.41999999999999998</cx:pt>
          <cx:pt idx="43362">0.65000000000000002</cx:pt>
          <cx:pt idx="43363">1.6499999999999999</cx:pt>
          <cx:pt idx="43364">2.1000000000000001</cx:pt>
          <cx:pt idx="43365">1.6499999999999999</cx:pt>
          <cx:pt idx="43366">0.84999999999999998</cx:pt>
          <cx:pt idx="43367">0.41999999999999998</cx:pt>
          <cx:pt idx="43368">3.75</cx:pt>
          <cx:pt idx="43369">4.9500000000000002</cx:pt>
          <cx:pt idx="43370">6.3499999999999996</cx:pt>
          <cx:pt idx="43371">2.5499999999999998</cx:pt>
          <cx:pt idx="43372">0.84999999999999998</cx:pt>
          <cx:pt idx="43373">0.65000000000000002</cx:pt>
          <cx:pt idx="43374">0.65000000000000002</cx:pt>
          <cx:pt idx="43375">2.0800000000000001</cx:pt>
          <cx:pt idx="43376">0.41999999999999998</cx:pt>
          <cx:pt idx="43377">0.84999999999999998</cx:pt>
          <cx:pt idx="43378">1.6499999999999999</cx:pt>
          <cx:pt idx="43379">2.9500000000000002</cx:pt>
          <cx:pt idx="43380">0.41999999999999998</cx:pt>
          <cx:pt idx="43381">1.45</cx:pt>
          <cx:pt idx="43382">2.0800000000000001</cx:pt>
          <cx:pt idx="43383">0.41999999999999998</cx:pt>
          <cx:pt idx="43384">0.84999999999999998</cx:pt>
          <cx:pt idx="43385">4.1500000000000004</cx:pt>
          <cx:pt idx="43386">4.9500000000000002</cx:pt>
          <cx:pt idx="43387">8.5</cx:pt>
          <cx:pt idx="43388">1.45</cx:pt>
          <cx:pt idx="43389">1.25</cx:pt>
          <cx:pt idx="43390">4.9500000000000002</cx:pt>
          <cx:pt idx="43391">4.9500000000000002</cx:pt>
          <cx:pt idx="43392">2.9500000000000002</cx:pt>
          <cx:pt idx="43393">2.0800000000000001</cx:pt>
          <cx:pt idx="43394">0.65000000000000002</cx:pt>
          <cx:pt idx="43395">1.6499999999999999</cx:pt>
          <cx:pt idx="43396">0.41999999999999998</cx:pt>
          <cx:pt idx="43397">0.84999999999999998</cx:pt>
          <cx:pt idx="43398">1.25</cx:pt>
          <cx:pt idx="43399">0.41999999999999998</cx:pt>
          <cx:pt idx="43400">2.5499999999999998</cx:pt>
          <cx:pt idx="43401">1.6499999999999999</cx:pt>
          <cx:pt idx="43402">0.41999999999999998</cx:pt>
          <cx:pt idx="43403">1.6499999999999999</cx:pt>
          <cx:pt idx="43404">8.5</cx:pt>
          <cx:pt idx="43405">1.45</cx:pt>
          <cx:pt idx="43406">2.8900000000000001</cx:pt>
          <cx:pt idx="43407">0.84999999999999998</cx:pt>
          <cx:pt idx="43408">0.55000000000000004</cx:pt>
          <cx:pt idx="43409">1.6499999999999999</cx:pt>
          <cx:pt idx="43410">0.84999999999999998</cx:pt>
          <cx:pt idx="43411">1.6499999999999999</cx:pt>
          <cx:pt idx="43412">0.65000000000000002</cx:pt>
          <cx:pt idx="43413">0.41999999999999998</cx:pt>
          <cx:pt idx="43414">0.84999999999999998</cx:pt>
          <cx:pt idx="43415">2.0800000000000001</cx:pt>
          <cx:pt idx="43416">1.25</cx:pt>
          <cx:pt idx="43417">1.25</cx:pt>
          <cx:pt idx="43418">2.9500000000000002</cx:pt>
          <cx:pt idx="43419">2.9500000000000002</cx:pt>
          <cx:pt idx="43420">1.25</cx:pt>
          <cx:pt idx="43421">4.1500000000000004</cx:pt>
          <cx:pt idx="43422">1.25</cx:pt>
          <cx:pt idx="43423">0.65000000000000002</cx:pt>
          <cx:pt idx="43424">8.25</cx:pt>
          <cx:pt idx="43425">0.65000000000000002</cx:pt>
          <cx:pt idx="43426">0.39000000000000001</cx:pt>
          <cx:pt idx="43427">1.45</cx:pt>
          <cx:pt idx="43428">6.9500000000000002</cx:pt>
          <cx:pt idx="43429">1.6499999999999999</cx:pt>
          <cx:pt idx="43430">2.5499999999999998</cx:pt>
          <cx:pt idx="43431">0.84999999999999998</cx:pt>
          <cx:pt idx="43432">4.25</cx:pt>
          <cx:pt idx="43433">0.39000000000000001</cx:pt>
          <cx:pt idx="43434">1.6499999999999999</cx:pt>
          <cx:pt idx="43435">0.41999999999999998</cx:pt>
          <cx:pt idx="43436">8.5</cx:pt>
          <cx:pt idx="43437">2.8900000000000001</cx:pt>
          <cx:pt idx="43438">2.4900000000000002</cx:pt>
          <cx:pt idx="43439">9.9499999999999993</cx:pt>
          <cx:pt idx="43440">1.6499999999999999</cx:pt>
          <cx:pt idx="43441">0.84999999999999998</cx:pt>
          <cx:pt idx="43442">4.1799999999999997</cx:pt>
          <cx:pt idx="43443">2.9500000000000002</cx:pt>
          <cx:pt idx="43444">0.73999999999999999</cx:pt>
          <cx:pt idx="43445">2.3999999999999999</cx:pt>
          <cx:pt idx="43446">1.45</cx:pt>
          <cx:pt idx="43447">1.25</cx:pt>
          <cx:pt idx="43448">0.39000000000000001</cx:pt>
          <cx:pt idx="43449">0.41999999999999998</cx:pt>
          <cx:pt idx="43450">1.45</cx:pt>
          <cx:pt idx="43451">0.39000000000000001</cx:pt>
          <cx:pt idx="43452">1.45</cx:pt>
          <cx:pt idx="43453">2.8900000000000001</cx:pt>
          <cx:pt idx="43454">1.45</cx:pt>
          <cx:pt idx="43455">2.4900000000000002</cx:pt>
          <cx:pt idx="43456">8.25</cx:pt>
          <cx:pt idx="43457">12.75</cx:pt>
          <cx:pt idx="43458">0.41999999999999998</cx:pt>
          <cx:pt idx="43459">0.55000000000000004</cx:pt>
          <cx:pt idx="43460">7.0800000000000001</cx:pt>
          <cx:pt idx="43461">8.25</cx:pt>
          <cx:pt idx="43462">2.0800000000000001</cx:pt>
          <cx:pt idx="43463">4.1500000000000004</cx:pt>
          <cx:pt idx="43464">6.9500000000000002</cx:pt>
          <cx:pt idx="43465">4.25</cx:pt>
          <cx:pt idx="43466">2.5499999999999998</cx:pt>
          <cx:pt idx="43467">2.5499999999999998</cx:pt>
          <cx:pt idx="43468">1.6499999999999999</cx:pt>
          <cx:pt idx="43469">1.6499999999999999</cx:pt>
          <cx:pt idx="43470">1.6499999999999999</cx:pt>
          <cx:pt idx="43471">4.25</cx:pt>
          <cx:pt idx="43472">3.75</cx:pt>
          <cx:pt idx="43473">2.1000000000000001</cx:pt>
          <cx:pt idx="43474">2.9500000000000002</cx:pt>
          <cx:pt idx="43475">2.9500000000000002</cx:pt>
          <cx:pt idx="43476">0.65000000000000002</cx:pt>
          <cx:pt idx="43477">4.1500000000000004</cx:pt>
          <cx:pt idx="43478">0.41999999999999998</cx:pt>
          <cx:pt idx="43479">1.45</cx:pt>
          <cx:pt idx="43480">2.8900000000000001</cx:pt>
          <cx:pt idx="43481">2.9500000000000002</cx:pt>
          <cx:pt idx="43482">1.6499999999999999</cx:pt>
          <cx:pt idx="43483">1.6499999999999999</cx:pt>
          <cx:pt idx="43484">1.45</cx:pt>
          <cx:pt idx="43485">8.5</cx:pt>
          <cx:pt idx="43486">1.25</cx:pt>
          <cx:pt idx="43487">3.75</cx:pt>
          <cx:pt idx="43488">2.0800000000000001</cx:pt>
          <cx:pt idx="43489">0.84999999999999998</cx:pt>
          <cx:pt idx="43490">0.65000000000000002</cx:pt>
          <cx:pt idx="43491">1.6499999999999999</cx:pt>
          <cx:pt idx="43492">1.25</cx:pt>
          <cx:pt idx="43493">2.9500000000000002</cx:pt>
          <cx:pt idx="43494">1.6499999999999999</cx:pt>
          <cx:pt idx="43495">8.25</cx:pt>
          <cx:pt idx="43496">1.25</cx:pt>
          <cx:pt idx="43497">1.6499999999999999</cx:pt>
          <cx:pt idx="43498">4.25</cx:pt>
          <cx:pt idx="43499">4.9500000000000002</cx:pt>
          <cx:pt idx="43500">8.5</cx:pt>
          <cx:pt idx="43501">4.1500000000000004</cx:pt>
          <cx:pt idx="43502">1.25</cx:pt>
          <cx:pt idx="43503">1.45</cx:pt>
          <cx:pt idx="43504">1.8500000000000001</cx:pt>
          <cx:pt idx="43505">2.9500000000000002</cx:pt>
          <cx:pt idx="43506">1.6899999999999999</cx:pt>
          <cx:pt idx="43507">1.6899999999999999</cx:pt>
          <cx:pt idx="43508">1.6899999999999999</cx:pt>
          <cx:pt idx="43509">2.25</cx:pt>
          <cx:pt idx="43510">2.25</cx:pt>
          <cx:pt idx="43511">2.4900000000000002</cx:pt>
          <cx:pt idx="43512">1.6899999999999999</cx:pt>
          <cx:pt idx="43513">1.6499999999999999</cx:pt>
          <cx:pt idx="43514">1.6499999999999999</cx:pt>
          <cx:pt idx="43515">1.6499999999999999</cx:pt>
          <cx:pt idx="43516">2.4900000000000002</cx:pt>
          <cx:pt idx="43517">2.9500000000000002</cx:pt>
          <cx:pt idx="43518">1.6499999999999999</cx:pt>
          <cx:pt idx="43519">0.84999999999999998</cx:pt>
          <cx:pt idx="43520">9.9499999999999993</cx:pt>
          <cx:pt idx="43521">4.9500000000000002</cx:pt>
          <cx:pt idx="43522">2.9500000000000002</cx:pt>
          <cx:pt idx="43523">0.41999999999999998</cx:pt>
          <cx:pt idx="43524">1.6499999999999999</cx:pt>
          <cx:pt idx="43525">2.5499999999999998</cx:pt>
          <cx:pt idx="43526">2.25</cx:pt>
          <cx:pt idx="43527">2.25</cx:pt>
          <cx:pt idx="43528">2.1000000000000001</cx:pt>
          <cx:pt idx="43529">3.75</cx:pt>
          <cx:pt idx="43530">3.75</cx:pt>
          <cx:pt idx="43531">0.41999999999999998</cx:pt>
          <cx:pt idx="43532">0.39000000000000001</cx:pt>
          <cx:pt idx="43533">4.9500000000000002</cx:pt>
          <cx:pt idx="43534">0.84999999999999998</cx:pt>
          <cx:pt idx="43535">1.45</cx:pt>
          <cx:pt idx="43536">0.39000000000000001</cx:pt>
          <cx:pt idx="43537">0.39000000000000001</cx:pt>
          <cx:pt idx="43538">6.9500000000000002</cx:pt>
          <cx:pt idx="43539">1.45</cx:pt>
          <cx:pt idx="43540">7.6500000000000004</cx:pt>
          <cx:pt idx="43541">7.6500000000000004</cx:pt>
          <cx:pt idx="43542">7.6500000000000004</cx:pt>
          <cx:pt idx="43543">9.9499999999999993</cx:pt>
          <cx:pt idx="43544">2.5499999999999998</cx:pt>
          <cx:pt idx="43545">3.75</cx:pt>
          <cx:pt idx="43546">2.9500000000000002</cx:pt>
          <cx:pt idx="43547">4.6500000000000004</cx:pt>
          <cx:pt idx="43548">1.6899999999999999</cx:pt>
          <cx:pt idx="43549">1.6499999999999999</cx:pt>
          <cx:pt idx="43550">0.84999999999999998</cx:pt>
          <cx:pt idx="43551">2.9500000000000002</cx:pt>
          <cx:pt idx="43552">1.6499999999999999</cx:pt>
          <cx:pt idx="43553">1.25</cx:pt>
          <cx:pt idx="43554">0.41999999999999998</cx:pt>
          <cx:pt idx="43555">1.25</cx:pt>
          <cx:pt idx="43556">0.82999999999999996</cx:pt>
          <cx:pt idx="43557">2.9500000000000002</cx:pt>
          <cx:pt idx="43558">0.65000000000000002</cx:pt>
          <cx:pt idx="43559">0.55000000000000004</cx:pt>
          <cx:pt idx="43560">0.41999999999999998</cx:pt>
          <cx:pt idx="43561">4.25</cx:pt>
          <cx:pt idx="43562">1.25</cx:pt>
          <cx:pt idx="43563">1.25</cx:pt>
          <cx:pt idx="43564">1.25</cx:pt>
          <cx:pt idx="43565">1.25</cx:pt>
          <cx:pt idx="43566">1.6899999999999999</cx:pt>
          <cx:pt idx="43567">1.45</cx:pt>
          <cx:pt idx="43568">1.25</cx:pt>
          <cx:pt idx="43569">1.45</cx:pt>
          <cx:pt idx="43570">1.6499999999999999</cx:pt>
          <cx:pt idx="43571">1.6499999999999999</cx:pt>
          <cx:pt idx="43572">4.9500000000000002</cx:pt>
          <cx:pt idx="43573">12.75</cx:pt>
          <cx:pt idx="43574">2.9500000000000002</cx:pt>
          <cx:pt idx="43575">1.6499999999999999</cx:pt>
          <cx:pt idx="43576">1.6499999999999999</cx:pt>
          <cx:pt idx="43577">1.25</cx:pt>
          <cx:pt idx="43578">0.65000000000000002</cx:pt>
          <cx:pt idx="43579">0.65000000000000002</cx:pt>
          <cx:pt idx="43580">1.6499999999999999</cx:pt>
          <cx:pt idx="43581">1.25</cx:pt>
          <cx:pt idx="43582">1.25</cx:pt>
          <cx:pt idx="43583">2.9500000000000002</cx:pt>
          <cx:pt idx="43584">1.45</cx:pt>
          <cx:pt idx="43585">1.6499999999999999</cx:pt>
          <cx:pt idx="43586">2.25</cx:pt>
          <cx:pt idx="43587">8.25</cx:pt>
          <cx:pt idx="43588">1.6499999999999999</cx:pt>
          <cx:pt idx="43589">1.6499999999999999</cx:pt>
          <cx:pt idx="43590">1.6499999999999999</cx:pt>
          <cx:pt idx="43591">0.41999999999999998</cx:pt>
          <cx:pt idx="43592">0.41999999999999998</cx:pt>
          <cx:pt idx="43593">3.75</cx:pt>
          <cx:pt idx="43594">1.25</cx:pt>
          <cx:pt idx="43595">2.9500000000000002</cx:pt>
          <cx:pt idx="43596">4.6500000000000004</cx:pt>
          <cx:pt idx="43597">4.9500000000000002</cx:pt>
          <cx:pt idx="43598">2.4900000000000002</cx:pt>
          <cx:pt idx="43599">2.4900000000000002</cx:pt>
          <cx:pt idx="43600">4.25</cx:pt>
          <cx:pt idx="43601">1.6899999999999999</cx:pt>
          <cx:pt idx="43602">4.1500000000000004</cx:pt>
          <cx:pt idx="43603">1.45</cx:pt>
          <cx:pt idx="43604">8.25</cx:pt>
          <cx:pt idx="43605">1.6499999999999999</cx:pt>
          <cx:pt idx="43606">1.6499999999999999</cx:pt>
          <cx:pt idx="43607">1.6499999999999999</cx:pt>
          <cx:pt idx="43608">2.1000000000000001</cx:pt>
          <cx:pt idx="43609">1.25</cx:pt>
          <cx:pt idx="43610">1.6899999999999999</cx:pt>
          <cx:pt idx="43611">0.39000000000000001</cx:pt>
          <cx:pt idx="43612">0.39000000000000001</cx:pt>
          <cx:pt idx="43613">0.55000000000000004</cx:pt>
          <cx:pt idx="43614">1.6499999999999999</cx:pt>
          <cx:pt idx="43615">2.0800000000000001</cx:pt>
          <cx:pt idx="43616">1.45</cx:pt>
          <cx:pt idx="43617">0.84999999999999998</cx:pt>
          <cx:pt idx="43618">5.79</cx:pt>
          <cx:pt idx="43619">7.46</cx:pt>
          <cx:pt idx="43620">0.82999999999999996</cx:pt>
          <cx:pt idx="43621">5.79</cx:pt>
          <cx:pt idx="43622">3.29</cx:pt>
          <cx:pt idx="43623">8.2899999999999991</cx:pt>
          <cx:pt idx="43624">10.789999999999999</cx:pt>
          <cx:pt idx="43625">1.6299999999999999</cx:pt>
          <cx:pt idx="43626">2.46</cx:pt>
          <cx:pt idx="43627">0.41999999999999998</cx:pt>
          <cx:pt idx="43628">5.79</cx:pt>
          <cx:pt idx="43629">4.96</cx:pt>
          <cx:pt idx="43630">1.6299999999999999</cx:pt>
          <cx:pt idx="43631">10.789999999999999</cx:pt>
          <cx:pt idx="43632">16.629999999999999</cx:pt>
          <cx:pt idx="43633">5.79</cx:pt>
          <cx:pt idx="43634">5.79</cx:pt>
          <cx:pt idx="43635">0.41999999999999998</cx:pt>
          <cx:pt idx="43636">0.82999999999999996</cx:pt>
          <cx:pt idx="43637">7.46</cx:pt>
          <cx:pt idx="43638">8.2899999999999991</cx:pt>
          <cx:pt idx="43639">3.29</cx:pt>
          <cx:pt idx="43640">3.29</cx:pt>
          <cx:pt idx="43641">0.82999999999999996</cx:pt>
          <cx:pt idx="43642">4.96</cx:pt>
          <cx:pt idx="43643">3.29</cx:pt>
          <cx:pt idx="43644">4.96</cx:pt>
          <cx:pt idx="43645">9.1300000000000008</cx:pt>
          <cx:pt idx="43646">1.25</cx:pt>
          <cx:pt idx="43647">2.46</cx:pt>
          <cx:pt idx="43648">1.25</cx:pt>
          <cx:pt idx="43649">1.25</cx:pt>
          <cx:pt idx="43650">0.82999999999999996</cx:pt>
          <cx:pt idx="43651">4.96</cx:pt>
          <cx:pt idx="43652">4.1299999999999999</cx:pt>
          <cx:pt idx="43653">4.1299999999999999</cx:pt>
          <cx:pt idx="43654">5.79</cx:pt>
          <cx:pt idx="43655">7.46</cx:pt>
          <cx:pt idx="43656">4.1299999999999999</cx:pt>
          <cx:pt idx="43657">0.82999999999999996</cx:pt>
          <cx:pt idx="43658">3.29</cx:pt>
          <cx:pt idx="43659">4.1299999999999999</cx:pt>
          <cx:pt idx="43660">0.82999999999999996</cx:pt>
          <cx:pt idx="43661">2.46</cx:pt>
          <cx:pt idx="43662">10.789999999999999</cx:pt>
          <cx:pt idx="43663">4.1299999999999999</cx:pt>
          <cx:pt idx="43664">1.6299999999999999</cx:pt>
          <cx:pt idx="43665">2.46</cx:pt>
          <cx:pt idx="43666">0.41999999999999998</cx:pt>
          <cx:pt idx="43667">1.25</cx:pt>
          <cx:pt idx="43668">3.29</cx:pt>
          <cx:pt idx="43669">3.29</cx:pt>
          <cx:pt idx="43670">5.79</cx:pt>
          <cx:pt idx="43671">4.1299999999999999</cx:pt>
          <cx:pt idx="43672">4.96</cx:pt>
          <cx:pt idx="43673">2.46</cx:pt>
          <cx:pt idx="43674">0.41999999999999998</cx:pt>
          <cx:pt idx="43675">10.789999999999999</cx:pt>
          <cx:pt idx="43676">9.1300000000000008</cx:pt>
          <cx:pt idx="43677">5.79</cx:pt>
          <cx:pt idx="43678">2.46</cx:pt>
          <cx:pt idx="43679">0.82999999999999996</cx:pt>
          <cx:pt idx="43680">8.2899999999999991</cx:pt>
          <cx:pt idx="43681">3.29</cx:pt>
          <cx:pt idx="43682">4.1299999999999999</cx:pt>
          <cx:pt idx="43683">0.82999999999999996</cx:pt>
          <cx:pt idx="43684">0.82999999999999996</cx:pt>
          <cx:pt idx="43685">3.29</cx:pt>
          <cx:pt idx="43686">3.29</cx:pt>
          <cx:pt idx="43687">1.25</cx:pt>
          <cx:pt idx="43688">2.46</cx:pt>
          <cx:pt idx="43689">1.25</cx:pt>
          <cx:pt idx="43690">2.46</cx:pt>
          <cx:pt idx="43691">1.25</cx:pt>
          <cx:pt idx="43692">4.1299999999999999</cx:pt>
          <cx:pt idx="43693">4.1299999999999999</cx:pt>
          <cx:pt idx="43694">1.6299999999999999</cx:pt>
          <cx:pt idx="43695">1.6299999999999999</cx:pt>
          <cx:pt idx="43696">8.2899999999999991</cx:pt>
          <cx:pt idx="43697">2.46</cx:pt>
          <cx:pt idx="43698">2.8900000000000001</cx:pt>
          <cx:pt idx="43699">1.45</cx:pt>
          <cx:pt idx="43700">1.6499999999999999</cx:pt>
          <cx:pt idx="43701">1.45</cx:pt>
          <cx:pt idx="43702">1.45</cx:pt>
          <cx:pt idx="43703">1.45</cx:pt>
          <cx:pt idx="43704">3.75</cx:pt>
          <cx:pt idx="43705">1.45</cx:pt>
          <cx:pt idx="43706">1.25</cx:pt>
          <cx:pt idx="43707">4.9500000000000002</cx:pt>
          <cx:pt idx="43708">5.9500000000000002</cx:pt>
          <cx:pt idx="43709">0.65000000000000002</cx:pt>
          <cx:pt idx="43710">8.25</cx:pt>
          <cx:pt idx="43711">4.1500000000000004</cx:pt>
          <cx:pt idx="43712">2.5499999999999998</cx:pt>
          <cx:pt idx="43713">2.1000000000000001</cx:pt>
          <cx:pt idx="43714">9.9499999999999993</cx:pt>
          <cx:pt idx="43715">0.65000000000000002</cx:pt>
          <cx:pt idx="43716">1.45</cx:pt>
          <cx:pt idx="43717">2.9500000000000002</cx:pt>
          <cx:pt idx="43718">2.1000000000000001</cx:pt>
          <cx:pt idx="43719">2.1000000000000001</cx:pt>
          <cx:pt idx="43720">3.9500000000000002</cx:pt>
          <cx:pt idx="43721">5.9500000000000002</cx:pt>
          <cx:pt idx="43722">2.9500000000000002</cx:pt>
          <cx:pt idx="43723">1.95</cx:pt>
          <cx:pt idx="43724">4.9500000000000002</cx:pt>
          <cx:pt idx="43725">2.5499999999999998</cx:pt>
          <cx:pt idx="43726">2.4900000000000002</cx:pt>
          <cx:pt idx="43727">1.0600000000000001</cx:pt>
          <cx:pt idx="43728">1.45</cx:pt>
          <cx:pt idx="43729">3.3900000000000001</cx:pt>
          <cx:pt idx="43730">1.6899999999999999</cx:pt>
          <cx:pt idx="43731">1.25</cx:pt>
          <cx:pt idx="43732">1.6499999999999999</cx:pt>
          <cx:pt idx="43733">0.41999999999999998</cx:pt>
          <cx:pt idx="43734">4.25</cx:pt>
          <cx:pt idx="43735">0.41999999999999998</cx:pt>
          <cx:pt idx="43736">2.1000000000000001</cx:pt>
          <cx:pt idx="43737">2.9500000000000002</cx:pt>
          <cx:pt idx="43738">0.84999999999999998</cx:pt>
          <cx:pt idx="43739">4.25</cx:pt>
          <cx:pt idx="43740">2.9500000000000002</cx:pt>
          <cx:pt idx="43741">8.25</cx:pt>
          <cx:pt idx="43742">8.25</cx:pt>
          <cx:pt idx="43743">4.25</cx:pt>
          <cx:pt idx="43744">1.25</cx:pt>
          <cx:pt idx="43745">2.9500000000000002</cx:pt>
          <cx:pt idx="43746">3.25</cx:pt>
          <cx:pt idx="43747">2.9500000000000002</cx:pt>
          <cx:pt idx="43748">1.45</cx:pt>
          <cx:pt idx="43749">1.25</cx:pt>
          <cx:pt idx="43750">4.1299999999999999</cx:pt>
          <cx:pt idx="43751">6.6299999999999999</cx:pt>
          <cx:pt idx="43752">12.460000000000001</cx:pt>
          <cx:pt idx="43753">8.2899999999999991</cx:pt>
          <cx:pt idx="43754">3.29</cx:pt>
          <cx:pt idx="43755">4.96</cx:pt>
          <cx:pt idx="43756">2.46</cx:pt>
          <cx:pt idx="43757">9.1300000000000008</cx:pt>
          <cx:pt idx="43758">1.25</cx:pt>
          <cx:pt idx="43759">1.45</cx:pt>
          <cx:pt idx="43760">1.45</cx:pt>
          <cx:pt idx="43761">2.0800000000000001</cx:pt>
          <cx:pt idx="43762">2.4900000000000002</cx:pt>
          <cx:pt idx="43763">0.55000000000000004</cx:pt>
          <cx:pt idx="43764">0.41999999999999998</cx:pt>
          <cx:pt idx="43765">3.75</cx:pt>
          <cx:pt idx="43766">1.45</cx:pt>
          <cx:pt idx="43767">2.8900000000000001</cx:pt>
          <cx:pt idx="43768">3.75</cx:pt>
          <cx:pt idx="43769">0.41999999999999998</cx:pt>
          <cx:pt idx="43770">2.9500000000000002</cx:pt>
          <cx:pt idx="43771">1.6499999999999999</cx:pt>
          <cx:pt idx="43772">1.6499999999999999</cx:pt>
          <cx:pt idx="43773">0.41999999999999998</cx:pt>
          <cx:pt idx="43774">1.25</cx:pt>
          <cx:pt idx="43775">1.6499999999999999</cx:pt>
          <cx:pt idx="43776">1.45</cx:pt>
          <cx:pt idx="43777">1.45</cx:pt>
          <cx:pt idx="43778">1.6499999999999999</cx:pt>
          <cx:pt idx="43779">0.65000000000000002</cx:pt>
          <cx:pt idx="43780">0.65000000000000002</cx:pt>
          <cx:pt idx="43781">2.9500000000000002</cx:pt>
          <cx:pt idx="43782">1.45</cx:pt>
          <cx:pt idx="43783">4.9500000000000002</cx:pt>
          <cx:pt idx="43784">1.25</cx:pt>
          <cx:pt idx="43785">1.45</cx:pt>
          <cx:pt idx="43786">2.1000000000000001</cx:pt>
          <cx:pt idx="43787">2.0800000000000001</cx:pt>
          <cx:pt idx="43788">4.25</cx:pt>
          <cx:pt idx="43789">0.84999999999999998</cx:pt>
          <cx:pt idx="43790">1.45</cx:pt>
          <cx:pt idx="43791">1.45</cx:pt>
          <cx:pt idx="43792">2.4900000000000002</cx:pt>
          <cx:pt idx="43793">4.25</cx:pt>
          <cx:pt idx="43794">7.6500000000000004</cx:pt>
          <cx:pt idx="43795">2.5499999999999998</cx:pt>
          <cx:pt idx="43796">1.45</cx:pt>
          <cx:pt idx="43797">1.6899999999999999</cx:pt>
          <cx:pt idx="43798">1.25</cx:pt>
          <cx:pt idx="43799">8.5</cx:pt>
          <cx:pt idx="43800">4.6500000000000004</cx:pt>
          <cx:pt idx="43801">1.6499999999999999</cx:pt>
          <cx:pt idx="43802">4.9500000000000002</cx:pt>
          <cx:pt idx="43803">0.41999999999999998</cx:pt>
          <cx:pt idx="43804">0.41999999999999998</cx:pt>
          <cx:pt idx="43805">1.25</cx:pt>
          <cx:pt idx="43806">4.1500000000000004</cx:pt>
          <cx:pt idx="43807">2.5499999999999998</cx:pt>
          <cx:pt idx="43808">0.41999999999999998</cx:pt>
          <cx:pt idx="43809">1.6499999999999999</cx:pt>
          <cx:pt idx="43810">1.6499999999999999</cx:pt>
          <cx:pt idx="43811">1.25</cx:pt>
          <cx:pt idx="43812">0.39000000000000001</cx:pt>
          <cx:pt idx="43813">2.9500000000000002</cx:pt>
          <cx:pt idx="43814">0.41999999999999998</cx:pt>
          <cx:pt idx="43815">0.65000000000000002</cx:pt>
          <cx:pt idx="43816">1.79</cx:pt>
          <cx:pt idx="43817">1.8500000000000001</cx:pt>
          <cx:pt idx="43818">5.5499999999999998</cx:pt>
          <cx:pt idx="43819">1.49</cx:pt>
          <cx:pt idx="43820">1.45</cx:pt>
          <cx:pt idx="43821">1.6499999999999999</cx:pt>
          <cx:pt idx="43822">4.25</cx:pt>
          <cx:pt idx="43823">8.25</cx:pt>
          <cx:pt idx="43824">7.0800000000000001</cx:pt>
          <cx:pt idx="43825">0.39000000000000001</cx:pt>
          <cx:pt idx="43826">1.25</cx:pt>
          <cx:pt idx="43827">2.4900000000000002</cx:pt>
          <cx:pt idx="43828">0.84999999999999998</cx:pt>
          <cx:pt idx="43829">2.0800000000000001</cx:pt>
          <cx:pt idx="43830">3.75</cx:pt>
          <cx:pt idx="43831">8.25</cx:pt>
          <cx:pt idx="43832">6.9500000000000002</cx:pt>
          <cx:pt idx="43833">2.4900000000000002</cx:pt>
          <cx:pt idx="43834">1.6499999999999999</cx:pt>
          <cx:pt idx="43835">0.84999999999999998</cx:pt>
          <cx:pt idx="43836">2.0800000000000001</cx:pt>
          <cx:pt idx="43837">1.45</cx:pt>
          <cx:pt idx="43838">1.25</cx:pt>
          <cx:pt idx="43839">1.6499999999999999</cx:pt>
          <cx:pt idx="43840">9.9499999999999993</cx:pt>
          <cx:pt idx="43841">1.25</cx:pt>
          <cx:pt idx="43842">2.9500000000000002</cx:pt>
          <cx:pt idx="43843">3.75</cx:pt>
          <cx:pt idx="43844">1.45</cx:pt>
          <cx:pt idx="43845">4.9500000000000002</cx:pt>
          <cx:pt idx="43846">1.6499999999999999</cx:pt>
          <cx:pt idx="43847">2.9500000000000002</cx:pt>
          <cx:pt idx="43848">1.25</cx:pt>
          <cx:pt idx="43849">0.84999999999999998</cx:pt>
          <cx:pt idx="43850">2.8900000000000001</cx:pt>
          <cx:pt idx="43851">2.8900000000000001</cx:pt>
          <cx:pt idx="43852">2.5499999999999998</cx:pt>
          <cx:pt idx="43853">2.9500000000000002</cx:pt>
          <cx:pt idx="43854">1.45</cx:pt>
          <cx:pt idx="43855">0.55000000000000004</cx:pt>
          <cx:pt idx="43856">2.9500000000000002</cx:pt>
          <cx:pt idx="43857">2.1000000000000001</cx:pt>
          <cx:pt idx="43858">0.41999999999999998</cx:pt>
          <cx:pt idx="43859">1.25</cx:pt>
          <cx:pt idx="43860">1.25</cx:pt>
          <cx:pt idx="43861">0.65000000000000002</cx:pt>
          <cx:pt idx="43862">4.1500000000000004</cx:pt>
          <cx:pt idx="43863">1.45</cx:pt>
          <cx:pt idx="43864">1.6499999999999999</cx:pt>
          <cx:pt idx="43865">1.6499999999999999</cx:pt>
          <cx:pt idx="43866">2.9500000000000002</cx:pt>
          <cx:pt idx="43867">4.9500000000000002</cx:pt>
          <cx:pt idx="43868">3.29</cx:pt>
          <cx:pt idx="43869">4.25</cx:pt>
          <cx:pt idx="43870">2.0800000000000001</cx:pt>
          <cx:pt idx="43871">1.6499999999999999</cx:pt>
          <cx:pt idx="43872">4.9500000000000002</cx:pt>
          <cx:pt idx="43873">6.3499999999999996</cx:pt>
          <cx:pt idx="43874">2.5499999999999998</cx:pt>
          <cx:pt idx="43875">4.9500000000000002</cx:pt>
          <cx:pt idx="43876">1.45</cx:pt>
          <cx:pt idx="43877">4.6500000000000004</cx:pt>
          <cx:pt idx="43878">2.75</cx:pt>
          <cx:pt idx="43879">8.25</cx:pt>
          <cx:pt idx="43880">1.45</cx:pt>
          <cx:pt idx="43881">4.9500000000000002</cx:pt>
          <cx:pt idx="43882">1.25</cx:pt>
          <cx:pt idx="43883">1.45</cx:pt>
          <cx:pt idx="43884">2.9500000000000002</cx:pt>
          <cx:pt idx="43885">0.41999999999999998</cx:pt>
          <cx:pt idx="43886">1.25</cx:pt>
          <cx:pt idx="43887">3.75</cx:pt>
          <cx:pt idx="43888">8.5</cx:pt>
          <cx:pt idx="43889">2.25</cx:pt>
          <cx:pt idx="43890">2.25</cx:pt>
          <cx:pt idx="43891">14.949999999999999</cx:pt>
          <cx:pt idx="43892">9.9499999999999993</cx:pt>
          <cx:pt idx="43893">2.8900000000000001</cx:pt>
          <cx:pt idx="43894">1.25</cx:pt>
          <cx:pt idx="43895">1.45</cx:pt>
          <cx:pt idx="43896">3.75</cx:pt>
          <cx:pt idx="43897">1.25</cx:pt>
          <cx:pt idx="43898">2.5499999999999998</cx:pt>
          <cx:pt idx="43899">1.6499999999999999</cx:pt>
          <cx:pt idx="43900">4.6500000000000004</cx:pt>
          <cx:pt idx="43901">2.9500000000000002</cx:pt>
          <cx:pt idx="43902">1.6499999999999999</cx:pt>
          <cx:pt idx="43903">7.46</cx:pt>
          <cx:pt idx="43904">4.1299999999999999</cx:pt>
          <cx:pt idx="43905">0.82999999999999996</cx:pt>
          <cx:pt idx="43906">3.29</cx:pt>
          <cx:pt idx="43907">4.1299999999999999</cx:pt>
          <cx:pt idx="43908">0.82999999999999996</cx:pt>
          <cx:pt idx="43909">10.789999999999999</cx:pt>
          <cx:pt idx="43910">4.1299999999999999</cx:pt>
          <cx:pt idx="43911">5.79</cx:pt>
          <cx:pt idx="43912">19.960000000000001</cx:pt>
          <cx:pt idx="43913">2.46</cx:pt>
          <cx:pt idx="43914">0.82999999999999996</cx:pt>
          <cx:pt idx="43915">0.41999999999999998</cx:pt>
          <cx:pt idx="43916">15.789999999999999</cx:pt>
          <cx:pt idx="43917">4.96</cx:pt>
          <cx:pt idx="43918">1.6299999999999999</cx:pt>
          <cx:pt idx="43919">10.789999999999999</cx:pt>
          <cx:pt idx="43920">4.5800000000000001</cx:pt>
          <cx:pt idx="43921">3.29</cx:pt>
          <cx:pt idx="43922">0.41999999999999998</cx:pt>
          <cx:pt idx="43923">0.82999999999999996</cx:pt>
          <cx:pt idx="43924">7.46</cx:pt>
          <cx:pt idx="43925">3.29</cx:pt>
          <cx:pt idx="43926">1.6299999999999999</cx:pt>
          <cx:pt idx="43927">24.960000000000001</cx:pt>
          <cx:pt idx="43928">0.82999999999999996</cx:pt>
          <cx:pt idx="43929">2.46</cx:pt>
          <cx:pt idx="43930">5.79</cx:pt>
          <cx:pt idx="43931">4.96</cx:pt>
          <cx:pt idx="43932">3.29</cx:pt>
          <cx:pt idx="43933">3.29</cx:pt>
          <cx:pt idx="43934">1.25</cx:pt>
          <cx:pt idx="43935">2.46</cx:pt>
          <cx:pt idx="43936">1.25</cx:pt>
          <cx:pt idx="43937">15.789999999999999</cx:pt>
          <cx:pt idx="43938">0.82999999999999996</cx:pt>
          <cx:pt idx="43939">1.25</cx:pt>
          <cx:pt idx="43940">4.1299999999999999</cx:pt>
          <cx:pt idx="43941">4.1299999999999999</cx:pt>
          <cx:pt idx="43942">1.6299999999999999</cx:pt>
          <cx:pt idx="43943">4.96</cx:pt>
          <cx:pt idx="43944">2.46</cx:pt>
          <cx:pt idx="43945">4.1299999999999999</cx:pt>
          <cx:pt idx="43946">4.1299999999999999</cx:pt>
          <cx:pt idx="43947">7.46</cx:pt>
          <cx:pt idx="43948">4.1299999999999999</cx:pt>
          <cx:pt idx="43949">0.82999999999999996</cx:pt>
          <cx:pt idx="43950">4.1299999999999999</cx:pt>
          <cx:pt idx="43951">0.82999999999999996</cx:pt>
          <cx:pt idx="43952">10.789999999999999</cx:pt>
          <cx:pt idx="43953">4.1299999999999999</cx:pt>
          <cx:pt idx="43954">2.46</cx:pt>
          <cx:pt idx="43955">0.41999999999999998</cx:pt>
          <cx:pt idx="43956">3.29</cx:pt>
          <cx:pt idx="43957">3.29</cx:pt>
          <cx:pt idx="43958">5.79</cx:pt>
          <cx:pt idx="43959">8.2899999999999991</cx:pt>
          <cx:pt idx="43960">4.96</cx:pt>
          <cx:pt idx="43961">4.96</cx:pt>
          <cx:pt idx="43962">0.41999999999999998</cx:pt>
          <cx:pt idx="43963">1.6299999999999999</cx:pt>
          <cx:pt idx="43964">12.460000000000001</cx:pt>
          <cx:pt idx="43965">16.629999999999999</cx:pt>
          <cx:pt idx="43966">4.1299999999999999</cx:pt>
          <cx:pt idx="43967">4.5800000000000001</cx:pt>
          <cx:pt idx="43968">3.29</cx:pt>
          <cx:pt idx="43969">2.46</cx:pt>
          <cx:pt idx="43970">0.41999999999999998</cx:pt>
          <cx:pt idx="43971">0.82999999999999996</cx:pt>
          <cx:pt idx="43972">7.46</cx:pt>
          <cx:pt idx="43973">8.2899999999999991</cx:pt>
          <cx:pt idx="43974">3.29</cx:pt>
          <cx:pt idx="43975">16.629999999999999</cx:pt>
          <cx:pt idx="43976">4.5800000000000001</cx:pt>
          <cx:pt idx="43977">0.82999999999999996</cx:pt>
          <cx:pt idx="43978">0.82999999999999996</cx:pt>
          <cx:pt idx="43979">1.25</cx:pt>
          <cx:pt idx="43980">2.46</cx:pt>
          <cx:pt idx="43981">4.1299999999999999</cx:pt>
          <cx:pt idx="43982">3.29</cx:pt>
          <cx:pt idx="43983">4.1299999999999999</cx:pt>
          <cx:pt idx="43984">4.1299999999999999</cx:pt>
          <cx:pt idx="43985">1.6299999999999999</cx:pt>
          <cx:pt idx="43986">1.6299999999999999</cx:pt>
          <cx:pt idx="43987">4.1299999999999999</cx:pt>
          <cx:pt idx="43988">0.82999999999999996</cx:pt>
          <cx:pt idx="43989">4.6500000000000004</cx:pt>
          <cx:pt idx="43990">0.41999999999999998</cx:pt>
          <cx:pt idx="43991">1.45</cx:pt>
          <cx:pt idx="43992">0.65000000000000002</cx:pt>
          <cx:pt idx="43993">8.25</cx:pt>
          <cx:pt idx="43994">1.6499999999999999</cx:pt>
          <cx:pt idx="43995">0.55000000000000004</cx:pt>
          <cx:pt idx="43996">1.25</cx:pt>
          <cx:pt idx="43997">1.25</cx:pt>
          <cx:pt idx="43998">0.41999999999999998</cx:pt>
          <cx:pt idx="43999">0.41999999999999998</cx:pt>
          <cx:pt idx="44000">2.0800000000000001</cx:pt>
          <cx:pt idx="44001">2.9500000000000002</cx:pt>
          <cx:pt idx="44002">4.9500000000000002</cx:pt>
          <cx:pt idx="44003">1.6499999999999999</cx:pt>
          <cx:pt idx="44004">2.25</cx:pt>
          <cx:pt idx="44005">1.45</cx:pt>
          <cx:pt idx="44006">6.6299999999999999</cx:pt>
          <cx:pt idx="44007">12.460000000000001</cx:pt>
          <cx:pt idx="44008">2.46</cx:pt>
          <cx:pt idx="44009">4.1299999999999999</cx:pt>
          <cx:pt idx="44010">10.789999999999999</cx:pt>
          <cx:pt idx="44011">1.6299999999999999</cx:pt>
          <cx:pt idx="44012">2.46</cx:pt>
          <cx:pt idx="44013">16.629999999999999</cx:pt>
          <cx:pt idx="44014">3.29</cx:pt>
          <cx:pt idx="44015">5.79</cx:pt>
          <cx:pt idx="44016">4.1299999999999999</cx:pt>
          <cx:pt idx="44017">2.5</cx:pt>
          <cx:pt idx="44018">12.460000000000001</cx:pt>
          <cx:pt idx="44019">4.1299999999999999</cx:pt>
          <cx:pt idx="44020">5.79</cx:pt>
          <cx:pt idx="44021">3.29</cx:pt>
          <cx:pt idx="44022">8.2899999999999991</cx:pt>
          <cx:pt idx="44023">3.29</cx:pt>
          <cx:pt idx="44024">9.1300000000000008</cx:pt>
          <cx:pt idx="44025">3.29</cx:pt>
          <cx:pt idx="44026">3.29</cx:pt>
          <cx:pt idx="44027">1.25</cx:pt>
          <cx:pt idx="44028">14.130000000000001</cx:pt>
          <cx:pt idx="44029">4.1299999999999999</cx:pt>
          <cx:pt idx="44030">3.75</cx:pt>
          <cx:pt idx="44031">2.8900000000000001</cx:pt>
          <cx:pt idx="44032">0.41999999999999998</cx:pt>
          <cx:pt idx="44033">3.75</cx:pt>
          <cx:pt idx="44034">4.1500000000000004</cx:pt>
          <cx:pt idx="44035">1.45</cx:pt>
          <cx:pt idx="44036">1.6499999999999999</cx:pt>
          <cx:pt idx="44037">0.65000000000000002</cx:pt>
          <cx:pt idx="44038">0.39000000000000001</cx:pt>
          <cx:pt idx="44039">1.6499999999999999</cx:pt>
          <cx:pt idx="44040">1.45</cx:pt>
          <cx:pt idx="44041">4.25</cx:pt>
          <cx:pt idx="44042">1.6899999999999999</cx:pt>
          <cx:pt idx="44043">2.9500000000000002</cx:pt>
          <cx:pt idx="44044">1.45</cx:pt>
          <cx:pt idx="44045">1.25</cx:pt>
          <cx:pt idx="44046">1.45</cx:pt>
          <cx:pt idx="44047">2.8900000000000001</cx:pt>
          <cx:pt idx="44048">2.25</cx:pt>
          <cx:pt idx="44049">1.6499999999999999</cx:pt>
          <cx:pt idx="44050">2.25</cx:pt>
          <cx:pt idx="44051">2.9500000000000002</cx:pt>
          <cx:pt idx="44052">0.41999999999999998</cx:pt>
          <cx:pt idx="44053">3.25</cx:pt>
          <cx:pt idx="44054">2.0800000000000001</cx:pt>
          <cx:pt idx="44055">2.9500000000000002</cx:pt>
          <cx:pt idx="44056">3.9500000000000002</cx:pt>
          <cx:pt idx="44057">0.65000000000000002</cx:pt>
          <cx:pt idx="44058">2.5499999999999998</cx:pt>
          <cx:pt idx="44059">0.41999999999999998</cx:pt>
          <cx:pt idx="44060">12.75</cx:pt>
          <cx:pt idx="44061">2.0800000000000001</cx:pt>
          <cx:pt idx="44062">8.5</cx:pt>
          <cx:pt idx="44063">3.9500000000000002</cx:pt>
          <cx:pt idx="44064">2.4900000000000002</cx:pt>
          <cx:pt idx="44065">0.84999999999999998</cx:pt>
          <cx:pt idx="44066">0.84999999999999998</cx:pt>
          <cx:pt idx="44067">2.8900000000000001</cx:pt>
          <cx:pt idx="44068">1.6499999999999999</cx:pt>
          <cx:pt idx="44069">8.5</cx:pt>
          <cx:pt idx="44070">2.1000000000000001</cx:pt>
          <cx:pt idx="44071">1.25</cx:pt>
          <cx:pt idx="44072">1.6899999999999999</cx:pt>
          <cx:pt idx="44073">2.0800000000000001</cx:pt>
          <cx:pt idx="44074">0.84999999999999998</cx:pt>
          <cx:pt idx="44075">1.25</cx:pt>
          <cx:pt idx="44076">3.75</cx:pt>
          <cx:pt idx="44077">1.6499999999999999</cx:pt>
          <cx:pt idx="44078">2.25</cx:pt>
          <cx:pt idx="44079">1.25</cx:pt>
          <cx:pt idx="44080">0.55000000000000004</cx:pt>
          <cx:pt idx="44081">0.41999999999999998</cx:pt>
          <cx:pt idx="44082">0.41999999999999998</cx:pt>
          <cx:pt idx="44083">8.25</cx:pt>
          <cx:pt idx="44084">2.1000000000000001</cx:pt>
          <cx:pt idx="44085">1.6499999999999999</cx:pt>
          <cx:pt idx="44086">2.1000000000000001</cx:pt>
          <cx:pt idx="44087">2.9500000000000002</cx:pt>
          <cx:pt idx="44088">9.9499999999999993</cx:pt>
          <cx:pt idx="44089">2.4900000000000002</cx:pt>
          <cx:pt idx="44090">4.1500000000000004</cx:pt>
          <cx:pt idx="44091">7.0800000000000001</cx:pt>
          <cx:pt idx="44092">2.5499999999999998</cx:pt>
          <cx:pt idx="44093">1.6499999999999999</cx:pt>
          <cx:pt idx="44094">1.25</cx:pt>
          <cx:pt idx="44095">2.1000000000000001</cx:pt>
          <cx:pt idx="44096">1.6499999999999999</cx:pt>
          <cx:pt idx="44097">4.1500000000000004</cx:pt>
          <cx:pt idx="44098">3.25</cx:pt>
          <cx:pt idx="44099">1.45</cx:pt>
          <cx:pt idx="44100">7.6500000000000004</cx:pt>
          <cx:pt idx="44101">2.9500000000000002</cx:pt>
          <cx:pt idx="44102">2.9500000000000002</cx:pt>
          <cx:pt idx="44103">0.41999999999999998</cx:pt>
          <cx:pt idx="44104">1.6499999999999999</cx:pt>
          <cx:pt idx="44105">1.45</cx:pt>
          <cx:pt idx="44106">2.9500000000000002</cx:pt>
          <cx:pt idx="44107">2.9500000000000002</cx:pt>
          <cx:pt idx="44108">1.45</cx:pt>
          <cx:pt idx="44109">0.41999999999999998</cx:pt>
          <cx:pt idx="44110">2.0800000000000001</cx:pt>
          <cx:pt idx="44111">1.45</cx:pt>
          <cx:pt idx="44112">2.5499999999999998</cx:pt>
          <cx:pt idx="44113">4.25</cx:pt>
          <cx:pt idx="44114">2.8900000000000001</cx:pt>
          <cx:pt idx="44115">1.45</cx:pt>
          <cx:pt idx="44116">4.1500000000000004</cx:pt>
          <cx:pt idx="44117">2.5499999999999998</cx:pt>
          <cx:pt idx="44118">2.5499999999999998</cx:pt>
          <cx:pt idx="44119">2.9500000000000002</cx:pt>
          <cx:pt idx="44120">1.25</cx:pt>
          <cx:pt idx="44121">4.25</cx:pt>
          <cx:pt idx="44122">1.6499999999999999</cx:pt>
          <cx:pt idx="44123">2.0800000000000001</cx:pt>
          <cx:pt idx="44124">4.1500000000000004</cx:pt>
          <cx:pt idx="44125">2.9500000000000002</cx:pt>
          <cx:pt idx="44126">2.5499999999999998</cx:pt>
          <cx:pt idx="44127">2.4900000000000002</cx:pt>
          <cx:pt idx="44128">2.4900000000000002</cx:pt>
          <cx:pt idx="44129">2.5499999999999998</cx:pt>
          <cx:pt idx="44130">4.1500000000000004</cx:pt>
          <cx:pt idx="44131">1.25</cx:pt>
          <cx:pt idx="44132">2.9500000000000002</cx:pt>
          <cx:pt idx="44133">1.25</cx:pt>
          <cx:pt idx="44134">1.6899999999999999</cx:pt>
          <cx:pt idx="44135">4.9500000000000002</cx:pt>
          <cx:pt idx="44136">4.9500000000000002</cx:pt>
          <cx:pt idx="44137">1.45</cx:pt>
          <cx:pt idx="44138">2.25</cx:pt>
          <cx:pt idx="44139">1.6499999999999999</cx:pt>
          <cx:pt idx="44140">1.6499999999999999</cx:pt>
          <cx:pt idx="44141">0.55000000000000004</cx:pt>
          <cx:pt idx="44142">8.25</cx:pt>
          <cx:pt idx="44143">4.1500000000000004</cx:pt>
          <cx:pt idx="44144">0.84999999999999998</cx:pt>
          <cx:pt idx="44145">1.6499999999999999</cx:pt>
          <cx:pt idx="44146">1.79</cx:pt>
          <cx:pt idx="44147">8.25</cx:pt>
          <cx:pt idx="44148">1.25</cx:pt>
          <cx:pt idx="44149">4.1500000000000004</cx:pt>
          <cx:pt idx="44150">1.25</cx:pt>
          <cx:pt idx="44151">2.0800000000000001</cx:pt>
          <cx:pt idx="44152">2.9500000000000002</cx:pt>
          <cx:pt idx="44153">1.45</cx:pt>
          <cx:pt idx="44154">1.25</cx:pt>
          <cx:pt idx="44155">0.84999999999999998</cx:pt>
          <cx:pt idx="44156">3.75</cx:pt>
          <cx:pt idx="44157">1.25</cx:pt>
          <cx:pt idx="44158">1.6499999999999999</cx:pt>
          <cx:pt idx="44159">1.45</cx:pt>
          <cx:pt idx="44160">1.25</cx:pt>
          <cx:pt idx="44161">1.45</cx:pt>
          <cx:pt idx="44162">1.6499999999999999</cx:pt>
          <cx:pt idx="44163">1.6499999999999999</cx:pt>
          <cx:pt idx="44164">6.9500000000000002</cx:pt>
          <cx:pt idx="44165">1.45</cx:pt>
          <cx:pt idx="44166">1.6499999999999999</cx:pt>
          <cx:pt idx="44167">1.45</cx:pt>
          <cx:pt idx="44168">1.45</cx:pt>
          <cx:pt idx="44169">1.6499999999999999</cx:pt>
          <cx:pt idx="44170">12.75</cx:pt>
          <cx:pt idx="44171">1.45</cx:pt>
          <cx:pt idx="44172">1.45</cx:pt>
          <cx:pt idx="44173">0.41999999999999998</cx:pt>
          <cx:pt idx="44174">3.75</cx:pt>
          <cx:pt idx="44175">3.75</cx:pt>
          <cx:pt idx="44176">2.5499999999999998</cx:pt>
          <cx:pt idx="44177">4.25</cx:pt>
          <cx:pt idx="44178">1.6499999999999999</cx:pt>
          <cx:pt idx="44179">0.84999999999999998</cx:pt>
          <cx:pt idx="44180">1.45</cx:pt>
          <cx:pt idx="44181">1.45</cx:pt>
          <cx:pt idx="44182">2.0800000000000001</cx:pt>
          <cx:pt idx="44183">3.75</cx:pt>
          <cx:pt idx="44184">1.45</cx:pt>
          <cx:pt idx="44185">1.45</cx:pt>
          <cx:pt idx="44186">2.0800000000000001</cx:pt>
          <cx:pt idx="44187">2.9500000000000002</cx:pt>
          <cx:pt idx="44188">2.9500000000000002</cx:pt>
          <cx:pt idx="44189">1.45</cx:pt>
          <cx:pt idx="44190">0.84999999999999998</cx:pt>
          <cx:pt idx="44191">2.8900000000000001</cx:pt>
          <cx:pt idx="44192">8.5</cx:pt>
          <cx:pt idx="44193">3.75</cx:pt>
          <cx:pt idx="44194">0.41999999999999998</cx:pt>
          <cx:pt idx="44195">4.1299999999999999</cx:pt>
          <cx:pt idx="44196">7.46</cx:pt>
          <cx:pt idx="44197">5.79</cx:pt>
          <cx:pt idx="44198">0.82999999999999996</cx:pt>
          <cx:pt idx="44199">3.29</cx:pt>
          <cx:pt idx="44200">0.82999999999999996</cx:pt>
          <cx:pt idx="44201">8.2899999999999991</cx:pt>
          <cx:pt idx="44202">10.789999999999999</cx:pt>
          <cx:pt idx="44203">1.6299999999999999</cx:pt>
          <cx:pt idx="44204">14.960000000000001</cx:pt>
          <cx:pt idx="44205">2.46</cx:pt>
          <cx:pt idx="44206">0.82999999999999996</cx:pt>
          <cx:pt idx="44207">1.25</cx:pt>
          <cx:pt idx="44208">3.29</cx:pt>
          <cx:pt idx="44209">15.789999999999999</cx:pt>
          <cx:pt idx="44210">3.29</cx:pt>
          <cx:pt idx="44211">5.79</cx:pt>
          <cx:pt idx="44212">2.46</cx:pt>
          <cx:pt idx="44213">1.6299999999999999</cx:pt>
          <cx:pt idx="44214">10.789999999999999</cx:pt>
          <cx:pt idx="44215">2.46</cx:pt>
          <cx:pt idx="44216">4.5800000000000001</cx:pt>
          <cx:pt idx="44217">2.46</cx:pt>
          <cx:pt idx="44218">0.41999999999999998</cx:pt>
          <cx:pt idx="44219">3.29</cx:pt>
          <cx:pt idx="44220">1.6299999999999999</cx:pt>
          <cx:pt idx="44221">3.29</cx:pt>
          <cx:pt idx="44222">4.96</cx:pt>
          <cx:pt idx="44223">3.29</cx:pt>
          <cx:pt idx="44224">3.29</cx:pt>
          <cx:pt idx="44225">2.46</cx:pt>
          <cx:pt idx="44226">1.25</cx:pt>
          <cx:pt idx="44227">2.46</cx:pt>
          <cx:pt idx="44228">3.29</cx:pt>
          <cx:pt idx="44229">0.82999999999999996</cx:pt>
          <cx:pt idx="44230">1.25</cx:pt>
          <cx:pt idx="44231">4.1299999999999999</cx:pt>
          <cx:pt idx="44232">1.6299999999999999</cx:pt>
          <cx:pt idx="44233">1.6299999999999999</cx:pt>
          <cx:pt idx="44234">4.96</cx:pt>
          <cx:pt idx="44235">2.46</cx:pt>
          <cx:pt idx="44236">12.75</cx:pt>
          <cx:pt idx="44237">4.1299999999999999</cx:pt>
          <cx:pt idx="44238">5.79</cx:pt>
          <cx:pt idx="44239">7.46</cx:pt>
          <cx:pt idx="44240">5.79</cx:pt>
          <cx:pt idx="44241">3.29</cx:pt>
          <cx:pt idx="44242">4.1299999999999999</cx:pt>
          <cx:pt idx="44243">2.9199999999999999</cx:pt>
          <cx:pt idx="44244">10.789999999999999</cx:pt>
          <cx:pt idx="44245">4.1299999999999999</cx:pt>
          <cx:pt idx="44246">1.6299999999999999</cx:pt>
          <cx:pt idx="44247">1.6299999999999999</cx:pt>
          <cx:pt idx="44248">2.46</cx:pt>
          <cx:pt idx="44249">3.29</cx:pt>
          <cx:pt idx="44250">5.79</cx:pt>
          <cx:pt idx="44251">5.79</cx:pt>
          <cx:pt idx="44252">2.46</cx:pt>
          <cx:pt idx="44253">1.6299999999999999</cx:pt>
          <cx:pt idx="44254">10.789999999999999</cx:pt>
          <cx:pt idx="44255">2.46</cx:pt>
          <cx:pt idx="44256">16.629999999999999</cx:pt>
          <cx:pt idx="44257">4.1299999999999999</cx:pt>
          <cx:pt idx="44258">5.79</cx:pt>
          <cx:pt idx="44259">4.5800000000000001</cx:pt>
          <cx:pt idx="44260">3.29</cx:pt>
          <cx:pt idx="44261">0.41999999999999998</cx:pt>
          <cx:pt idx="44262">8.2899999999999991</cx:pt>
          <cx:pt idx="44263">3.29</cx:pt>
          <cx:pt idx="44264">4.1299999999999999</cx:pt>
          <cx:pt idx="44265">24.960000000000001</cx:pt>
          <cx:pt idx="44266">5.79</cx:pt>
          <cx:pt idx="44267">4.96</cx:pt>
          <cx:pt idx="44268">4.96</cx:pt>
          <cx:pt idx="44269">9.1300000000000008</cx:pt>
          <cx:pt idx="44270">1.25</cx:pt>
          <cx:pt idx="44271">2.46</cx:pt>
          <cx:pt idx="44272">1.25</cx:pt>
          <cx:pt idx="44273">5.79</cx:pt>
          <cx:pt idx="44274">15.789999999999999</cx:pt>
          <cx:pt idx="44275">2.46</cx:pt>
          <cx:pt idx="44276">1.25</cx:pt>
          <cx:pt idx="44277">0.82999999999999996</cx:pt>
          <cx:pt idx="44278">1.6299999999999999</cx:pt>
          <cx:pt idx="44279">1.25</cx:pt>
          <cx:pt idx="44280">1.6299999999999999</cx:pt>
          <cx:pt idx="44281">1.6899999999999999</cx:pt>
          <cx:pt idx="44282">8.5</cx:pt>
          <cx:pt idx="44283">10.949999999999999</cx:pt>
          <cx:pt idx="44284">8.5</cx:pt>
          <cx:pt idx="44285">0.84999999999999998</cx:pt>
          <cx:pt idx="44286">4.9500000000000002</cx:pt>
          <cx:pt idx="44287">1.45</cx:pt>
          <cx:pt idx="44288">1.45</cx:pt>
          <cx:pt idx="44289">1.25</cx:pt>
          <cx:pt idx="44290">1.25</cx:pt>
          <cx:pt idx="44291">1.6899999999999999</cx:pt>
          <cx:pt idx="44292">1.6499999999999999</cx:pt>
          <cx:pt idx="44293">0.65000000000000002</cx:pt>
          <cx:pt idx="44294">2.0800000000000001</cx:pt>
          <cx:pt idx="44295">2.0800000000000001</cx:pt>
          <cx:pt idx="44296">1.6499999999999999</cx:pt>
          <cx:pt idx="44297">0.55000000000000004</cx:pt>
          <cx:pt idx="44298">1.6499999999999999</cx:pt>
          <cx:pt idx="44299">4.25</cx:pt>
          <cx:pt idx="44300">1.25</cx:pt>
          <cx:pt idx="44301">0.65000000000000002</cx:pt>
          <cx:pt idx="44302">1.45</cx:pt>
          <cx:pt idx="44303">0.41999999999999998</cx:pt>
          <cx:pt idx="44304">2.0800000000000001</cx:pt>
          <cx:pt idx="44305">1.6499999999999999</cx:pt>
          <cx:pt idx="44306">1.25</cx:pt>
          <cx:pt idx="44307">2.5499999999999998</cx:pt>
          <cx:pt idx="44308">2.9500000000000002</cx:pt>
          <cx:pt idx="44309">4.1500000000000004</cx:pt>
          <cx:pt idx="44310">7.6500000000000004</cx:pt>
          <cx:pt idx="44311">0.41999999999999998</cx:pt>
          <cx:pt idx="44312">8.25</cx:pt>
          <cx:pt idx="44313">1.45</cx:pt>
          <cx:pt idx="44314">1.45</cx:pt>
          <cx:pt idx="44315">2.5499999999999998</cx:pt>
          <cx:pt idx="44316">2.5499999999999998</cx:pt>
          <cx:pt idx="44317">1.6499999999999999</cx:pt>
          <cx:pt idx="44318">1.25</cx:pt>
          <cx:pt idx="44319">1.45</cx:pt>
          <cx:pt idx="44320">2.0800000000000001</cx:pt>
          <cx:pt idx="44321">4.9500000000000002</cx:pt>
          <cx:pt idx="44322">2.8900000000000001</cx:pt>
          <cx:pt idx="44323">1.25</cx:pt>
          <cx:pt idx="44324">0.41999999999999998</cx:pt>
          <cx:pt idx="44325">1.25</cx:pt>
          <cx:pt idx="44326">12.75</cx:pt>
          <cx:pt idx="44327">1.45</cx:pt>
          <cx:pt idx="44328">12.75</cx:pt>
          <cx:pt idx="44329">2.0800000000000001</cx:pt>
          <cx:pt idx="44330">1.6899999999999999</cx:pt>
          <cx:pt idx="44331">2.5499999999999998</cx:pt>
          <cx:pt idx="44332">2.0800000000000001</cx:pt>
          <cx:pt idx="44333">2.0800000000000001</cx:pt>
          <cx:pt idx="44334">2.8900000000000001</cx:pt>
          <cx:pt idx="44335">4.9500000000000002</cx:pt>
          <cx:pt idx="44336">1.45</cx:pt>
          <cx:pt idx="44337">4.25</cx:pt>
          <cx:pt idx="44338">2.8900000000000001</cx:pt>
          <cx:pt idx="44339">4.25</cx:pt>
          <cx:pt idx="44340">4.25</cx:pt>
          <cx:pt idx="44341">1.6899999999999999</cx:pt>
          <cx:pt idx="44342">4.9500000000000002</cx:pt>
          <cx:pt idx="44343">1.25</cx:pt>
          <cx:pt idx="44344">1.25</cx:pt>
          <cx:pt idx="44345">2.9500000000000002</cx:pt>
          <cx:pt idx="44346">1.6499999999999999</cx:pt>
          <cx:pt idx="44347">0.84999999999999998</cx:pt>
          <cx:pt idx="44348">3.75</cx:pt>
          <cx:pt idx="44349">1.45</cx:pt>
          <cx:pt idx="44350">1.25</cx:pt>
          <cx:pt idx="44351">1.45</cx:pt>
          <cx:pt idx="44352">2.9500000000000002</cx:pt>
          <cx:pt idx="44353">1.45</cx:pt>
          <cx:pt idx="44354">2.1000000000000001</cx:pt>
          <cx:pt idx="44355">2.9500000000000002</cx:pt>
          <cx:pt idx="44356">0.39000000000000001</cx:pt>
          <cx:pt idx="44357">2.9500000000000002</cx:pt>
          <cx:pt idx="44358">1.45</cx:pt>
          <cx:pt idx="44359">4.9500000000000002</cx:pt>
          <cx:pt idx="44360">3.25</cx:pt>
          <cx:pt idx="44361">2.9500000000000002</cx:pt>
          <cx:pt idx="44362">8.25</cx:pt>
          <cx:pt idx="44363">1.25</cx:pt>
          <cx:pt idx="44364">0.41999999999999998</cx:pt>
          <cx:pt idx="44365">1.6899999999999999</cx:pt>
          <cx:pt idx="44366">6.9500000000000002</cx:pt>
          <cx:pt idx="44367">1.25</cx:pt>
          <cx:pt idx="44368">2.9500000000000002</cx:pt>
          <cx:pt idx="44369">1.45</cx:pt>
          <cx:pt idx="44370">8.25</cx:pt>
          <cx:pt idx="44371">1.45</cx:pt>
          <cx:pt idx="44372">1.45</cx:pt>
          <cx:pt idx="44373">1.45</cx:pt>
          <cx:pt idx="44374">4.1500000000000004</cx:pt>
          <cx:pt idx="44375">4.1500000000000004</cx:pt>
          <cx:pt idx="44376">3.75</cx:pt>
          <cx:pt idx="44377">2.1000000000000001</cx:pt>
          <cx:pt idx="44378">7.6500000000000004</cx:pt>
          <cx:pt idx="44379">4.6500000000000004</cx:pt>
          <cx:pt idx="44380">7.0800000000000001</cx:pt>
          <cx:pt idx="44381">8.25</cx:pt>
          <cx:pt idx="44382">3.75</cx:pt>
          <cx:pt idx="44383">8.25</cx:pt>
          <cx:pt idx="44384">0.41999999999999998</cx:pt>
          <cx:pt idx="44385">2.8900000000000001</cx:pt>
          <cx:pt idx="44386">1.8500000000000001</cx:pt>
          <cx:pt idx="44387">8.25</cx:pt>
          <cx:pt idx="44388">2.4900000000000002</cx:pt>
          <cx:pt idx="44389">1.6499999999999999</cx:pt>
          <cx:pt idx="44390">1.6499999999999999</cx:pt>
          <cx:pt idx="44391">0.41999999999999998</cx:pt>
          <cx:pt idx="44392">1.6499999999999999</cx:pt>
          <cx:pt idx="44393">1.25</cx:pt>
          <cx:pt idx="44394">1.45</cx:pt>
          <cx:pt idx="44395">4.1500000000000004</cx:pt>
          <cx:pt idx="44396">8.5</cx:pt>
          <cx:pt idx="44397">1.25</cx:pt>
          <cx:pt idx="44398">3.75</cx:pt>
          <cx:pt idx="44399">4.1500000000000004</cx:pt>
          <cx:pt idx="44400">4.25</cx:pt>
          <cx:pt idx="44401">1.6899999999999999</cx:pt>
          <cx:pt idx="44402">0.41999999999999998</cx:pt>
          <cx:pt idx="44403">2.8900000000000001</cx:pt>
          <cx:pt idx="44404">7.6500000000000004</cx:pt>
          <cx:pt idx="44405">2.9500000000000002</cx:pt>
          <cx:pt idx="44406">2.5499999999999998</cx:pt>
          <cx:pt idx="44407">1.25</cx:pt>
          <cx:pt idx="44408">2.25</cx:pt>
          <cx:pt idx="44409">3.75</cx:pt>
          <cx:pt idx="44410">4.1500000000000004</cx:pt>
          <cx:pt idx="44411">2.25</cx:pt>
          <cx:pt idx="44412">2.9500000000000002</cx:pt>
          <cx:pt idx="44413">1.6499999999999999</cx:pt>
          <cx:pt idx="44414">2.5499999999999998</cx:pt>
          <cx:pt idx="44415">2.8900000000000001</cx:pt>
          <cx:pt idx="44416">0.84999999999999998</cx:pt>
          <cx:pt idx="44417">1.25</cx:pt>
          <cx:pt idx="44418">3.75</cx:pt>
          <cx:pt idx="44419">0.55000000000000004</cx:pt>
          <cx:pt idx="44420">2.1000000000000001</cx:pt>
          <cx:pt idx="44421">1.25</cx:pt>
          <cx:pt idx="44422">2.0800000000000001</cx:pt>
          <cx:pt idx="44423">4.1500000000000004</cx:pt>
          <cx:pt idx="44424">0.41999999999999998</cx:pt>
          <cx:pt idx="44425">0.41999999999999998</cx:pt>
          <cx:pt idx="44426">0.39000000000000001</cx:pt>
          <cx:pt idx="44427">0.55000000000000004</cx:pt>
          <cx:pt idx="44428">1.25</cx:pt>
          <cx:pt idx="44429">2.1000000000000001</cx:pt>
          <cx:pt idx="44430">2.1000000000000001</cx:pt>
          <cx:pt idx="44431">1.6499999999999999</cx:pt>
          <cx:pt idx="44432">0.41999999999999998</cx:pt>
          <cx:pt idx="44433">2.4900000000000002</cx:pt>
          <cx:pt idx="44434">1.6499999999999999</cx:pt>
          <cx:pt idx="44435">1.6499999999999999</cx:pt>
          <cx:pt idx="44436">1.45</cx:pt>
          <cx:pt idx="44437">2.5499999999999998</cx:pt>
          <cx:pt idx="44438">2.5499999999999998</cx:pt>
          <cx:pt idx="44439">0.65000000000000002</cx:pt>
          <cx:pt idx="44440">8.5</cx:pt>
          <cx:pt idx="44441">6.9500000000000002</cx:pt>
          <cx:pt idx="44442">4.9500000000000002</cx:pt>
          <cx:pt idx="44443">0.41999999999999998</cx:pt>
          <cx:pt idx="44444">2.0800000000000001</cx:pt>
          <cx:pt idx="44445">0.65000000000000002</cx:pt>
          <cx:pt idx="44446">1.6499999999999999</cx:pt>
          <cx:pt idx="44447">1.6499999999999999</cx:pt>
          <cx:pt idx="44448">0.41999999999999998</cx:pt>
          <cx:pt idx="44449">2.5499999999999998</cx:pt>
          <cx:pt idx="44450">4.9500000000000002</cx:pt>
          <cx:pt idx="44451">4.9500000000000002</cx:pt>
          <cx:pt idx="44452">0.41999999999999998</cx:pt>
          <cx:pt idx="44453">2.9500000000000002</cx:pt>
          <cx:pt idx="44454">1.6499999999999999</cx:pt>
          <cx:pt idx="44455">6.9500000000000002</cx:pt>
          <cx:pt idx="44456">2.9500000000000002</cx:pt>
          <cx:pt idx="44457">2.9500000000000002</cx:pt>
          <cx:pt idx="44458">12.75</cx:pt>
          <cx:pt idx="44459">1.45</cx:pt>
          <cx:pt idx="44460">0.65000000000000002</cx:pt>
          <cx:pt idx="44461">1.25</cx:pt>
          <cx:pt idx="44462">4.9500000000000002</cx:pt>
          <cx:pt idx="44463">1.45</cx:pt>
          <cx:pt idx="44464">2.1000000000000001</cx:pt>
          <cx:pt idx="44465">2.9500000000000002</cx:pt>
          <cx:pt idx="44466">1.6499999999999999</cx:pt>
          <cx:pt idx="44467">0.41999999999999998</cx:pt>
          <cx:pt idx="44468">1.45</cx:pt>
          <cx:pt idx="44469">2.1000000000000001</cx:pt>
          <cx:pt idx="44470">2.0800000000000001</cx:pt>
          <cx:pt idx="44471">0.39000000000000001</cx:pt>
          <cx:pt idx="44472">0.39000000000000001</cx:pt>
          <cx:pt idx="44473">0.39000000000000001</cx:pt>
          <cx:pt idx="44474">1.45</cx:pt>
          <cx:pt idx="44475">0.41999999999999998</cx:pt>
          <cx:pt idx="44476">1.6499999999999999</cx:pt>
          <cx:pt idx="44477">1.6499999999999999</cx:pt>
          <cx:pt idx="44478">0.41999999999999998</cx:pt>
          <cx:pt idx="44479">1.6499999999999999</cx:pt>
          <cx:pt idx="44480">1.45</cx:pt>
          <cx:pt idx="44481">1.25</cx:pt>
          <cx:pt idx="44482">1.45</cx:pt>
          <cx:pt idx="44483">1.25</cx:pt>
          <cx:pt idx="44484">1.6899999999999999</cx:pt>
          <cx:pt idx="44485">3.75</cx:pt>
          <cx:pt idx="44486">1.45</cx:pt>
          <cx:pt idx="44487">4.9500000000000002</cx:pt>
          <cx:pt idx="44488">0.84999999999999998</cx:pt>
          <cx:pt idx="44489">3.25</cx:pt>
          <cx:pt idx="44490">2.8900000000000001</cx:pt>
          <cx:pt idx="44491">2.9500000000000002</cx:pt>
          <cx:pt idx="44492">2.9500000000000002</cx:pt>
          <cx:pt idx="44493">1.25</cx:pt>
          <cx:pt idx="44494">0.41999999999999998</cx:pt>
          <cx:pt idx="44495">2.0800000000000001</cx:pt>
          <cx:pt idx="44496">6.9500000000000002</cx:pt>
          <cx:pt idx="44497">2.4900000000000002</cx:pt>
          <cx:pt idx="44498">0.55000000000000004</cx:pt>
          <cx:pt idx="44499">1.6499999999999999</cx:pt>
          <cx:pt idx="44500">2.1000000000000001</cx:pt>
          <cx:pt idx="44501">8.5</cx:pt>
          <cx:pt idx="44502">4.1500000000000004</cx:pt>
          <cx:pt idx="44503">0.84999999999999998</cx:pt>
          <cx:pt idx="44504">2.8900000000000001</cx:pt>
          <cx:pt idx="44505">8.5</cx:pt>
          <cx:pt idx="44506">2.9500000000000002</cx:pt>
          <cx:pt idx="44507">3.75</cx:pt>
          <cx:pt idx="44508">1.45</cx:pt>
          <cx:pt idx="44509">1.6499999999999999</cx:pt>
          <cx:pt idx="44510">1.6499999999999999</cx:pt>
          <cx:pt idx="44511">1.6499999999999999</cx:pt>
          <cx:pt idx="44512">0.84999999999999998</cx:pt>
          <cx:pt idx="44513">1.25</cx:pt>
          <cx:pt idx="44514">1.25</cx:pt>
          <cx:pt idx="44515">1.25</cx:pt>
          <cx:pt idx="44516">3.75</cx:pt>
          <cx:pt idx="44517">1.6499999999999999</cx:pt>
          <cx:pt idx="44518">2.1000000000000001</cx:pt>
          <cx:pt idx="44519">1.45</cx:pt>
          <cx:pt idx="44520">1.45</cx:pt>
          <cx:pt idx="44521">6.9500000000000002</cx:pt>
          <cx:pt idx="44522">2.1000000000000001</cx:pt>
          <cx:pt idx="44523">1.25</cx:pt>
          <cx:pt idx="44524">2.9500000000000002</cx:pt>
          <cx:pt idx="44525">0.41999999999999998</cx:pt>
          <cx:pt idx="44526">2.0800000000000001</cx:pt>
          <cx:pt idx="44527">0.41999999999999998</cx:pt>
          <cx:pt idx="44528">0.84999999999999998</cx:pt>
          <cx:pt idx="44529">1.25</cx:pt>
          <cx:pt idx="44530">0.82999999999999996</cx:pt>
          <cx:pt idx="44531">3.75</cx:pt>
          <cx:pt idx="44532">1.45</cx:pt>
          <cx:pt idx="44533">2.4900000000000002</cx:pt>
          <cx:pt idx="44534">2.4900000000000002</cx:pt>
          <cx:pt idx="44535">1.6499999999999999</cx:pt>
          <cx:pt idx="44536">0.65000000000000002</cx:pt>
          <cx:pt idx="44537">1.6499999999999999</cx:pt>
          <cx:pt idx="44538">12.75</cx:pt>
          <cx:pt idx="44539">8.5</cx:pt>
          <cx:pt idx="44540">1.6899999999999999</cx:pt>
          <cx:pt idx="44541">2.8900000000000001</cx:pt>
          <cx:pt idx="44542">1.45</cx:pt>
          <cx:pt idx="44543">1.6499999999999999</cx:pt>
          <cx:pt idx="44544">2.4900000000000002</cx:pt>
          <cx:pt idx="44545">7.6500000000000004</cx:pt>
          <cx:pt idx="44546">2.8900000000000001</cx:pt>
          <cx:pt idx="44547">2.9500000000000002</cx:pt>
          <cx:pt idx="44548">2.4900000000000002</cx:pt>
          <cx:pt idx="44549">4.9500000000000002</cx:pt>
          <cx:pt idx="44550">4.9500000000000002</cx:pt>
          <cx:pt idx="44551">2.9500000000000002</cx:pt>
          <cx:pt idx="44552">0.39000000000000001</cx:pt>
          <cx:pt idx="44553">2.8900000000000001</cx:pt>
          <cx:pt idx="44554">0.65000000000000002</cx:pt>
          <cx:pt idx="44555">1.45</cx:pt>
          <cx:pt idx="44556">1.45</cx:pt>
          <cx:pt idx="44557">5.79</cx:pt>
          <cx:pt idx="44558">16.629999999999999</cx:pt>
          <cx:pt idx="44559">7.46</cx:pt>
          <cx:pt idx="44560">3.29</cx:pt>
          <cx:pt idx="44561">0.82999999999999996</cx:pt>
          <cx:pt idx="44562">2.9199999999999999</cx:pt>
          <cx:pt idx="44563">10.789999999999999</cx:pt>
          <cx:pt idx="44564">4.1299999999999999</cx:pt>
          <cx:pt idx="44565">1.6299999999999999</cx:pt>
          <cx:pt idx="44566">14.960000000000001</cx:pt>
          <cx:pt idx="44567">5.79</cx:pt>
          <cx:pt idx="44568">2.46</cx:pt>
          <cx:pt idx="44569">7.46</cx:pt>
          <cx:pt idx="44570">5.79</cx:pt>
          <cx:pt idx="44571">8.2899999999999991</cx:pt>
          <cx:pt idx="44572">4.96</cx:pt>
          <cx:pt idx="44573">2.46</cx:pt>
          <cx:pt idx="44574">0.41999999999999998</cx:pt>
          <cx:pt idx="44575">1.6299999999999999</cx:pt>
          <cx:pt idx="44576">10.789999999999999</cx:pt>
          <cx:pt idx="44577">12.460000000000001</cx:pt>
          <cx:pt idx="44578">2.46</cx:pt>
          <cx:pt idx="44579">16.629999999999999</cx:pt>
          <cx:pt idx="44580">4.1299999999999999</cx:pt>
          <cx:pt idx="44581">5.79</cx:pt>
          <cx:pt idx="44582">4.5800000000000001</cx:pt>
          <cx:pt idx="44583">3.29</cx:pt>
          <cx:pt idx="44584">0.41999999999999998</cx:pt>
          <cx:pt idx="44585">3.29</cx:pt>
          <cx:pt idx="44586">3.29</cx:pt>
          <cx:pt idx="44587">1.6299999999999999</cx:pt>
          <cx:pt idx="44588">3.29</cx:pt>
          <cx:pt idx="44589">0.82999999999999996</cx:pt>
          <cx:pt idx="44590">24.960000000000001</cx:pt>
          <cx:pt idx="44591">3.29</cx:pt>
          <cx:pt idx="44592">3.29</cx:pt>
          <cx:pt idx="44593">2.46</cx:pt>
          <cx:pt idx="44594">2.46</cx:pt>
          <cx:pt idx="44595">1.25</cx:pt>
          <cx:pt idx="44596">0.82999999999999996</cx:pt>
          <cx:pt idx="44597">1.25</cx:pt>
          <cx:pt idx="44598">4.1299999999999999</cx:pt>
          <cx:pt idx="44599">4.1299999999999999</cx:pt>
          <cx:pt idx="44600">1.6299999999999999</cx:pt>
          <cx:pt idx="44601">1.6299999999999999</cx:pt>
          <cx:pt idx="44602">2.46</cx:pt>
          <cx:pt idx="44603">1.45</cx:pt>
          <cx:pt idx="44604">8.5</cx:pt>
          <cx:pt idx="44605">10.949999999999999</cx:pt>
          <cx:pt idx="44606">1.25</cx:pt>
          <cx:pt idx="44607">0.84999999999999998</cx:pt>
          <cx:pt idx="44608">1.6499999999999999</cx:pt>
          <cx:pt idx="44609">1.25</cx:pt>
          <cx:pt idx="44610">7.6500000000000004</cx:pt>
          <cx:pt idx="44611">1.25</cx:pt>
          <cx:pt idx="44612">2.5499999999999998</cx:pt>
          <cx:pt idx="44613">4.9500000000000002</cx:pt>
          <cx:pt idx="44614">1.45</cx:pt>
          <cx:pt idx="44615">2.5499999999999998</cx:pt>
          <cx:pt idx="44616">1.25</cx:pt>
          <cx:pt idx="44617">1.6499999999999999</cx:pt>
          <cx:pt idx="44618">1.6899999999999999</cx:pt>
          <cx:pt idx="44619">3.75</cx:pt>
          <cx:pt idx="44620">2.0800000000000001</cx:pt>
          <cx:pt idx="44621">0.84999999999999998</cx:pt>
          <cx:pt idx="44622">4.9500000000000002</cx:pt>
          <cx:pt idx="44623">2.0800000000000001</cx:pt>
          <cx:pt idx="44624">4.1500000000000004</cx:pt>
          <cx:pt idx="44625">1.6499999999999999</cx:pt>
          <cx:pt idx="44626">0.41999999999999998</cx:pt>
          <cx:pt idx="44627">2.1000000000000001</cx:pt>
          <cx:pt idx="44628">9.9499999999999993</cx:pt>
          <cx:pt idx="44629">2.8900000000000001</cx:pt>
          <cx:pt idx="44630">4.9500000000000002</cx:pt>
          <cx:pt idx="44631">1.6499999999999999</cx:pt>
          <cx:pt idx="44632">3.75</cx:pt>
          <cx:pt idx="44633">1.6499999999999999</cx:pt>
          <cx:pt idx="44634">0.41999999999999998</cx:pt>
          <cx:pt idx="44635">1.6899999999999999</cx:pt>
          <cx:pt idx="44636">1.6899999999999999</cx:pt>
          <cx:pt idx="44637">1.45</cx:pt>
          <cx:pt idx="44638">2.5499999999999998</cx:pt>
          <cx:pt idx="44639">0.84999999999999998</cx:pt>
          <cx:pt idx="44640">2.5499999999999998</cx:pt>
          <cx:pt idx="44641">1.45</cx:pt>
          <cx:pt idx="44642">4.1500000000000004</cx:pt>
          <cx:pt idx="44643">1.45</cx:pt>
          <cx:pt idx="44644">2.1000000000000001</cx:pt>
          <cx:pt idx="44645">4.25</cx:pt>
          <cx:pt idx="44646">4.9500000000000002</cx:pt>
          <cx:pt idx="44647">1.25</cx:pt>
          <cx:pt idx="44648">1.25</cx:pt>
          <cx:pt idx="44649">12.75</cx:pt>
          <cx:pt idx="44650">1.25</cx:pt>
          <cx:pt idx="44651">4.1500000000000004</cx:pt>
          <cx:pt idx="44652">1.45</cx:pt>
          <cx:pt idx="44653">4.1500000000000004</cx:pt>
          <cx:pt idx="44654">0.84999999999999998</cx:pt>
          <cx:pt idx="44655">12.75</cx:pt>
          <cx:pt idx="44656">1.25</cx:pt>
          <cx:pt idx="44657">4.1299999999999999</cx:pt>
          <cx:pt idx="44658">3.29</cx:pt>
          <cx:pt idx="44659">6.6299999999999999</cx:pt>
          <cx:pt idx="44660">12.460000000000001</cx:pt>
          <cx:pt idx="44661">8.2899999999999991</cx:pt>
          <cx:pt idx="44662">1.6299999999999999</cx:pt>
          <cx:pt idx="44663">4.96</cx:pt>
          <cx:pt idx="44664">2.46</cx:pt>
          <cx:pt idx="44665">9.1300000000000008</cx:pt>
          <cx:pt idx="44666">13.130000000000001</cx:pt>
          <cx:pt idx="44667">1.45</cx:pt>
          <cx:pt idx="44668">0.84999999999999998</cx:pt>
          <cx:pt idx="44669">4.1500000000000004</cx:pt>
          <cx:pt idx="44670">1.6499999999999999</cx:pt>
          <cx:pt idx="44671">1.6499999999999999</cx:pt>
          <cx:pt idx="44672">2.5499999999999998</cx:pt>
          <cx:pt idx="44673">4.9500000000000002</cx:pt>
          <cx:pt idx="44674">3.75</cx:pt>
          <cx:pt idx="44675">1.25</cx:pt>
          <cx:pt idx="44676">0.41999999999999998</cx:pt>
          <cx:pt idx="44677">2.9500000000000002</cx:pt>
          <cx:pt idx="44678">7.6500000000000004</cx:pt>
          <cx:pt idx="44679">2.1000000000000001</cx:pt>
          <cx:pt idx="44680">0.84999999999999998</cx:pt>
          <cx:pt idx="44681">1.6499999999999999</cx:pt>
          <cx:pt idx="44682">8.5</cx:pt>
          <cx:pt idx="44683">2.25</cx:pt>
          <cx:pt idx="44684">1.25</cx:pt>
          <cx:pt idx="44685">4.25</cx:pt>
          <cx:pt idx="44686">4.1500000000000004</cx:pt>
          <cx:pt idx="44687">2.4900000000000002</cx:pt>
          <cx:pt idx="44688">1.6499999999999999</cx:pt>
          <cx:pt idx="44689">2.9500000000000002</cx:pt>
          <cx:pt idx="44690">2.0800000000000001</cx:pt>
          <cx:pt idx="44691">2.9500000000000002</cx:pt>
          <cx:pt idx="44692">2.25</cx:pt>
          <cx:pt idx="44693">2.25</cx:pt>
          <cx:pt idx="44694">1.45</cx:pt>
          <cx:pt idx="44695">0.84999999999999998</cx:pt>
          <cx:pt idx="44696">8.25</cx:pt>
          <cx:pt idx="44697">2.5499999999999998</cx:pt>
          <cx:pt idx="44698">1.25</cx:pt>
          <cx:pt idx="44699">4.1500000000000004</cx:pt>
          <cx:pt idx="44700">2.4900000000000002</cx:pt>
          <cx:pt idx="44701">2.4900000000000002</cx:pt>
          <cx:pt idx="44702">0.55000000000000004</cx:pt>
          <cx:pt idx="44703">2.1000000000000001</cx:pt>
          <cx:pt idx="44704">2.8900000000000001</cx:pt>
          <cx:pt idx="44705">0.41999999999999998</cx:pt>
          <cx:pt idx="44706">8.25</cx:pt>
          <cx:pt idx="44707">7.0800000000000001</cx:pt>
          <cx:pt idx="44708">2.1000000000000001</cx:pt>
          <cx:pt idx="44709">4.25</cx:pt>
          <cx:pt idx="44710">3.75</cx:pt>
          <cx:pt idx="44711">8.25</cx:pt>
          <cx:pt idx="44712">3.29</cx:pt>
          <cx:pt idx="44713">1.6899999999999999</cx:pt>
          <cx:pt idx="44714">1.6499999999999999</cx:pt>
          <cx:pt idx="44715">0.41999999999999998</cx:pt>
          <cx:pt idx="44716">2.0800000000000001</cx:pt>
          <cx:pt idx="44717">2.4900000000000002</cx:pt>
          <cx:pt idx="44718">0.84999999999999998</cx:pt>
          <cx:pt idx="44719">2.9500000000000002</cx:pt>
          <cx:pt idx="44720">1.45</cx:pt>
          <cx:pt idx="44721">1.45</cx:pt>
          <cx:pt idx="44722">2.0800000000000001</cx:pt>
          <cx:pt idx="44723">2.0800000000000001</cx:pt>
          <cx:pt idx="44724">1.25</cx:pt>
          <cx:pt idx="44725">2.9500000000000002</cx:pt>
          <cx:pt idx="44726">1.6499999999999999</cx:pt>
          <cx:pt idx="44727">2.9500000000000002</cx:pt>
          <cx:pt idx="44728">0.84999999999999998</cx:pt>
          <cx:pt idx="44729">1.6899999999999999</cx:pt>
          <cx:pt idx="44730">2.0800000000000001</cx:pt>
          <cx:pt idx="44731">0.82999999999999996</cx:pt>
          <cx:pt idx="44732">1.25</cx:pt>
          <cx:pt idx="44733">1.25</cx:pt>
          <cx:pt idx="44734">3.75</cx:pt>
          <cx:pt idx="44735">4.9500000000000002</cx:pt>
          <cx:pt idx="44736">2.9500000000000002</cx:pt>
          <cx:pt idx="44737">2.9500000000000002</cx:pt>
          <cx:pt idx="44738">1.6499999999999999</cx:pt>
          <cx:pt idx="44739">1.6499999999999999</cx:pt>
          <cx:pt idx="44740">1.25</cx:pt>
          <cx:pt idx="44741">1.45</cx:pt>
          <cx:pt idx="44742">1.45</cx:pt>
          <cx:pt idx="44743">2.4900000000000002</cx:pt>
          <cx:pt idx="44744">0.41999999999999998</cx:pt>
          <cx:pt idx="44745">2.8900000000000001</cx:pt>
          <cx:pt idx="44746">2.9500000000000002</cx:pt>
          <cx:pt idx="44747">1.45</cx:pt>
          <cx:pt idx="44748">1.45</cx:pt>
          <cx:pt idx="44749">1.6499999999999999</cx:pt>
          <cx:pt idx="44750">2.9500000000000002</cx:pt>
          <cx:pt idx="44751">1.25</cx:pt>
          <cx:pt idx="44752">4.9500000000000002</cx:pt>
          <cx:pt idx="44753">0.65000000000000002</cx:pt>
          <cx:pt idx="44754">9.9499999999999993</cx:pt>
          <cx:pt idx="44755">12.75</cx:pt>
          <cx:pt idx="44756">4.9500000000000002</cx:pt>
          <cx:pt idx="44757">2.0800000000000001</cx:pt>
          <cx:pt idx="44758">4.1500000000000004</cx:pt>
          <cx:pt idx="44759">1.6499999999999999</cx:pt>
          <cx:pt idx="44760">0.84999999999999998</cx:pt>
          <cx:pt idx="44761">8.25</cx:pt>
          <cx:pt idx="44762">4.9500000000000002</cx:pt>
          <cx:pt idx="44763">0.41999999999999998</cx:pt>
          <cx:pt idx="44764">2.9500000000000002</cx:pt>
          <cx:pt idx="44765">8.25</cx:pt>
          <cx:pt idx="44766">8.25</cx:pt>
          <cx:pt idx="44767">0.39000000000000001</cx:pt>
          <cx:pt idx="44768">2.0800000000000001</cx:pt>
          <cx:pt idx="44769">6.9500000000000002</cx:pt>
          <cx:pt idx="44770">2.4900000000000002</cx:pt>
          <cx:pt idx="44771">1.6499999999999999</cx:pt>
          <cx:pt idx="44772">0.41999999999999998</cx:pt>
          <cx:pt idx="44773">9.9499999999999993</cx:pt>
          <cx:pt idx="44774">3.75</cx:pt>
          <cx:pt idx="44775">1.25</cx:pt>
          <cx:pt idx="44776">2.8900000000000001</cx:pt>
          <cx:pt idx="44777">0.41999999999999998</cx:pt>
          <cx:pt idx="44778">1.6499999999999999</cx:pt>
          <cx:pt idx="44779">0.65000000000000002</cx:pt>
          <cx:pt idx="44780">1.25</cx:pt>
          <cx:pt idx="44781">2.9500000000000002</cx:pt>
          <cx:pt idx="44782">4.1500000000000004</cx:pt>
          <cx:pt idx="44783">1.45</cx:pt>
          <cx:pt idx="44784">2.9500000000000002</cx:pt>
          <cx:pt idx="44785">1.6499999999999999</cx:pt>
          <cx:pt idx="44786">2.5499999999999998</cx:pt>
          <cx:pt idx="44787">8.5</cx:pt>
          <cx:pt idx="44788">1.6499999999999999</cx:pt>
          <cx:pt idx="44789">1.6499999999999999</cx:pt>
          <cx:pt idx="44790">4.1500000000000004</cx:pt>
          <cx:pt idx="44791">3.75</cx:pt>
          <cx:pt idx="44792">4.25</cx:pt>
          <cx:pt idx="44793">4.9500000000000002</cx:pt>
          <cx:pt idx="44794">4.9500000000000002</cx:pt>
          <cx:pt idx="44795">3.25</cx:pt>
          <cx:pt idx="44796">0.39000000000000001</cx:pt>
          <cx:pt idx="44797">1.25</cx:pt>
          <cx:pt idx="44798">1.6499999999999999</cx:pt>
          <cx:pt idx="44799">1.45</cx:pt>
          <cx:pt idx="44800">8.5</cx:pt>
          <cx:pt idx="44801">12.75</cx:pt>
          <cx:pt idx="44802">2.9500000000000002</cx:pt>
          <cx:pt idx="44803">0.65000000000000002</cx:pt>
          <cx:pt idx="44804">4.25</cx:pt>
          <cx:pt idx="44805">1.6899999999999999</cx:pt>
          <cx:pt idx="44806">8.25</cx:pt>
          <cx:pt idx="44807">0.41999999999999998</cx:pt>
          <cx:pt idx="44808">1.6899999999999999</cx:pt>
          <cx:pt idx="44809">4.9500000000000002</cx:pt>
          <cx:pt idx="44810">2.1000000000000001</cx:pt>
          <cx:pt idx="44811">4.9500000000000002</cx:pt>
          <cx:pt idx="44812">4.9500000000000002</cx:pt>
          <cx:pt idx="44813">1.45</cx:pt>
          <cx:pt idx="44814">4.1500000000000004</cx:pt>
          <cx:pt idx="44815">2.9500000000000002</cx:pt>
          <cx:pt idx="44816">3.9500000000000002</cx:pt>
          <cx:pt idx="44817">1.45</cx:pt>
          <cx:pt idx="44818">0.41999999999999998</cx:pt>
          <cx:pt idx="44819">2.4900000000000002</cx:pt>
          <cx:pt idx="44820">0.55000000000000004</cx:pt>
          <cx:pt idx="44821">1.25</cx:pt>
          <cx:pt idx="44822">2.1000000000000001</cx:pt>
          <cx:pt idx="44823">0.41999999999999998</cx:pt>
          <cx:pt idx="44824">2.5499999999999998</cx:pt>
          <cx:pt idx="44825">1.45</cx:pt>
          <cx:pt idx="44826">4.9500000000000002</cx:pt>
          <cx:pt idx="44827">3.25</cx:pt>
          <cx:pt idx="44828">4.9500000000000002</cx:pt>
          <cx:pt idx="44829">2.9500000000000002</cx:pt>
          <cx:pt idx="44830">3.9500000000000002</cx:pt>
          <cx:pt idx="44831">1.6499999999999999</cx:pt>
          <cx:pt idx="44832">2.0800000000000001</cx:pt>
          <cx:pt idx="44833">4.1299999999999999</cx:pt>
          <cx:pt idx="44834">7.46</cx:pt>
          <cx:pt idx="44835">5.79</cx:pt>
          <cx:pt idx="44836">3.29</cx:pt>
          <cx:pt idx="44837">4.1299999999999999</cx:pt>
          <cx:pt idx="44838">2.9199999999999999</cx:pt>
          <cx:pt idx="44839">9.9600000000000009</cx:pt>
          <cx:pt idx="44840">10.789999999999999</cx:pt>
          <cx:pt idx="44841">4.1299999999999999</cx:pt>
          <cx:pt idx="44842">1.6299999999999999</cx:pt>
          <cx:pt idx="44843">2.46</cx:pt>
          <cx:pt idx="44844">0.41999999999999998</cx:pt>
          <cx:pt idx="44845">1.25</cx:pt>
          <cx:pt idx="44846">3.29</cx:pt>
          <cx:pt idx="44847">15.789999999999999</cx:pt>
          <cx:pt idx="44848">3.29</cx:pt>
          <cx:pt idx="44849">7.46</cx:pt>
          <cx:pt idx="44850">2.46</cx:pt>
          <cx:pt idx="44851">0.41999999999999998</cx:pt>
          <cx:pt idx="44852">1.6299999999999999</cx:pt>
          <cx:pt idx="44853">12.460000000000001</cx:pt>
          <cx:pt idx="44854">2.46</cx:pt>
          <cx:pt idx="44855">5.79</cx:pt>
          <cx:pt idx="44856">4.5800000000000001</cx:pt>
          <cx:pt idx="44857">2.46</cx:pt>
          <cx:pt idx="44858">0.41999999999999998</cx:pt>
          <cx:pt idx="44859">0.82999999999999996</cx:pt>
          <cx:pt idx="44860">7.46</cx:pt>
          <cx:pt idx="44861">8.2899999999999991</cx:pt>
          <cx:pt idx="44862">3.29</cx:pt>
          <cx:pt idx="44863">1.6299999999999999</cx:pt>
          <cx:pt idx="44864">2.46</cx:pt>
          <cx:pt idx="44865">3.29</cx:pt>
          <cx:pt idx="44866">0.82999999999999996</cx:pt>
          <cx:pt idx="44867">0.82999999999999996</cx:pt>
          <cx:pt idx="44868">2.46</cx:pt>
          <cx:pt idx="44869">5.79</cx:pt>
          <cx:pt idx="44870">4.96</cx:pt>
          <cx:pt idx="44871">3.29</cx:pt>
          <cx:pt idx="44872">1.25</cx:pt>
          <cx:pt idx="44873">2.46</cx:pt>
          <cx:pt idx="44874">1.25</cx:pt>
          <cx:pt idx="44875">2.46</cx:pt>
          <cx:pt idx="44876">3.29</cx:pt>
          <cx:pt idx="44877">0.82999999999999996</cx:pt>
          <cx:pt idx="44878">1.6299999999999999</cx:pt>
          <cx:pt idx="44879">1.25</cx:pt>
          <cx:pt idx="44880">4.1299999999999999</cx:pt>
          <cx:pt idx="44881">4.1299999999999999</cx:pt>
          <cx:pt idx="44882">3.29</cx:pt>
          <cx:pt idx="44883">1.6299999999999999</cx:pt>
          <cx:pt idx="44884">2.46</cx:pt>
          <cx:pt idx="44885">0.82999999999999996</cx:pt>
          <cx:pt idx="44886">1.45</cx:pt>
          <cx:pt idx="44887">1.45</cx:pt>
          <cx:pt idx="44888">0.41999999999999998</cx:pt>
          <cx:pt idx="44889">3.75</cx:pt>
          <cx:pt idx="44890">8.5</cx:pt>
          <cx:pt idx="44891">1.25</cx:pt>
          <cx:pt idx="44892">0.55000000000000004</cx:pt>
          <cx:pt idx="44893">2.0800000000000001</cx:pt>
          <cx:pt idx="44894">1.25</cx:pt>
          <cx:pt idx="44895">2.9500000000000002</cx:pt>
          <cx:pt idx="44896">4.9500000000000002</cx:pt>
          <cx:pt idx="44897">2.9500000000000002</cx:pt>
          <cx:pt idx="44898">3.25</cx:pt>
          <cx:pt idx="44899">0.39000000000000001</cx:pt>
          <cx:pt idx="44900">4.9500000000000002</cx:pt>
          <cx:pt idx="44901">0.82999999999999996</cx:pt>
          <cx:pt idx="44902">12.75</cx:pt>
          <cx:pt idx="44903">2.0800000000000001</cx:pt>
          <cx:pt idx="44904">2.9500000000000002</cx:pt>
          <cx:pt idx="44905">1.6499999999999999</cx:pt>
          <cx:pt idx="44906">1.6499999999999999</cx:pt>
          <cx:pt idx="44907">0.84999999999999998</cx:pt>
          <cx:pt idx="44908">4.9500000000000002</cx:pt>
          <cx:pt idx="44909">7.0800000000000001</cx:pt>
          <cx:pt idx="44910">7.0800000000000001</cx:pt>
          <cx:pt idx="44911">2.5499999999999998</cx:pt>
          <cx:pt idx="44912">4.9500000000000002</cx:pt>
          <cx:pt idx="44913">1.6499999999999999</cx:pt>
          <cx:pt idx="44914">4.25</cx:pt>
          <cx:pt idx="44915">4.9500000000000002</cx:pt>
          <cx:pt idx="44916">8.25</cx:pt>
          <cx:pt idx="44917">7.0800000000000001</cx:pt>
          <cx:pt idx="44918">1.45</cx:pt>
          <cx:pt idx="44919">0.41999999999999998</cx:pt>
          <cx:pt idx="44920">1.45</cx:pt>
          <cx:pt idx="44921">4.1500000000000004</cx:pt>
          <cx:pt idx="44922">1.6499999999999999</cx:pt>
          <cx:pt idx="44923">1.25</cx:pt>
          <cx:pt idx="44924">2.5499999999999998</cx:pt>
          <cx:pt idx="44925">1.45</cx:pt>
          <cx:pt idx="44926">2.0800000000000001</cx:pt>
          <cx:pt idx="44927">2.1000000000000001</cx:pt>
          <cx:pt idx="44928">9.9499999999999993</cx:pt>
          <cx:pt idx="44929">1.45</cx:pt>
          <cx:pt idx="44930">0.65000000000000002</cx:pt>
          <cx:pt idx="44931">2.8900000000000001</cx:pt>
          <cx:pt idx="44932">2.0800000000000001</cx:pt>
          <cx:pt idx="44933">0.84999999999999998</cx:pt>
          <cx:pt idx="44934">0.84999999999999998</cx:pt>
          <cx:pt idx="44935">2.9500000000000002</cx:pt>
          <cx:pt idx="44936">2.25</cx:pt>
          <cx:pt idx="44937">2.25</cx:pt>
          <cx:pt idx="44938">3.75</cx:pt>
          <cx:pt idx="44939">0.41999999999999998</cx:pt>
          <cx:pt idx="44940">2.25</cx:pt>
          <cx:pt idx="44941">2.25</cx:pt>
          <cx:pt idx="44942">2.4900000000000002</cx:pt>
          <cx:pt idx="44943">1.6499999999999999</cx:pt>
          <cx:pt idx="44944">1.6499999999999999</cx:pt>
          <cx:pt idx="44945">1.45</cx:pt>
          <cx:pt idx="44946">1.25</cx:pt>
          <cx:pt idx="44947">8.25</cx:pt>
          <cx:pt idx="44948">0.39000000000000001</cx:pt>
          <cx:pt idx="44949">2.9500000000000002</cx:pt>
          <cx:pt idx="44950">2.9500000000000002</cx:pt>
          <cx:pt idx="44951">2.4900000000000002</cx:pt>
          <cx:pt idx="44952">1.45</cx:pt>
          <cx:pt idx="44953">1.45</cx:pt>
          <cx:pt idx="44954">4.9500000000000002</cx:pt>
          <cx:pt idx="44955">2.9500000000000002</cx:pt>
          <cx:pt idx="44956">1.6499999999999999</cx:pt>
          <cx:pt idx="44957">2.0800000000000001</cx:pt>
          <cx:pt idx="44958">1.6499999999999999</cx:pt>
          <cx:pt idx="44959">6.9500000000000002</cx:pt>
          <cx:pt idx="44960">1.45</cx:pt>
          <cx:pt idx="44961">4.9500000000000002</cx:pt>
          <cx:pt idx="44962">4.9500000000000002</cx:pt>
          <cx:pt idx="44963">4.25</cx:pt>
          <cx:pt idx="44964">4.25</cx:pt>
          <cx:pt idx="44965">1.25</cx:pt>
          <cx:pt idx="44966">8.5</cx:pt>
          <cx:pt idx="44967">8.5</cx:pt>
          <cx:pt idx="44968">6.9500000000000002</cx:pt>
          <cx:pt idx="44969">1.6499999999999999</cx:pt>
          <cx:pt idx="44970">4.6500000000000004</cx:pt>
          <cx:pt idx="44971">0.55000000000000004</cx:pt>
          <cx:pt idx="44972">0.84999999999999998</cx:pt>
          <cx:pt idx="44973">4.25</cx:pt>
          <cx:pt idx="44974">0.39000000000000001</cx:pt>
          <cx:pt idx="44975">1.6499999999999999</cx:pt>
          <cx:pt idx="44976">2.4900000000000002</cx:pt>
          <cx:pt idx="44977">1.6899999999999999</cx:pt>
          <cx:pt idx="44978">1.6499999999999999</cx:pt>
          <cx:pt idx="44979">9.9499999999999993</cx:pt>
          <cx:pt idx="44980">1.6499999999999999</cx:pt>
          <cx:pt idx="44981">1.45</cx:pt>
          <cx:pt idx="44982">1.45</cx:pt>
          <cx:pt idx="44983">2.5499999999999998</cx:pt>
          <cx:pt idx="44984">4.9500000000000002</cx:pt>
          <cx:pt idx="44985">1.45</cx:pt>
          <cx:pt idx="44986">1.25</cx:pt>
          <cx:pt idx="44987">1.45</cx:pt>
          <cx:pt idx="44988">8.25</cx:pt>
          <cx:pt idx="44989">1.25</cx:pt>
          <cx:pt idx="44990">8.25</cx:pt>
          <cx:pt idx="44991">3.75</cx:pt>
          <cx:pt idx="44992">1.25</cx:pt>
          <cx:pt idx="44993">1.6899999999999999</cx:pt>
          <cx:pt idx="44994">1.45</cx:pt>
          <cx:pt idx="44995">1.45</cx:pt>
          <cx:pt idx="44996">1.45</cx:pt>
          <cx:pt idx="44997">1.6499999999999999</cx:pt>
          <cx:pt idx="44998">2.9500000000000002</cx:pt>
          <cx:pt idx="44999">0.55000000000000004</cx:pt>
          <cx:pt idx="45000">1.25</cx:pt>
          <cx:pt idx="45001">1.6499999999999999</cx:pt>
          <cx:pt idx="45002">1.6499999999999999</cx:pt>
          <cx:pt idx="45003">0.84999999999999998</cx:pt>
          <cx:pt idx="45004">8.25</cx:pt>
          <cx:pt idx="45005">1.6499999999999999</cx:pt>
          <cx:pt idx="45006">4.9500000000000002</cx:pt>
          <cx:pt idx="45007">4.9500000000000002</cx:pt>
          <cx:pt idx="45008">4.9500000000000002</cx:pt>
          <cx:pt idx="45009">6.9500000000000002</cx:pt>
          <cx:pt idx="45010">1.25</cx:pt>
          <cx:pt idx="45011">0.84999999999999998</cx:pt>
          <cx:pt idx="45012">2.8900000000000001</cx:pt>
          <cx:pt idx="45013">1.45</cx:pt>
          <cx:pt idx="45014">1.45</cx:pt>
          <cx:pt idx="45015">1.25</cx:pt>
          <cx:pt idx="45016">2.9500000000000002</cx:pt>
          <cx:pt idx="45017">1.25</cx:pt>
          <cx:pt idx="45018">2.4900000000000002</cx:pt>
          <cx:pt idx="45019">2.9500000000000002</cx:pt>
          <cx:pt idx="45020">2.8900000000000001</cx:pt>
          <cx:pt idx="45021">1.6499999999999999</cx:pt>
          <cx:pt idx="45022">1.25</cx:pt>
          <cx:pt idx="45023">2.9500000000000002</cx:pt>
          <cx:pt idx="45024">8.5</cx:pt>
          <cx:pt idx="45025">8.25</cx:pt>
          <cx:pt idx="45026">2.1000000000000001</cx:pt>
          <cx:pt idx="45027">1.6499999999999999</cx:pt>
          <cx:pt idx="45028">9.9499999999999993</cx:pt>
          <cx:pt idx="45029">4.9500000000000002</cx:pt>
          <cx:pt idx="45030">4.9500000000000002</cx:pt>
          <cx:pt idx="45031">4.1500000000000004</cx:pt>
          <cx:pt idx="45032">1.45</cx:pt>
          <cx:pt idx="45033">1.6499999999999999</cx:pt>
          <cx:pt idx="45034">1.45</cx:pt>
          <cx:pt idx="45035">1.6499999999999999</cx:pt>
          <cx:pt idx="45036">2.9500000000000002</cx:pt>
          <cx:pt idx="45037">0.39000000000000001</cx:pt>
          <cx:pt idx="45038">0.39000000000000001</cx:pt>
          <cx:pt idx="45039">2.9500000000000002</cx:pt>
          <cx:pt idx="45040">0.41999999999999998</cx:pt>
          <cx:pt idx="45041">1.6499999999999999</cx:pt>
          <cx:pt idx="45042">1.6499999999999999</cx:pt>
          <cx:pt idx="45043">1.45</cx:pt>
          <cx:pt idx="45044">0.55000000000000004</cx:pt>
          <cx:pt idx="45045">0.55000000000000004</cx:pt>
          <cx:pt idx="45046">1.25</cx:pt>
          <cx:pt idx="45047">0.41999999999999998</cx:pt>
          <cx:pt idx="45048">1.6499999999999999</cx:pt>
          <cx:pt idx="45049">0.84999999999999998</cx:pt>
          <cx:pt idx="45050">2.5499999999999998</cx:pt>
          <cx:pt idx="45051">0.41999999999999998</cx:pt>
          <cx:pt idx="45052">1.6499999999999999</cx:pt>
          <cx:pt idx="45053">1.6499999999999999</cx:pt>
          <cx:pt idx="45054">1.45</cx:pt>
          <cx:pt idx="45055">8.25</cx:pt>
          <cx:pt idx="45056">4.9500000000000002</cx:pt>
          <cx:pt idx="45057">6.3499999999999996</cx:pt>
          <cx:pt idx="45058">8.5</cx:pt>
          <cx:pt idx="45059">6.9500000000000002</cx:pt>
          <cx:pt idx="45060">2.4900000000000002</cx:pt>
          <cx:pt idx="45061">1.45</cx:pt>
          <cx:pt idx="45062">1.45</cx:pt>
          <cx:pt idx="45063">4.1500000000000004</cx:pt>
          <cx:pt idx="45064">2.8900000000000001</cx:pt>
          <cx:pt idx="45065">0.41999999999999998</cx:pt>
          <cx:pt idx="45066">2.4900000000000002</cx:pt>
          <cx:pt idx="45067">2.1000000000000001</cx:pt>
          <cx:pt idx="45068">1.6499999999999999</cx:pt>
          <cx:pt idx="45069">1.6499999999999999</cx:pt>
          <cx:pt idx="45070">4.9500000000000002</cx:pt>
          <cx:pt idx="45071">0.41999999999999998</cx:pt>
          <cx:pt idx="45072">1.6499999999999999</cx:pt>
          <cx:pt idx="45073">0.41999999999999998</cx:pt>
          <cx:pt idx="45074">4.9500000000000002</cx:pt>
          <cx:pt idx="45075">3.25</cx:pt>
          <cx:pt idx="45076">2.9500000000000002</cx:pt>
          <cx:pt idx="45077">4.9500000000000002</cx:pt>
          <cx:pt idx="45078">4.9500000000000002</cx:pt>
          <cx:pt idx="45079">1.6499999999999999</cx:pt>
          <cx:pt idx="45080">1.25</cx:pt>
          <cx:pt idx="45081">3.75</cx:pt>
          <cx:pt idx="45082">2.0800000000000001</cx:pt>
          <cx:pt idx="45083">2.0800000000000001</cx:pt>
          <cx:pt idx="45084">2.9500000000000002</cx:pt>
          <cx:pt idx="45085">0.84999999999999998</cx:pt>
          <cx:pt idx="45086">8.25</cx:pt>
          <cx:pt idx="45087">2.8900000000000001</cx:pt>
          <cx:pt idx="45088">2.8900000000000001</cx:pt>
          <cx:pt idx="45089">4.9500000000000002</cx:pt>
          <cx:pt idx="45090">0.65000000000000002</cx:pt>
          <cx:pt idx="45091">4.1500000000000004</cx:pt>
          <cx:pt idx="45092">8.5</cx:pt>
          <cx:pt idx="45093">2.0800000000000001</cx:pt>
          <cx:pt idx="45094">1.25</cx:pt>
          <cx:pt idx="45095">1.25</cx:pt>
          <cx:pt idx="45096">1.25</cx:pt>
          <cx:pt idx="45097">1.25</cx:pt>
          <cx:pt idx="45098">2.8900000000000001</cx:pt>
          <cx:pt idx="45099">2.9500000000000002</cx:pt>
          <cx:pt idx="45100">2.25</cx:pt>
          <cx:pt idx="45101">1.25</cx:pt>
          <cx:pt idx="45102">12.75</cx:pt>
          <cx:pt idx="45103">3.75</cx:pt>
          <cx:pt idx="45104">2.9500000000000002</cx:pt>
          <cx:pt idx="45105">4.1500000000000004</cx:pt>
          <cx:pt idx="45106">2.1000000000000001</cx:pt>
          <cx:pt idx="45107">0.41999999999999998</cx:pt>
          <cx:pt idx="45108">1.45</cx:pt>
          <cx:pt idx="45109">1.6499999999999999</cx:pt>
          <cx:pt idx="45110">2.9500000000000002</cx:pt>
          <cx:pt idx="45111">1.6899999999999999</cx:pt>
          <cx:pt idx="45112">3.75</cx:pt>
          <cx:pt idx="45113">8.5</cx:pt>
          <cx:pt idx="45114">6.6299999999999999</cx:pt>
          <cx:pt idx="45115">12.460000000000001</cx:pt>
          <cx:pt idx="45116">24.960000000000001</cx:pt>
          <cx:pt idx="45117">4.1299999999999999</cx:pt>
          <cx:pt idx="45118">10.789999999999999</cx:pt>
          <cx:pt idx="45119">14.960000000000001</cx:pt>
          <cx:pt idx="45120">2.46</cx:pt>
          <cx:pt idx="45121">16.629999999999999</cx:pt>
          <cx:pt idx="45122">3.29</cx:pt>
          <cx:pt idx="45123">5.79</cx:pt>
          <cx:pt idx="45124">2.5</cx:pt>
          <cx:pt idx="45125">10.789999999999999</cx:pt>
          <cx:pt idx="45126">12.460000000000001</cx:pt>
          <cx:pt idx="45127">4.1299999999999999</cx:pt>
          <cx:pt idx="45128">5.79</cx:pt>
          <cx:pt idx="45129">8.2899999999999991</cx:pt>
          <cx:pt idx="45130">4.1299999999999999</cx:pt>
          <cx:pt idx="45131">3.29</cx:pt>
          <cx:pt idx="45132">3.29</cx:pt>
          <cx:pt idx="45133">4.1299999999999999</cx:pt>
          <cx:pt idx="45134">0.55000000000000004</cx:pt>
          <cx:pt idx="45135">1.45</cx:pt>
          <cx:pt idx="45136">1.6499999999999999</cx:pt>
          <cx:pt idx="45137">0.65000000000000002</cx:pt>
          <cx:pt idx="45138">0.55000000000000004</cx:pt>
          <cx:pt idx="45139">0.84999999999999998</cx:pt>
          <cx:pt idx="45140">2.5499999999999998</cx:pt>
          <cx:pt idx="45141">1.25</cx:pt>
          <cx:pt idx="45142">0.41999999999999998</cx:pt>
          <cx:pt idx="45143">3.75</cx:pt>
          <cx:pt idx="45144">9.9499999999999993</cx:pt>
          <cx:pt idx="45145">1.25</cx:pt>
          <cx:pt idx="45146">0.65000000000000002</cx:pt>
          <cx:pt idx="45147">0.65000000000000002</cx:pt>
          <cx:pt idx="45148">2.5499999999999998</cx:pt>
          <cx:pt idx="45149">4.1500000000000004</cx:pt>
          <cx:pt idx="45150">2.1000000000000001</cx:pt>
          <cx:pt idx="45151">3.75</cx:pt>
          <cx:pt idx="45152">1.6499999999999999</cx:pt>
          <cx:pt idx="45153">4.25</cx:pt>
          <cx:pt idx="45154">1.6899999999999999</cx:pt>
          <cx:pt idx="45155">1.45</cx:pt>
          <cx:pt idx="45156">1.45</cx:pt>
          <cx:pt idx="45157">4.9500000000000002</cx:pt>
          <cx:pt idx="45158">1.45</cx:pt>
          <cx:pt idx="45159">1.45</cx:pt>
          <cx:pt idx="45160">3.75</cx:pt>
          <cx:pt idx="45161">1.6499999999999999</cx:pt>
          <cx:pt idx="45162">1.45</cx:pt>
          <cx:pt idx="45163">1.25</cx:pt>
          <cx:pt idx="45164">2.1000000000000001</cx:pt>
          <cx:pt idx="45165">2.1000000000000001</cx:pt>
          <cx:pt idx="45166">0.41999999999999998</cx:pt>
          <cx:pt idx="45167">1.25</cx:pt>
          <cx:pt idx="45168">1.6899999999999999</cx:pt>
          <cx:pt idx="45169">2.5499999999999998</cx:pt>
          <cx:pt idx="45170">0.41999999999999998</cx:pt>
          <cx:pt idx="45171">1.6899999999999999</cx:pt>
          <cx:pt idx="45172">2.1000000000000001</cx:pt>
          <cx:pt idx="45173">0.84999999999999998</cx:pt>
          <cx:pt idx="45174">2.5499999999999998</cx:pt>
          <cx:pt idx="45175">0.41999999999999998</cx:pt>
          <cx:pt idx="45176">0.41999999999999998</cx:pt>
          <cx:pt idx="45177">1.6499999999999999</cx:pt>
          <cx:pt idx="45178">1.6499999999999999</cx:pt>
          <cx:pt idx="45179">1.25</cx:pt>
          <cx:pt idx="45180">0.84999999999999998</cx:pt>
          <cx:pt idx="45181">4.9500000000000002</cx:pt>
          <cx:pt idx="45182">0.39000000000000001</cx:pt>
          <cx:pt idx="45183">1.25</cx:pt>
          <cx:pt idx="45184">1.6499999999999999</cx:pt>
          <cx:pt idx="45185">2.1000000000000001</cx:pt>
          <cx:pt idx="45186">0.84999999999999998</cx:pt>
          <cx:pt idx="45187">4.1500000000000004</cx:pt>
          <cx:pt idx="45188">1.6899999999999999</cx:pt>
          <cx:pt idx="45189">6.9500000000000002</cx:pt>
          <cx:pt idx="45190">4.6500000000000004</cx:pt>
          <cx:pt idx="45191">0.55000000000000004</cx:pt>
          <cx:pt idx="45192">2.0800000000000001</cx:pt>
          <cx:pt idx="45193">2.25</cx:pt>
          <cx:pt idx="45194">8.5</cx:pt>
          <cx:pt idx="45195">0.82999999999999996</cx:pt>
          <cx:pt idx="45196">4.9500000000000002</cx:pt>
          <cx:pt idx="45197">6.9500000000000002</cx:pt>
          <cx:pt idx="45198">0.55000000000000004</cx:pt>
          <cx:pt idx="45199">3.25</cx:pt>
          <cx:pt idx="45200">2.9500000000000002</cx:pt>
          <cx:pt idx="45201">0.65000000000000002</cx:pt>
          <cx:pt idx="45202">2.9500000000000002</cx:pt>
          <cx:pt idx="45203">4.1500000000000004</cx:pt>
          <cx:pt idx="45204">2.1000000000000001</cx:pt>
          <cx:pt idx="45205">1.45</cx:pt>
          <cx:pt idx="45206">4.1500000000000004</cx:pt>
          <cx:pt idx="45207">1.6499999999999999</cx:pt>
          <cx:pt idx="45208">2.1000000000000001</cx:pt>
          <cx:pt idx="45209">8.5</cx:pt>
          <cx:pt idx="45210">3.75</cx:pt>
          <cx:pt idx="45211">1.45</cx:pt>
          <cx:pt idx="45212">4.9500000000000002</cx:pt>
          <cx:pt idx="45213">1.25</cx:pt>
          <cx:pt idx="45214">2.9500000000000002</cx:pt>
          <cx:pt idx="45215">1.6899999999999999</cx:pt>
          <cx:pt idx="45216">2.9500000000000002</cx:pt>
          <cx:pt idx="45217">0.84999999999999998</cx:pt>
          <cx:pt idx="45218">0.39000000000000001</cx:pt>
          <cx:pt idx="45219">1.25</cx:pt>
          <cx:pt idx="45220">1.6499999999999999</cx:pt>
          <cx:pt idx="45221">1.6899999999999999</cx:pt>
          <cx:pt idx="45222">8.25</cx:pt>
          <cx:pt idx="45223">8.25</cx:pt>
          <cx:pt idx="45224">2.9500000000000002</cx:pt>
          <cx:pt idx="45225">1.25</cx:pt>
          <cx:pt idx="45226">1.45</cx:pt>
          <cx:pt idx="45227">8.25</cx:pt>
          <cx:pt idx="45228">8.5</cx:pt>
          <cx:pt idx="45229">8.25</cx:pt>
          <cx:pt idx="45230">4.9500000000000002</cx:pt>
          <cx:pt idx="45231">2.9500000000000002</cx:pt>
          <cx:pt idx="45232">1.6499999999999999</cx:pt>
          <cx:pt idx="45233">1.45</cx:pt>
          <cx:pt idx="45234">1.25</cx:pt>
          <cx:pt idx="45235">14.949999999999999</cx:pt>
          <cx:pt idx="45236">0.55000000000000004</cx:pt>
          <cx:pt idx="45237">8.25</cx:pt>
          <cx:pt idx="45238">8.5</cx:pt>
          <cx:pt idx="45239">3.75</cx:pt>
          <cx:pt idx="45240">8.5</cx:pt>
          <cx:pt idx="45241">1.25</cx:pt>
          <cx:pt idx="45242">0.84999999999999998</cx:pt>
          <cx:pt idx="45243">8.5</cx:pt>
          <cx:pt idx="45244">2.9500000000000002</cx:pt>
          <cx:pt idx="45245">2.0800000000000001</cx:pt>
          <cx:pt idx="45246">2.1000000000000001</cx:pt>
          <cx:pt idx="45247">9.9499999999999993</cx:pt>
          <cx:pt idx="45248">3.25</cx:pt>
          <cx:pt idx="45249">1.6499999999999999</cx:pt>
          <cx:pt idx="45250">0.39000000000000001</cx:pt>
          <cx:pt idx="45251">0.55000000000000004</cx:pt>
          <cx:pt idx="45252">2.1000000000000001</cx:pt>
          <cx:pt idx="45253">1.6899999999999999</cx:pt>
          <cx:pt idx="45254">1.45</cx:pt>
          <cx:pt idx="45255">2.5499999999999998</cx:pt>
          <cx:pt idx="45256">2.9500000000000002</cx:pt>
          <cx:pt idx="45257">4.1500000000000004</cx:pt>
          <cx:pt idx="45258">0.55000000000000004</cx:pt>
          <cx:pt idx="45259">8.25</cx:pt>
          <cx:pt idx="45260">1.6499999999999999</cx:pt>
          <cx:pt idx="45261">4.9500000000000002</cx:pt>
          <cx:pt idx="45262">4.1500000000000004</cx:pt>
          <cx:pt idx="45263">1.25</cx:pt>
          <cx:pt idx="45264">4.9500000000000002</cx:pt>
          <cx:pt idx="45265">0.41999999999999998</cx:pt>
          <cx:pt idx="45266">0.65000000000000002</cx:pt>
          <cx:pt idx="45267">0.65000000000000002</cx:pt>
          <cx:pt idx="45268">4.1500000000000004</cx:pt>
          <cx:pt idx="45269">4.1500000000000004</cx:pt>
          <cx:pt idx="45270">4.1500000000000004</cx:pt>
          <cx:pt idx="45271">1.25</cx:pt>
          <cx:pt idx="45272">0.65000000000000002</cx:pt>
          <cx:pt idx="45273">1.6499999999999999</cx:pt>
          <cx:pt idx="45274">0.41999999999999998</cx:pt>
          <cx:pt idx="45275">0.41999999999999998</cx:pt>
          <cx:pt idx="45276">0.84999999999999998</cx:pt>
          <cx:pt idx="45277">0.41999999999999998</cx:pt>
          <cx:pt idx="45278">4.1500000000000004</cx:pt>
          <cx:pt idx="45279">0.82999999999999996</cx:pt>
          <cx:pt idx="45280">2.9500000000000002</cx:pt>
          <cx:pt idx="45281">1.6899999999999999</cx:pt>
          <cx:pt idx="45282">1.6899999999999999</cx:pt>
          <cx:pt idx="45283">3.75</cx:pt>
          <cx:pt idx="45284">4.1500000000000004</cx:pt>
          <cx:pt idx="45285">1.45</cx:pt>
          <cx:pt idx="45286">4.9500000000000002</cx:pt>
          <cx:pt idx="45287">4.9500000000000002</cx:pt>
          <cx:pt idx="45288">1.25</cx:pt>
          <cx:pt idx="45289">0.65000000000000002</cx:pt>
          <cx:pt idx="45290">4.1500000000000004</cx:pt>
          <cx:pt idx="45291">1.25</cx:pt>
          <cx:pt idx="45292">2.5499999999999998</cx:pt>
          <cx:pt idx="45293">3.29</cx:pt>
          <cx:pt idx="45294">8.25</cx:pt>
          <cx:pt idx="45295">0.41999999999999998</cx:pt>
          <cx:pt idx="45296">8.25</cx:pt>
          <cx:pt idx="45297">2.5499999999999998</cx:pt>
          <cx:pt idx="45298">3.75</cx:pt>
          <cx:pt idx="45299">8.5</cx:pt>
          <cx:pt idx="45300">6.9500000000000002</cx:pt>
          <cx:pt idx="45301">0.41999999999999998</cx:pt>
          <cx:pt idx="45302">0.65000000000000002</cx:pt>
          <cx:pt idx="45303">1.6499999999999999</cx:pt>
          <cx:pt idx="45304">1.25</cx:pt>
          <cx:pt idx="45305">2.9500000000000002</cx:pt>
          <cx:pt idx="45306">1.25</cx:pt>
          <cx:pt idx="45307">9.9499999999999993</cx:pt>
          <cx:pt idx="45308">14.949999999999999</cx:pt>
          <cx:pt idx="45309">4.25</cx:pt>
          <cx:pt idx="45310">2.1000000000000001</cx:pt>
          <cx:pt idx="45311">8.25</cx:pt>
          <cx:pt idx="45312">2.8900000000000001</cx:pt>
          <cx:pt idx="45313">0.39000000000000001</cx:pt>
          <cx:pt idx="45314">12.75</cx:pt>
          <cx:pt idx="45315">2.5499999999999998</cx:pt>
          <cx:pt idx="45316">0.65000000000000002</cx:pt>
          <cx:pt idx="45317">1.6899999999999999</cx:pt>
          <cx:pt idx="45318">1.6899999999999999</cx:pt>
          <cx:pt idx="45319">2.8900000000000001</cx:pt>
          <cx:pt idx="45320">4.9500000000000002</cx:pt>
          <cx:pt idx="45321">2.4900000000000002</cx:pt>
          <cx:pt idx="45322">2.5499999999999998</cx:pt>
          <cx:pt idx="45323">2.5499999999999998</cx:pt>
          <cx:pt idx="45324">1.25</cx:pt>
          <cx:pt idx="45325">9.9499999999999993</cx:pt>
          <cx:pt idx="45326">1.25</cx:pt>
          <cx:pt idx="45327">1.6499999999999999</cx:pt>
          <cx:pt idx="45328">1.6499999999999999</cx:pt>
          <cx:pt idx="45329">2.9500000000000002</cx:pt>
          <cx:pt idx="45330">0.41999999999999998</cx:pt>
          <cx:pt idx="45331">3.75</cx:pt>
          <cx:pt idx="45332">0.84999999999999998</cx:pt>
          <cx:pt idx="45333">1.25</cx:pt>
          <cx:pt idx="45334">1.25</cx:pt>
          <cx:pt idx="45335">9.9499999999999993</cx:pt>
          <cx:pt idx="45336">4.9500000000000002</cx:pt>
          <cx:pt idx="45337">2.1000000000000001</cx:pt>
          <cx:pt idx="45338">5.5499999999999998</cx:pt>
          <cx:pt idx="45339">1.6499999999999999</cx:pt>
          <cx:pt idx="45340">1.6499999999999999</cx:pt>
          <cx:pt idx="45341">1.45</cx:pt>
          <cx:pt idx="45342">0.55000000000000004</cx:pt>
          <cx:pt idx="45343">3.75</cx:pt>
          <cx:pt idx="45344">1.45</cx:pt>
          <cx:pt idx="45345">2.1000000000000001</cx:pt>
          <cx:pt idx="45346">1.45</cx:pt>
          <cx:pt idx="45347">1.25</cx:pt>
          <cx:pt idx="45348">8</cx:pt>
          <cx:pt idx="45349">8</cx:pt>
          <cx:pt idx="45350">8</cx:pt>
          <cx:pt idx="45351">8</cx:pt>
          <cx:pt idx="45352">1.6899999999999999</cx:pt>
          <cx:pt idx="45353">1.45</cx:pt>
          <cx:pt idx="45354">0.41999999999999998</cx:pt>
          <cx:pt idx="45355">1.6499999999999999</cx:pt>
          <cx:pt idx="45356">8.25</cx:pt>
          <cx:pt idx="45357">3.75</cx:pt>
          <cx:pt idx="45358">8.5</cx:pt>
          <cx:pt idx="45359">0.39000000000000001</cx:pt>
          <cx:pt idx="45360">1.6499999999999999</cx:pt>
          <cx:pt idx="45361">1.6899999999999999</cx:pt>
          <cx:pt idx="45362">12.75</cx:pt>
          <cx:pt idx="45363">0.39000000000000001</cx:pt>
          <cx:pt idx="45364">1.6499999999999999</cx:pt>
          <cx:pt idx="45365">1.8500000000000001</cx:pt>
          <cx:pt idx="45366">1.45</cx:pt>
          <cx:pt idx="45367">4.25</cx:pt>
          <cx:pt idx="45368">0.55000000000000004</cx:pt>
          <cx:pt idx="45369">1.6899999999999999</cx:pt>
          <cx:pt idx="45370">0.41999999999999998</cx:pt>
          <cx:pt idx="45371">5.79</cx:pt>
          <cx:pt idx="45372">7.46</cx:pt>
          <cx:pt idx="45373">0.82999999999999996</cx:pt>
          <cx:pt idx="45374">5.79</cx:pt>
          <cx:pt idx="45375">3.29</cx:pt>
          <cx:pt idx="45376">4.1299999999999999</cx:pt>
          <cx:pt idx="45377">0.82999999999999996</cx:pt>
          <cx:pt idx="45378">2.46</cx:pt>
          <cx:pt idx="45379">10.789999999999999</cx:pt>
          <cx:pt idx="45380">4.1299999999999999</cx:pt>
          <cx:pt idx="45381">1.6299999999999999</cx:pt>
          <cx:pt idx="45382">1.6299999999999999</cx:pt>
          <cx:pt idx="45383">14.960000000000001</cx:pt>
          <cx:pt idx="45384">0.41999999999999998</cx:pt>
          <cx:pt idx="45385">5.79</cx:pt>
          <cx:pt idx="45386">3.29</cx:pt>
          <cx:pt idx="45387">2.46</cx:pt>
          <cx:pt idx="45388">0.41999999999999998</cx:pt>
          <cx:pt idx="45389">1.6299999999999999</cx:pt>
          <cx:pt idx="45390">10.789999999999999</cx:pt>
          <cx:pt idx="45391">4.1299999999999999</cx:pt>
          <cx:pt idx="45392">4.5800000000000001</cx:pt>
          <cx:pt idx="45393">3.29</cx:pt>
          <cx:pt idx="45394">2.46</cx:pt>
          <cx:pt idx="45395">0.41999999999999998</cx:pt>
          <cx:pt idx="45396">0.82999999999999996</cx:pt>
          <cx:pt idx="45397">1.6299999999999999</cx:pt>
          <cx:pt idx="45398">4.5800000000000001</cx:pt>
          <cx:pt idx="45399">2.46</cx:pt>
          <cx:pt idx="45400">0.82999999999999996</cx:pt>
          <cx:pt idx="45401">0.82999999999999996</cx:pt>
          <cx:pt idx="45402">4.96</cx:pt>
          <cx:pt idx="45403">3.29</cx:pt>
          <cx:pt idx="45404">9.1300000000000008</cx:pt>
          <cx:pt idx="45405">1.25</cx:pt>
          <cx:pt idx="45406">1.25</cx:pt>
          <cx:pt idx="45407">2.46</cx:pt>
          <cx:pt idx="45408">4.1299999999999999</cx:pt>
          <cx:pt idx="45409">1.25</cx:pt>
          <cx:pt idx="45410">4.1299999999999999</cx:pt>
          <cx:pt idx="45411">1.6299999999999999</cx:pt>
          <cx:pt idx="45412">4.96</cx:pt>
          <cx:pt idx="45413">2.46</cx:pt>
          <cx:pt idx="45414">4.1299999999999999</cx:pt>
          <cx:pt idx="45415">8.5</cx:pt>
          <cx:pt idx="45416">1.45</cx:pt>
          <cx:pt idx="45417">0.55000000000000004</cx:pt>
          <cx:pt idx="45418">3.75</cx:pt>
          <cx:pt idx="45419">12.75</cx:pt>
          <cx:pt idx="45420">2.8900000000000001</cx:pt>
          <cx:pt idx="45421">4.1500000000000004</cx:pt>
          <cx:pt idx="45422">4.9500000000000002</cx:pt>
          <cx:pt idx="45423">1.25</cx:pt>
          <cx:pt idx="45424">1.25</cx:pt>
          <cx:pt idx="45425">1.25</cx:pt>
          <cx:pt idx="45426">6.3499999999999996</cx:pt>
          <cx:pt idx="45427">1.45</cx:pt>
          <cx:pt idx="45428">0.84999999999999998</cx:pt>
          <cx:pt idx="45429">1.25</cx:pt>
          <cx:pt idx="45430">1.25</cx:pt>
          <cx:pt idx="45431">2.1000000000000001</cx:pt>
          <cx:pt idx="45432">1.25</cx:pt>
          <cx:pt idx="45433">0.84999999999999998</cx:pt>
          <cx:pt idx="45434">1.6499999999999999</cx:pt>
          <cx:pt idx="45435">0.84999999999999998</cx:pt>
          <cx:pt idx="45436">2.1000000000000001</cx:pt>
          <cx:pt idx="45437">2.1000000000000001</cx:pt>
          <cx:pt idx="45438">0.84999999999999998</cx:pt>
          <cx:pt idx="45439">2.5499999999999998</cx:pt>
          <cx:pt idx="45440">2.5499999999999998</cx:pt>
          <cx:pt idx="45441">0.39000000000000001</cx:pt>
          <cx:pt idx="45442">0.39000000000000001</cx:pt>
          <cx:pt idx="45443">2.9500000000000002</cx:pt>
          <cx:pt idx="45444">1.25</cx:pt>
          <cx:pt idx="45445">1.6499999999999999</cx:pt>
          <cx:pt idx="45446">0.55000000000000004</cx:pt>
          <cx:pt idx="45447">1.45</cx:pt>
          <cx:pt idx="45448">4.25</cx:pt>
          <cx:pt idx="45449">0.55000000000000004</cx:pt>
          <cx:pt idx="45450">2.8900000000000001</cx:pt>
          <cx:pt idx="45451">1.45</cx:pt>
          <cx:pt idx="45452">1.6499999999999999</cx:pt>
          <cx:pt idx="45453">2.4900000000000002</cx:pt>
          <cx:pt idx="45454">3.25</cx:pt>
          <cx:pt idx="45455">6.9500000000000002</cx:pt>
          <cx:pt idx="45456">2.9500000000000002</cx:pt>
          <cx:pt idx="45457">3.75</cx:pt>
          <cx:pt idx="45458">1.45</cx:pt>
          <cx:pt idx="45459">1.45</cx:pt>
          <cx:pt idx="45460">1.45</cx:pt>
          <cx:pt idx="45461">2.9500000000000002</cx:pt>
          <cx:pt idx="45462">1.25</cx:pt>
          <cx:pt idx="45463">8.25</cx:pt>
          <cx:pt idx="45464">1.25</cx:pt>
          <cx:pt idx="45465">4.1500000000000004</cx:pt>
          <cx:pt idx="45466">1.25</cx:pt>
          <cx:pt idx="45467">0.41999999999999998</cx:pt>
          <cx:pt idx="45468">2.9500000000000002</cx:pt>
          <cx:pt idx="45469">1.6899999999999999</cx:pt>
          <cx:pt idx="45470">1.45</cx:pt>
          <cx:pt idx="45471">2.0800000000000001</cx:pt>
          <cx:pt idx="45472">4.1500000000000004</cx:pt>
          <cx:pt idx="45473">1.25</cx:pt>
          <cx:pt idx="45474">1.6499999999999999</cx:pt>
          <cx:pt idx="45475">1.6499999999999999</cx:pt>
          <cx:pt idx="45476">0.55000000000000004</cx:pt>
          <cx:pt idx="45477">2.8900000000000001</cx:pt>
          <cx:pt idx="45478">0.84999999999999998</cx:pt>
          <cx:pt idx="45479">1.6499999999999999</cx:pt>
          <cx:pt idx="45480">1.25</cx:pt>
          <cx:pt idx="45481">2.1000000000000001</cx:pt>
          <cx:pt idx="45482">6.9500000000000002</cx:pt>
          <cx:pt idx="45483">2.9500000000000002</cx:pt>
          <cx:pt idx="45484">6.3499999999999996</cx:pt>
          <cx:pt idx="45485">12.75</cx:pt>
          <cx:pt idx="45486">2.5499999999999998</cx:pt>
          <cx:pt idx="45487">4.25</cx:pt>
          <cx:pt idx="45488">1.25</cx:pt>
          <cx:pt idx="45489">1.45</cx:pt>
          <cx:pt idx="45490">4.25</cx:pt>
          <cx:pt idx="45491">0.55000000000000004</cx:pt>
          <cx:pt idx="45492">1.25</cx:pt>
          <cx:pt idx="45493">2.8900000000000001</cx:pt>
          <cx:pt idx="45494">2.4900000000000002</cx:pt>
          <cx:pt idx="45495">0.71999999999999997</cx:pt>
          <cx:pt idx="45496">3.75</cx:pt>
          <cx:pt idx="45497">8.25</cx:pt>
          <cx:pt idx="45498">7.6500000000000004</cx:pt>
          <cx:pt idx="45499">4.9500000000000002</cx:pt>
          <cx:pt idx="45500">2.9500000000000002</cx:pt>
          <cx:pt idx="45501">0.41999999999999998</cx:pt>
          <cx:pt idx="45502">0.65000000000000002</cx:pt>
          <cx:pt idx="45503">2.25</cx:pt>
          <cx:pt idx="45504">1.6499999999999999</cx:pt>
          <cx:pt idx="45505">0.84999999999999998</cx:pt>
          <cx:pt idx="45506">4.9500000000000002</cx:pt>
          <cx:pt idx="45507">1.25</cx:pt>
          <cx:pt idx="45508">1.6499999999999999</cx:pt>
          <cx:pt idx="45509">2.4900000000000002</cx:pt>
          <cx:pt idx="45510">1.6499999999999999</cx:pt>
          <cx:pt idx="45511">4.9500000000000002</cx:pt>
          <cx:pt idx="45512">4.1299999999999999</cx:pt>
          <cx:pt idx="45513">3.29</cx:pt>
          <cx:pt idx="45514">6.6299999999999999</cx:pt>
          <cx:pt idx="45515">12.460000000000001</cx:pt>
          <cx:pt idx="45516">8.2899999999999991</cx:pt>
          <cx:pt idx="45517">1.6299999999999999</cx:pt>
          <cx:pt idx="45518">4.96</cx:pt>
          <cx:pt idx="45519">2.46</cx:pt>
          <cx:pt idx="45520">9.1300000000000008</cx:pt>
          <cx:pt idx="45521">13.130000000000001</cx:pt>
          <cx:pt idx="45522">1.45</cx:pt>
          <cx:pt idx="45523">0.55000000000000004</cx:pt>
          <cx:pt idx="45524">1.45</cx:pt>
          <cx:pt idx="45525">3.75</cx:pt>
          <cx:pt idx="45526">4.25</cx:pt>
          <cx:pt idx="45527">1.25</cx:pt>
          <cx:pt idx="45528">2.8900000000000001</cx:pt>
          <cx:pt idx="45529">0.65000000000000002</cx:pt>
          <cx:pt idx="45530">1.6499999999999999</cx:pt>
          <cx:pt idx="45531">2.4900000000000002</cx:pt>
          <cx:pt idx="45532">0.41999999999999998</cx:pt>
          <cx:pt idx="45533">1.6499999999999999</cx:pt>
          <cx:pt idx="45534">0.84999999999999998</cx:pt>
          <cx:pt idx="45535">2.0800000000000001</cx:pt>
          <cx:pt idx="45536">0.39000000000000001</cx:pt>
          <cx:pt idx="45537">2.4900000000000002</cx:pt>
          <cx:pt idx="45538">2.9500000000000002</cx:pt>
          <cx:pt idx="45539">2.1000000000000001</cx:pt>
          <cx:pt idx="45540">1.25</cx:pt>
          <cx:pt idx="45541">1.25</cx:pt>
          <cx:pt idx="45542">6.9500000000000002</cx:pt>
          <cx:pt idx="45543">1.6499999999999999</cx:pt>
          <cx:pt idx="45544">1.45</cx:pt>
          <cx:pt idx="45545">0.41999999999999998</cx:pt>
          <cx:pt idx="45546">1.45</cx:pt>
          <cx:pt idx="45547">6.9500000000000002</cx:pt>
          <cx:pt idx="45548">1.45</cx:pt>
          <cx:pt idx="45549">1.25</cx:pt>
          <cx:pt idx="45550">0.84999999999999998</cx:pt>
          <cx:pt idx="45551">7.0800000000000001</cx:pt>
          <cx:pt idx="45552">1.0600000000000001</cx:pt>
          <cx:pt idx="45553">3.75</cx:pt>
          <cx:pt idx="45554">8.5</cx:pt>
          <cx:pt idx="45555">1.6499999999999999</cx:pt>
          <cx:pt idx="45556">7.0800000000000001</cx:pt>
          <cx:pt idx="45557">7.0800000000000001</cx:pt>
          <cx:pt idx="45558">2.8900000000000001</cx:pt>
          <cx:pt idx="45559">0.39000000000000001</cx:pt>
          <cx:pt idx="45560">4.9500000000000002</cx:pt>
          <cx:pt idx="45561">2.5499999999999998</cx:pt>
          <cx:pt idx="45562">4.1500000000000004</cx:pt>
          <cx:pt idx="45563">2.9500000000000002</cx:pt>
          <cx:pt idx="45564">1.45</cx:pt>
          <cx:pt idx="45565">1.25</cx:pt>
          <cx:pt idx="45566">0.39000000000000001</cx:pt>
          <cx:pt idx="45567">1.45</cx:pt>
          <cx:pt idx="45568">2.9500000000000002</cx:pt>
          <cx:pt idx="45569">1.6499999999999999</cx:pt>
          <cx:pt idx="45570">1.6499999999999999</cx:pt>
          <cx:pt idx="45571">2.9500000000000002</cx:pt>
          <cx:pt idx="45572">2.9500000000000002</cx:pt>
          <cx:pt idx="45573">8.25</cx:pt>
          <cx:pt idx="45574">8.25</cx:pt>
          <cx:pt idx="45575">12.75</cx:pt>
          <cx:pt idx="45576">1.45</cx:pt>
          <cx:pt idx="45577">0.84999999999999998</cx:pt>
          <cx:pt idx="45578">2.5499999999999998</cx:pt>
          <cx:pt idx="45579">0.84999999999999998</cx:pt>
          <cx:pt idx="45580">2.1000000000000001</cx:pt>
          <cx:pt idx="45581">2.0800000000000001</cx:pt>
          <cx:pt idx="45582">1.45</cx:pt>
          <cx:pt idx="45583">2.1000000000000001</cx:pt>
          <cx:pt idx="45584">9.9499999999999993</cx:pt>
          <cx:pt idx="45585">1.6499999999999999</cx:pt>
          <cx:pt idx="45586">2.0800000000000001</cx:pt>
          <cx:pt idx="45587">2.5499999999999998</cx:pt>
          <cx:pt idx="45588">2.0800000000000001</cx:pt>
          <cx:pt idx="45589">1.25</cx:pt>
          <cx:pt idx="45590">0.41999999999999998</cx:pt>
          <cx:pt idx="45591">4.9500000000000002</cx:pt>
          <cx:pt idx="45592">2.5499999999999998</cx:pt>
          <cx:pt idx="45593">8.5</cx:pt>
          <cx:pt idx="45594">0.84999999999999998</cx:pt>
          <cx:pt idx="45595">1.45</cx:pt>
          <cx:pt idx="45596">2.1000000000000001</cx:pt>
          <cx:pt idx="45597">2.9500000000000002</cx:pt>
          <cx:pt idx="45598">4.9500000000000002</cx:pt>
          <cx:pt idx="45599">8.5</cx:pt>
          <cx:pt idx="45600">8.5</cx:pt>
          <cx:pt idx="45601">4.25</cx:pt>
          <cx:pt idx="45602">3.75</cx:pt>
          <cx:pt idx="45603">0.41999999999999998</cx:pt>
          <cx:pt idx="45604">2.9500000000000002</cx:pt>
          <cx:pt idx="45605">7.0800000000000001</cx:pt>
          <cx:pt idx="45606">7.0800000000000001</cx:pt>
          <cx:pt idx="45607">7.0800000000000001</cx:pt>
          <cx:pt idx="45608">1.25</cx:pt>
          <cx:pt idx="45609">1.45</cx:pt>
          <cx:pt idx="45610">4.1500000000000004</cx:pt>
          <cx:pt idx="45611">4.9500000000000002</cx:pt>
          <cx:pt idx="45612">4.9500000000000002</cx:pt>
          <cx:pt idx="45613">8.5</cx:pt>
          <cx:pt idx="45614">2.9500000000000002</cx:pt>
          <cx:pt idx="45615">8.5</cx:pt>
          <cx:pt idx="45616">1.45</cx:pt>
          <cx:pt idx="45617">1.45</cx:pt>
          <cx:pt idx="45618">0.39000000000000001</cx:pt>
          <cx:pt idx="45619">1.45</cx:pt>
          <cx:pt idx="45620">1.25</cx:pt>
          <cx:pt idx="45621">2.0800000000000001</cx:pt>
          <cx:pt idx="45622">1.25</cx:pt>
          <cx:pt idx="45623">1.6499999999999999</cx:pt>
          <cx:pt idx="45624">0.55000000000000004</cx:pt>
          <cx:pt idx="45625">2.1000000000000001</cx:pt>
          <cx:pt idx="45626">2.8900000000000001</cx:pt>
          <cx:pt idx="45627">1.45</cx:pt>
          <cx:pt idx="45628">4.1500000000000004</cx:pt>
          <cx:pt idx="45629">1.6499999999999999</cx:pt>
          <cx:pt idx="45630">2.9500000000000002</cx:pt>
          <cx:pt idx="45631">2.9500000000000002</cx:pt>
          <cx:pt idx="45632">3.75</cx:pt>
          <cx:pt idx="45633">6.9500000000000002</cx:pt>
          <cx:pt idx="45634">2.1000000000000001</cx:pt>
          <cx:pt idx="45635">2.1000000000000001</cx:pt>
          <cx:pt idx="45636">1.45</cx:pt>
          <cx:pt idx="45637">1.45</cx:pt>
          <cx:pt idx="45638">0.84999999999999998</cx:pt>
          <cx:pt idx="45639">2.5499999999999998</cx:pt>
          <cx:pt idx="45640">1.45</cx:pt>
          <cx:pt idx="45641">2.8900000000000001</cx:pt>
          <cx:pt idx="45642">4.1500000000000004</cx:pt>
          <cx:pt idx="45643">2.25</cx:pt>
          <cx:pt idx="45644">0.65000000000000002</cx:pt>
          <cx:pt idx="45645">0.65000000000000002</cx:pt>
          <cx:pt idx="45646">1.45</cx:pt>
          <cx:pt idx="45647">1.6499999999999999</cx:pt>
          <cx:pt idx="45648">1.6499999999999999</cx:pt>
          <cx:pt idx="45649">2.8900000000000001</cx:pt>
          <cx:pt idx="45650">1.6499999999999999</cx:pt>
          <cx:pt idx="45651">2.8900000000000001</cx:pt>
          <cx:pt idx="45652">0.84999999999999998</cx:pt>
          <cx:pt idx="45653">1.45</cx:pt>
          <cx:pt idx="45654">1.45</cx:pt>
          <cx:pt idx="45655">1.25</cx:pt>
          <cx:pt idx="45656">4.9500000000000002</cx:pt>
          <cx:pt idx="45657">4.25</cx:pt>
          <cx:pt idx="45658">4.1299999999999999</cx:pt>
          <cx:pt idx="45659">7.46</cx:pt>
          <cx:pt idx="45660">0.82999999999999996</cx:pt>
          <cx:pt idx="45661">1.45</cx:pt>
          <cx:pt idx="45662">4.1299999999999999</cx:pt>
          <cx:pt idx="45663">0.82999999999999996</cx:pt>
          <cx:pt idx="45664">4.1299999999999999</cx:pt>
          <cx:pt idx="45665">1.6299999999999999</cx:pt>
          <cx:pt idx="45666">2.46</cx:pt>
          <cx:pt idx="45667">0.82999999999999996</cx:pt>
          <cx:pt idx="45668">0.41999999999999998</cx:pt>
          <cx:pt idx="45669">7.46</cx:pt>
          <cx:pt idx="45670">4.96</cx:pt>
          <cx:pt idx="45671">0.41999999999999998</cx:pt>
          <cx:pt idx="45672">1.6299999999999999</cx:pt>
          <cx:pt idx="45673">10.789999999999999</cx:pt>
          <cx:pt idx="45674">1.25</cx:pt>
          <cx:pt idx="45675">4.1299999999999999</cx:pt>
          <cx:pt idx="45676">5.79</cx:pt>
          <cx:pt idx="45677">4.5800000000000001</cx:pt>
          <cx:pt idx="45678">3.29</cx:pt>
          <cx:pt idx="45679">2.46</cx:pt>
          <cx:pt idx="45680">0.41999999999999998</cx:pt>
          <cx:pt idx="45681">7.46</cx:pt>
          <cx:pt idx="45682">3.29</cx:pt>
          <cx:pt idx="45683">3.29</cx:pt>
          <cx:pt idx="45684">0.82999999999999996</cx:pt>
          <cx:pt idx="45685">3.29</cx:pt>
          <cx:pt idx="45686">1.25</cx:pt>
          <cx:pt idx="45687">2.46</cx:pt>
          <cx:pt idx="45688">1.25</cx:pt>
          <cx:pt idx="45689">2.46</cx:pt>
          <cx:pt idx="45690">0.82999999999999996</cx:pt>
          <cx:pt idx="45691">1.6299999999999999</cx:pt>
          <cx:pt idx="45692">1.25</cx:pt>
          <cx:pt idx="45693">2.46</cx:pt>
          <cx:pt idx="45694">4.1299999999999999</cx:pt>
          <cx:pt idx="45695">0.82999999999999996</cx:pt>
          <cx:pt idx="45696">5.79</cx:pt>
          <cx:pt idx="45697">7.46</cx:pt>
          <cx:pt idx="45698">5.79</cx:pt>
          <cx:pt idx="45699">0.82999999999999996</cx:pt>
          <cx:pt idx="45700">4.1299999999999999</cx:pt>
          <cx:pt idx="45701">0.82999999999999996</cx:pt>
          <cx:pt idx="45702">8.2899999999999991</cx:pt>
          <cx:pt idx="45703">9.9600000000000009</cx:pt>
          <cx:pt idx="45704">10.789999999999999</cx:pt>
          <cx:pt idx="45705">1.6299999999999999</cx:pt>
          <cx:pt idx="45706">1.6299999999999999</cx:pt>
          <cx:pt idx="45707">14.960000000000001</cx:pt>
          <cx:pt idx="45708">0.82999999999999996</cx:pt>
          <cx:pt idx="45709">0.41999999999999998</cx:pt>
          <cx:pt idx="45710">3.29</cx:pt>
          <cx:pt idx="45711">3.29</cx:pt>
          <cx:pt idx="45712">4.96</cx:pt>
          <cx:pt idx="45713">0.41999999999999998</cx:pt>
          <cx:pt idx="45714">1.6299999999999999</cx:pt>
          <cx:pt idx="45715">10.789999999999999</cx:pt>
          <cx:pt idx="45716">2.46</cx:pt>
          <cx:pt idx="45717">4.1299999999999999</cx:pt>
          <cx:pt idx="45718">5.79</cx:pt>
          <cx:pt idx="45719">5.79</cx:pt>
          <cx:pt idx="45720">4.5800000000000001</cx:pt>
          <cx:pt idx="45721">2.46</cx:pt>
          <cx:pt idx="45722">0.41999999999999998</cx:pt>
          <cx:pt idx="45723">0.82999999999999996</cx:pt>
          <cx:pt idx="45724">16.629999999999999</cx:pt>
          <cx:pt idx="45725">3.29</cx:pt>
          <cx:pt idx="45726">0.82999999999999996</cx:pt>
          <cx:pt idx="45727">0.82999999999999996</cx:pt>
          <cx:pt idx="45728">4.96</cx:pt>
          <cx:pt idx="45729">3.29</cx:pt>
          <cx:pt idx="45730">9.1300000000000008</cx:pt>
          <cx:pt idx="45731">1.25</cx:pt>
          <cx:pt idx="45732">2.46</cx:pt>
          <cx:pt idx="45733">1.25</cx:pt>
          <cx:pt idx="45734">2.46</cx:pt>
          <cx:pt idx="45735">3.29</cx:pt>
          <cx:pt idx="45736">4.1299999999999999</cx:pt>
          <cx:pt idx="45737">1.6299999999999999</cx:pt>
          <cx:pt idx="45738">0.84999999999999998</cx:pt>
          <cx:pt idx="45739">4.1299999999999999</cx:pt>
          <cx:pt idx="45740">4.1500000000000004</cx:pt>
          <cx:pt idx="45741">2.25</cx:pt>
          <cx:pt idx="45742">1.45</cx:pt>
          <cx:pt idx="45743">2.0800000000000001</cx:pt>
          <cx:pt idx="45744">2.0800000000000001</cx:pt>
          <cx:pt idx="45745">6.9500000000000002</cx:pt>
          <cx:pt idx="45746">2.25</cx:pt>
          <cx:pt idx="45747">2.4900000000000002</cx:pt>
          <cx:pt idx="45748">1.6499999999999999</cx:pt>
          <cx:pt idx="45749">1.6499999999999999</cx:pt>
          <cx:pt idx="45750">1.25</cx:pt>
          <cx:pt idx="45751">1.6499999999999999</cx:pt>
          <cx:pt idx="45752">2.8900000000000001</cx:pt>
          <cx:pt idx="45753">4.9500000000000002</cx:pt>
          <cx:pt idx="45754">1.6499999999999999</cx:pt>
          <cx:pt idx="45755">2.4900000000000002</cx:pt>
          <cx:pt idx="45756">2.1000000000000001</cx:pt>
          <cx:pt idx="45757">8.25</cx:pt>
          <cx:pt idx="45758">1.45</cx:pt>
          <cx:pt idx="45759">14.949999999999999</cx:pt>
          <cx:pt idx="45760">4.6500000000000004</cx:pt>
          <cx:pt idx="45761">1.25</cx:pt>
          <cx:pt idx="45762">1.25</cx:pt>
          <cx:pt idx="45763">1.25</cx:pt>
          <cx:pt idx="45764">12.75</cx:pt>
          <cx:pt idx="45765">1.45</cx:pt>
          <cx:pt idx="45766">1.25</cx:pt>
          <cx:pt idx="45767">1.6499999999999999</cx:pt>
          <cx:pt idx="45768">6.3499999999999996</cx:pt>
          <cx:pt idx="45769">2.25</cx:pt>
          <cx:pt idx="45770">2.9500000000000002</cx:pt>
          <cx:pt idx="45771">2.9500000000000002</cx:pt>
          <cx:pt idx="45772">2.0800000000000001</cx:pt>
          <cx:pt idx="45773">2.9500000000000002</cx:pt>
          <cx:pt idx="45774">4.9500000000000002</cx:pt>
          <cx:pt idx="45775">1.6899999999999999</cx:pt>
          <cx:pt idx="45776">1.45</cx:pt>
          <cx:pt idx="45777">4.1500000000000004</cx:pt>
          <cx:pt idx="45778">0.41999999999999998</cx:pt>
          <cx:pt idx="45779">2.9500000000000002</cx:pt>
          <cx:pt idx="45780">2.8900000000000001</cx:pt>
          <cx:pt idx="45781">0.65000000000000002</cx:pt>
          <cx:pt idx="45782">1.45</cx:pt>
          <cx:pt idx="45783">1.6499999999999999</cx:pt>
          <cx:pt idx="45784">2.4900000000000002</cx:pt>
          <cx:pt idx="45785">1.45</cx:pt>
          <cx:pt idx="45786">2.1000000000000001</cx:pt>
          <cx:pt idx="45787">2.1000000000000001</cx:pt>
          <cx:pt idx="45788">1.25</cx:pt>
          <cx:pt idx="45789">1.25</cx:pt>
          <cx:pt idx="45790">2.1000000000000001</cx:pt>
          <cx:pt idx="45791">2.5499999999999998</cx:pt>
          <cx:pt idx="45792">1.6499999999999999</cx:pt>
          <cx:pt idx="45793">0.41999999999999998</cx:pt>
          <cx:pt idx="45794">2.9500000000000002</cx:pt>
          <cx:pt idx="45795">4.25</cx:pt>
          <cx:pt idx="45796">3.75</cx:pt>
          <cx:pt idx="45797">2.9500000000000002</cx:pt>
          <cx:pt idx="45798">7.6500000000000004</cx:pt>
          <cx:pt idx="45799">2.5499999999999998</cx:pt>
          <cx:pt idx="45800">1.6499999999999999</cx:pt>
          <cx:pt idx="45801">4.25</cx:pt>
          <cx:pt idx="45802">8.5</cx:pt>
          <cx:pt idx="45803">3.75</cx:pt>
          <cx:pt idx="45804">1.45</cx:pt>
          <cx:pt idx="45805">1.6499999999999999</cx:pt>
          <cx:pt idx="45806">1.45</cx:pt>
          <cx:pt idx="45807">2.8900000000000001</cx:pt>
          <cx:pt idx="45808">0.55000000000000004</cx:pt>
          <cx:pt idx="45809">1.25</cx:pt>
          <cx:pt idx="45810">1.45</cx:pt>
          <cx:pt idx="45811">2.8900000000000001</cx:pt>
          <cx:pt idx="45812">2.9500000000000002</cx:pt>
          <cx:pt idx="45813">1.25</cx:pt>
          <cx:pt idx="45814">8.25</cx:pt>
          <cx:pt idx="45815">1.45</cx:pt>
          <cx:pt idx="45816">0.41999999999999998</cx:pt>
          <cx:pt idx="45817">1.45</cx:pt>
          <cx:pt idx="45818">1.25</cx:pt>
          <cx:pt idx="45819">2.9500000000000002</cx:pt>
          <cx:pt idx="45820">3.75</cx:pt>
          <cx:pt idx="45821">1.25</cx:pt>
          <cx:pt idx="45822">1.45</cx:pt>
          <cx:pt idx="45823">0.84999999999999998</cx:pt>
          <cx:pt idx="45824">1.6499999999999999</cx:pt>
          <cx:pt idx="45825">2.5499999999999998</cx:pt>
          <cx:pt idx="45826">1.49</cx:pt>
          <cx:pt idx="45827">7.6500000000000004</cx:pt>
          <cx:pt idx="45828">0.41999999999999998</cx:pt>
          <cx:pt idx="45829">1.49</cx:pt>
          <cx:pt idx="45830">4.25</cx:pt>
          <cx:pt idx="45831">0.35999999999999999</cx:pt>
          <cx:pt idx="45832">0.71999999999999997</cx:pt>
          <cx:pt idx="45833">4.1500000000000004</cx:pt>
          <cx:pt idx="45834">2.9500000000000002</cx:pt>
          <cx:pt idx="45835">1.6499999999999999</cx:pt>
          <cx:pt idx="45836">3.75</cx:pt>
          <cx:pt idx="45837">1.45</cx:pt>
          <cx:pt idx="45838">1.25</cx:pt>
          <cx:pt idx="45839">0.55000000000000004</cx:pt>
          <cx:pt idx="45840">6.6299999999999999</cx:pt>
          <cx:pt idx="45841">12.460000000000001</cx:pt>
          <cx:pt idx="45842">7.46</cx:pt>
          <cx:pt idx="45843">24.960000000000001</cx:pt>
          <cx:pt idx="45844">12.460000000000001</cx:pt>
          <cx:pt idx="45845">4.1299999999999999</cx:pt>
          <cx:pt idx="45846">10.789999999999999</cx:pt>
          <cx:pt idx="45847">2.46</cx:pt>
          <cx:pt idx="45848">16.629999999999999</cx:pt>
          <cx:pt idx="45849">5.79</cx:pt>
          <cx:pt idx="45850">4.1299999999999999</cx:pt>
          <cx:pt idx="45851">2.5</cx:pt>
          <cx:pt idx="45852">10.789999999999999</cx:pt>
          <cx:pt idx="45853">5.79</cx:pt>
          <cx:pt idx="45854">3.29</cx:pt>
          <cx:pt idx="45855">8.2899999999999991</cx:pt>
          <cx:pt idx="45856">4.1299999999999999</cx:pt>
          <cx:pt idx="45857">2.46</cx:pt>
          <cx:pt idx="45858">5.79</cx:pt>
          <cx:pt idx="45859">3.29</cx:pt>
          <cx:pt idx="45860">4.96</cx:pt>
          <cx:pt idx="45861">1.25</cx:pt>
          <cx:pt idx="45862">16.629999999999999</cx:pt>
          <cx:pt idx="45863">3.29</cx:pt>
          <cx:pt idx="45864">3.29</cx:pt>
          <cx:pt idx="45865">1.6299999999999999</cx:pt>
          <cx:pt idx="45866">4.1299999999999999</cx:pt>
          <cx:pt idx="45867">4.1299999999999999</cx:pt>
          <cx:pt idx="45868">0.55000000000000004</cx:pt>
          <cx:pt idx="45869">2.8900000000000001</cx:pt>
          <cx:pt idx="45870">2.1000000000000001</cx:pt>
          <cx:pt idx="45871">2.4900000000000002</cx:pt>
          <cx:pt idx="45872">0.41999999999999998</cx:pt>
          <cx:pt idx="45873">4.1500000000000004</cx:pt>
          <cx:pt idx="45874">0.39000000000000001</cx:pt>
          <cx:pt idx="45875">0.41999999999999998</cx:pt>
          <cx:pt idx="45876">0.41999999999999998</cx:pt>
          <cx:pt idx="45877">1.45</cx:pt>
          <cx:pt idx="45878">1.25</cx:pt>
          <cx:pt idx="45879">2.8900000000000001</cx:pt>
          <cx:pt idx="45880">1.25</cx:pt>
          <cx:pt idx="45881">1.6499999999999999</cx:pt>
          <cx:pt idx="45882">6.9500000000000002</cx:pt>
          <cx:pt idx="45883">2.4900000000000002</cx:pt>
          <cx:pt idx="45884">1.25</cx:pt>
          <cx:pt idx="45885">2.8900000000000001</cx:pt>
          <cx:pt idx="45886">2.5499999999999998</cx:pt>
          <cx:pt idx="45887">4.9500000000000002</cx:pt>
          <cx:pt idx="45888">4.1500000000000004</cx:pt>
          <cx:pt idx="45889">3.75</cx:pt>
          <cx:pt idx="45890">2.9500000000000002</cx:pt>
          <cx:pt idx="45891">0.41999999999999998</cx:pt>
          <cx:pt idx="45892">1.6499999999999999</cx:pt>
          <cx:pt idx="45893">0.41999999999999998</cx:pt>
          <cx:pt idx="45894">0.41999999999999998</cx:pt>
          <cx:pt idx="45895">1.45</cx:pt>
          <cx:pt idx="45896">2.8900000000000001</cx:pt>
          <cx:pt idx="45897">4.1500000000000004</cx:pt>
          <cx:pt idx="45898">2.5499999999999998</cx:pt>
          <cx:pt idx="45899">0.41999999999999998</cx:pt>
          <cx:pt idx="45900">1.25</cx:pt>
          <cx:pt idx="45901">0.65000000000000002</cx:pt>
          <cx:pt idx="45902">0.41999999999999998</cx:pt>
          <cx:pt idx="45903">2.9500000000000002</cx:pt>
          <cx:pt idx="45904">1.6499999999999999</cx:pt>
          <cx:pt idx="45905">1.6499999999999999</cx:pt>
          <cx:pt idx="45906">1.45</cx:pt>
          <cx:pt idx="45907">1.25</cx:pt>
          <cx:pt idx="45908">1.25</cx:pt>
          <cx:pt idx="45909">2.1000000000000001</cx:pt>
          <cx:pt idx="45910">2.1000000000000001</cx:pt>
          <cx:pt idx="45911">1.6499999999999999</cx:pt>
          <cx:pt idx="45912">2.5499999999999998</cx:pt>
          <cx:pt idx="45913">0.41999999999999998</cx:pt>
          <cx:pt idx="45914">1.25</cx:pt>
          <cx:pt idx="45915">0.41999999999999998</cx:pt>
          <cx:pt idx="45916">8.5</cx:pt>
          <cx:pt idx="45917">2.5499999999999998</cx:pt>
          <cx:pt idx="45918">4.9500000000000002</cx:pt>
          <cx:pt idx="45919">1.25</cx:pt>
          <cx:pt idx="45920">1.6499999999999999</cx:pt>
          <cx:pt idx="45921">1.6499999999999999</cx:pt>
          <cx:pt idx="45922">4.9500000000000002</cx:pt>
          <cx:pt idx="45923">0.55000000000000004</cx:pt>
          <cx:pt idx="45924">1.6499999999999999</cx:pt>
          <cx:pt idx="45925">1.25</cx:pt>
          <cx:pt idx="45926">2.0800000000000001</cx:pt>
          <cx:pt idx="45927">0.55000000000000004</cx:pt>
          <cx:pt idx="45928">2.1000000000000001</cx:pt>
          <cx:pt idx="45929">9.9499999999999993</cx:pt>
          <cx:pt idx="45930">4.1500000000000004</cx:pt>
          <cx:pt idx="45931">0.55000000000000004</cx:pt>
          <cx:pt idx="45932">1.45</cx:pt>
          <cx:pt idx="45933">1.45</cx:pt>
          <cx:pt idx="45934">4.9500000000000002</cx:pt>
          <cx:pt idx="45935">4.1500000000000004</cx:pt>
          <cx:pt idx="45936">4.1500000000000004</cx:pt>
          <cx:pt idx="45937">1.6499999999999999</cx:pt>
          <cx:pt idx="45938">1.25</cx:pt>
          <cx:pt idx="45939">0.65000000000000002</cx:pt>
          <cx:pt idx="45940">1.25</cx:pt>
          <cx:pt idx="45941">1.45</cx:pt>
          <cx:pt idx="45942">9.9499999999999993</cx:pt>
          <cx:pt idx="45943">1.45</cx:pt>
          <cx:pt idx="45944">1.25</cx:pt>
          <cx:pt idx="45945">0.39000000000000001</cx:pt>
          <cx:pt idx="45946">1.6499999999999999</cx:pt>
          <cx:pt idx="45947">2.8900000000000001</cx:pt>
          <cx:pt idx="45948">2.9500000000000002</cx:pt>
          <cx:pt idx="45949">5.9500000000000002</cx:pt>
          <cx:pt idx="45950">1.6899999999999999</cx:pt>
          <cx:pt idx="45951">2.9500000000000002</cx:pt>
          <cx:pt idx="45952">8.25</cx:pt>
          <cx:pt idx="45953">2.8900000000000001</cx:pt>
          <cx:pt idx="45954">1.25</cx:pt>
          <cx:pt idx="45955">2.0800000000000001</cx:pt>
          <cx:pt idx="45956">1.6499999999999999</cx:pt>
          <cx:pt idx="45957">0.39000000000000001</cx:pt>
          <cx:pt idx="45958">1.25</cx:pt>
          <cx:pt idx="45959">2.4900000000000002</cx:pt>
          <cx:pt idx="45960">1.6499999999999999</cx:pt>
          <cx:pt idx="45961">0.55000000000000004</cx:pt>
          <cx:pt idx="45962">0.55000000000000004</cx:pt>
          <cx:pt idx="45963">1.25</cx:pt>
          <cx:pt idx="45964">1.6499999999999999</cx:pt>
          <cx:pt idx="45965">0.84999999999999998</cx:pt>
          <cx:pt idx="45966">0.41999999999999998</cx:pt>
          <cx:pt idx="45967">1.45</cx:pt>
          <cx:pt idx="45968">8.25</cx:pt>
          <cx:pt idx="45969">2.0800000000000001</cx:pt>
          <cx:pt idx="45970">2.0800000000000001</cx:pt>
          <cx:pt idx="45971">4.1299999999999999</cx:pt>
          <cx:pt idx="45972">16.629999999999999</cx:pt>
          <cx:pt idx="45973">7.46</cx:pt>
          <cx:pt idx="45974">3.29</cx:pt>
          <cx:pt idx="45975">2.9199999999999999</cx:pt>
          <cx:pt idx="45976">10.789999999999999</cx:pt>
          <cx:pt idx="45977">0.41999999999999998</cx:pt>
          <cx:pt idx="45978">1.25</cx:pt>
          <cx:pt idx="45979">3.29</cx:pt>
          <cx:pt idx="45980">15.789999999999999</cx:pt>
          <cx:pt idx="45981">3.29</cx:pt>
          <cx:pt idx="45982">3.29</cx:pt>
          <cx:pt idx="45983">2.46</cx:pt>
          <cx:pt idx="45984">0.82999999999999996</cx:pt>
          <cx:pt idx="45985">8.2899999999999991</cx:pt>
          <cx:pt idx="45986">3.29</cx:pt>
          <cx:pt idx="45987">14.130000000000001</cx:pt>
          <cx:pt idx="45988">1.6299999999999999</cx:pt>
          <cx:pt idx="45989">0.82999999999999996</cx:pt>
          <cx:pt idx="45990">3.29</cx:pt>
          <cx:pt idx="45991">1.25</cx:pt>
          <cx:pt idx="45992">2.46</cx:pt>
          <cx:pt idx="45993">1.25</cx:pt>
          <cx:pt idx="45994">15.789999999999999</cx:pt>
          <cx:pt idx="45995">2.46</cx:pt>
          <cx:pt idx="45996">1.25</cx:pt>
          <cx:pt idx="45997">4.1299999999999999</cx:pt>
          <cx:pt idx="45998">4.1299999999999999</cx:pt>
          <cx:pt idx="45999">1.6299999999999999</cx:pt>
          <cx:pt idx="46000">3.29</cx:pt>
          <cx:pt idx="46001">1.6299999999999999</cx:pt>
          <cx:pt idx="46002">2.46</cx:pt>
          <cx:pt idx="46003">0.82999999999999996</cx:pt>
          <cx:pt idx="46004">1.45</cx:pt>
          <cx:pt idx="46005">8.5</cx:pt>
          <cx:pt idx="46006">1.25</cx:pt>
          <cx:pt idx="46007">1.45</cx:pt>
          <cx:pt idx="46008">0.65000000000000002</cx:pt>
          <cx:pt idx="46009">4.9500000000000002</cx:pt>
          <cx:pt idx="46010">0.71999999999999997</cx:pt>
          <cx:pt idx="46011">0.41999999999999998</cx:pt>
          <cx:pt idx="46012">0.41999999999999998</cx:pt>
          <cx:pt idx="46013">8.25</cx:pt>
          <cx:pt idx="46014">2.1000000000000001</cx:pt>
          <cx:pt idx="46015">4.25</cx:pt>
          <cx:pt idx="46016">9.9499999999999993</cx:pt>
          <cx:pt idx="46017">1.6499999999999999</cx:pt>
          <cx:pt idx="46018">8.25</cx:pt>
          <cx:pt idx="46019">2.1000000000000001</cx:pt>
          <cx:pt idx="46020">2.1000000000000001</cx:pt>
          <cx:pt idx="46021">0.65000000000000002</cx:pt>
          <cx:pt idx="46022">2.5499999999999998</cx:pt>
          <cx:pt idx="46023">0.82999999999999996</cx:pt>
          <cx:pt idx="46024">2.9500000000000002</cx:pt>
          <cx:pt idx="46025">2.9500000000000002</cx:pt>
          <cx:pt idx="46026">8.25</cx:pt>
          <cx:pt idx="46027">1.25</cx:pt>
          <cx:pt idx="46028">0.55000000000000004</cx:pt>
          <cx:pt idx="46029">0.55000000000000004</cx:pt>
          <cx:pt idx="46030">0.65000000000000002</cx:pt>
          <cx:pt idx="46031">8.25</cx:pt>
          <cx:pt idx="46032">8.25</cx:pt>
          <cx:pt idx="46033">0.55000000000000004</cx:pt>
          <cx:pt idx="46034">4.9500000000000002</cx:pt>
          <cx:pt idx="46035">1.45</cx:pt>
          <cx:pt idx="46036">2.9500000000000002</cx:pt>
          <cx:pt idx="46037">1.6499999999999999</cx:pt>
          <cx:pt idx="46038">2.9500000000000002</cx:pt>
          <cx:pt idx="46039">1.45</cx:pt>
          <cx:pt idx="46040">1.45</cx:pt>
          <cx:pt idx="46041">3.75</cx:pt>
          <cx:pt idx="46042">2.1000000000000001</cx:pt>
          <cx:pt idx="46043">2.9500000000000002</cx:pt>
          <cx:pt idx="46044">4.1500000000000004</cx:pt>
          <cx:pt idx="46045">1.6499999999999999</cx:pt>
          <cx:pt idx="46046">4.9500000000000002</cx:pt>
          <cx:pt idx="46047">6.9500000000000002</cx:pt>
          <cx:pt idx="46048">7.0800000000000001</cx:pt>
          <cx:pt idx="46049">7.0800000000000001</cx:pt>
          <cx:pt idx="46050">3.75</cx:pt>
          <cx:pt idx="46051">3.75</cx:pt>
          <cx:pt idx="46052">1.45</cx:pt>
          <cx:pt idx="46053">2.8900000000000001</cx:pt>
          <cx:pt idx="46054">1.45</cx:pt>
          <cx:pt idx="46055">2.4900000000000002</cx:pt>
          <cx:pt idx="46056">1.25</cx:pt>
          <cx:pt idx="46057">2.8900000000000001</cx:pt>
          <cx:pt idx="46058">1.6499999999999999</cx:pt>
          <cx:pt idx="46059">1.45</cx:pt>
          <cx:pt idx="46060">1.6899999999999999</cx:pt>
          <cx:pt idx="46061">4.9500000000000002</cx:pt>
          <cx:pt idx="46062">0.84999999999999998</cx:pt>
          <cx:pt idx="46063">2.8900000000000001</cx:pt>
          <cx:pt idx="46064">3.75</cx:pt>
          <cx:pt idx="46065">2.5499999999999998</cx:pt>
          <cx:pt idx="46066">1.45</cx:pt>
          <cx:pt idx="46067">1.6899999999999999</cx:pt>
          <cx:pt idx="46068">1.45</cx:pt>
          <cx:pt idx="46069">4.9500000000000002</cx:pt>
          <cx:pt idx="46070">1.6499999999999999</cx:pt>
          <cx:pt idx="46071">2.1000000000000001</cx:pt>
          <cx:pt idx="46072">1.25</cx:pt>
          <cx:pt idx="46073">3.75</cx:pt>
          <cx:pt idx="46074">4.9500000000000002</cx:pt>
          <cx:pt idx="46075">4.9500000000000002</cx:pt>
          <cx:pt idx="46076">8.5</cx:pt>
          <cx:pt idx="46077">6.9500000000000002</cx:pt>
          <cx:pt idx="46078">4.1500000000000004</cx:pt>
          <cx:pt idx="46079">1.6499999999999999</cx:pt>
          <cx:pt idx="46080">4.9500000000000002</cx:pt>
          <cx:pt idx="46081">1.25</cx:pt>
          <cx:pt idx="46082">2.1000000000000001</cx:pt>
          <cx:pt idx="46083">2.5499999999999998</cx:pt>
          <cx:pt idx="46084">0.39000000000000001</cx:pt>
          <cx:pt idx="46085">2.9500000000000002</cx:pt>
          <cx:pt idx="46086">2.8900000000000001</cx:pt>
          <cx:pt idx="46087">1.25</cx:pt>
          <cx:pt idx="46088">2.4900000000000002</cx:pt>
          <cx:pt idx="46089">2.4900000000000002</cx:pt>
          <cx:pt idx="46090">3.75</cx:pt>
          <cx:pt idx="46091">2.8900000000000001</cx:pt>
          <cx:pt idx="46092">4.9500000000000002</cx:pt>
          <cx:pt idx="46093">2.4900000000000002</cx:pt>
          <cx:pt idx="46094">2.8900000000000001</cx:pt>
          <cx:pt idx="46095">4.1500000000000004</cx:pt>
          <cx:pt idx="46096">4.1299999999999999</cx:pt>
          <cx:pt idx="46097">5.79</cx:pt>
          <cx:pt idx="46098">7.46</cx:pt>
          <cx:pt idx="46099">5.79</cx:pt>
          <cx:pt idx="46100">4.1299999999999999</cx:pt>
          <cx:pt idx="46101">0.82999999999999996</cx:pt>
          <cx:pt idx="46102">3.29</cx:pt>
          <cx:pt idx="46103">3.29</cx:pt>
          <cx:pt idx="46104">4.1299999999999999</cx:pt>
          <cx:pt idx="46105">0.82999999999999996</cx:pt>
          <cx:pt idx="46106">9.9600000000000009</cx:pt>
          <cx:pt idx="46107">10.789999999999999</cx:pt>
          <cx:pt idx="46108">4.1299999999999999</cx:pt>
          <cx:pt idx="46109">1.6299999999999999</cx:pt>
          <cx:pt idx="46110">5.79</cx:pt>
          <cx:pt idx="46111">2.46</cx:pt>
          <cx:pt idx="46112">3.29</cx:pt>
          <cx:pt idx="46113">15.789999999999999</cx:pt>
          <cx:pt idx="46114">3.29</cx:pt>
          <cx:pt idx="46115">7.46</cx:pt>
          <cx:pt idx="46116">5.79</cx:pt>
          <cx:pt idx="46117">4.96</cx:pt>
          <cx:pt idx="46118">2.46</cx:pt>
          <cx:pt idx="46119">0.41999999999999998</cx:pt>
          <cx:pt idx="46120">1.6299999999999999</cx:pt>
          <cx:pt idx="46121">10.789999999999999</cx:pt>
          <cx:pt idx="46122">12.460000000000001</cx:pt>
          <cx:pt idx="46123">16.629999999999999</cx:pt>
          <cx:pt idx="46124">5.79</cx:pt>
          <cx:pt idx="46125">5.79</cx:pt>
          <cx:pt idx="46126">4.5800000000000001</cx:pt>
          <cx:pt idx="46127">3.29</cx:pt>
          <cx:pt idx="46128">0.41999999999999998</cx:pt>
          <cx:pt idx="46129">3.29</cx:pt>
          <cx:pt idx="46130">16.629999999999999</cx:pt>
          <cx:pt idx="46131">3.29</cx:pt>
          <cx:pt idx="46132">4.5800000000000001</cx:pt>
          <cx:pt idx="46133">2.46</cx:pt>
          <cx:pt idx="46134">3.29</cx:pt>
          <cx:pt idx="46135">0.82999999999999996</cx:pt>
          <cx:pt idx="46136">5.79</cx:pt>
          <cx:pt idx="46137">3.29</cx:pt>
          <cx:pt idx="46138">3.29</cx:pt>
          <cx:pt idx="46139">9.1300000000000008</cx:pt>
          <cx:pt idx="46140">1.25</cx:pt>
          <cx:pt idx="46141">2.46</cx:pt>
          <cx:pt idx="46142">1.25</cx:pt>
          <cx:pt idx="46143">2.46</cx:pt>
          <cx:pt idx="46144">4.1299999999999999</cx:pt>
          <cx:pt idx="46145">3.29</cx:pt>
          <cx:pt idx="46146">0.82999999999999996</cx:pt>
          <cx:pt idx="46147">1.6299999999999999</cx:pt>
          <cx:pt idx="46148">4.96</cx:pt>
          <cx:pt idx="46149">8.2899999999999991</cx:pt>
          <cx:pt idx="46150">2.46</cx:pt>
          <cx:pt idx="46151">4.1299999999999999</cx:pt>
          <cx:pt idx="46152">0.82999999999999996</cx:pt>
          <cx:pt idx="46153">5.79</cx:pt>
          <cx:pt idx="46154">7.46</cx:pt>
          <cx:pt idx="46155">4.1299999999999999</cx:pt>
          <cx:pt idx="46156">0.82999999999999996</cx:pt>
          <cx:pt idx="46157">9.9600000000000009</cx:pt>
          <cx:pt idx="46158">10.789999999999999</cx:pt>
          <cx:pt idx="46159">4.1299999999999999</cx:pt>
          <cx:pt idx="46160">0.84999999999999998</cx:pt>
          <cx:pt idx="46161">1.6299999999999999</cx:pt>
          <cx:pt idx="46162">1.6299999999999999</cx:pt>
          <cx:pt idx="46163">14.960000000000001</cx:pt>
          <cx:pt idx="46164">2.46</cx:pt>
          <cx:pt idx="46165">0.41999999999999998</cx:pt>
          <cx:pt idx="46166">3.29</cx:pt>
          <cx:pt idx="46167">15.789999999999999</cx:pt>
          <cx:pt idx="46168">3.29</cx:pt>
          <cx:pt idx="46169">7.46</cx:pt>
          <cx:pt idx="46170">5.79</cx:pt>
          <cx:pt idx="46171">5.79</cx:pt>
          <cx:pt idx="46172">3.29</cx:pt>
          <cx:pt idx="46173">2.46</cx:pt>
          <cx:pt idx="46174">0.41999999999999998</cx:pt>
          <cx:pt idx="46175">1.6299999999999999</cx:pt>
          <cx:pt idx="46176">10.789999999999999</cx:pt>
          <cx:pt idx="46177">2.46</cx:pt>
          <cx:pt idx="46178">16.629999999999999</cx:pt>
          <cx:pt idx="46179">4.1299999999999999</cx:pt>
          <cx:pt idx="46180">5.79</cx:pt>
          <cx:pt idx="46181">4.5800000000000001</cx:pt>
          <cx:pt idx="46182">3.29</cx:pt>
          <cx:pt idx="46183">2.46</cx:pt>
          <cx:pt idx="46184">3.29</cx:pt>
          <cx:pt idx="46185">1.6299999999999999</cx:pt>
          <cx:pt idx="46186">4.5800000000000001</cx:pt>
          <cx:pt idx="46187">2.46</cx:pt>
          <cx:pt idx="46188">0.82999999999999996</cx:pt>
          <cx:pt idx="46189">0.82999999999999996</cx:pt>
          <cx:pt idx="46190">3.29</cx:pt>
          <cx:pt idx="46191">9.1300000000000008</cx:pt>
          <cx:pt idx="46192">4.1299999999999999</cx:pt>
          <cx:pt idx="46193">1.25</cx:pt>
          <cx:pt idx="46194">2.46</cx:pt>
          <cx:pt idx="46195">2.46</cx:pt>
          <cx:pt idx="46196">1.25</cx:pt>
          <cx:pt idx="46197">0.82999999999999996</cx:pt>
          <cx:pt idx="46198">1.6299999999999999</cx:pt>
          <cx:pt idx="46199">1.25</cx:pt>
          <cx:pt idx="46200">4.1299999999999999</cx:pt>
          <cx:pt idx="46201">1.6299999999999999</cx:pt>
          <cx:pt idx="46202">2.46</cx:pt>
          <cx:pt idx="46203">0.82999999999999996</cx:pt>
          <cx:pt idx="46204">0.41999999999999998</cx:pt>
          <cx:pt idx="46205">1.6899999999999999</cx:pt>
          <cx:pt idx="46206">1.45</cx:pt>
          <cx:pt idx="46207">2.25</cx:pt>
          <cx:pt idx="46208">1.45</cx:pt>
          <cx:pt idx="46209">1.6499999999999999</cx:pt>
          <cx:pt idx="46210">1.6499999999999999</cx:pt>
          <cx:pt idx="46211">3.25</cx:pt>
          <cx:pt idx="46212">2.9500000000000002</cx:pt>
          <cx:pt idx="46213">0.84999999999999998</cx:pt>
          <cx:pt idx="46214">2.1000000000000001</cx:pt>
          <cx:pt idx="46215">1.79</cx:pt>
          <cx:pt idx="46216">4.25</cx:pt>
          <cx:pt idx="46217">1.25</cx:pt>
          <cx:pt idx="46218">12.75</cx:pt>
          <cx:pt idx="46219">2.5499999999999998</cx:pt>
          <cx:pt idx="46220">2.1000000000000001</cx:pt>
          <cx:pt idx="46221">1.45</cx:pt>
          <cx:pt idx="46222">2.9500000000000002</cx:pt>
          <cx:pt idx="46223">4.25</cx:pt>
          <cx:pt idx="46224">2.4900000000000002</cx:pt>
          <cx:pt idx="46225">1.45</cx:pt>
          <cx:pt idx="46226">4.25</cx:pt>
          <cx:pt idx="46227">2.0800000000000001</cx:pt>
          <cx:pt idx="46228">6.9500000000000002</cx:pt>
          <cx:pt idx="46229">1.25</cx:pt>
          <cx:pt idx="46230">2.0800000000000001</cx:pt>
          <cx:pt idx="46231">2.9500000000000002</cx:pt>
          <cx:pt idx="46232">2.9500000000000002</cx:pt>
          <cx:pt idx="46233">4.9500000000000002</cx:pt>
          <cx:pt idx="46234">8.25</cx:pt>
          <cx:pt idx="46235">4.9500000000000002</cx:pt>
          <cx:pt idx="46236">8.25</cx:pt>
          <cx:pt idx="46237">2.5499999999999998</cx:pt>
          <cx:pt idx="46238">1.45</cx:pt>
          <cx:pt idx="46239">1.45</cx:pt>
          <cx:pt idx="46240">0.82999999999999996</cx:pt>
          <cx:pt idx="46241">4.9500000000000002</cx:pt>
          <cx:pt idx="46242">1.25</cx:pt>
          <cx:pt idx="46243">0.55000000000000004</cx:pt>
          <cx:pt idx="46244">0.55000000000000004</cx:pt>
          <cx:pt idx="46245">0.84999999999999998</cx:pt>
          <cx:pt idx="46246">3.75</cx:pt>
          <cx:pt idx="46247">1.45</cx:pt>
          <cx:pt idx="46248">0.39000000000000001</cx:pt>
          <cx:pt idx="46249">2.0800000000000001</cx:pt>
          <cx:pt idx="46250">1.25</cx:pt>
          <cx:pt idx="46251">4.1500000000000004</cx:pt>
          <cx:pt idx="46252">2.9500000000000002</cx:pt>
          <cx:pt idx="46253">1.6499999999999999</cx:pt>
          <cx:pt idx="46254">2.1000000000000001</cx:pt>
          <cx:pt idx="46255">4.1500000000000004</cx:pt>
          <cx:pt idx="46256">4.9500000000000002</cx:pt>
          <cx:pt idx="46257">7.6500000000000004</cx:pt>
          <cx:pt idx="46258">2.5499999999999998</cx:pt>
          <cx:pt idx="46259">1.25</cx:pt>
          <cx:pt idx="46260">4.6500000000000004</cx:pt>
          <cx:pt idx="46261">2.1000000000000001</cx:pt>
          <cx:pt idx="46262">4.9500000000000002</cx:pt>
          <cx:pt idx="46263">2.1000000000000001</cx:pt>
          <cx:pt idx="46264">0.65000000000000002</cx:pt>
          <cx:pt idx="46265">3.25</cx:pt>
          <cx:pt idx="46266">2.4900000000000002</cx:pt>
          <cx:pt idx="46267">1.45</cx:pt>
          <cx:pt idx="46268">0.39000000000000001</cx:pt>
          <cx:pt idx="46269">4.1500000000000004</cx:pt>
          <cx:pt idx="46270">1.6499999999999999</cx:pt>
          <cx:pt idx="46271">1.6499999999999999</cx:pt>
          <cx:pt idx="46272">2.9500000000000002</cx:pt>
          <cx:pt idx="46273">1.45</cx:pt>
          <cx:pt idx="46274">1.6499999999999999</cx:pt>
          <cx:pt idx="46275">1.45</cx:pt>
          <cx:pt idx="46276">2.4900000000000002</cx:pt>
          <cx:pt idx="46277">8.25</cx:pt>
          <cx:pt idx="46278">3.75</cx:pt>
          <cx:pt idx="46279">12.75</cx:pt>
          <cx:pt idx="46280">2.0800000000000001</cx:pt>
          <cx:pt idx="46281">1.6499999999999999</cx:pt>
          <cx:pt idx="46282">8.25</cx:pt>
          <cx:pt idx="46283">2.8900000000000001</cx:pt>
          <cx:pt idx="46284">2.5499999999999998</cx:pt>
          <cx:pt idx="46285">1.45</cx:pt>
          <cx:pt idx="46286">3.75</cx:pt>
          <cx:pt idx="46287">8.25</cx:pt>
          <cx:pt idx="46288">2.1000000000000001</cx:pt>
          <cx:pt idx="46289">6.3499999999999996</cx:pt>
          <cx:pt idx="46290">0.55000000000000004</cx:pt>
          <cx:pt idx="46291">0.35999999999999999</cx:pt>
          <cx:pt idx="46292">8.25</cx:pt>
          <cx:pt idx="46293">8.25</cx:pt>
          <cx:pt idx="46294">1.6499999999999999</cx:pt>
          <cx:pt idx="46295">1.6499999999999999</cx:pt>
          <cx:pt idx="46296">2.0800000000000001</cx:pt>
          <cx:pt idx="46297">0.39000000000000001</cx:pt>
          <cx:pt idx="46298">0.41999999999999998</cx:pt>
          <cx:pt idx="46299">2.5499999999999998</cx:pt>
          <cx:pt idx="46300">1.25</cx:pt>
          <cx:pt idx="46301">2.5499999999999998</cx:pt>
          <cx:pt idx="46302">0.65000000000000002</cx:pt>
          <cx:pt idx="46303">4.9500000000000002</cx:pt>
          <cx:pt idx="46304">7.6500000000000004</cx:pt>
          <cx:pt idx="46305">1.25</cx:pt>
          <cx:pt idx="46306">2.9500000000000002</cx:pt>
          <cx:pt idx="46307">2.9500000000000002</cx:pt>
          <cx:pt idx="46308">2.9500000000000002</cx:pt>
          <cx:pt idx="46309">2.0800000000000001</cx:pt>
          <cx:pt idx="46310">2.0800000000000001</cx:pt>
          <cx:pt idx="46311">1.6499999999999999</cx:pt>
          <cx:pt idx="46312">1.6499999999999999</cx:pt>
          <cx:pt idx="46313">2.5499999999999998</cx:pt>
          <cx:pt idx="46314">2.5499999999999998</cx:pt>
          <cx:pt idx="46315">4.9500000000000002</cx:pt>
          <cx:pt idx="46316">1.6499999999999999</cx:pt>
          <cx:pt idx="46317">1.6499999999999999</cx:pt>
          <cx:pt idx="46318">1.6499999999999999</cx:pt>
          <cx:pt idx="46319">2.9500000000000002</cx:pt>
          <cx:pt idx="46320">2.9500000000000002</cx:pt>
          <cx:pt idx="46321">2.5499999999999998</cx:pt>
          <cx:pt idx="46322">0.41999999999999998</cx:pt>
          <cx:pt idx="46323">1.6899999999999999</cx:pt>
          <cx:pt idx="46324">1.6499999999999999</cx:pt>
          <cx:pt idx="46325">2.0800000000000001</cx:pt>
          <cx:pt idx="46326">1.25</cx:pt>
          <cx:pt idx="46327">1.25</cx:pt>
          <cx:pt idx="46328">0.65000000000000002</cx:pt>
          <cx:pt idx="46329">2.1000000000000001</cx:pt>
          <cx:pt idx="46330">2.5499999999999998</cx:pt>
          <cx:pt idx="46331">0.41999999999999998</cx:pt>
          <cx:pt idx="46332">0.41999999999999998</cx:pt>
          <cx:pt idx="46333">1.6499999999999999</cx:pt>
          <cx:pt idx="46334">1.45</cx:pt>
          <cx:pt idx="46335">2.5499999999999998</cx:pt>
          <cx:pt idx="46336">1.45</cx:pt>
          <cx:pt idx="46337">3.75</cx:pt>
          <cx:pt idx="46338">2.5499999999999998</cx:pt>
          <cx:pt idx="46339">2.4900000000000002</cx:pt>
          <cx:pt idx="46340">1.25</cx:pt>
          <cx:pt idx="46341">1.45</cx:pt>
          <cx:pt idx="46342">1.6499999999999999</cx:pt>
          <cx:pt idx="46343">9.9499999999999993</cx:pt>
          <cx:pt idx="46344">4.9500000000000002</cx:pt>
          <cx:pt idx="46345">6.3499999999999996</cx:pt>
          <cx:pt idx="46346">1.25</cx:pt>
          <cx:pt idx="46347">8.5</cx:pt>
          <cx:pt idx="46348">2.0800000000000001</cx:pt>
          <cx:pt idx="46349">2.9500000000000002</cx:pt>
          <cx:pt idx="46350">14.949999999999999</cx:pt>
          <cx:pt idx="46351">2.4900000000000002</cx:pt>
          <cx:pt idx="46352">2.5499999999999998</cx:pt>
          <cx:pt idx="46353">4.6500000000000004</cx:pt>
          <cx:pt idx="46354">1.45</cx:pt>
          <cx:pt idx="46355">1.45</cx:pt>
          <cx:pt idx="46356">1.25</cx:pt>
          <cx:pt idx="46357">4.25</cx:pt>
          <cx:pt idx="46358">1.45</cx:pt>
          <cx:pt idx="46359">4.9500000000000002</cx:pt>
          <cx:pt idx="46360">1.25</cx:pt>
          <cx:pt idx="46361">2.0800000000000001</cx:pt>
          <cx:pt idx="46362">4.9500000000000002</cx:pt>
          <cx:pt idx="46363">2.9500000000000002</cx:pt>
          <cx:pt idx="46364">2.25</cx:pt>
          <cx:pt idx="46365">0.39000000000000001</cx:pt>
          <cx:pt idx="46366">1.6499999999999999</cx:pt>
          <cx:pt idx="46367">4.25</cx:pt>
          <cx:pt idx="46368">2.8900000000000001</cx:pt>
          <cx:pt idx="46369">1.25</cx:pt>
          <cx:pt idx="46370">2.25</cx:pt>
          <cx:pt idx="46371">14.949999999999999</cx:pt>
          <cx:pt idx="46372">1.25</cx:pt>
          <cx:pt idx="46373">8.5</cx:pt>
          <cx:pt idx="46374">3.75</cx:pt>
          <cx:pt idx="46375">2.0800000000000001</cx:pt>
          <cx:pt idx="46376">8.25</cx:pt>
          <cx:pt idx="46377">1.6499999999999999</cx:pt>
          <cx:pt idx="46378">4.9500000000000002</cx:pt>
          <cx:pt idx="46379">3.75</cx:pt>
          <cx:pt idx="46380">4.1500000000000004</cx:pt>
          <cx:pt idx="46381">1.6899999999999999</cx:pt>
          <cx:pt idx="46382">3.75</cx:pt>
          <cx:pt idx="46383">4.9500000000000002</cx:pt>
          <cx:pt idx="46384">2.9500000000000002</cx:pt>
          <cx:pt idx="46385">4.1500000000000004</cx:pt>
          <cx:pt idx="46386">1.6499999999999999</cx:pt>
          <cx:pt idx="46387">1.6499999999999999</cx:pt>
          <cx:pt idx="46388">1.45</cx:pt>
          <cx:pt idx="46389">0.39000000000000001</cx:pt>
          <cx:pt idx="46390">1.6499999999999999</cx:pt>
          <cx:pt idx="46391">1.6499999999999999</cx:pt>
          <cx:pt idx="46392">1.6499999999999999</cx:pt>
          <cx:pt idx="46393">1.25</cx:pt>
          <cx:pt idx="46394">0.84999999999999998</cx:pt>
          <cx:pt idx="46395">8.25</cx:pt>
          <cx:pt idx="46396">0.41999999999999998</cx:pt>
          <cx:pt idx="46397">4.9500000000000002</cx:pt>
          <cx:pt idx="46398">8.25</cx:pt>
          <cx:pt idx="46399">8.25</cx:pt>
          <cx:pt idx="46400">1.45</cx:pt>
          <cx:pt idx="46401">6.3499999999999996</cx:pt>
          <cx:pt idx="46402">1.6499999999999999</cx:pt>
          <cx:pt idx="46403">2.9500000000000002</cx:pt>
          <cx:pt idx="46404">2.9500000000000002</cx:pt>
          <cx:pt idx="46405">2.0800000000000001</cx:pt>
          <cx:pt idx="46406">2.5499999999999998</cx:pt>
          <cx:pt idx="46407">0.84999999999999998</cx:pt>
          <cx:pt idx="46408">2.5499999999999998</cx:pt>
          <cx:pt idx="46409">1.6499999999999999</cx:pt>
          <cx:pt idx="46410">0.55000000000000004</cx:pt>
          <cx:pt idx="46411">0.41999999999999998</cx:pt>
          <cx:pt idx="46412">0.84999999999999998</cx:pt>
          <cx:pt idx="46413">1.6499999999999999</cx:pt>
          <cx:pt idx="46414">0.41999999999999998</cx:pt>
          <cx:pt idx="46415">4.9500000000000002</cx:pt>
          <cx:pt idx="46416">1.6499999999999999</cx:pt>
          <cx:pt idx="46417">1.6899999999999999</cx:pt>
          <cx:pt idx="46418">2.9500000000000002</cx:pt>
          <cx:pt idx="46419">1.6899999999999999</cx:pt>
          <cx:pt idx="46420">1.25</cx:pt>
          <cx:pt idx="46421">0.39000000000000001</cx:pt>
          <cx:pt idx="46422">1.45</cx:pt>
          <cx:pt idx="46423">1.6499999999999999</cx:pt>
          <cx:pt idx="46424">6.9500000000000002</cx:pt>
          <cx:pt idx="46425">2.9500000000000002</cx:pt>
          <cx:pt idx="46426">4.1500000000000004</cx:pt>
          <cx:pt idx="46427">1.6499999999999999</cx:pt>
          <cx:pt idx="46428">1.6499999999999999</cx:pt>
          <cx:pt idx="46429">1.45</cx:pt>
          <cx:pt idx="46430">1.6499999999999999</cx:pt>
          <cx:pt idx="46431">0.41999999999999998</cx:pt>
          <cx:pt idx="46432">0.41999999999999998</cx:pt>
          <cx:pt idx="46433">2.4900000000000002</cx:pt>
          <cx:pt idx="46434">1.6499999999999999</cx:pt>
          <cx:pt idx="46435">4.9500000000000002</cx:pt>
          <cx:pt idx="46436">1.25</cx:pt>
          <cx:pt idx="46437">0.84999999999999998</cx:pt>
          <cx:pt idx="46438">2.0800000000000001</cx:pt>
          <cx:pt idx="46439">2.9500000000000002</cx:pt>
          <cx:pt idx="46440">1.45</cx:pt>
          <cx:pt idx="46441">2.4900000000000002</cx:pt>
          <cx:pt idx="46442">2.8900000000000001</cx:pt>
          <cx:pt idx="46443">9.9499999999999993</cx:pt>
          <cx:pt idx="46444">2.9500000000000002</cx:pt>
          <cx:pt idx="46445">2.9500000000000002</cx:pt>
          <cx:pt idx="46446">2.8900000000000001</cx:pt>
          <cx:pt idx="46447">7.6500000000000004</cx:pt>
          <cx:pt idx="46448">0.41999999999999998</cx:pt>
          <cx:pt idx="46449">2.5499999999999998</cx:pt>
          <cx:pt idx="46450">0.41999999999999998</cx:pt>
          <cx:pt idx="46451">4.1500000000000004</cx:pt>
          <cx:pt idx="46452">1.25</cx:pt>
          <cx:pt idx="46453">0.41999999999999998</cx:pt>
          <cx:pt idx="46454">2.1000000000000001</cx:pt>
          <cx:pt idx="46455">1.45</cx:pt>
          <cx:pt idx="46456">2.0800000000000001</cx:pt>
          <cx:pt idx="46457">0.84999999999999998</cx:pt>
          <cx:pt idx="46458">4.1299999999999999</cx:pt>
          <cx:pt idx="46459">3.29</cx:pt>
          <cx:pt idx="46460">6.6299999999999999</cx:pt>
          <cx:pt idx="46461">12.460000000000001</cx:pt>
          <cx:pt idx="46462">8.2899999999999991</cx:pt>
          <cx:pt idx="46463">3.29</cx:pt>
          <cx:pt idx="46464">4.96</cx:pt>
          <cx:pt idx="46465">2.46</cx:pt>
          <cx:pt idx="46466">9.1300000000000008</cx:pt>
          <cx:pt idx="46467">13.130000000000001</cx:pt>
          <cx:pt idx="46468">2.8900000000000001</cx:pt>
          <cx:pt idx="46469">2.8900000000000001</cx:pt>
          <cx:pt idx="46470">1.6499999999999999</cx:pt>
          <cx:pt idx="46471">1.45</cx:pt>
          <cx:pt idx="46472">1.45</cx:pt>
          <cx:pt idx="46473">4.1500000000000004</cx:pt>
          <cx:pt idx="46474">0.39000000000000001</cx:pt>
          <cx:pt idx="46475">3.75</cx:pt>
          <cx:pt idx="46476">2.0800000000000001</cx:pt>
          <cx:pt idx="46477">2.0800000000000001</cx:pt>
          <cx:pt idx="46478">2.4900000000000002</cx:pt>
          <cx:pt idx="46479">1.6499999999999999</cx:pt>
          <cx:pt idx="46480">4.1500000000000004</cx:pt>
          <cx:pt idx="46481">9.9499999999999993</cx:pt>
          <cx:pt idx="46482">9.9499999999999993</cx:pt>
          <cx:pt idx="46483">1.25</cx:pt>
          <cx:pt idx="46484">1.25</cx:pt>
          <cx:pt idx="46485">0.41999999999999998</cx:pt>
          <cx:pt idx="46486">4.1500000000000004</cx:pt>
          <cx:pt idx="46487">1.6499999999999999</cx:pt>
          <cx:pt idx="46488">1.25</cx:pt>
          <cx:pt idx="46489">2.4900000000000002</cx:pt>
          <cx:pt idx="46490">2.4900000000000002</cx:pt>
          <cx:pt idx="46491">3.75</cx:pt>
          <cx:pt idx="46492">0.41999999999999998</cx:pt>
          <cx:pt idx="46493">0.39000000000000001</cx:pt>
          <cx:pt idx="46494">4.9500000000000002</cx:pt>
          <cx:pt idx="46495">1.6499999999999999</cx:pt>
          <cx:pt idx="46496">2.9500000000000002</cx:pt>
          <cx:pt idx="46497">2.9500000000000002</cx:pt>
          <cx:pt idx="46498">2.8900000000000001</cx:pt>
          <cx:pt idx="46499">2.8900000000000001</cx:pt>
          <cx:pt idx="46500">1.45</cx:pt>
          <cx:pt idx="46501">1.45</cx:pt>
          <cx:pt idx="46502">0.41999999999999998</cx:pt>
          <cx:pt idx="46503">1.25</cx:pt>
          <cx:pt idx="46504">1.25</cx:pt>
          <cx:pt idx="46505">1.25</cx:pt>
          <cx:pt idx="46506">1.6499999999999999</cx:pt>
          <cx:pt idx="46507">2.1000000000000001</cx:pt>
          <cx:pt idx="46508">1.25</cx:pt>
          <cx:pt idx="46509">2.5499999999999998</cx:pt>
          <cx:pt idx="46510">3.75</cx:pt>
          <cx:pt idx="46511">0.55000000000000004</cx:pt>
          <cx:pt idx="46512">1.6499999999999999</cx:pt>
          <cx:pt idx="46513">0.84999999999999998</cx:pt>
          <cx:pt idx="46514">0.84999999999999998</cx:pt>
          <cx:pt idx="46515">8.5</cx:pt>
          <cx:pt idx="46516">2.5499999999999998</cx:pt>
          <cx:pt idx="46517">1.25</cx:pt>
          <cx:pt idx="46518">3.75</cx:pt>
          <cx:pt idx="46519">1.6499999999999999</cx:pt>
          <cx:pt idx="46520">2.25</cx:pt>
          <cx:pt idx="46521">2.8900000000000001</cx:pt>
          <cx:pt idx="46522">2.8900000000000001</cx:pt>
          <cx:pt idx="46523">1.25</cx:pt>
          <cx:pt idx="46524">1.25</cx:pt>
          <cx:pt idx="46525">2.8900000000000001</cx:pt>
          <cx:pt idx="46526">4.1500000000000004</cx:pt>
          <cx:pt idx="46527">4.1500000000000004</cx:pt>
          <cx:pt idx="46528">2.4900000000000002</cx:pt>
          <cx:pt idx="46529">1.6499999999999999</cx:pt>
          <cx:pt idx="46530">2.1000000000000001</cx:pt>
          <cx:pt idx="46531">2.1000000000000001</cx:pt>
          <cx:pt idx="46532">1.45</cx:pt>
          <cx:pt idx="46533">1.6899999999999999</cx:pt>
          <cx:pt idx="46534">8.5</cx:pt>
          <cx:pt idx="46535">4.9500000000000002</cx:pt>
          <cx:pt idx="46536">2.9500000000000002</cx:pt>
          <cx:pt idx="46537">2.9500000000000002</cx:pt>
          <cx:pt idx="46538">0.65000000000000002</cx:pt>
          <cx:pt idx="46539">1.6499999999999999</cx:pt>
          <cx:pt idx="46540">1.25</cx:pt>
          <cx:pt idx="46541">0.55000000000000004</cx:pt>
          <cx:pt idx="46542">4.1500000000000004</cx:pt>
          <cx:pt idx="46543">1.25</cx:pt>
          <cx:pt idx="46544">1.79</cx:pt>
          <cx:pt idx="46545">1.6899999999999999</cx:pt>
          <cx:pt idx="46546">2.8900000000000001</cx:pt>
          <cx:pt idx="46547">4.9500000000000002</cx:pt>
          <cx:pt idx="46548">4.9500000000000002</cx:pt>
          <cx:pt idx="46549">1.25</cx:pt>
          <cx:pt idx="46550">1.25</cx:pt>
          <cx:pt idx="46551">4.25</cx:pt>
          <cx:pt idx="46552">4.1299999999999999</cx:pt>
          <cx:pt idx="46553">7.46</cx:pt>
          <cx:pt idx="46554">4.1299999999999999</cx:pt>
          <cx:pt idx="46555">0.82999999999999996</cx:pt>
          <cx:pt idx="46556">5.79</cx:pt>
          <cx:pt idx="46557">3.29</cx:pt>
          <cx:pt idx="46558">4.1299999999999999</cx:pt>
          <cx:pt idx="46559">8.2899999999999991</cx:pt>
          <cx:pt idx="46560">10.789999999999999</cx:pt>
          <cx:pt idx="46561">1.6299999999999999</cx:pt>
          <cx:pt idx="46562">14.960000000000001</cx:pt>
          <cx:pt idx="46563">19.960000000000001</cx:pt>
          <cx:pt idx="46564">2.46</cx:pt>
          <cx:pt idx="46565">3.29</cx:pt>
          <cx:pt idx="46566">15.789999999999999</cx:pt>
          <cx:pt idx="46567">5.79</cx:pt>
          <cx:pt idx="46568">3.29</cx:pt>
          <cx:pt idx="46569">4.96</cx:pt>
          <cx:pt idx="46570">0.41999999999999998</cx:pt>
          <cx:pt idx="46571">10.789999999999999</cx:pt>
          <cx:pt idx="46572">4.9500000000000002</cx:pt>
          <cx:pt idx="46573">5.79</cx:pt>
          <cx:pt idx="46574">5.79</cx:pt>
          <cx:pt idx="46575">4.5800000000000001</cx:pt>
          <cx:pt idx="46576">3.29</cx:pt>
          <cx:pt idx="46577">2.46</cx:pt>
          <cx:pt idx="46578">7.46</cx:pt>
          <cx:pt idx="46579">8.2899999999999991</cx:pt>
          <cx:pt idx="46580">3.29</cx:pt>
          <cx:pt idx="46581">1.6299999999999999</cx:pt>
          <cx:pt idx="46582">0.82999999999999996</cx:pt>
          <cx:pt idx="46583">4.96</cx:pt>
          <cx:pt idx="46584">3.29</cx:pt>
          <cx:pt idx="46585">1.25</cx:pt>
          <cx:pt idx="46586">2.46</cx:pt>
          <cx:pt idx="46587">3.29</cx:pt>
          <cx:pt idx="46588">1.6299999999999999</cx:pt>
          <cx:pt idx="46589">1.6299999999999999</cx:pt>
          <cx:pt idx="46590">4.1299999999999999</cx:pt>
          <cx:pt idx="46591">0.82999999999999996</cx:pt>
          <cx:pt idx="46592">1.45</cx:pt>
          <cx:pt idx="46593">4.25</cx:pt>
          <cx:pt idx="46594">0.39000000000000001</cx:pt>
          <cx:pt idx="46595">6.6299999999999999</cx:pt>
          <cx:pt idx="46596">24.960000000000001</cx:pt>
          <cx:pt idx="46597">4.1299999999999999</cx:pt>
          <cx:pt idx="46598">4.1299999999999999</cx:pt>
          <cx:pt idx="46599">0.82999999999999996</cx:pt>
          <cx:pt idx="46600">10.789999999999999</cx:pt>
          <cx:pt idx="46601">2.46</cx:pt>
          <cx:pt idx="46602">16.629999999999999</cx:pt>
          <cx:pt idx="46603">3.29</cx:pt>
          <cx:pt idx="46604">5.79</cx:pt>
          <cx:pt idx="46605">8.2899999999999991</cx:pt>
          <cx:pt idx="46606">2.5</cx:pt>
          <cx:pt idx="46607">10.789999999999999</cx:pt>
          <cx:pt idx="46608">12.460000000000001</cx:pt>
          <cx:pt idx="46609">4.1299999999999999</cx:pt>
          <cx:pt idx="46610">5.79</cx:pt>
          <cx:pt idx="46611">0.82999999999999996</cx:pt>
          <cx:pt idx="46612">8.2899999999999991</cx:pt>
          <cx:pt idx="46613">4.1299999999999999</cx:pt>
          <cx:pt idx="46614">3.29</cx:pt>
          <cx:pt idx="46615">1.25</cx:pt>
          <cx:pt idx="46616">16.629999999999999</cx:pt>
          <cx:pt idx="46617">3.29</cx:pt>
          <cx:pt idx="46618">2.7599999999999998</cx:pt>
          <cx:pt idx="46619">4.1299999999999999</cx:pt>
          <cx:pt idx="46620">4.1299999999999999</cx:pt>
          <cx:pt idx="46621">4.1299999999999999</cx:pt>
          <cx:pt idx="46622">8.25</cx:pt>
          <cx:pt idx="46623">4.1500000000000004</cx:pt>
          <cx:pt idx="46624">2.1000000000000001</cx:pt>
          <cx:pt idx="46625">6.9500000000000002</cx:pt>
          <cx:pt idx="46626">0.41999999999999998</cx:pt>
          <cx:pt idx="46627">1.6499999999999999</cx:pt>
          <cx:pt idx="46628">4.1299999999999999</cx:pt>
          <cx:pt idx="46629">7.46</cx:pt>
          <cx:pt idx="46630">4.1299999999999999</cx:pt>
          <cx:pt idx="46631">3.29</cx:pt>
          <cx:pt idx="46632">4.1299999999999999</cx:pt>
          <cx:pt idx="46633">8.2899999999999991</cx:pt>
          <cx:pt idx="46634">9.9600000000000009</cx:pt>
          <cx:pt idx="46635">3.29</cx:pt>
          <cx:pt idx="46636">10.789999999999999</cx:pt>
          <cx:pt idx="46637">4.1299999999999999</cx:pt>
          <cx:pt idx="46638">1.6299999999999999</cx:pt>
          <cx:pt idx="46639">1.6299999999999999</cx:pt>
          <cx:pt idx="46640">14.960000000000001</cx:pt>
          <cx:pt idx="46641">2.46</cx:pt>
          <cx:pt idx="46642">0.41999999999999998</cx:pt>
          <cx:pt idx="46643">3.29</cx:pt>
          <cx:pt idx="46644">3.29</cx:pt>
          <cx:pt idx="46645">5.79</cx:pt>
          <cx:pt idx="46646">8.2899999999999991</cx:pt>
          <cx:pt idx="46647">2.46</cx:pt>
          <cx:pt idx="46648">0.41999999999999998</cx:pt>
          <cx:pt idx="46649">10.789999999999999</cx:pt>
          <cx:pt idx="46650">1.6299999999999999</cx:pt>
          <cx:pt idx="46651">4.9500000000000002</cx:pt>
          <cx:pt idx="46652">16.629999999999999</cx:pt>
          <cx:pt idx="46653">5.79</cx:pt>
          <cx:pt idx="46654">3.29</cx:pt>
          <cx:pt idx="46655">7.46</cx:pt>
          <cx:pt idx="46656">4.5800000000000001</cx:pt>
          <cx:pt idx="46657">3.29</cx:pt>
          <cx:pt idx="46658">9.1300000000000008</cx:pt>
          <cx:pt idx="46659">4.1299999999999999</cx:pt>
          <cx:pt idx="46660">1.25</cx:pt>
          <cx:pt idx="46661">2.46</cx:pt>
          <cx:pt idx="46662">2.46</cx:pt>
          <cx:pt idx="46663">4.1299999999999999</cx:pt>
          <cx:pt idx="46664">3.29</cx:pt>
          <cx:pt idx="46665">1.25</cx:pt>
          <cx:pt idx="46666">0.82999999999999996</cx:pt>
          <cx:pt idx="46667">1.25</cx:pt>
          <cx:pt idx="46668">4.1299999999999999</cx:pt>
          <cx:pt idx="46669">4.1299999999999999</cx:pt>
          <cx:pt idx="46670">1.6299999999999999</cx:pt>
          <cx:pt idx="46671">4.96</cx:pt>
          <cx:pt idx="46672">2.46</cx:pt>
          <cx:pt idx="46673">0.82999999999999996</cx:pt>
          <cx:pt idx="46674">3.75</cx:pt>
          <cx:pt idx="46675">1.45</cx:pt>
          <cx:pt idx="46676">6.3499999999999996</cx:pt>
          <cx:pt idx="46677">1.45</cx:pt>
          <cx:pt idx="46678">1.45</cx:pt>
          <cx:pt idx="46679">0.41999999999999998</cx:pt>
          <cx:pt idx="46680">2.0800000000000001</cx:pt>
          <cx:pt idx="46681">1.45</cx:pt>
          <cx:pt idx="46682">6.3499999999999996</cx:pt>
          <cx:pt idx="46683">2.9500000000000002</cx:pt>
          <cx:pt idx="46684">2.9500000000000002</cx:pt>
          <cx:pt idx="46685">2.1000000000000001</cx:pt>
          <cx:pt idx="46686">1.45</cx:pt>
          <cx:pt idx="46687">6.9500000000000002</cx:pt>
          <cx:pt idx="46688">8.25</cx:pt>
          <cx:pt idx="46689">0.84999999999999998</cx:pt>
          <cx:pt idx="46690">2.5499999999999998</cx:pt>
          <cx:pt idx="46691">2.5499999999999998</cx:pt>
          <cx:pt idx="46692">4.9500000000000002</cx:pt>
          <cx:pt idx="46693">1.6499999999999999</cx:pt>
          <cx:pt idx="46694">2.25</cx:pt>
          <cx:pt idx="46695">0.55000000000000004</cx:pt>
          <cx:pt idx="46696">0.41999999999999998</cx:pt>
          <cx:pt idx="46697">2.0800000000000001</cx:pt>
          <cx:pt idx="46698">4.9500000000000002</cx:pt>
          <cx:pt idx="46699">4.9500000000000002</cx:pt>
          <cx:pt idx="46700">1.45</cx:pt>
          <cx:pt idx="46701">2.5499999999999998</cx:pt>
          <cx:pt idx="46702">0.39000000000000001</cx:pt>
          <cx:pt idx="46703">2.0800000000000001</cx:pt>
          <cx:pt idx="46704">1.45</cx:pt>
          <cx:pt idx="46705">2.4900000000000002</cx:pt>
          <cx:pt idx="46706">1.25</cx:pt>
          <cx:pt idx="46707">9.9499999999999993</cx:pt>
          <cx:pt idx="46708">2.0800000000000001</cx:pt>
          <cx:pt idx="46709">2.5499999999999998</cx:pt>
          <cx:pt idx="46710">1.45</cx:pt>
          <cx:pt idx="46711">1.25</cx:pt>
          <cx:pt idx="46712">2.8900000000000001</cx:pt>
          <cx:pt idx="46713">2.4900000000000002</cx:pt>
          <cx:pt idx="46714">8.25</cx:pt>
          <cx:pt idx="46715">2.8900000000000001</cx:pt>
          <cx:pt idx="46716">1.45</cx:pt>
          <cx:pt idx="46717">0.84999999999999998</cx:pt>
          <cx:pt idx="46718">8.5</cx:pt>
          <cx:pt idx="46719">2.25</cx:pt>
          <cx:pt idx="46720">1.25</cx:pt>
          <cx:pt idx="46721">12.75</cx:pt>
          <cx:pt idx="46722">1.6499999999999999</cx:pt>
          <cx:pt idx="46723">0.55000000000000004</cx:pt>
          <cx:pt idx="46724">0.55000000000000004</cx:pt>
          <cx:pt idx="46725">1.25</cx:pt>
          <cx:pt idx="46726">0.41999999999999998</cx:pt>
          <cx:pt idx="46727">4.1500000000000004</cx:pt>
          <cx:pt idx="46728">1.45</cx:pt>
          <cx:pt idx="46729">0.82999999999999996</cx:pt>
          <cx:pt idx="46730">1.45</cx:pt>
          <cx:pt idx="46731">0.39000000000000001</cx:pt>
          <cx:pt idx="46732">1.25</cx:pt>
          <cx:pt idx="46733">0.84999999999999998</cx:pt>
          <cx:pt idx="46734">1.45</cx:pt>
          <cx:pt idx="46735">1.45</cx:pt>
          <cx:pt idx="46736">1.6499999999999999</cx:pt>
          <cx:pt idx="46737">1.45</cx:pt>
          <cx:pt idx="46738">4.9500000000000002</cx:pt>
          <cx:pt idx="46739">2.9500000000000002</cx:pt>
          <cx:pt idx="46740">12.75</cx:pt>
          <cx:pt idx="46741">2.1000000000000001</cx:pt>
          <cx:pt idx="46742">0.84999999999999998</cx:pt>
          <cx:pt idx="46743">1.25</cx:pt>
          <cx:pt idx="46744">1.6499999999999999</cx:pt>
          <cx:pt idx="46745">2.9500000000000002</cx:pt>
          <cx:pt idx="46746">2.8900000000000001</cx:pt>
          <cx:pt idx="46747">1.25</cx:pt>
          <cx:pt idx="46748">2.9500000000000002</cx:pt>
          <cx:pt idx="46749">1.45</cx:pt>
          <cx:pt idx="46750">2.4900000000000002</cx:pt>
          <cx:pt idx="46751">2.1000000000000001</cx:pt>
          <cx:pt idx="46752">3.75</cx:pt>
          <cx:pt idx="46753">6.9500000000000002</cx:pt>
          <cx:pt idx="46754">6.9500000000000002</cx:pt>
          <cx:pt idx="46755">1.25</cx:pt>
          <cx:pt idx="46756">1.45</cx:pt>
          <cx:pt idx="46757">2.9500000000000002</cx:pt>
          <cx:pt idx="46758">8.25</cx:pt>
          <cx:pt idx="46759">8.25</cx:pt>
          <cx:pt idx="46760">8.25</cx:pt>
          <cx:pt idx="46761">2.1000000000000001</cx:pt>
          <cx:pt idx="46762">2.0800000000000001</cx:pt>
          <cx:pt idx="46763">4.1500000000000004</cx:pt>
          <cx:pt idx="46764">1.25</cx:pt>
          <cx:pt idx="46765">2.0800000000000001</cx:pt>
          <cx:pt idx="46766">1.6499999999999999</cx:pt>
          <cx:pt idx="46767">1.45</cx:pt>
          <cx:pt idx="46768">2.4900000000000002</cx:pt>
          <cx:pt idx="46769">1.6499999999999999</cx:pt>
          <cx:pt idx="46770">1.6499999999999999</cx:pt>
          <cx:pt idx="46771">2.1000000000000001</cx:pt>
          <cx:pt idx="46772">4.9500000000000002</cx:pt>
          <cx:pt idx="46773">2.9500000000000002</cx:pt>
          <cx:pt idx="46774">1.45</cx:pt>
          <cx:pt idx="46775">4.9500000000000002</cx:pt>
          <cx:pt idx="46776">2.4900000000000002</cx:pt>
          <cx:pt idx="46777">1.6499999999999999</cx:pt>
          <cx:pt idx="46778">4.1299999999999999</cx:pt>
          <cx:pt idx="46779">6.6299999999999999</cx:pt>
          <cx:pt idx="46780">12.460000000000001</cx:pt>
          <cx:pt idx="46781">8.2899999999999991</cx:pt>
          <cx:pt idx="46782">1.6299999999999999</cx:pt>
          <cx:pt idx="46783">4.96</cx:pt>
          <cx:pt idx="46784">2.46</cx:pt>
          <cx:pt idx="46785">9.1300000000000008</cx:pt>
          <cx:pt idx="46786">0.65000000000000002</cx:pt>
          <cx:pt idx="46787">1.45</cx:pt>
          <cx:pt idx="46788">0.55000000000000004</cx:pt>
          <cx:pt idx="46789">2.8900000000000001</cx:pt>
          <cx:pt idx="46790">0.41999999999999998</cx:pt>
          <cx:pt idx="46791">4.9500000000000002</cx:pt>
          <cx:pt idx="46792">1.25</cx:pt>
          <cx:pt idx="46793">0.41999999999999998</cx:pt>
          <cx:pt idx="46794">0.65000000000000002</cx:pt>
          <cx:pt idx="46795">14.949999999999999</cx:pt>
          <cx:pt idx="46796">2.1000000000000001</cx:pt>
          <cx:pt idx="46797">1.6499999999999999</cx:pt>
          <cx:pt idx="46798">2.1000000000000001</cx:pt>
          <cx:pt idx="46799">2.9500000000000002</cx:pt>
          <cx:pt idx="46800">0.55000000000000004</cx:pt>
          <cx:pt idx="46801">0.55000000000000004</cx:pt>
          <cx:pt idx="46802">1.6499999999999999</cx:pt>
          <cx:pt idx="46803">1.6499999999999999</cx:pt>
          <cx:pt idx="46804">4.9500000000000002</cx:pt>
          <cx:pt idx="46805">2.1000000000000001</cx:pt>
          <cx:pt idx="46806">2.0800000000000001</cx:pt>
          <cx:pt idx="46807">2.5499999999999998</cx:pt>
          <cx:pt idx="46808">2.5499999999999998</cx:pt>
          <cx:pt idx="46809">6.9500000000000002</cx:pt>
          <cx:pt idx="46810">0.65000000000000002</cx:pt>
          <cx:pt idx="46811">1.25</cx:pt>
          <cx:pt idx="46812">2.1000000000000001</cx:pt>
          <cx:pt idx="46813">12.75</cx:pt>
          <cx:pt idx="46814">1.45</cx:pt>
          <cx:pt idx="46815">2.9500000000000002</cx:pt>
          <cx:pt idx="46816">8.5</cx:pt>
          <cx:pt idx="46817">0.41999999999999998</cx:pt>
          <cx:pt idx="46818">8.5</cx:pt>
          <cx:pt idx="46819">2.5499999999999998</cx:pt>
          <cx:pt idx="46820">1.6499999999999999</cx:pt>
          <cx:pt idx="46821">0.65000000000000002</cx:pt>
          <cx:pt idx="46822">0.41999999999999998</cx:pt>
          <cx:pt idx="46823">2.0800000000000001</cx:pt>
          <cx:pt idx="46824">2.0800000000000001</cx:pt>
          <cx:pt idx="46825">2.0800000000000001</cx:pt>
          <cx:pt idx="46826">2.0800000000000001</cx:pt>
          <cx:pt idx="46827">12.75</cx:pt>
          <cx:pt idx="46828">1.45</cx:pt>
          <cx:pt idx="46829">1.25</cx:pt>
          <cx:pt idx="46830">1.45</cx:pt>
          <cx:pt idx="46831">2.4900000000000002</cx:pt>
          <cx:pt idx="46832">0.55000000000000004</cx:pt>
          <cx:pt idx="46833">2.8900000000000001</cx:pt>
          <cx:pt idx="46834">1.45</cx:pt>
          <cx:pt idx="46835">1.45</cx:pt>
          <cx:pt idx="46836">2.4900000000000002</cx:pt>
          <cx:pt idx="46837">4.9500000000000002</cx:pt>
          <cx:pt idx="46838">1.6499999999999999</cx:pt>
          <cx:pt idx="46839">2.0800000000000001</cx:pt>
          <cx:pt idx="46840">2.8900000000000001</cx:pt>
          <cx:pt idx="46841">1.45</cx:pt>
          <cx:pt idx="46842">1.25</cx:pt>
          <cx:pt idx="46843">9.9499999999999993</cx:pt>
          <cx:pt idx="46844">2.9500000000000002</cx:pt>
          <cx:pt idx="46845">2.9500000000000002</cx:pt>
          <cx:pt idx="46846">2.0800000000000001</cx:pt>
          <cx:pt idx="46847">1.45</cx:pt>
          <cx:pt idx="46848">2.1000000000000001</cx:pt>
          <cx:pt idx="46849">0.41999999999999998</cx:pt>
          <cx:pt idx="46850">1.6499999999999999</cx:pt>
          <cx:pt idx="46851">0.84999999999999998</cx:pt>
          <cx:pt idx="46852">0.41999999999999998</cx:pt>
          <cx:pt idx="46853">2.0800000000000001</cx:pt>
          <cx:pt idx="46854">2.5499999999999998</cx:pt>
          <cx:pt idx="46855">4.9500000000000002</cx:pt>
          <cx:pt idx="46856">2.9500000000000002</cx:pt>
          <cx:pt idx="46857">1.25</cx:pt>
          <cx:pt idx="46858">8.5</cx:pt>
          <cx:pt idx="46859">1.25</cx:pt>
          <cx:pt idx="46860">2.1000000000000001</cx:pt>
          <cx:pt idx="46861">0.41999999999999998</cx:pt>
          <cx:pt idx="46862">1.6499999999999999</cx:pt>
          <cx:pt idx="46863">1.45</cx:pt>
          <cx:pt idx="46864">1.6499999999999999</cx:pt>
          <cx:pt idx="46865">2.0800000000000001</cx:pt>
          <cx:pt idx="46866">6.9500000000000002</cx:pt>
          <cx:pt idx="46867">1.25</cx:pt>
          <cx:pt idx="46868">1.45</cx:pt>
          <cx:pt idx="46869">1.25</cx:pt>
          <cx:pt idx="46870">0.41999999999999998</cx:pt>
          <cx:pt idx="46871">0.41999999999999998</cx:pt>
          <cx:pt idx="46872">0.41999999999999998</cx:pt>
          <cx:pt idx="46873">0.65000000000000002</cx:pt>
          <cx:pt idx="46874">4.9500000000000002</cx:pt>
          <cx:pt idx="46875">1.25</cx:pt>
          <cx:pt idx="46876">1.25</cx:pt>
          <cx:pt idx="46877">0.41999999999999998</cx:pt>
          <cx:pt idx="46878">1.6499999999999999</cx:pt>
          <cx:pt idx="46879">1.6499999999999999</cx:pt>
          <cx:pt idx="46880">0.55000000000000004</cx:pt>
          <cx:pt idx="46881">1.25</cx:pt>
          <cx:pt idx="46882">0.41999999999999998</cx:pt>
          <cx:pt idx="46883">0.41999999999999998</cx:pt>
          <cx:pt idx="46884">1.6499999999999999</cx:pt>
          <cx:pt idx="46885">2.1000000000000001</cx:pt>
          <cx:pt idx="46886">2.5499999999999998</cx:pt>
          <cx:pt idx="46887">0.84999999999999998</cx:pt>
          <cx:pt idx="46888">2.0800000000000001</cx:pt>
          <cx:pt idx="46889">1.6499999999999999</cx:pt>
          <cx:pt idx="46890">8.25</cx:pt>
          <cx:pt idx="46891">4.9500000000000002</cx:pt>
          <cx:pt idx="46892">1.25</cx:pt>
          <cx:pt idx="46893">2.8900000000000001</cx:pt>
          <cx:pt idx="46894">1.45</cx:pt>
          <cx:pt idx="46895">2.4900000000000002</cx:pt>
          <cx:pt idx="46896">3.75</cx:pt>
          <cx:pt idx="46897">1.25</cx:pt>
          <cx:pt idx="46898">1.6499999999999999</cx:pt>
          <cx:pt idx="46899">0.84999999999999998</cx:pt>
          <cx:pt idx="46900">2.9500000000000002</cx:pt>
          <cx:pt idx="46901">1.6499999999999999</cx:pt>
          <cx:pt idx="46902">1.6499999999999999</cx:pt>
          <cx:pt idx="46903">1.6499999999999999</cx:pt>
          <cx:pt idx="46904">2.5499999999999998</cx:pt>
          <cx:pt idx="46905">1.25</cx:pt>
          <cx:pt idx="46906">1.6499999999999999</cx:pt>
          <cx:pt idx="46907">1.45</cx:pt>
          <cx:pt idx="46908">1.6499999999999999</cx:pt>
          <cx:pt idx="46909">2.0800000000000001</cx:pt>
          <cx:pt idx="46910">2.1000000000000001</cx:pt>
          <cx:pt idx="46911">0.65000000000000002</cx:pt>
          <cx:pt idx="46912">2.5499999999999998</cx:pt>
          <cx:pt idx="46913">0.41999999999999998</cx:pt>
          <cx:pt idx="46914">2.9500000000000002</cx:pt>
          <cx:pt idx="46915">8.5</cx:pt>
          <cx:pt idx="46916">2.9500000000000002</cx:pt>
          <cx:pt idx="46917">0.84999999999999998</cx:pt>
          <cx:pt idx="46918">1.45</cx:pt>
          <cx:pt idx="46919">0.39000000000000001</cx:pt>
          <cx:pt idx="46920">1.6499999999999999</cx:pt>
          <cx:pt idx="46921">2.5499999999999998</cx:pt>
          <cx:pt idx="46922">2.9500000000000002</cx:pt>
          <cx:pt idx="46923">1.45</cx:pt>
          <cx:pt idx="46924">2.9500000000000002</cx:pt>
          <cx:pt idx="46925">2.5499999999999998</cx:pt>
          <cx:pt idx="46926">8.25</cx:pt>
          <cx:pt idx="46927">6.9500000000000002</cx:pt>
          <cx:pt idx="46928">1.45</cx:pt>
          <cx:pt idx="46929">1.45</cx:pt>
          <cx:pt idx="46930">2.1000000000000001</cx:pt>
          <cx:pt idx="46931">1.6499999999999999</cx:pt>
          <cx:pt idx="46932">1.25</cx:pt>
          <cx:pt idx="46933">2.0800000000000001</cx:pt>
          <cx:pt idx="46934">2.8900000000000001</cx:pt>
          <cx:pt idx="46935">2.4900000000000002</cx:pt>
          <cx:pt idx="46936">1.6499999999999999</cx:pt>
          <cx:pt idx="46937">1.25</cx:pt>
          <cx:pt idx="46938">4.9500000000000002</cx:pt>
          <cx:pt idx="46939">0.84999999999999998</cx:pt>
          <cx:pt idx="46940">2.9500000000000002</cx:pt>
          <cx:pt idx="46941">1.45</cx:pt>
          <cx:pt idx="46942">1.25</cx:pt>
          <cx:pt idx="46943">1.45</cx:pt>
          <cx:pt idx="46944">0.65000000000000002</cx:pt>
          <cx:pt idx="46945">0.65000000000000002</cx:pt>
          <cx:pt idx="46946">1.45</cx:pt>
          <cx:pt idx="46947">1.45</cx:pt>
          <cx:pt idx="46948">12.75</cx:pt>
          <cx:pt idx="46949">8.25</cx:pt>
          <cx:pt idx="46950">8.5</cx:pt>
          <cx:pt idx="46951">6.9500000000000002</cx:pt>
          <cx:pt idx="46952">1.45</cx:pt>
          <cx:pt idx="46953">2.0800000000000001</cx:pt>
          <cx:pt idx="46954">2.0800000000000001</cx:pt>
          <cx:pt idx="46955">1.45</cx:pt>
          <cx:pt idx="46956">0.84999999999999998</cx:pt>
          <cx:pt idx="46957">0.41999999999999998</cx:pt>
          <cx:pt idx="46958">2.9500000000000002</cx:pt>
          <cx:pt idx="46959">2.9500000000000002</cx:pt>
          <cx:pt idx="46960">1.45</cx:pt>
          <cx:pt idx="46961">4.25</cx:pt>
          <cx:pt idx="46962">0.41999999999999998</cx:pt>
          <cx:pt idx="46963">1.0600000000000001</cx:pt>
          <cx:pt idx="46964">3.75</cx:pt>
          <cx:pt idx="46965">8.25</cx:pt>
          <cx:pt idx="46966">1.25</cx:pt>
          <cx:pt idx="46967">0.84999999999999998</cx:pt>
          <cx:pt idx="46968">1.6499999999999999</cx:pt>
          <cx:pt idx="46969">2.8900000000000001</cx:pt>
          <cx:pt idx="46970">0.39000000000000001</cx:pt>
          <cx:pt idx="46971">0.41999999999999998</cx:pt>
          <cx:pt idx="46972">1.6499999999999999</cx:pt>
          <cx:pt idx="46973">4.9500000000000002</cx:pt>
          <cx:pt idx="46974">0.41999999999999998</cx:pt>
          <cx:pt idx="46975">1.6499999999999999</cx:pt>
          <cx:pt idx="46976">1.6899999999999999</cx:pt>
          <cx:pt idx="46977">3.75</cx:pt>
          <cx:pt idx="46978">12.75</cx:pt>
          <cx:pt idx="46979">1.45</cx:pt>
          <cx:pt idx="46980">1.49</cx:pt>
          <cx:pt idx="46981">4.1500000000000004</cx:pt>
          <cx:pt idx="46982">8.25</cx:pt>
          <cx:pt idx="46983">2.8900000000000001</cx:pt>
          <cx:pt idx="46984">2.8900000000000001</cx:pt>
          <cx:pt idx="46985">1.45</cx:pt>
          <cx:pt idx="46986">0.84999999999999998</cx:pt>
          <cx:pt idx="46987">1.45</cx:pt>
          <cx:pt idx="46988">1.25</cx:pt>
          <cx:pt idx="46989">1.25</cx:pt>
          <cx:pt idx="46990">2.4900000000000002</cx:pt>
          <cx:pt idx="46991">2.4900000000000002</cx:pt>
          <cx:pt idx="46992">2.1000000000000001</cx:pt>
          <cx:pt idx="46993">1.45</cx:pt>
          <cx:pt idx="46994">1.25</cx:pt>
          <cx:pt idx="46995">1.45</cx:pt>
          <cx:pt idx="46996">4.1500000000000004</cx:pt>
          <cx:pt idx="46997">4.1500000000000004</cx:pt>
          <cx:pt idx="46998">2.5499999999999998</cx:pt>
          <cx:pt idx="46999">1.25</cx:pt>
          <cx:pt idx="47000">1.6499999999999999</cx:pt>
          <cx:pt idx="47001">4.25</cx:pt>
          <cx:pt idx="47002">1.25</cx:pt>
          <cx:pt idx="47003">0.39000000000000001</cx:pt>
          <cx:pt idx="47004">3.75</cx:pt>
          <cx:pt idx="47005">1.45</cx:pt>
          <cx:pt idx="47006">8.25</cx:pt>
          <cx:pt idx="47007">2.8900000000000001</cx:pt>
          <cx:pt idx="47008">1.45</cx:pt>
          <cx:pt idx="47009">1.25</cx:pt>
          <cx:pt idx="47010">2.1000000000000001</cx:pt>
          <cx:pt idx="47011">1.6899999999999999</cx:pt>
          <cx:pt idx="47012">2.8900000000000001</cx:pt>
          <cx:pt idx="47013">3.75</cx:pt>
          <cx:pt idx="47014">4.6500000000000004</cx:pt>
          <cx:pt idx="47015">1.25</cx:pt>
          <cx:pt idx="47016">1.45</cx:pt>
          <cx:pt idx="47017">1.25</cx:pt>
          <cx:pt idx="47018">1.6499999999999999</cx:pt>
          <cx:pt idx="47019">0.41999999999999998</cx:pt>
          <cx:pt idx="47020">1.6499999999999999</cx:pt>
          <cx:pt idx="47021">0.41999999999999998</cx:pt>
          <cx:pt idx="47022">0.84999999999999998</cx:pt>
          <cx:pt idx="47023">4.1500000000000004</cx:pt>
          <cx:pt idx="47024">1.6499999999999999</cx:pt>
          <cx:pt idx="47025">1.6499999999999999</cx:pt>
          <cx:pt idx="47026">3.75</cx:pt>
          <cx:pt idx="47027">2.9500000000000002</cx:pt>
          <cx:pt idx="47028">4.9500000000000002</cx:pt>
          <cx:pt idx="47029">2.0800000000000001</cx:pt>
          <cx:pt idx="47030">8.5</cx:pt>
          <cx:pt idx="47031">12.75</cx:pt>
          <cx:pt idx="47032">2.8900000000000001</cx:pt>
          <cx:pt idx="47033">1.25</cx:pt>
          <cx:pt idx="47034">2.1000000000000001</cx:pt>
          <cx:pt idx="47035">1.45</cx:pt>
          <cx:pt idx="47036">1.45</cx:pt>
          <cx:pt idx="47037">8.5</cx:pt>
          <cx:pt idx="47038">14.949999999999999</cx:pt>
          <cx:pt idx="47039">2.4900000000000002</cx:pt>
          <cx:pt idx="47040">0.55000000000000004</cx:pt>
          <cx:pt idx="47041">1.45</cx:pt>
          <cx:pt idx="47042">4.25</cx:pt>
          <cx:pt idx="47043">1.45</cx:pt>
          <cx:pt idx="47044">1.6499999999999999</cx:pt>
          <cx:pt idx="47045">0.65000000000000002</cx:pt>
          <cx:pt idx="47046">6.3499999999999996</cx:pt>
          <cx:pt idx="47047">0.65000000000000002</cx:pt>
          <cx:pt idx="47048">0.55000000000000004</cx:pt>
          <cx:pt idx="47049">2.4900000000000002</cx:pt>
          <cx:pt idx="47050">2.0800000000000001</cx:pt>
          <cx:pt idx="47051">2.9500000000000002</cx:pt>
          <cx:pt idx="47052">0.65000000000000002</cx:pt>
          <cx:pt idx="47053">8.5</cx:pt>
          <cx:pt idx="47054">1.6499999999999999</cx:pt>
          <cx:pt idx="47055">4.9500000000000002</cx:pt>
          <cx:pt idx="47056">0.39000000000000001</cx:pt>
          <cx:pt idx="47057">2.9500000000000002</cx:pt>
          <cx:pt idx="47058">0.41999999999999998</cx:pt>
          <cx:pt idx="47059">2.9500000000000002</cx:pt>
          <cx:pt idx="47060">2.0800000000000001</cx:pt>
          <cx:pt idx="47061">5.79</cx:pt>
          <cx:pt idx="47062">4.1299999999999999</cx:pt>
          <cx:pt idx="47063">0.82999999999999996</cx:pt>
          <cx:pt idx="47064">5.79</cx:pt>
          <cx:pt idx="47065">3.29</cx:pt>
          <cx:pt idx="47066">9.9600000000000009</cx:pt>
          <cx:pt idx="47067">10.789999999999999</cx:pt>
          <cx:pt idx="47068">4.1299999999999999</cx:pt>
          <cx:pt idx="47069">1.6299999999999999</cx:pt>
          <cx:pt idx="47070">5.79</cx:pt>
          <cx:pt idx="47071">2.46</cx:pt>
          <cx:pt idx="47072">0.41999999999999998</cx:pt>
          <cx:pt idx="47073">3.29</cx:pt>
          <cx:pt idx="47074">15.789999999999999</cx:pt>
          <cx:pt idx="47075">5.79</cx:pt>
          <cx:pt idx="47076">5.79</cx:pt>
          <cx:pt idx="47077">3.29</cx:pt>
          <cx:pt idx="47078">2.46</cx:pt>
          <cx:pt idx="47079">0.41999999999999998</cx:pt>
          <cx:pt idx="47080">10.789999999999999</cx:pt>
          <cx:pt idx="47081">1.6299999999999999</cx:pt>
          <cx:pt idx="47082">4.9500000000000002</cx:pt>
          <cx:pt idx="47083">3.29</cx:pt>
          <cx:pt idx="47084">2.46</cx:pt>
          <cx:pt idx="47085">0.82999999999999996</cx:pt>
          <cx:pt idx="47086">7.46</cx:pt>
          <cx:pt idx="47087">3.29</cx:pt>
          <cx:pt idx="47088">3.29</cx:pt>
          <cx:pt idx="47089">1.6299999999999999</cx:pt>
          <cx:pt idx="47090">4.5800000000000001</cx:pt>
          <cx:pt idx="47091">0.82999999999999996</cx:pt>
          <cx:pt idx="47092">4.96</cx:pt>
          <cx:pt idx="47093">24.960000000000001</cx:pt>
          <cx:pt idx="47094">3.29</cx:pt>
          <cx:pt idx="47095">1.25</cx:pt>
          <cx:pt idx="47096">2.46</cx:pt>
          <cx:pt idx="47097">2.46</cx:pt>
          <cx:pt idx="47098">4.1299999999999999</cx:pt>
          <cx:pt idx="47099">0.82999999999999996</cx:pt>
          <cx:pt idx="47100">1.25</cx:pt>
          <cx:pt idx="47101">4.1299999999999999</cx:pt>
          <cx:pt idx="47102">4.1299999999999999</cx:pt>
          <cx:pt idx="47103">1.6299999999999999</cx:pt>
          <cx:pt idx="47104">2.46</cx:pt>
          <cx:pt idx="47105">4.1299999999999999</cx:pt>
          <cx:pt idx="47106">2.8900000000000001</cx:pt>
          <cx:pt idx="47107">1.25</cx:pt>
          <cx:pt idx="47108">2.25</cx:pt>
          <cx:pt idx="47109">2.8900000000000001</cx:pt>
          <cx:pt idx="47110">2.8900000000000001</cx:pt>
          <cx:pt idx="47111">2.8900000000000001</cx:pt>
          <cx:pt idx="47112">1.45</cx:pt>
          <cx:pt idx="47113">4.1500000000000004</cx:pt>
          <cx:pt idx="47114">4.1299999999999999</cx:pt>
          <cx:pt idx="47115">5.79</cx:pt>
          <cx:pt idx="47116">7.46</cx:pt>
          <cx:pt idx="47117">3.29</cx:pt>
          <cx:pt idx="47118">4.1299999999999999</cx:pt>
          <cx:pt idx="47119">2.9199999999999999</cx:pt>
          <cx:pt idx="47120">2.46</cx:pt>
          <cx:pt idx="47121">10.789999999999999</cx:pt>
          <cx:pt idx="47122">1.6299999999999999</cx:pt>
          <cx:pt idx="47123">1.6299999999999999</cx:pt>
          <cx:pt idx="47124">14.960000000000001</cx:pt>
          <cx:pt idx="47125">0.41999999999999998</cx:pt>
          <cx:pt idx="47126">1.25</cx:pt>
          <cx:pt idx="47127">3.29</cx:pt>
          <cx:pt idx="47128">15.789999999999999</cx:pt>
          <cx:pt idx="47129">3.29</cx:pt>
          <cx:pt idx="47130">5.79</cx:pt>
          <cx:pt idx="47131">2.46</cx:pt>
          <cx:pt idx="47132">0.41999999999999998</cx:pt>
          <cx:pt idx="47133">24.960000000000001</cx:pt>
          <cx:pt idx="47134">10.789999999999999</cx:pt>
          <cx:pt idx="47135">12.460000000000001</cx:pt>
          <cx:pt idx="47136">2.46</cx:pt>
          <cx:pt idx="47137">4.1299999999999999</cx:pt>
          <cx:pt idx="47138">5.79</cx:pt>
          <cx:pt idx="47139">5.79</cx:pt>
          <cx:pt idx="47140">2.46</cx:pt>
          <cx:pt idx="47141">0.82999999999999996</cx:pt>
          <cx:pt idx="47142">7.46</cx:pt>
          <cx:pt idx="47143">3.29</cx:pt>
          <cx:pt idx="47144">4.96</cx:pt>
          <cx:pt idx="47145">14.130000000000001</cx:pt>
          <cx:pt idx="47146">1.6299999999999999</cx:pt>
          <cx:pt idx="47147">24.960000000000001</cx:pt>
          <cx:pt idx="47148">2.46</cx:pt>
          <cx:pt idx="47149">0.82999999999999996</cx:pt>
          <cx:pt idx="47150">3.29</cx:pt>
          <cx:pt idx="47151">1.25</cx:pt>
          <cx:pt idx="47152">2.46</cx:pt>
          <cx:pt idx="47153">15.789999999999999</cx:pt>
          <cx:pt idx="47154">2.46</cx:pt>
          <cx:pt idx="47155">15.789999999999999</cx:pt>
          <cx:pt idx="47156">1.25</cx:pt>
          <cx:pt idx="47157">4.1299999999999999</cx:pt>
          <cx:pt idx="47158">4.1299999999999999</cx:pt>
          <cx:pt idx="47159">3.29</cx:pt>
          <cx:pt idx="47160">8.2899999999999991</cx:pt>
          <cx:pt idx="47161">2.46</cx:pt>
          <cx:pt idx="47162">0.82999999999999996</cx:pt>
          <cx:pt idx="47163">2.3999999999999999</cx:pt>
          <cx:pt idx="47164">0.65000000000000002</cx:pt>
          <cx:pt idx="47165">1.45</cx:pt>
          <cx:pt idx="47166">4.9500000000000002</cx:pt>
          <cx:pt idx="47167">1.45</cx:pt>
          <cx:pt idx="47168">1.6499999999999999</cx:pt>
          <cx:pt idx="47169">2.0800000000000001</cx:pt>
          <cx:pt idx="47170">0.84999999999999998</cx:pt>
          <cx:pt idx="47171">1.8500000000000001</cx:pt>
          <cx:pt idx="47172">4.9500000000000002</cx:pt>
          <cx:pt idx="47173">3.25</cx:pt>
          <cx:pt idx="47174">2.8900000000000001</cx:pt>
          <cx:pt idx="47175">4.9500000000000002</cx:pt>
          <cx:pt idx="47176">2.9500000000000002</cx:pt>
          <cx:pt idx="47177">1.6499999999999999</cx:pt>
          <cx:pt idx="47178">0.84999999999999998</cx:pt>
          <cx:pt idx="47179">0.41999999999999998</cx:pt>
          <cx:pt idx="47180">1.25</cx:pt>
          <cx:pt idx="47181">4.0800000000000001</cx:pt>
          <cx:pt idx="47182">0.41999999999999998</cx:pt>
          <cx:pt idx="47183">8.25</cx:pt>
          <cx:pt idx="47184">1.45</cx:pt>
          <cx:pt idx="47185">8.25</cx:pt>
          <cx:pt idx="47186">12.75</cx:pt>
          <cx:pt idx="47187">1.25</cx:pt>
          <cx:pt idx="47188">1.25</cx:pt>
          <cx:pt idx="47189">2.1000000000000001</cx:pt>
          <cx:pt idx="47190">2.1000000000000001</cx:pt>
          <cx:pt idx="47191">8.5</cx:pt>
          <cx:pt idx="47192">6.9500000000000002</cx:pt>
          <cx:pt idx="47193">1.45</cx:pt>
          <cx:pt idx="47194">4.9500000000000002</cx:pt>
          <cx:pt idx="47195">2.9500000000000002</cx:pt>
          <cx:pt idx="47196">1.25</cx:pt>
          <cx:pt idx="47197">0.55000000000000004</cx:pt>
          <cx:pt idx="47198">7.0800000000000001</cx:pt>
          <cx:pt idx="47199">1.45</cx:pt>
          <cx:pt idx="47200">7.0800000000000001</cx:pt>
          <cx:pt idx="47201">2.1000000000000001</cx:pt>
          <cx:pt idx="47202">0.35999999999999999</cx:pt>
          <cx:pt idx="47203">12.75</cx:pt>
          <cx:pt idx="47204">2.9500000000000002</cx:pt>
          <cx:pt idx="47205">1.45</cx:pt>
          <cx:pt idx="47206">2.1000000000000001</cx:pt>
          <cx:pt idx="47207">1.45</cx:pt>
          <cx:pt idx="47208">1.6899999999999999</cx:pt>
          <cx:pt idx="47209">1.45</cx:pt>
          <cx:pt idx="47210">4.1299999999999999</cx:pt>
          <cx:pt idx="47211">8.3300000000000001</cx:pt>
          <cx:pt idx="47212">3.29</cx:pt>
          <cx:pt idx="47213">6.6299999999999999</cx:pt>
          <cx:pt idx="47214">12.460000000000001</cx:pt>
          <cx:pt idx="47215">8.2899999999999991</cx:pt>
          <cx:pt idx="47216">1.6299999999999999</cx:pt>
          <cx:pt idx="47217">4.96</cx:pt>
          <cx:pt idx="47218">2.46</cx:pt>
          <cx:pt idx="47219">9.1300000000000008</cx:pt>
          <cx:pt idx="47220">3.75</cx:pt>
          <cx:pt idx="47221">1.45</cx:pt>
          <cx:pt idx="47222">1.45</cx:pt>
          <cx:pt idx="47223">3.75</cx:pt>
          <cx:pt idx="47224">1.6499999999999999</cx:pt>
          <cx:pt idx="47225">1.25</cx:pt>
          <cx:pt idx="47226">24.960000000000001</cx:pt>
          <cx:pt idx="47227">4.1299999999999999</cx:pt>
          <cx:pt idx="47228">2.46</cx:pt>
          <cx:pt idx="47229">4.1299999999999999</cx:pt>
          <cx:pt idx="47230">10.789999999999999</cx:pt>
          <cx:pt idx="47231">5.79</cx:pt>
          <cx:pt idx="47232">2.46</cx:pt>
          <cx:pt idx="47233">3.29</cx:pt>
          <cx:pt idx="47234">5.79</cx:pt>
          <cx:pt idx="47235">2.5</cx:pt>
          <cx:pt idx="47236">10.789999999999999</cx:pt>
          <cx:pt idx="47237">12.460000000000001</cx:pt>
          <cx:pt idx="47238">8.2899999999999991</cx:pt>
          <cx:pt idx="47239">4.1299999999999999</cx:pt>
          <cx:pt idx="47240">3.29</cx:pt>
          <cx:pt idx="47241">24.960000000000001</cx:pt>
          <cx:pt idx="47242">3.29</cx:pt>
          <cx:pt idx="47243">2.46</cx:pt>
          <cx:pt idx="47244">16.629999999999999</cx:pt>
          <cx:pt idx="47245">3.29</cx:pt>
          <cx:pt idx="47246">1.25</cx:pt>
          <cx:pt idx="47247">4.1299999999999999</cx:pt>
          <cx:pt idx="47248">4.1299999999999999</cx:pt>
          <cx:pt idx="47249">12.75</cx:pt>
          <cx:pt idx="47250">2.8900000000000001</cx:pt>
          <cx:pt idx="47251">2.1000000000000001</cx:pt>
          <cx:pt idx="47252">0.39000000000000001</cx:pt>
          <cx:pt idx="47253">2.9500000000000002</cx:pt>
          <cx:pt idx="47254">1.25</cx:pt>
          <cx:pt idx="47255">4.1500000000000004</cx:pt>
          <cx:pt idx="47256">1.25</cx:pt>
          <cx:pt idx="47257">2.4900000000000002</cx:pt>
          <cx:pt idx="47258">1.45</cx:pt>
          <cx:pt idx="47259">2.5499999999999998</cx:pt>
          <cx:pt idx="47260">4.9500000000000002</cx:pt>
          <cx:pt idx="47261">8.25</cx:pt>
          <cx:pt idx="47262">3.9500000000000002</cx:pt>
          <cx:pt idx="47263">2.1000000000000001</cx:pt>
          <cx:pt idx="47264">3.75</cx:pt>
          <cx:pt idx="47265">0.41999999999999998</cx:pt>
          <cx:pt idx="47266">8.5</cx:pt>
          <cx:pt idx="47267">2.8900000000000001</cx:pt>
          <cx:pt idx="47268">1.45</cx:pt>
          <cx:pt idx="47269">4.9500000000000002</cx:pt>
          <cx:pt idx="47270">12.75</cx:pt>
          <cx:pt idx="47271">4.1500000000000004</cx:pt>
          <cx:pt idx="47272">1.45</cx:pt>
          <cx:pt idx="47273">0.84999999999999998</cx:pt>
          <cx:pt idx="47274">8.25</cx:pt>
          <cx:pt idx="47275">1.45</cx:pt>
          <cx:pt idx="47276">1.25</cx:pt>
          <cx:pt idx="47277">0.41999999999999998</cx:pt>
          <cx:pt idx="47278">1.45</cx:pt>
          <cx:pt idx="47279">1.45</cx:pt>
          <cx:pt idx="47280">1.45</cx:pt>
          <cx:pt idx="47281">4.9500000000000002</cx:pt>
          <cx:pt idx="47282">0.65000000000000002</cx:pt>
          <cx:pt idx="47283">2.9500000000000002</cx:pt>
          <cx:pt idx="47284">1.45</cx:pt>
          <cx:pt idx="47285">2.4900000000000002</cx:pt>
          <cx:pt idx="47286">3.75</cx:pt>
          <cx:pt idx="47287">2.0800000000000001</cx:pt>
          <cx:pt idx="47288">14.949999999999999</cx:pt>
          <cx:pt idx="47289">2.8900000000000001</cx:pt>
          <cx:pt idx="47290">1.6499999999999999</cx:pt>
          <cx:pt idx="47291">1.45</cx:pt>
          <cx:pt idx="47292">1.45</cx:pt>
          <cx:pt idx="47293">1.45</cx:pt>
          <cx:pt idx="47294">2.4900000000000002</cx:pt>
          <cx:pt idx="47295">1.6499999999999999</cx:pt>
          <cx:pt idx="47296">1.6499999999999999</cx:pt>
          <cx:pt idx="47297">1.6499999999999999</cx:pt>
          <cx:pt idx="47298">2.0800000000000001</cx:pt>
          <cx:pt idx="47299">1.6499999999999999</cx:pt>
          <cx:pt idx="47300">8.5</cx:pt>
          <cx:pt idx="47301">4.9500000000000002</cx:pt>
          <cx:pt idx="47302">2.8900000000000001</cx:pt>
          <cx:pt idx="47303">6.9500000000000002</cx:pt>
          <cx:pt idx="47304">6.9500000000000002</cx:pt>
          <cx:pt idx="47305">2.4900000000000002</cx:pt>
          <cx:pt idx="47306">2.8900000000000001</cx:pt>
          <cx:pt idx="47307">1.25</cx:pt>
          <cx:pt idx="47308">0.55000000000000004</cx:pt>
          <cx:pt idx="47309">2.1000000000000001</cx:pt>
          <cx:pt idx="47310">3.75</cx:pt>
          <cx:pt idx="47311">2.0800000000000001</cx:pt>
          <cx:pt idx="47312">2.8900000000000001</cx:pt>
          <cx:pt idx="47313">2.5499999999999998</cx:pt>
          <cx:pt idx="47314">2.9500000000000002</cx:pt>
          <cx:pt idx="47315">4.9500000000000002</cx:pt>
          <cx:pt idx="47316">4.9500000000000002</cx:pt>
          <cx:pt idx="47317">0.41999999999999998</cx:pt>
          <cx:pt idx="47318">2.9500000000000002</cx:pt>
          <cx:pt idx="47319">0.84999999999999998</cx:pt>
          <cx:pt idx="47320">1.45</cx:pt>
          <cx:pt idx="47321">4.1500000000000004</cx:pt>
          <cx:pt idx="47322">2.1000000000000001</cx:pt>
          <cx:pt idx="47323">2.5499999999999998</cx:pt>
          <cx:pt idx="47324">2.0800000000000001</cx:pt>
          <cx:pt idx="47325">4.9500000000000002</cx:pt>
          <cx:pt idx="47326">8.5</cx:pt>
          <cx:pt idx="47327">2.9500000000000002</cx:pt>
          <cx:pt idx="47328">0.84999999999999998</cx:pt>
          <cx:pt idx="47329">4.25</cx:pt>
          <cx:pt idx="47330">2.9500000000000002</cx:pt>
          <cx:pt idx="47331">2.1000000000000001</cx:pt>
          <cx:pt idx="47332">2.5499999999999998</cx:pt>
          <cx:pt idx="47333">2.8900000000000001</cx:pt>
          <cx:pt idx="47334">1.45</cx:pt>
          <cx:pt idx="47335">2.8900000000000001</cx:pt>
          <cx:pt idx="47336">2.4900000000000002</cx:pt>
          <cx:pt idx="47337">1.25</cx:pt>
          <cx:pt idx="47338">4.9500000000000002</cx:pt>
          <cx:pt idx="47339">4.1500000000000004</cx:pt>
          <cx:pt idx="47340">2.4900000000000002</cx:pt>
          <cx:pt idx="47341">0.55000000000000004</cx:pt>
          <cx:pt idx="47342">2.4900000000000002</cx:pt>
          <cx:pt idx="47343">1.45</cx:pt>
          <cx:pt idx="47344">2.1000000000000001</cx:pt>
          <cx:pt idx="47345">2.5499999999999998</cx:pt>
          <cx:pt idx="47346">2.9500000000000002</cx:pt>
          <cx:pt idx="47347">0.41999999999999998</cx:pt>
          <cx:pt idx="47348">4.6500000000000004</cx:pt>
          <cx:pt idx="47349">0.55000000000000004</cx:pt>
          <cx:pt idx="47350">2.1000000000000001</cx:pt>
          <cx:pt idx="47351">2.1000000000000001</cx:pt>
          <cx:pt idx="47352">0.41999999999999998</cx:pt>
          <cx:pt idx="47353">0.41999999999999998</cx:pt>
          <cx:pt idx="47354">8.25</cx:pt>
          <cx:pt idx="47355">1.25</cx:pt>
          <cx:pt idx="47356">1.25</cx:pt>
          <cx:pt idx="47357">1.6499999999999999</cx:pt>
          <cx:pt idx="47358">8.25</cx:pt>
          <cx:pt idx="47359">0.41999999999999998</cx:pt>
          <cx:pt idx="47360">1.25</cx:pt>
          <cx:pt idx="47361">2.0800000000000001</cx:pt>
          <cx:pt idx="47362">2.4900000000000002</cx:pt>
          <cx:pt idx="47363">1.45</cx:pt>
          <cx:pt idx="47364">2.1000000000000001</cx:pt>
          <cx:pt idx="47365">8.5</cx:pt>
          <cx:pt idx="47366">1.25</cx:pt>
          <cx:pt idx="47367">2.9500000000000002</cx:pt>
          <cx:pt idx="47368">8.5</cx:pt>
          <cx:pt idx="47369">1.6499999999999999</cx:pt>
          <cx:pt idx="47370">3.75</cx:pt>
          <cx:pt idx="47371">2.8900000000000001</cx:pt>
          <cx:pt idx="47372">2.9500000000000002</cx:pt>
          <cx:pt idx="47373">4.1500000000000004</cx:pt>
          <cx:pt idx="47374">6.9500000000000002</cx:pt>
          <cx:pt idx="47375">1.25</cx:pt>
          <cx:pt idx="47376">0.84999999999999998</cx:pt>
          <cx:pt idx="47377">1.45</cx:pt>
          <cx:pt idx="47378">2.8900000000000001</cx:pt>
          <cx:pt idx="47379">2.1000000000000001</cx:pt>
          <cx:pt idx="47380">1.45</cx:pt>
          <cx:pt idx="47381">2.0800000000000001</cx:pt>
          <cx:pt idx="47382">2.9500000000000002</cx:pt>
          <cx:pt idx="47383">1.45</cx:pt>
          <cx:pt idx="47384">1.25</cx:pt>
          <cx:pt idx="47385">4.25</cx:pt>
          <cx:pt idx="47386">0.41999999999999998</cx:pt>
          <cx:pt idx="47387">1.25</cx:pt>
          <cx:pt idx="47388">2.0800000000000001</cx:pt>
          <cx:pt idx="47389">4.1299999999999999</cx:pt>
          <cx:pt idx="47390">4.1299999999999999</cx:pt>
          <cx:pt idx="47391">3.75</cx:pt>
          <cx:pt idx="47392">10.789999999999999</cx:pt>
          <cx:pt idx="47393">1.6299999999999999</cx:pt>
          <cx:pt idx="47394">2.46</cx:pt>
          <cx:pt idx="47395">16.629999999999999</cx:pt>
          <cx:pt idx="47396">3.29</cx:pt>
          <cx:pt idx="47397">4.1299999999999999</cx:pt>
          <cx:pt idx="47398">2.5</cx:pt>
          <cx:pt idx="47399">10.789999999999999</cx:pt>
          <cx:pt idx="47400">12.460000000000001</cx:pt>
          <cx:pt idx="47401">3.29</cx:pt>
          <cx:pt idx="47402">8.2899999999999991</cx:pt>
          <cx:pt idx="47403">4.1299999999999999</cx:pt>
          <cx:pt idx="47404">3.29</cx:pt>
          <cx:pt idx="47405">3.29</cx:pt>
          <cx:pt idx="47406">2.7599999999999998</cx:pt>
          <cx:pt idx="47407">4.1299999999999999</cx:pt>
          <cx:pt idx="47408">2.8900000000000001</cx:pt>
          <cx:pt idx="47409">2.8900000000000001</cx:pt>
          <cx:pt idx="47410">2.1000000000000001</cx:pt>
          <cx:pt idx="47411">4.9500000000000002</cx:pt>
          <cx:pt idx="47412">1.45</cx:pt>
          <cx:pt idx="47413">1.45</cx:pt>
          <cx:pt idx="47414">1.25</cx:pt>
          <cx:pt idx="47415">2.5499999999999998</cx:pt>
          <cx:pt idx="47416">2.9500000000000002</cx:pt>
          <cx:pt idx="47417">2.1000000000000001</cx:pt>
          <cx:pt idx="47418">4.9500000000000002</cx:pt>
          <cx:pt idx="47419">4.9500000000000002</cx:pt>
          <cx:pt idx="47420">1.25</cx:pt>
          <cx:pt idx="47421">0.41999999999999998</cx:pt>
          <cx:pt idx="47422">2.5499999999999998</cx:pt>
          <cx:pt idx="47423">1.25</cx:pt>
          <cx:pt idx="47424">1.6499999999999999</cx:pt>
          <cx:pt idx="47425">2.4900000000000002</cx:pt>
          <cx:pt idx="47426">1.6899999999999999</cx:pt>
          <cx:pt idx="47427">2.1000000000000001</cx:pt>
          <cx:pt idx="47428">1.45</cx:pt>
          <cx:pt idx="47429">1.6499999999999999</cx:pt>
          <cx:pt idx="47430">1.6499999999999999</cx:pt>
          <cx:pt idx="47431">2.4900000000000002</cx:pt>
          <cx:pt idx="47432">3.75</cx:pt>
          <cx:pt idx="47433">2.0800000000000001</cx:pt>
          <cx:pt idx="47434">3.25</cx:pt>
          <cx:pt idx="47435">2.8900000000000001</cx:pt>
          <cx:pt idx="47436">2.9500000000000002</cx:pt>
          <cx:pt idx="47437">1.45</cx:pt>
          <cx:pt idx="47438">0.65000000000000002</cx:pt>
          <cx:pt idx="47439">4.1299999999999999</cx:pt>
          <cx:pt idx="47440">7.46</cx:pt>
          <cx:pt idx="47441">5.79</cx:pt>
          <cx:pt idx="47442">4.1299999999999999</cx:pt>
          <cx:pt idx="47443">0.82999999999999996</cx:pt>
          <cx:pt idx="47444">3.29</cx:pt>
          <cx:pt idx="47445">10.789999999999999</cx:pt>
          <cx:pt idx="47446">4.1299999999999999</cx:pt>
          <cx:pt idx="47447">1.6299999999999999</cx:pt>
          <cx:pt idx="47448">14.960000000000001</cx:pt>
          <cx:pt idx="47449">2.46</cx:pt>
          <cx:pt idx="47450">3.29</cx:pt>
          <cx:pt idx="47451">5.79</cx:pt>
          <cx:pt idx="47452">4.1299999999999999</cx:pt>
          <cx:pt idx="47453">3.29</cx:pt>
          <cx:pt idx="47454">4.96</cx:pt>
          <cx:pt idx="47455">2.46</cx:pt>
          <cx:pt idx="47456">0.41999999999999998</cx:pt>
          <cx:pt idx="47457">1.6299999999999999</cx:pt>
          <cx:pt idx="47458">2.46</cx:pt>
          <cx:pt idx="47459">16.629999999999999</cx:pt>
          <cx:pt idx="47460">4.1299999999999999</cx:pt>
          <cx:pt idx="47461">5.79</cx:pt>
          <cx:pt idx="47462">4.5800000000000001</cx:pt>
          <cx:pt idx="47463">2.46</cx:pt>
          <cx:pt idx="47464">0.82999999999999996</cx:pt>
          <cx:pt idx="47465">3.29</cx:pt>
          <cx:pt idx="47466">3.29</cx:pt>
          <cx:pt idx="47467">4.5800000000000001</cx:pt>
          <cx:pt idx="47468">24.960000000000001</cx:pt>
          <cx:pt idx="47469">3.29</cx:pt>
          <cx:pt idx="47470">0.82999999999999996</cx:pt>
          <cx:pt idx="47471">2.46</cx:pt>
          <cx:pt idx="47472">4.96</cx:pt>
          <cx:pt idx="47473">3.29</cx:pt>
          <cx:pt idx="47474">3.29</cx:pt>
          <cx:pt idx="47475">4.1299999999999999</cx:pt>
          <cx:pt idx="47476">1.25</cx:pt>
          <cx:pt idx="47477">2.46</cx:pt>
          <cx:pt idx="47478">15.789999999999999</cx:pt>
          <cx:pt idx="47479">2.46</cx:pt>
          <cx:pt idx="47480">1.25</cx:pt>
          <cx:pt idx="47481">0.82999999999999996</cx:pt>
          <cx:pt idx="47482">1.25</cx:pt>
          <cx:pt idx="47483">4.1299999999999999</cx:pt>
          <cx:pt idx="47484">4.1299999999999999</cx:pt>
          <cx:pt idx="47485">1.6299999999999999</cx:pt>
          <cx:pt idx="47486">1.6299999999999999</cx:pt>
          <cx:pt idx="47487">2.46</cx:pt>
          <cx:pt idx="47488">4.1299999999999999</cx:pt>
          <cx:pt idx="47489">0.82999999999999996</cx:pt>
          <cx:pt idx="47490">16.629999999999999</cx:pt>
          <cx:pt idx="47491">7.46</cx:pt>
          <cx:pt idx="47492">5.79</cx:pt>
          <cx:pt idx="47493">4.1299999999999999</cx:pt>
          <cx:pt idx="47494">0.82999999999999996</cx:pt>
          <cx:pt idx="47495">3.29</cx:pt>
          <cx:pt idx="47496">3.29</cx:pt>
          <cx:pt idx="47497">9.9600000000000009</cx:pt>
          <cx:pt idx="47498">10.789999999999999</cx:pt>
          <cx:pt idx="47499">1.6299999999999999</cx:pt>
          <cx:pt idx="47500">2.46</cx:pt>
          <cx:pt idx="47501">0.41999999999999998</cx:pt>
          <cx:pt idx="47502">3.29</cx:pt>
          <cx:pt idx="47503">15.789999999999999</cx:pt>
          <cx:pt idx="47504">5.79</cx:pt>
          <cx:pt idx="47505">0.41999999999999998</cx:pt>
          <cx:pt idx="47506">1.6299999999999999</cx:pt>
          <cx:pt idx="47507">4.1299999999999999</cx:pt>
          <cx:pt idx="47508">5.79</cx:pt>
          <cx:pt idx="47509">7.46</cx:pt>
          <cx:pt idx="47510">3.29</cx:pt>
          <cx:pt idx="47511">4.1299999999999999</cx:pt>
          <cx:pt idx="47512">1.6299999999999999</cx:pt>
          <cx:pt idx="47513">24.960000000000001</cx:pt>
          <cx:pt idx="47514">0.82999999999999996</cx:pt>
          <cx:pt idx="47515">2.46</cx:pt>
          <cx:pt idx="47516">4.96</cx:pt>
          <cx:pt idx="47517">3.29</cx:pt>
          <cx:pt idx="47518">3.29</cx:pt>
          <cx:pt idx="47519">1.25</cx:pt>
          <cx:pt idx="47520">2.46</cx:pt>
          <cx:pt idx="47521">1.25</cx:pt>
          <cx:pt idx="47522">15.789999999999999</cx:pt>
          <cx:pt idx="47523">0.82999999999999996</cx:pt>
          <cx:pt idx="47524">4.1299999999999999</cx:pt>
          <cx:pt idx="47525">3.29</cx:pt>
          <cx:pt idx="47526">4.96</cx:pt>
          <cx:pt idx="47527">2.46</cx:pt>
          <cx:pt idx="47528">4.1299999999999999</cx:pt>
          <cx:pt idx="47529">1.45</cx:pt>
          <cx:pt idx="47530">1.6899999999999999</cx:pt>
          <cx:pt idx="47531">2.0800000000000001</cx:pt>
          <cx:pt idx="47532">0.84999999999999998</cx:pt>
          <cx:pt idx="47533">0.65000000000000002</cx:pt>
          <cx:pt idx="47534">8.25</cx:pt>
          <cx:pt idx="47535">8.25</cx:pt>
          <cx:pt idx="47536">8.25</cx:pt>
          <cx:pt idx="47537">9.9499999999999993</cx:pt>
          <cx:pt idx="47538">2.5499999999999998</cx:pt>
          <cx:pt idx="47539">0.82999999999999996</cx:pt>
          <cx:pt idx="47540">4.9500000000000002</cx:pt>
          <cx:pt idx="47541">2.25</cx:pt>
          <cx:pt idx="47542">1.6499999999999999</cx:pt>
          <cx:pt idx="47543">4.6500000000000004</cx:pt>
          <cx:pt idx="47544">0.41999999999999998</cx:pt>
          <cx:pt idx="47545">0.65000000000000002</cx:pt>
          <cx:pt idx="47546">2.1000000000000001</cx:pt>
          <cx:pt idx="47547">1.6499999999999999</cx:pt>
          <cx:pt idx="47548">1.6499999999999999</cx:pt>
          <cx:pt idx="47549">0.84999999999999998</cx:pt>
          <cx:pt idx="47550">2.5499999999999998</cx:pt>
          <cx:pt idx="47551">1.25</cx:pt>
          <cx:pt idx="47552">1.25</cx:pt>
          <cx:pt idx="47553">3.75</cx:pt>
          <cx:pt idx="47554">2.1000000000000001</cx:pt>
          <cx:pt idx="47555">2.8900000000000001</cx:pt>
          <cx:pt idx="47556">2.5499999999999998</cx:pt>
          <cx:pt idx="47557">1.6499999999999999</cx:pt>
          <cx:pt idx="47558">8.25</cx:pt>
          <cx:pt idx="47559">4.1500000000000004</cx:pt>
          <cx:pt idx="47560">6.9500000000000002</cx:pt>
          <cx:pt idx="47561">0.84999999999999998</cx:pt>
          <cx:pt idx="47562">4.25</cx:pt>
          <cx:pt idx="47563">4.25</cx:pt>
          <cx:pt idx="47564">3.75</cx:pt>
          <cx:pt idx="47565">2.1000000000000001</cx:pt>
          <cx:pt idx="47566">8.25</cx:pt>
          <cx:pt idx="47567">8.25</cx:pt>
          <cx:pt idx="47568">1.45</cx:pt>
          <cx:pt idx="47569">0.84999999999999998</cx:pt>
          <cx:pt idx="47570">0.84999999999999998</cx:pt>
          <cx:pt idx="47571">1.45</cx:pt>
          <cx:pt idx="47572">2.1000000000000001</cx:pt>
          <cx:pt idx="47573">2.9500000000000002</cx:pt>
          <cx:pt idx="47574">8.5</cx:pt>
          <cx:pt idx="47575">2.5499999999999998</cx:pt>
          <cx:pt idx="47576">0.41999999999999998</cx:pt>
          <cx:pt idx="47577">1.6499999999999999</cx:pt>
          <cx:pt idx="47578">1.45</cx:pt>
          <cx:pt idx="47579">8.25</cx:pt>
          <cx:pt idx="47580">0.65000000000000002</cx:pt>
          <cx:pt idx="47581">1.45</cx:pt>
          <cx:pt idx="47582">2.1000000000000001</cx:pt>
          <cx:pt idx="47583">2.8900000000000001</cx:pt>
          <cx:pt idx="47584">3.25</cx:pt>
          <cx:pt idx="47585">2.9500000000000002</cx:pt>
          <cx:pt idx="47586">8.25</cx:pt>
          <cx:pt idx="47587">4.9500000000000002</cx:pt>
          <cx:pt idx="47588">1.25</cx:pt>
          <cx:pt idx="47589">2.1000000000000001</cx:pt>
          <cx:pt idx="47590">2.1000000000000001</cx:pt>
          <cx:pt idx="47591">0.82999999999999996</cx:pt>
          <cx:pt idx="47592">3.75</cx:pt>
          <cx:pt idx="47593">2.8900000000000001</cx:pt>
          <cx:pt idx="47594">2.5499999999999998</cx:pt>
          <cx:pt idx="47595">1.6499999999999999</cx:pt>
          <cx:pt idx="47596">2.0800000000000001</cx:pt>
          <cx:pt idx="47597">2.0800000000000001</cx:pt>
          <cx:pt idx="47598">4.9500000000000002</cx:pt>
          <cx:pt idx="47599">2.9500000000000002</cx:pt>
          <cx:pt idx="47600">4.9500000000000002</cx:pt>
          <cx:pt idx="47601">0.84999999999999998</cx:pt>
          <cx:pt idx="47602">1.6499999999999999</cx:pt>
          <cx:pt idx="47603">4.9500000000000002</cx:pt>
          <cx:pt idx="47604">2.8900000000000001</cx:pt>
          <cx:pt idx="47605">4.9500000000000002</cx:pt>
          <cx:pt idx="47606">1.25</cx:pt>
          <cx:pt idx="47607">1.8500000000000001</cx:pt>
          <cx:pt idx="47608">1.6899999999999999</cx:pt>
          <cx:pt idx="47609">2.0800000000000001</cx:pt>
          <cx:pt idx="47610">2.9500000000000002</cx:pt>
          <cx:pt idx="47611">1.6499999999999999</cx:pt>
          <cx:pt idx="47612">0.55000000000000004</cx:pt>
          <cx:pt idx="47613">2.0800000000000001</cx:pt>
          <cx:pt idx="47614">4.1299999999999999</cx:pt>
          <cx:pt idx="47615">3.29</cx:pt>
          <cx:pt idx="47616">12.460000000000001</cx:pt>
          <cx:pt idx="47617">8.2899999999999991</cx:pt>
          <cx:pt idx="47618">3.29</cx:pt>
          <cx:pt idx="47619">4.96</cx:pt>
          <cx:pt idx="47620">2.46</cx:pt>
          <cx:pt idx="47621">9.1300000000000008</cx:pt>
          <cx:pt idx="47622">8.25</cx:pt>
          <cx:pt idx="47623">1.45</cx:pt>
          <cx:pt idx="47624">1.6499999999999999</cx:pt>
          <cx:pt idx="47625">4.9500000000000002</cx:pt>
          <cx:pt idx="47626">4.9500000000000002</cx:pt>
          <cx:pt idx="47627">1.25</cx:pt>
          <cx:pt idx="47628">2.0800000000000001</cx:pt>
          <cx:pt idx="47629">2.9500000000000002</cx:pt>
          <cx:pt idx="47630">0.65000000000000002</cx:pt>
          <cx:pt idx="47631">0.55000000000000004</cx:pt>
          <cx:pt idx="47632">1.6499999999999999</cx:pt>
          <cx:pt idx="47633">1.25</cx:pt>
          <cx:pt idx="47634">6.9500000000000002</cx:pt>
          <cx:pt idx="47635">2.0800000000000001</cx:pt>
          <cx:pt idx="47636">1.45</cx:pt>
          <cx:pt idx="47637">4.9500000000000002</cx:pt>
          <cx:pt idx="47638">1.6899999999999999</cx:pt>
          <cx:pt idx="47639">1.45</cx:pt>
          <cx:pt idx="47640">1.25</cx:pt>
          <cx:pt idx="47641">2.0800000000000001</cx:pt>
          <cx:pt idx="47642">2.9500000000000002</cx:pt>
          <cx:pt idx="47643">1.6499999999999999</cx:pt>
          <cx:pt idx="47644">2.9500000000000002</cx:pt>
          <cx:pt idx="47645">1.6499999999999999</cx:pt>
          <cx:pt idx="47646">2.0800000000000001</cx:pt>
          <cx:pt idx="47647">4.1500000000000004</cx:pt>
          <cx:pt idx="47648">0.41999999999999998</cx:pt>
          <cx:pt idx="47649">1.45</cx:pt>
          <cx:pt idx="47650">1.45</cx:pt>
          <cx:pt idx="47651">0.55000000000000004</cx:pt>
          <cx:pt idx="47652">2.1000000000000001</cx:pt>
          <cx:pt idx="47653">2.0800000000000001</cx:pt>
          <cx:pt idx="47654">1.45</cx:pt>
          <cx:pt idx="47655">1.6899999999999999</cx:pt>
          <cx:pt idx="47656">4.9500000000000002</cx:pt>
          <cx:pt idx="47657">1.25</cx:pt>
          <cx:pt idx="47658">4.1500000000000004</cx:pt>
          <cx:pt idx="47659">7.6500000000000004</cx:pt>
          <cx:pt idx="47660">3.3900000000000001</cx:pt>
          <cx:pt idx="47661">0.55000000000000004</cx:pt>
          <cx:pt idx="47662">2.0800000000000001</cx:pt>
          <cx:pt idx="47663">1.6499999999999999</cx:pt>
          <cx:pt idx="47664">1.6499999999999999</cx:pt>
          <cx:pt idx="47665">1.6499999999999999</cx:pt>
          <cx:pt idx="47666">0.84999999999999998</cx:pt>
          <cx:pt idx="47667">0.84999999999999998</cx:pt>
          <cx:pt idx="47668">1.6899999999999999</cx:pt>
          <cx:pt idx="47669">12.75</cx:pt>
          <cx:pt idx="47670">4.1500000000000004</cx:pt>
          <cx:pt idx="47671">2.1000000000000001</cx:pt>
          <cx:pt idx="47672">0.55000000000000004</cx:pt>
          <cx:pt idx="47673">2.0800000000000001</cx:pt>
          <cx:pt idx="47674">0.41999999999999998</cx:pt>
          <cx:pt idx="47675">0.41999999999999998</cx:pt>
          <cx:pt idx="47676">12.75</cx:pt>
          <cx:pt idx="47677">4.9500000000000002</cx:pt>
          <cx:pt idx="47678">12.75</cx:pt>
          <cx:pt idx="47679">0.41999999999999998</cx:pt>
          <cx:pt idx="47680">1.8500000000000001</cx:pt>
          <cx:pt idx="47681">2.5499999999999998</cx:pt>
          <cx:pt idx="47682">4.9500000000000002</cx:pt>
          <cx:pt idx="47683">0.41999999999999998</cx:pt>
          <cx:pt idx="47684">3.75</cx:pt>
          <cx:pt idx="47685">0.55000000000000004</cx:pt>
          <cx:pt idx="47686">4.1500000000000004</cx:pt>
          <cx:pt idx="47687">12.75</cx:pt>
          <cx:pt idx="47688">6.6299999999999999</cx:pt>
          <cx:pt idx="47689">7.46</cx:pt>
          <cx:pt idx="47690">4.96</cx:pt>
          <cx:pt idx="47691">4.1299999999999999</cx:pt>
          <cx:pt idx="47692">10.789999999999999</cx:pt>
          <cx:pt idx="47693">1.6299999999999999</cx:pt>
          <cx:pt idx="47694">2.46</cx:pt>
          <cx:pt idx="47695">16.629999999999999</cx:pt>
          <cx:pt idx="47696">19.960000000000001</cx:pt>
          <cx:pt idx="47697">7.46</cx:pt>
          <cx:pt idx="47698">5.79</cx:pt>
          <cx:pt idx="47699">2.5</cx:pt>
          <cx:pt idx="47700">10.789999999999999</cx:pt>
          <cx:pt idx="47701">4.1299999999999999</cx:pt>
          <cx:pt idx="47702">5.79</cx:pt>
          <cx:pt idx="47703">8.2899999999999991</cx:pt>
          <cx:pt idx="47704">3.29</cx:pt>
          <cx:pt idx="47705">16.629999999999999</cx:pt>
          <cx:pt idx="47706">3.29</cx:pt>
          <cx:pt idx="47707">4.1299999999999999</cx:pt>
          <cx:pt idx="47708">4.1299999999999999</cx:pt>
          <cx:pt idx="47709">4.1299999999999999</cx:pt>
          <cx:pt idx="47710">1.6499999999999999</cx:pt>
          <cx:pt idx="47711">1.6499999999999999</cx:pt>
          <cx:pt idx="47712">0.84999999999999998</cx:pt>
          <cx:pt idx="47713">1.6499999999999999</cx:pt>
          <cx:pt idx="47714">1.6899999999999999</cx:pt>
          <cx:pt idx="47715">8.5</cx:pt>
          <cx:pt idx="47716">1.45</cx:pt>
          <cx:pt idx="47717">2.4900000000000002</cx:pt>
          <cx:pt idx="47718">1.25</cx:pt>
          <cx:pt idx="47719">8.5</cx:pt>
          <cx:pt idx="47720">1.45</cx:pt>
          <cx:pt idx="47721">2.9500000000000002</cx:pt>
          <cx:pt idx="47722">0.41999999999999998</cx:pt>
          <cx:pt idx="47723">1.45</cx:pt>
          <cx:pt idx="47724">1.25</cx:pt>
          <cx:pt idx="47725">0.55000000000000004</cx:pt>
          <cx:pt idx="47726">2.0800000000000001</cx:pt>
          <cx:pt idx="47727">2.8900000000000001</cx:pt>
          <cx:pt idx="47728">3.75</cx:pt>
          <cx:pt idx="47729">4.1500000000000004</cx:pt>
          <cx:pt idx="47730">2.4900000000000002</cx:pt>
          <cx:pt idx="47731">8.25</cx:pt>
          <cx:pt idx="47732">1.6499999999999999</cx:pt>
          <cx:pt idx="47733">1.45</cx:pt>
          <cx:pt idx="47734">4.9500000000000002</cx:pt>
          <cx:pt idx="47735">1.6899999999999999</cx:pt>
          <cx:pt idx="47736">1.45</cx:pt>
          <cx:pt idx="47737">3.75</cx:pt>
          <cx:pt idx="47738">4.1299999999999999</cx:pt>
          <cx:pt idx="47739">10.789999999999999</cx:pt>
          <cx:pt idx="47740">2.46</cx:pt>
          <cx:pt idx="47741">3.29</cx:pt>
          <cx:pt idx="47742">8.2899999999999991</cx:pt>
          <cx:pt idx="47743">4.1299999999999999</cx:pt>
          <cx:pt idx="47744">3.29</cx:pt>
          <cx:pt idx="47745">2.8900000000000001</cx:pt>
          <cx:pt idx="47746">1.25</cx:pt>
          <cx:pt idx="47747">8.25</cx:pt>
          <cx:pt idx="47748">4.1500000000000004</cx:pt>
          <cx:pt idx="47749">1.6499999999999999</cx:pt>
          <cx:pt idx="47750">1.45</cx:pt>
          <cx:pt idx="47751">2.9500000000000002</cx:pt>
          <cx:pt idx="47752">4.1299999999999999</cx:pt>
          <cx:pt idx="47753">5.79</cx:pt>
          <cx:pt idx="47754">16.629999999999999</cx:pt>
          <cx:pt idx="47755">7.46</cx:pt>
          <cx:pt idx="47756">24.960000000000001</cx:pt>
          <cx:pt idx="47757">4.1299999999999999</cx:pt>
          <cx:pt idx="47758">5.79</cx:pt>
          <cx:pt idx="47759">3.29</cx:pt>
          <cx:pt idx="47760">4.1299999999999999</cx:pt>
          <cx:pt idx="47761">0.82999999999999996</cx:pt>
          <cx:pt idx="47762">9.9600000000000009</cx:pt>
          <cx:pt idx="47763">10.789999999999999</cx:pt>
          <cx:pt idx="47764">4.1299999999999999</cx:pt>
          <cx:pt idx="47765">1.6299999999999999</cx:pt>
          <cx:pt idx="47766">2.46</cx:pt>
          <cx:pt idx="47767">0.41999999999999998</cx:pt>
          <cx:pt idx="47768">1.25</cx:pt>
          <cx:pt idx="47769">3.29</cx:pt>
          <cx:pt idx="47770">15.789999999999999</cx:pt>
          <cx:pt idx="47771">3.29</cx:pt>
          <cx:pt idx="47772">5.79</cx:pt>
          <cx:pt idx="47773">5.79</cx:pt>
          <cx:pt idx="47774">4.96</cx:pt>
          <cx:pt idx="47775">0.41999999999999998</cx:pt>
          <cx:pt idx="47776">1.6299999999999999</cx:pt>
          <cx:pt idx="47777">10.789999999999999</cx:pt>
          <cx:pt idx="47778">2.46</cx:pt>
          <cx:pt idx="47779">5.79</cx:pt>
          <cx:pt idx="47780">5.79</cx:pt>
          <cx:pt idx="47781">4.5800000000000001</cx:pt>
          <cx:pt idx="47782">2.46</cx:pt>
          <cx:pt idx="47783">0.82999999999999996</cx:pt>
          <cx:pt idx="47784">7.46</cx:pt>
          <cx:pt idx="47785">16.629999999999999</cx:pt>
          <cx:pt idx="47786">0.82999999999999996</cx:pt>
          <cx:pt idx="47787">4.96</cx:pt>
          <cx:pt idx="47788">24.960000000000001</cx:pt>
          <cx:pt idx="47789">4.96</cx:pt>
          <cx:pt idx="47790">3.29</cx:pt>
          <cx:pt idx="47791">4.1299999999999999</cx:pt>
          <cx:pt idx="47792">1.25</cx:pt>
          <cx:pt idx="47793">2.46</cx:pt>
          <cx:pt idx="47794">1.25</cx:pt>
          <cx:pt idx="47795">2.46</cx:pt>
          <cx:pt idx="47796">4.1299999999999999</cx:pt>
          <cx:pt idx="47797">3.29</cx:pt>
          <cx:pt idx="47798">15.789999999999999</cx:pt>
          <cx:pt idx="47799">1.25</cx:pt>
          <cx:pt idx="47800">4.1299999999999999</cx:pt>
          <cx:pt idx="47801">4.1299999999999999</cx:pt>
          <cx:pt idx="47802">1.6299999999999999</cx:pt>
          <cx:pt idx="47803">3.29</cx:pt>
          <cx:pt idx="47804">1.6299999999999999</cx:pt>
          <cx:pt idx="47805">4.96</cx:pt>
          <cx:pt idx="47806">2.46</cx:pt>
          <cx:pt idx="47807">4.1299999999999999</cx:pt>
          <cx:pt idx="47808">0.82999999999999996</cx:pt>
          <cx:pt idx="47809">2.9500000000000002</cx:pt>
          <cx:pt idx="47810">6.3499999999999996</cx:pt>
          <cx:pt idx="47811">2.5499999999999998</cx:pt>
          <cx:pt idx="47812">6.6299999999999999</cx:pt>
          <cx:pt idx="47813">7.46</cx:pt>
          <cx:pt idx="47814">4.1299999999999999</cx:pt>
          <cx:pt idx="47815">10.789999999999999</cx:pt>
          <cx:pt idx="47816">14.960000000000001</cx:pt>
          <cx:pt idx="47817">2.46</cx:pt>
          <cx:pt idx="47818">3.29</cx:pt>
          <cx:pt idx="47819">5.79</cx:pt>
          <cx:pt idx="47820">10.789999999999999</cx:pt>
          <cx:pt idx="47821">8.2899999999999991</cx:pt>
          <cx:pt idx="47822">3.29</cx:pt>
          <cx:pt idx="47823">1.25</cx:pt>
          <cx:pt idx="47824">4.1299999999999999</cx:pt>
          <cx:pt idx="47825">0.84999999999999998</cx:pt>
          <cx:pt idx="47826">9.9499999999999993</cx:pt>
          <cx:pt idx="47827">1.6499999999999999</cx:pt>
          <cx:pt idx="47828">4.1500000000000004</cx:pt>
          <cx:pt idx="47829">1.6499999999999999</cx:pt>
          <cx:pt idx="47830">4.9500000000000002</cx:pt>
          <cx:pt idx="47831">2.0800000000000001</cx:pt>
          <cx:pt idx="47832">0.41999999999999998</cx:pt>
          <cx:pt idx="47833">7.0800000000000001</cx:pt>
          <cx:pt idx="47834">7.0800000000000001</cx:pt>
          <cx:pt idx="47835">7.0800000000000001</cx:pt>
          <cx:pt idx="47836">7.0800000000000001</cx:pt>
          <cx:pt idx="47837">0.84999999999999998</cx:pt>
          <cx:pt idx="47838">1.6499999999999999</cx:pt>
          <cx:pt idx="47839">1.25</cx:pt>
          <cx:pt idx="47840">1.45</cx:pt>
          <cx:pt idx="47841">1.6899999999999999</cx:pt>
          <cx:pt idx="47842">2.0800000000000001</cx:pt>
          <cx:pt idx="47843">2.8900000000000001</cx:pt>
          <cx:pt idx="47844">4.1500000000000004</cx:pt>
          <cx:pt idx="47845">3.75</cx:pt>
          <cx:pt idx="47846">2.9500000000000002</cx:pt>
          <cx:pt idx="47847">0.41999999999999998</cx:pt>
          <cx:pt idx="47848">1.25</cx:pt>
          <cx:pt idx="47849">1.6499999999999999</cx:pt>
          <cx:pt idx="47850">8.25</cx:pt>
          <cx:pt idx="47851">2.0800000000000001</cx:pt>
          <cx:pt idx="47852">2.1000000000000001</cx:pt>
          <cx:pt idx="47853">2.5499999999999998</cx:pt>
          <cx:pt idx="47854">3.75</cx:pt>
          <cx:pt idx="47855">6.9500000000000002</cx:pt>
          <cx:pt idx="47856">3.75</cx:pt>
          <cx:pt idx="47857">1.45</cx:pt>
          <cx:pt idx="47858">4.9500000000000002</cx:pt>
          <cx:pt idx="47859">9.9499999999999993</cx:pt>
          <cx:pt idx="47860">1.45</cx:pt>
          <cx:pt idx="47861">4.9500000000000002</cx:pt>
          <cx:pt idx="47862">2.9500000000000002</cx:pt>
          <cx:pt idx="47863">8.5</cx:pt>
          <cx:pt idx="47864">6.9500000000000002</cx:pt>
          <cx:pt idx="47865">4.6500000000000004</cx:pt>
          <cx:pt idx="47866">1.45</cx:pt>
          <cx:pt idx="47867">4.1500000000000004</cx:pt>
          <cx:pt idx="47868">2.0800000000000001</cx:pt>
          <cx:pt idx="47869">2.5499999999999998</cx:pt>
          <cx:pt idx="47870">0.84999999999999998</cx:pt>
          <cx:pt idx="47871">6.9500000000000002</cx:pt>
          <cx:pt idx="47872">4.1500000000000004</cx:pt>
          <cx:pt idx="47873">0.84999999999999998</cx:pt>
          <cx:pt idx="47874">3.25</cx:pt>
          <cx:pt idx="47875">2.9500000000000002</cx:pt>
          <cx:pt idx="47876">3.75</cx:pt>
          <cx:pt idx="47877">1.6499999999999999</cx:pt>
          <cx:pt idx="47878">1.45</cx:pt>
          <cx:pt idx="47879">0.41999999999999998</cx:pt>
          <cx:pt idx="47880">1.6899999999999999</cx:pt>
          <cx:pt idx="47881">1.6499999999999999</cx:pt>
          <cx:pt idx="47882">4.9500000000000002</cx:pt>
          <cx:pt idx="47883">1.25</cx:pt>
          <cx:pt idx="47884">3.25</cx:pt>
          <cx:pt idx="47885">2.9500000000000002</cx:pt>
          <cx:pt idx="47886">3.75</cx:pt>
          <cx:pt idx="47887">1.6499999999999999</cx:pt>
          <cx:pt idx="47888">1.6499999999999999</cx:pt>
          <cx:pt idx="47889">2.1000000000000001</cx:pt>
          <cx:pt idx="47890">4.9500000000000002</cx:pt>
          <cx:pt idx="47891">4.1500000000000004</cx:pt>
          <cx:pt idx="47892">0.41999999999999998</cx:pt>
          <cx:pt idx="47893">2.0800000000000001</cx:pt>
          <cx:pt idx="47894">4.9500000000000002</cx:pt>
          <cx:pt idx="47895">4.6500000000000004</cx:pt>
          <cx:pt idx="47896">1.6899999999999999</cx:pt>
          <cx:pt idx="47897">4.9500000000000002</cx:pt>
          <cx:pt idx="47898">1.45</cx:pt>
          <cx:pt idx="47899">2.9500000000000002</cx:pt>
          <cx:pt idx="47900">3.75</cx:pt>
          <cx:pt idx="47901">1.25</cx:pt>
          <cx:pt idx="47902">2.8900000000000001</cx:pt>
          <cx:pt idx="47903">1.45</cx:pt>
          <cx:pt idx="47904">4.9500000000000002</cx:pt>
          <cx:pt idx="47905">6.9500000000000002</cx:pt>
          <cx:pt idx="47906">2.1000000000000001</cx:pt>
          <cx:pt idx="47907">1.25</cx:pt>
          <cx:pt idx="47908">4.25</cx:pt>
          <cx:pt idx="47909">1.45</cx:pt>
          <cx:pt idx="47910">1.0600000000000001</cx:pt>
          <cx:pt idx="47911">1.45</cx:pt>
          <cx:pt idx="47912">3.3900000000000001</cx:pt>
          <cx:pt idx="47913">12.75</cx:pt>
          <cx:pt idx="47914">8.5</cx:pt>
          <cx:pt idx="47915">2.4900000000000002</cx:pt>
          <cx:pt idx="47916">0.84999999999999998</cx:pt>
          <cx:pt idx="47917">2.5499999999999998</cx:pt>
          <cx:pt idx="47918">1.25</cx:pt>
          <cx:pt idx="47919">2.8900000000000001</cx:pt>
          <cx:pt idx="47920">3.75</cx:pt>
          <cx:pt idx="47921">1.25</cx:pt>
          <cx:pt idx="47922">6.9500000000000002</cx:pt>
          <cx:pt idx="47923">1.6499999999999999</cx:pt>
          <cx:pt idx="47924">0.41999999999999998</cx:pt>
          <cx:pt idx="47925">1.25</cx:pt>
          <cx:pt idx="47926">4.9500000000000002</cx:pt>
          <cx:pt idx="47927">2.0800000000000001</cx:pt>
          <cx:pt idx="47928">2.8900000000000001</cx:pt>
          <cx:pt idx="47929">9.9499999999999993</cx:pt>
          <cx:pt idx="47930">6.3499999999999996</cx:pt>
          <cx:pt idx="47931">4.1500000000000004</cx:pt>
          <cx:pt idx="47932">4.9500000000000002</cx:pt>
          <cx:pt idx="47933">6.9500000000000002</cx:pt>
          <cx:pt idx="47934">1.6899999999999999</cx:pt>
          <cx:pt idx="47935">4.1500000000000004</cx:pt>
          <cx:pt idx="47936">1.45</cx:pt>
          <cx:pt idx="47937">0.84999999999999998</cx:pt>
          <cx:pt idx="47938">2.9500000000000002</cx:pt>
          <cx:pt idx="47939">2.9500000000000002</cx:pt>
          <cx:pt idx="47940">0.41999999999999998</cx:pt>
          <cx:pt idx="47941">3.75</cx:pt>
          <cx:pt idx="47942">7.6500000000000004</cx:pt>
          <cx:pt idx="47943">1.6499999999999999</cx:pt>
          <cx:pt idx="47944">1.6499999999999999</cx:pt>
          <cx:pt idx="47945">1.45</cx:pt>
          <cx:pt idx="47946">3.75</cx:pt>
          <cx:pt idx="47947">2.0800000000000001</cx:pt>
          <cx:pt idx="47948">1.45</cx:pt>
          <cx:pt idx="47949">0.65000000000000002</cx:pt>
          <cx:pt idx="47950">1.45</cx:pt>
          <cx:pt idx="47951">4.25</cx:pt>
          <cx:pt idx="47952">1.79</cx:pt>
          <cx:pt idx="47953">2.5499999999999998</cx:pt>
          <cx:pt idx="47954">1.25</cx:pt>
          <cx:pt idx="47955">1.25</cx:pt>
          <cx:pt idx="47956">4.9500000000000002</cx:pt>
          <cx:pt idx="47957">4.9500000000000002</cx:pt>
          <cx:pt idx="47958">1.45</cx:pt>
          <cx:pt idx="47959">4.25</cx:pt>
          <cx:pt idx="47960">7.6500000000000004</cx:pt>
          <cx:pt idx="47961">2.25</cx:pt>
          <cx:pt idx="47962">3.75</cx:pt>
          <cx:pt idx="47963">1.25</cx:pt>
          <cx:pt idx="47964">2.4900000000000002</cx:pt>
          <cx:pt idx="47965">1.6499999999999999</cx:pt>
          <cx:pt idx="47966">1.6499999999999999</cx:pt>
          <cx:pt idx="47967">1.25</cx:pt>
          <cx:pt idx="47968">2.3900000000000001</cx:pt>
          <cx:pt idx="47969">2.5499999999999998</cx:pt>
          <cx:pt idx="47970">2.9500000000000002</cx:pt>
          <cx:pt idx="47971">1.25</cx:pt>
          <cx:pt idx="47972">0.41999999999999998</cx:pt>
          <cx:pt idx="47973">1.6499999999999999</cx:pt>
          <cx:pt idx="47974">1.25</cx:pt>
          <cx:pt idx="47975">1.45</cx:pt>
          <cx:pt idx="47976">1.45</cx:pt>
          <cx:pt idx="47977">1.25</cx:pt>
          <cx:pt idx="47978">1.6499999999999999</cx:pt>
          <cx:pt idx="47979">1.25</cx:pt>
          <cx:pt idx="47980">4.9500000000000002</cx:pt>
          <cx:pt idx="47981">8.5</cx:pt>
          <cx:pt idx="47982">6.9500000000000002</cx:pt>
          <cx:pt idx="47983">1.6899999999999999</cx:pt>
          <cx:pt idx="47984">2.9500000000000002</cx:pt>
          <cx:pt idx="47985">8.25</cx:pt>
          <cx:pt idx="47986">1.45</cx:pt>
          <cx:pt idx="47987">3.75</cx:pt>
          <cx:pt idx="47988">8.25</cx:pt>
          <cx:pt idx="47989">1.25</cx:pt>
          <cx:pt idx="47990">4.9500000000000002</cx:pt>
          <cx:pt idx="47991">2.5499999999999998</cx:pt>
          <cx:pt idx="47992">5.9500000000000002</cx:pt>
          <cx:pt idx="47993">12.75</cx:pt>
          <cx:pt idx="47994">8.5</cx:pt>
          <cx:pt idx="47995">8.5</cx:pt>
          <cx:pt idx="47996">3.75</cx:pt>
          <cx:pt idx="47997">1.25</cx:pt>
          <cx:pt idx="47998">1.6499999999999999</cx:pt>
          <cx:pt idx="47999">1.25</cx:pt>
          <cx:pt idx="48000">1.49</cx:pt>
          <cx:pt idx="48001">2.1000000000000001</cx:pt>
          <cx:pt idx="48002">4.9500000000000002</cx:pt>
          <cx:pt idx="48003">4.9500000000000002</cx:pt>
          <cx:pt idx="48004">2.9500000000000002</cx:pt>
          <cx:pt idx="48005">2.0800000000000001</cx:pt>
          <cx:pt idx="48006">1.45</cx:pt>
          <cx:pt idx="48007">2.9500000000000002</cx:pt>
          <cx:pt idx="48008">1.45</cx:pt>
          <cx:pt idx="48009">6.9500000000000002</cx:pt>
          <cx:pt idx="48010">4.9500000000000002</cx:pt>
          <cx:pt idx="48011">1.45</cx:pt>
          <cx:pt idx="48012">1.79</cx:pt>
          <cx:pt idx="48013">0.84999999999999998</cx:pt>
          <cx:pt idx="48014">2.9500000000000002</cx:pt>
          <cx:pt idx="48015">2.1000000000000001</cx:pt>
          <cx:pt idx="48016">1.25</cx:pt>
          <cx:pt idx="48017">5.79</cx:pt>
          <cx:pt idx="48018">7.46</cx:pt>
          <cx:pt idx="48019">4.1299999999999999</cx:pt>
          <cx:pt idx="48020">0.82999999999999996</cx:pt>
          <cx:pt idx="48021">5.79</cx:pt>
          <cx:pt idx="48022">3.29</cx:pt>
          <cx:pt idx="48023">4.1299999999999999</cx:pt>
          <cx:pt idx="48024">2.9199999999999999</cx:pt>
          <cx:pt idx="48025">10.789999999999999</cx:pt>
          <cx:pt idx="48026">4.1299999999999999</cx:pt>
          <cx:pt idx="48027">1.6299999999999999</cx:pt>
          <cx:pt idx="48028">2.46</cx:pt>
          <cx:pt idx="48029">0.41999999999999998</cx:pt>
          <cx:pt idx="48030">3.29</cx:pt>
          <cx:pt idx="48031">5.79</cx:pt>
          <cx:pt idx="48032">4.1299999999999999</cx:pt>
          <cx:pt idx="48033">5.79</cx:pt>
          <cx:pt idx="48034">0.41999999999999998</cx:pt>
          <cx:pt idx="48035">1.6299999999999999</cx:pt>
          <cx:pt idx="48036">10.789999999999999</cx:pt>
          <cx:pt idx="48037">16.629999999999999</cx:pt>
          <cx:pt idx="48038">4.1299999999999999</cx:pt>
          <cx:pt idx="48039">5.79</cx:pt>
          <cx:pt idx="48040">4.5800000000000001</cx:pt>
          <cx:pt idx="48041">3.29</cx:pt>
          <cx:pt idx="48042">2.46</cx:pt>
          <cx:pt idx="48043">0.82999999999999996</cx:pt>
          <cx:pt idx="48044">7.46</cx:pt>
          <cx:pt idx="48045">3.29</cx:pt>
          <cx:pt idx="48046">3.29</cx:pt>
          <cx:pt idx="48047">1.6299999999999999</cx:pt>
          <cx:pt idx="48048">3.29</cx:pt>
          <cx:pt idx="48049">0.82999999999999996</cx:pt>
          <cx:pt idx="48050">4.96</cx:pt>
          <cx:pt idx="48051">3.29</cx:pt>
          <cx:pt idx="48052">4.1299999999999999</cx:pt>
          <cx:pt idx="48053">1.25</cx:pt>
          <cx:pt idx="48054">2.46</cx:pt>
          <cx:pt idx="48055">2.46</cx:pt>
          <cx:pt idx="48056">3.29</cx:pt>
          <cx:pt idx="48057">0.82999999999999996</cx:pt>
          <cx:pt idx="48058">1.6299999999999999</cx:pt>
          <cx:pt idx="48059">1.25</cx:pt>
          <cx:pt idx="48060">4.1299999999999999</cx:pt>
          <cx:pt idx="48061">4.1299999999999999</cx:pt>
          <cx:pt idx="48062">1.6299999999999999</cx:pt>
          <cx:pt idx="48063">1.6299999999999999</cx:pt>
          <cx:pt idx="48064">4.1299999999999999</cx:pt>
          <cx:pt idx="48065">1.6899999999999999</cx:pt>
          <cx:pt idx="48066">2.5499999999999998</cx:pt>
          <cx:pt idx="48067">2.0800000000000001</cx:pt>
          <cx:pt idx="48068">3.75</cx:pt>
          <cx:pt idx="48069">4.1500000000000004</cx:pt>
          <cx:pt idx="48070">2.25</cx:pt>
          <cx:pt idx="48071">8.5</cx:pt>
          <cx:pt idx="48072">1.25</cx:pt>
          <cx:pt idx="48073">3.75</cx:pt>
          <cx:pt idx="48074">2.4900000000000002</cx:pt>
          <cx:pt idx="48075">1.6499999999999999</cx:pt>
          <cx:pt idx="48076">2.8900000000000001</cx:pt>
          <cx:pt idx="48077">0.39000000000000001</cx:pt>
          <cx:pt idx="48078">8.5</cx:pt>
          <cx:pt idx="48079">1.45</cx:pt>
          <cx:pt idx="48080">3.75</cx:pt>
          <cx:pt idx="48081">2.0800000000000001</cx:pt>
          <cx:pt idx="48082">2.0800000000000001</cx:pt>
          <cx:pt idx="48083">2.9500000000000002</cx:pt>
          <cx:pt idx="48084">1.25</cx:pt>
          <cx:pt idx="48085">4.1500000000000004</cx:pt>
          <cx:pt idx="48086">1.25</cx:pt>
          <cx:pt idx="48087">0.41999999999999998</cx:pt>
          <cx:pt idx="48088">1.45</cx:pt>
          <cx:pt idx="48089">2.9500000000000002</cx:pt>
          <cx:pt idx="48090">2.8900000000000001</cx:pt>
          <cx:pt idx="48091">2.9500000000000002</cx:pt>
          <cx:pt idx="48092">0.41999999999999998</cx:pt>
          <cx:pt idx="48093">3.75</cx:pt>
          <cx:pt idx="48094">1.45</cx:pt>
          <cx:pt idx="48095">1.6499999999999999</cx:pt>
          <cx:pt idx="48096">1.45</cx:pt>
          <cx:pt idx="48097">4.1500000000000004</cx:pt>
          <cx:pt idx="48098">4.25</cx:pt>
          <cx:pt idx="48099">2.1000000000000001</cx:pt>
          <cx:pt idx="48100">4.9500000000000002</cx:pt>
          <cx:pt idx="48101">0.65000000000000002</cx:pt>
          <cx:pt idx="48102">0.65000000000000002</cx:pt>
          <cx:pt idx="48103">12.75</cx:pt>
          <cx:pt idx="48104">1.6499999999999999</cx:pt>
          <cx:pt idx="48105">0.55000000000000004</cx:pt>
          <cx:pt idx="48106">0.41999999999999998</cx:pt>
          <cx:pt idx="48107">1.45</cx:pt>
          <cx:pt idx="48108">1.6499999999999999</cx:pt>
          <cx:pt idx="48109">0.84999999999999998</cx:pt>
          <cx:pt idx="48110">1.6899999999999999</cx:pt>
          <cx:pt idx="48111">4.9500000000000002</cx:pt>
          <cx:pt idx="48112">2.1000000000000001</cx:pt>
          <cx:pt idx="48113">4.9500000000000002</cx:pt>
          <cx:pt idx="48114">2.9500000000000002</cx:pt>
          <cx:pt idx="48115">3.75</cx:pt>
          <cx:pt idx="48116">1.6499999999999999</cx:pt>
          <cx:pt idx="48117">14.949999999999999</cx:pt>
          <cx:pt idx="48118">0.65000000000000002</cx:pt>
          <cx:pt idx="48119">1.6499999999999999</cx:pt>
          <cx:pt idx="48120">2.0800000000000001</cx:pt>
          <cx:pt idx="48121">1.45</cx:pt>
          <cx:pt idx="48122">12.75</cx:pt>
          <cx:pt idx="48123">2.8900000000000001</cx:pt>
          <cx:pt idx="48124">1.25</cx:pt>
          <cx:pt idx="48125">8.5</cx:pt>
          <cx:pt idx="48126">2.9500000000000002</cx:pt>
          <cx:pt idx="48127">1.25</cx:pt>
          <cx:pt idx="48128">0.55000000000000004</cx:pt>
          <cx:pt idx="48129">2.1000000000000001</cx:pt>
          <cx:pt idx="48130">1.6499999999999999</cx:pt>
          <cx:pt idx="48131">1.45</cx:pt>
          <cx:pt idx="48132">3.75</cx:pt>
          <cx:pt idx="48133">1.45</cx:pt>
          <cx:pt idx="48134">4.1299999999999999</cx:pt>
          <cx:pt idx="48135">12.460000000000001</cx:pt>
          <cx:pt idx="48136">4.25</cx:pt>
          <cx:pt idx="48137">1.6299999999999999</cx:pt>
          <cx:pt idx="48138">3.29</cx:pt>
          <cx:pt idx="48139">4.96</cx:pt>
          <cx:pt idx="48140">2.46</cx:pt>
          <cx:pt idx="48141">9.1300000000000008</cx:pt>
          <cx:pt idx="48142">13.130000000000001</cx:pt>
          <cx:pt idx="48143">24.960000000000001</cx:pt>
          <cx:pt idx="48144">4.1299999999999999</cx:pt>
          <cx:pt idx="48145">2.46</cx:pt>
          <cx:pt idx="48146">4.5800000000000001</cx:pt>
          <cx:pt idx="48147">4.5800000000000001</cx:pt>
          <cx:pt idx="48148">3.29</cx:pt>
          <cx:pt idx="48149">1.25</cx:pt>
          <cx:pt idx="48150">3.75</cx:pt>
          <cx:pt idx="48151">0.41999999999999998</cx:pt>
          <cx:pt idx="48152">1.6499999999999999</cx:pt>
          <cx:pt idx="48153">2.1000000000000001</cx:pt>
          <cx:pt idx="48154">0.55000000000000004</cx:pt>
          <cx:pt idx="48155">8.5</cx:pt>
          <cx:pt idx="48156">8.5</cx:pt>
          <cx:pt idx="48157">9.9499999999999993</cx:pt>
          <cx:pt idx="48158">3.75</cx:pt>
          <cx:pt idx="48159">2.5499999999999998</cx:pt>
          <cx:pt idx="48160">0.84999999999999998</cx:pt>
          <cx:pt idx="48161">2.5499999999999998</cx:pt>
          <cx:pt idx="48162">4.6500000000000004</cx:pt>
          <cx:pt idx="48163">0.55000000000000004</cx:pt>
          <cx:pt idx="48164">4.25</cx:pt>
          <cx:pt idx="48165">2.8900000000000001</cx:pt>
          <cx:pt idx="48166">1.25</cx:pt>
          <cx:pt idx="48167">1.6499999999999999</cx:pt>
          <cx:pt idx="48168">4.9500000000000002</cx:pt>
          <cx:pt idx="48169">4.25</cx:pt>
          <cx:pt idx="48170">3.25</cx:pt>
          <cx:pt idx="48171">2.9500000000000002</cx:pt>
          <cx:pt idx="48172">1.45</cx:pt>
          <cx:pt idx="48173">1.25</cx:pt>
          <cx:pt idx="48174">4.1500000000000004</cx:pt>
          <cx:pt idx="48175">0.39000000000000001</cx:pt>
          <cx:pt idx="48176">4.9500000000000002</cx:pt>
          <cx:pt idx="48177">2.9500000000000002</cx:pt>
          <cx:pt idx="48178">1.45</cx:pt>
          <cx:pt idx="48179">2.4900000000000002</cx:pt>
          <cx:pt idx="48180">1.25</cx:pt>
          <cx:pt idx="48181">1.25</cx:pt>
          <cx:pt idx="48182">1.25</cx:pt>
          <cx:pt idx="48183">0.84999999999999998</cx:pt>
          <cx:pt idx="48184">8.25</cx:pt>
          <cx:pt idx="48185">2.5499999999999998</cx:pt>
          <cx:pt idx="48186">1.45</cx:pt>
          <cx:pt idx="48187">2.5499999999999998</cx:pt>
          <cx:pt idx="48188">2.5499999999999998</cx:pt>
          <cx:pt idx="48189">0.82999999999999996</cx:pt>
          <cx:pt idx="48190">0.65000000000000002</cx:pt>
          <cx:pt idx="48191">1.6499999999999999</cx:pt>
          <cx:pt idx="48192">7.0800000000000001</cx:pt>
          <cx:pt idx="48193">1.8500000000000001</cx:pt>
          <cx:pt idx="48194">4.9500000000000002</cx:pt>
          <cx:pt idx="48195">0.41999999999999998</cx:pt>
          <cx:pt idx="48196">4.1500000000000004</cx:pt>
          <cx:pt idx="48197">0.41999999999999998</cx:pt>
          <cx:pt idx="48198">1.45</cx:pt>
          <cx:pt idx="48199">1.25</cx:pt>
          <cx:pt idx="48200">0.39000000000000001</cx:pt>
          <cx:pt idx="48201">0.39000000000000001</cx:pt>
          <cx:pt idx="48202">4.9500000000000002</cx:pt>
          <cx:pt idx="48203">2.9500000000000002</cx:pt>
          <cx:pt idx="48204">0.41999999999999998</cx:pt>
          <cx:pt idx="48205">1.6499999999999999</cx:pt>
          <cx:pt idx="48206">0.41999999999999998</cx:pt>
          <cx:pt idx="48207">4.6500000000000004</cx:pt>
          <cx:pt idx="48208">0.55000000000000004</cx:pt>
          <cx:pt idx="48209">0.84999999999999998</cx:pt>
          <cx:pt idx="48210">4.25</cx:pt>
          <cx:pt idx="48211">1.45</cx:pt>
          <cx:pt idx="48212">0.41999999999999998</cx:pt>
          <cx:pt idx="48213">2.9500000000000002</cx:pt>
          <cx:pt idx="48214">4.9500000000000002</cx:pt>
          <cx:pt idx="48215">4.25</cx:pt>
          <cx:pt idx="48216">4.9500000000000002</cx:pt>
          <cx:pt idx="48217">9.9499999999999993</cx:pt>
          <cx:pt idx="48218">3.25</cx:pt>
          <cx:pt idx="48219">2.9500000000000002</cx:pt>
          <cx:pt idx="48220">8.5</cx:pt>
          <cx:pt idx="48221">2.5499999999999998</cx:pt>
          <cx:pt idx="48222">0.41999999999999998</cx:pt>
          <cx:pt idx="48223">2.5499999999999998</cx:pt>
          <cx:pt idx="48224">3.75</cx:pt>
          <cx:pt idx="48225">4.9500000000000002</cx:pt>
          <cx:pt idx="48226">7.6500000000000004</cx:pt>
          <cx:pt idx="48227">8.5</cx:pt>
          <cx:pt idx="48228">1.6499999999999999</cx:pt>
          <cx:pt idx="48229">2.0800000000000001</cx:pt>
          <cx:pt idx="48230">1.6499999999999999</cx:pt>
          <cx:pt idx="48231">8.25</cx:pt>
          <cx:pt idx="48232">1.25</cx:pt>
          <cx:pt idx="48233">2.1000000000000001</cx:pt>
          <cx:pt idx="48234">1.6499999999999999</cx:pt>
          <cx:pt idx="48235">2.8900000000000001</cx:pt>
          <cx:pt idx="48236">0.41999999999999998</cx:pt>
          <cx:pt idx="48237">1.25</cx:pt>
          <cx:pt idx="48238">1.25</cx:pt>
          <cx:pt idx="48239">2.4900000000000002</cx:pt>
          <cx:pt idx="48240">1.45</cx:pt>
          <cx:pt idx="48241">0.65000000000000002</cx:pt>
          <cx:pt idx="48242">1.6499999999999999</cx:pt>
          <cx:pt idx="48243">2.0800000000000001</cx:pt>
          <cx:pt idx="48244">1.25</cx:pt>
          <cx:pt idx="48245">2.9500000000000002</cx:pt>
          <cx:pt idx="48246">4.1500000000000004</cx:pt>
          <cx:pt idx="48247">2.4900000000000002</cx:pt>
          <cx:pt idx="48248">2.4900000000000002</cx:pt>
          <cx:pt idx="48249">8.25</cx:pt>
          <cx:pt idx="48250">2.9500000000000002</cx:pt>
          <cx:pt idx="48251">2.5499999999999998</cx:pt>
          <cx:pt idx="48252">1.6499999999999999</cx:pt>
          <cx:pt idx="48253">1.45</cx:pt>
          <cx:pt idx="48254">2.4900000000000002</cx:pt>
          <cx:pt idx="48255">0.41999999999999998</cx:pt>
          <cx:pt idx="48256">4.25</cx:pt>
          <cx:pt idx="48257">1.25</cx:pt>
          <cx:pt idx="48258">4.9500000000000002</cx:pt>
          <cx:pt idx="48259">14.949999999999999</cx:pt>
          <cx:pt idx="48260">0.39000000000000001</cx:pt>
          <cx:pt idx="48261">1.45</cx:pt>
          <cx:pt idx="48262">1.25</cx:pt>
          <cx:pt idx="48263">2.8900000000000001</cx:pt>
          <cx:pt idx="48264">1.25</cx:pt>
          <cx:pt idx="48265">1.45</cx:pt>
          <cx:pt idx="48266">2.1000000000000001</cx:pt>
          <cx:pt idx="48267">4.9500000000000002</cx:pt>
          <cx:pt idx="48268">4.1500000000000004</cx:pt>
          <cx:pt idx="48269">2.4900000000000002</cx:pt>
          <cx:pt idx="48270">1.45</cx:pt>
          <cx:pt idx="48271">1.25</cx:pt>
          <cx:pt idx="48272">1.25</cx:pt>
          <cx:pt idx="48273">1.25</cx:pt>
          <cx:pt idx="48274">1.25</cx:pt>
          <cx:pt idx="48275">4.9500000000000002</cx:pt>
          <cx:pt idx="48276">2.25</cx:pt>
          <cx:pt idx="48277">2.25</cx:pt>
          <cx:pt idx="48278">0.84999999999999998</cx:pt>
          <cx:pt idx="48279">0.84999999999999998</cx:pt>
          <cx:pt idx="48280">0.84999999999999998</cx:pt>
          <cx:pt idx="48281">6.9500000000000002</cx:pt>
          <cx:pt idx="48282">2.5499999999999998</cx:pt>
          <cx:pt idx="48283">4.25</cx:pt>
          <cx:pt idx="48284">4.25</cx:pt>
          <cx:pt idx="48285">0.41999999999999998</cx:pt>
          <cx:pt idx="48286">0.41999999999999998</cx:pt>
          <cx:pt idx="48287">2.9500000000000002</cx:pt>
          <cx:pt idx="48288">2.0800000000000001</cx:pt>
          <cx:pt idx="48289">1.25</cx:pt>
          <cx:pt idx="48290">2.0800000000000001</cx:pt>
          <cx:pt idx="48291">1.25</cx:pt>
          <cx:pt idx="48292">12.75</cx:pt>
          <cx:pt idx="48293">2.4900000000000002</cx:pt>
          <cx:pt idx="48294">12.75</cx:pt>
          <cx:pt idx="48295">2.1000000000000001</cx:pt>
          <cx:pt idx="48296">4.9500000000000002</cx:pt>
          <cx:pt idx="48297">0.84999999999999998</cx:pt>
          <cx:pt idx="48298">2.8900000000000001</cx:pt>
          <cx:pt idx="48299">1.6499999999999999</cx:pt>
          <cx:pt idx="48300">2.4900000000000002</cx:pt>
          <cx:pt idx="48301">4.1500000000000004</cx:pt>
          <cx:pt idx="48302">6.9500000000000002</cx:pt>
          <cx:pt idx="48303">2.9500000000000002</cx:pt>
          <cx:pt idx="48304">2.8900000000000001</cx:pt>
          <cx:pt idx="48305">1.6499999999999999</cx:pt>
          <cx:pt idx="48306">2.0800000000000001</cx:pt>
          <cx:pt idx="48307">2.0800000000000001</cx:pt>
          <cx:pt idx="48308">1.6499999999999999</cx:pt>
          <cx:pt idx="48309">2.1000000000000001</cx:pt>
          <cx:pt idx="48310">1.6499999999999999</cx:pt>
          <cx:pt idx="48311">2.9500000000000002</cx:pt>
          <cx:pt idx="48312">1.45</cx:pt>
          <cx:pt idx="48313">1.45</cx:pt>
          <cx:pt idx="48314">4.1500000000000004</cx:pt>
          <cx:pt idx="48315">1.6499999999999999</cx:pt>
          <cx:pt idx="48316">2.0800000000000001</cx:pt>
          <cx:pt idx="48317">5.9500000000000002</cx:pt>
          <cx:pt idx="48318">1.45</cx:pt>
          <cx:pt idx="48319">0.55000000000000004</cx:pt>
          <cx:pt idx="48320">3.75</cx:pt>
          <cx:pt idx="48321">2.1000000000000001</cx:pt>
          <cx:pt idx="48322">2.1000000000000001</cx:pt>
          <cx:pt idx="48323">0.41999999999999998</cx:pt>
          <cx:pt idx="48324">1.6799999999999999</cx:pt>
          <cx:pt idx="48325">8.25</cx:pt>
          <cx:pt idx="48326">4.1500000000000004</cx:pt>
          <cx:pt idx="48327">4.9500000000000002</cx:pt>
          <cx:pt idx="48328">1.6299999999999999</cx:pt>
          <cx:pt idx="48329">0.65000000000000002</cx:pt>
          <cx:pt idx="48330">1.25</cx:pt>
          <cx:pt idx="48331">0.65000000000000002</cx:pt>
          <cx:pt idx="48332">5.79</cx:pt>
          <cx:pt idx="48333">7.46</cx:pt>
          <cx:pt idx="48334">4.1299999999999999</cx:pt>
          <cx:pt idx="48335">0.82999999999999996</cx:pt>
          <cx:pt idx="48336">3.29</cx:pt>
          <cx:pt idx="48337">16.629999999999999</cx:pt>
          <cx:pt idx="48338">0.82999999999999996</cx:pt>
          <cx:pt idx="48339">2.9199999999999999</cx:pt>
          <cx:pt idx="48340">10.789999999999999</cx:pt>
          <cx:pt idx="48341">4.1299999999999999</cx:pt>
          <cx:pt idx="48342">1.6299999999999999</cx:pt>
          <cx:pt idx="48343">1.6299999999999999</cx:pt>
          <cx:pt idx="48344">14.960000000000001</cx:pt>
          <cx:pt idx="48345">0.41999999999999998</cx:pt>
          <cx:pt idx="48346">3.29</cx:pt>
          <cx:pt idx="48347">7.46</cx:pt>
          <cx:pt idx="48348">5.79</cx:pt>
          <cx:pt idx="48349">3.29</cx:pt>
          <cx:pt idx="48350">0.41999999999999998</cx:pt>
          <cx:pt idx="48351">1.6299999999999999</cx:pt>
          <cx:pt idx="48352">10.789999999999999</cx:pt>
          <cx:pt idx="48353">2.46</cx:pt>
          <cx:pt idx="48354">16.629999999999999</cx:pt>
          <cx:pt idx="48355">4.1299999999999999</cx:pt>
          <cx:pt idx="48356">5.79</cx:pt>
          <cx:pt idx="48357">3.29</cx:pt>
          <cx:pt idx="48358">0.82999999999999996</cx:pt>
          <cx:pt idx="48359">14.130000000000001</cx:pt>
          <cx:pt idx="48360">4.5800000000000001</cx:pt>
          <cx:pt idx="48361">3.29</cx:pt>
          <cx:pt idx="48362">0.82999999999999996</cx:pt>
          <cx:pt idx="48363">4.96</cx:pt>
          <cx:pt idx="48364">4.1299999999999999</cx:pt>
          <cx:pt idx="48365">1.25</cx:pt>
          <cx:pt idx="48366">2.46</cx:pt>
          <cx:pt idx="48367">1.25</cx:pt>
          <cx:pt idx="48368">15.789999999999999</cx:pt>
          <cx:pt idx="48369">3.29</cx:pt>
          <cx:pt idx="48370">0.82999999999999996</cx:pt>
          <cx:pt idx="48371">1.25</cx:pt>
          <cx:pt idx="48372">4.1299999999999999</cx:pt>
          <cx:pt idx="48373">3.29</cx:pt>
          <cx:pt idx="48374">1.6299999999999999</cx:pt>
          <cx:pt idx="48375">2.46</cx:pt>
          <cx:pt idx="48376">4.1299999999999999</cx:pt>
          <cx:pt idx="48377">1.6899999999999999</cx:pt>
          <cx:pt idx="48378">1.25</cx:pt>
          <cx:pt idx="48379">4.1500000000000004</cx:pt>
          <cx:pt idx="48380">12.75</cx:pt>
          <cx:pt idx="48381">0.65000000000000002</cx:pt>
          <cx:pt idx="48382">3.75</cx:pt>
          <cx:pt idx="48383">4.1500000000000004</cx:pt>
          <cx:pt idx="48384">2.1000000000000001</cx:pt>
          <cx:pt idx="48385">2.1000000000000001</cx:pt>
          <cx:pt idx="48386">6.9500000000000002</cx:pt>
          <cx:pt idx="48387">4.9500000000000002</cx:pt>
          <cx:pt idx="48388">1.6499999999999999</cx:pt>
          <cx:pt idx="48389">8.25</cx:pt>
          <cx:pt idx="48390">8.25</cx:pt>
          <cx:pt idx="48391">8.25</cx:pt>
          <cx:pt idx="48392">2.1000000000000001</cx:pt>
          <cx:pt idx="48393">1.25</cx:pt>
          <cx:pt idx="48394">1.25</cx:pt>
          <cx:pt idx="48395">1.25</cx:pt>
          <cx:pt idx="48396">1.25</cx:pt>
          <cx:pt idx="48397">4.9500000000000002</cx:pt>
          <cx:pt idx="48398">1.6499999999999999</cx:pt>
          <cx:pt idx="48399">1.6499999999999999</cx:pt>
          <cx:pt idx="48400">12.75</cx:pt>
          <cx:pt idx="48401">12.75</cx:pt>
          <cx:pt idx="48402">1.6499999999999999</cx:pt>
          <cx:pt idx="48403">2.1000000000000001</cx:pt>
          <cx:pt idx="48404">4.9500000000000002</cx:pt>
          <cx:pt idx="48405">8.5</cx:pt>
          <cx:pt idx="48406">8.5</cx:pt>
          <cx:pt idx="48407">2.9500000000000002</cx:pt>
          <cx:pt idx="48408">2.9500000000000002</cx:pt>
          <cx:pt idx="48409">1.45</cx:pt>
          <cx:pt idx="48410">0.55000000000000004</cx:pt>
          <cx:pt idx="48411">0.55000000000000004</cx:pt>
          <cx:pt idx="48412">0.55000000000000004</cx:pt>
          <cx:pt idx="48413">8.25</cx:pt>
          <cx:pt idx="48414">1.45</cx:pt>
          <cx:pt idx="48415">2.1000000000000001</cx:pt>
          <cx:pt idx="48416">2.0800000000000001</cx:pt>
          <cx:pt idx="48417">6.3499999999999996</cx:pt>
          <cx:pt idx="48418">2.1000000000000001</cx:pt>
          <cx:pt idx="48419">1.6499999999999999</cx:pt>
          <cx:pt idx="48420">1.45</cx:pt>
          <cx:pt idx="48421">4.9500000000000002</cx:pt>
          <cx:pt idx="48422">0.39000000000000001</cx:pt>
          <cx:pt idx="48423">0.39000000000000001</cx:pt>
          <cx:pt idx="48424">6.3499999999999996</cx:pt>
          <cx:pt idx="48425">6.9500000000000002</cx:pt>
          <cx:pt idx="48426">4.6500000000000004</cx:pt>
          <cx:pt idx="48427">1.6499999999999999</cx:pt>
          <cx:pt idx="48428">4.9500000000000002</cx:pt>
          <cx:pt idx="48429">2.25</cx:pt>
          <cx:pt idx="48430">2.5499999999999998</cx:pt>
          <cx:pt idx="48431">2.5499999999999998</cx:pt>
          <cx:pt idx="48432">1.45</cx:pt>
          <cx:pt idx="48433">0.39000000000000001</cx:pt>
          <cx:pt idx="48434">6.9500000000000002</cx:pt>
          <cx:pt idx="48435">4.9500000000000002</cx:pt>
          <cx:pt idx="48436">8.5</cx:pt>
          <cx:pt idx="48437">1.25</cx:pt>
          <cx:pt idx="48438">2.25</cx:pt>
          <cx:pt idx="48439">1.6899999999999999</cx:pt>
          <cx:pt idx="48440">1.6899999999999999</cx:pt>
          <cx:pt idx="48441">1.25</cx:pt>
          <cx:pt idx="48442">0.79000000000000004</cx:pt>
          <cx:pt idx="48443">0.79000000000000004</cx:pt>
          <cx:pt idx="48444">0.41999999999999998</cx:pt>
          <cx:pt idx="48445">8.25</cx:pt>
          <cx:pt idx="48446">2.9500000000000002</cx:pt>
          <cx:pt idx="48447">1.6499999999999999</cx:pt>
          <cx:pt idx="48448">0.84999999999999998</cx:pt>
          <cx:pt idx="48449">4.25</cx:pt>
          <cx:pt idx="48450">0.39000000000000001</cx:pt>
          <cx:pt idx="48451">4.9500000000000002</cx:pt>
          <cx:pt idx="48452">3.75</cx:pt>
          <cx:pt idx="48453">8.5</cx:pt>
          <cx:pt idx="48454">1.25</cx:pt>
          <cx:pt idx="48455">2.1000000000000001</cx:pt>
          <cx:pt idx="48456">1.6499999999999999</cx:pt>
          <cx:pt idx="48457">8.25</cx:pt>
          <cx:pt idx="48458">6.9500000000000002</cx:pt>
          <cx:pt idx="48459">1.25</cx:pt>
          <cx:pt idx="48460">0.84999999999999998</cx:pt>
          <cx:pt idx="48461">0.84999999999999998</cx:pt>
          <cx:pt idx="48462">1.6899999999999999</cx:pt>
          <cx:pt idx="48463">4.9500000000000002</cx:pt>
          <cx:pt idx="48464">4.1500000000000004</cx:pt>
          <cx:pt idx="48465">4.9500000000000002</cx:pt>
          <cx:pt idx="48466">2.9500000000000002</cx:pt>
          <cx:pt idx="48467">1.6499999999999999</cx:pt>
          <cx:pt idx="48468">1.6499999999999999</cx:pt>
          <cx:pt idx="48469">1.6499999999999999</cx:pt>
          <cx:pt idx="48470">4.25</cx:pt>
          <cx:pt idx="48471">1.25</cx:pt>
          <cx:pt idx="48472">0.39000000000000001</cx:pt>
          <cx:pt idx="48473">1.6499999999999999</cx:pt>
          <cx:pt idx="48474">1.45</cx:pt>
          <cx:pt idx="48475">0.12</cx:pt>
          <cx:pt idx="48476">1.25</cx:pt>
          <cx:pt idx="48477">2.5499999999999998</cx:pt>
          <cx:pt idx="48478">2.9500000000000002</cx:pt>
          <cx:pt idx="48479">1.25</cx:pt>
          <cx:pt idx="48480">0.20999999999999999</cx:pt>
          <cx:pt idx="48481">1.25</cx:pt>
          <cx:pt idx="48482">1.25</cx:pt>
          <cx:pt idx="48483">0.41999999999999998</cx:pt>
          <cx:pt idx="48484">9.9499999999999993</cx:pt>
          <cx:pt idx="48485">2.25</cx:pt>
          <cx:pt idx="48486">1.45</cx:pt>
          <cx:pt idx="48487">8.25</cx:pt>
          <cx:pt idx="48488">1.45</cx:pt>
          <cx:pt idx="48489">4.9500000000000002</cx:pt>
          <cx:pt idx="48490">9.9499999999999993</cx:pt>
          <cx:pt idx="48491">2.4900000000000002</cx:pt>
          <cx:pt idx="48492">8.25</cx:pt>
          <cx:pt idx="48493">3.75</cx:pt>
          <cx:pt idx="48494">2.9500000000000002</cx:pt>
          <cx:pt idx="48495">0.84999999999999998</cx:pt>
          <cx:pt idx="48496">1.25</cx:pt>
          <cx:pt idx="48497">2.0800000000000001</cx:pt>
          <cx:pt idx="48498">0.20999999999999999</cx:pt>
          <cx:pt idx="48499">0.39000000000000001</cx:pt>
          <cx:pt idx="48500">0.41999999999999998</cx:pt>
          <cx:pt idx="48501">3.75</cx:pt>
          <cx:pt idx="48502">0.41999999999999998</cx:pt>
          <cx:pt idx="48503">1.6499999999999999</cx:pt>
          <cx:pt idx="48504">0.12</cx:pt>
          <cx:pt idx="48505">0.55000000000000004</cx:pt>
          <cx:pt idx="48506">1.25</cx:pt>
          <cx:pt idx="48507">0.41999999999999998</cx:pt>
          <cx:pt idx="48508">2.9500000000000002</cx:pt>
          <cx:pt idx="48509">0.39000000000000001</cx:pt>
          <cx:pt idx="48510">1.25</cx:pt>
          <cx:pt idx="48511">1.45</cx:pt>
          <cx:pt idx="48512">0.84999999999999998</cx:pt>
          <cx:pt idx="48513">4.1299999999999999</cx:pt>
          <cx:pt idx="48514">12.460000000000001</cx:pt>
          <cx:pt idx="48515">3.29</cx:pt>
          <cx:pt idx="48516">4.96</cx:pt>
          <cx:pt idx="48517">2.46</cx:pt>
          <cx:pt idx="48518">9.1300000000000008</cx:pt>
          <cx:pt idx="48519">13.130000000000001</cx:pt>
          <cx:pt idx="48520">1.6899999999999999</cx:pt>
          <cx:pt idx="48521">12.75</cx:pt>
          <cx:pt idx="48522">1.45</cx:pt>
          <cx:pt idx="48523">0.82999999999999996</cx:pt>
          <cx:pt idx="48524">4.9500000000000002</cx:pt>
          <cx:pt idx="48525">14.949999999999999</cx:pt>
          <cx:pt idx="48526">1.45</cx:pt>
          <cx:pt idx="48527">2.1000000000000001</cx:pt>
          <cx:pt idx="48528">0.84999999999999998</cx:pt>
          <cx:pt idx="48529">4.9500000000000002</cx:pt>
          <cx:pt idx="48530">0.41999999999999998</cx:pt>
          <cx:pt idx="48531">12.75</cx:pt>
          <cx:pt idx="48532">0.41999999999999998</cx:pt>
          <cx:pt idx="48533">12.75</cx:pt>
          <cx:pt idx="48534">2.1000000000000001</cx:pt>
          <cx:pt idx="48535">2.1000000000000001</cx:pt>
          <cx:pt idx="48536">8.5</cx:pt>
          <cx:pt idx="48537">4.1500000000000004</cx:pt>
          <cx:pt idx="48538">0.55000000000000004</cx:pt>
          <cx:pt idx="48539">1.6499999999999999</cx:pt>
          <cx:pt idx="48540">2.0800000000000001</cx:pt>
          <cx:pt idx="48541">0.20999999999999999</cx:pt>
          <cx:pt idx="48542">8.25</cx:pt>
          <cx:pt idx="48543">6.9500000000000002</cx:pt>
          <cx:pt idx="48544">2.4900000000000002</cx:pt>
          <cx:pt idx="48545">3.75</cx:pt>
          <cx:pt idx="48546">2.5499999999999998</cx:pt>
          <cx:pt idx="48547">0.84999999999999998</cx:pt>
          <cx:pt idx="48548">1.25</cx:pt>
          <cx:pt idx="48549">4.1500000000000004</cx:pt>
          <cx:pt idx="48550">2.4900000000000002</cx:pt>
          <cx:pt idx="48551">2.5499999999999998</cx:pt>
          <cx:pt idx="48552">1.25</cx:pt>
          <cx:pt idx="48553">0.39000000000000001</cx:pt>
          <cx:pt idx="48554">1.45</cx:pt>
          <cx:pt idx="48555">8.25</cx:pt>
          <cx:pt idx="48556">4.9500000000000002</cx:pt>
          <cx:pt idx="48557">0.84999999999999998</cx:pt>
          <cx:pt idx="48558">1.25</cx:pt>
          <cx:pt idx="48559">0.65000000000000002</cx:pt>
          <cx:pt idx="48560">2.5499999999999998</cx:pt>
          <cx:pt idx="48561">2.25</cx:pt>
          <cx:pt idx="48562">0.41999999999999998</cx:pt>
          <cx:pt idx="48563">2.9500000000000002</cx:pt>
          <cx:pt idx="48564">1.45</cx:pt>
          <cx:pt idx="48565">2.0800000000000001</cx:pt>
          <cx:pt idx="48566">2.9500000000000002</cx:pt>
          <cx:pt idx="48567">14.949999999999999</cx:pt>
          <cx:pt idx="48568">0.65000000000000002</cx:pt>
          <cx:pt idx="48569">1.45</cx:pt>
          <cx:pt idx="48570">8.5</cx:pt>
          <cx:pt idx="48571">0.79000000000000004</cx:pt>
          <cx:pt idx="48572">8.5</cx:pt>
          <cx:pt idx="48573">1.6499999999999999</cx:pt>
          <cx:pt idx="48574">2.9500000000000002</cx:pt>
          <cx:pt idx="48575">4.1500000000000004</cx:pt>
          <cx:pt idx="48576">0.84999999999999998</cx:pt>
          <cx:pt idx="48577">3.3900000000000001</cx:pt>
          <cx:pt idx="48578">3.75</cx:pt>
          <cx:pt idx="48579">1.25</cx:pt>
          <cx:pt idx="48580">1.25</cx:pt>
          <cx:pt idx="48581">1.25</cx:pt>
          <cx:pt idx="48582">1.45</cx:pt>
          <cx:pt idx="48583">1.45</cx:pt>
          <cx:pt idx="48584">0.41999999999999998</cx:pt>
          <cx:pt idx="48585">1.25</cx:pt>
          <cx:pt idx="48586">1.25</cx:pt>
          <cx:pt idx="48587">0.39000000000000001</cx:pt>
          <cx:pt idx="48588">1.25</cx:pt>
          <cx:pt idx="48589">0.39000000000000001</cx:pt>
          <cx:pt idx="48590">6.6299999999999999</cx:pt>
          <cx:pt idx="48591">24.960000000000001</cx:pt>
          <cx:pt idx="48592">12.460000000000001</cx:pt>
          <cx:pt idx="48593">4.1299999999999999</cx:pt>
          <cx:pt idx="48594">10.789999999999999</cx:pt>
          <cx:pt idx="48595">5.79</cx:pt>
          <cx:pt idx="48596">2.46</cx:pt>
          <cx:pt idx="48597">3.29</cx:pt>
          <cx:pt idx="48598">7.46</cx:pt>
          <cx:pt idx="48599">5.79</cx:pt>
          <cx:pt idx="48600">6.6299999999999999</cx:pt>
          <cx:pt idx="48601">2.5</cx:pt>
          <cx:pt idx="48602">24.960000000000001</cx:pt>
          <cx:pt idx="48603">10.789999999999999</cx:pt>
          <cx:pt idx="48604">5.79</cx:pt>
          <cx:pt idx="48605">3.29</cx:pt>
          <cx:pt idx="48606">0.82999999999999996</cx:pt>
          <cx:pt idx="48607">8.2899999999999991</cx:pt>
          <cx:pt idx="48608">8.2899999999999991</cx:pt>
          <cx:pt idx="48609">3.29</cx:pt>
          <cx:pt idx="48610">3.29</cx:pt>
          <cx:pt idx="48611">3.29</cx:pt>
          <cx:pt idx="48612">4.1299999999999999</cx:pt>
          <cx:pt idx="48613">4.1299999999999999</cx:pt>
          <cx:pt idx="48614">4.1299999999999999</cx:pt>
          <cx:pt idx="48615">0.20999999999999999</cx:pt>
          <cx:pt idx="48616">2.9500000000000002</cx:pt>
          <cx:pt idx="48617">2.25</cx:pt>
          <cx:pt idx="48618">1.6499999999999999</cx:pt>
          <cx:pt idx="48619">2.25</cx:pt>
          <cx:pt idx="48620">1.25</cx:pt>
          <cx:pt idx="48621">6.6299999999999999</cx:pt>
          <cx:pt idx="48622">24.960000000000001</cx:pt>
          <cx:pt idx="48623">4.1299999999999999</cx:pt>
          <cx:pt idx="48624">3.75</cx:pt>
          <cx:pt idx="48625">10.789999999999999</cx:pt>
          <cx:pt idx="48626">14.960000000000001</cx:pt>
          <cx:pt idx="48627">5.79</cx:pt>
          <cx:pt idx="48628">2.46</cx:pt>
          <cx:pt idx="48629">16.629999999999999</cx:pt>
          <cx:pt idx="48630">16.629999999999999</cx:pt>
          <cx:pt idx="48631">3.29</cx:pt>
          <cx:pt idx="48632">6.6299999999999999</cx:pt>
          <cx:pt idx="48633">4.1299999999999999</cx:pt>
          <cx:pt idx="48634">4.96</cx:pt>
          <cx:pt idx="48635">2.5</cx:pt>
          <cx:pt idx="48636">10.789999999999999</cx:pt>
          <cx:pt idx="48637">5.79</cx:pt>
          <cx:pt idx="48638">4.1299999999999999</cx:pt>
          <cx:pt idx="48639">1.6299999999999999</cx:pt>
          <cx:pt idx="48640">3.29</cx:pt>
          <cx:pt idx="48641">3.29</cx:pt>
          <cx:pt idx="48642">1.25</cx:pt>
          <cx:pt idx="48643">3.29</cx:pt>
          <cx:pt idx="48644">1.25</cx:pt>
          <cx:pt idx="48645">4.1299999999999999</cx:pt>
          <cx:pt idx="48646">4.1299999999999999</cx:pt>
          <cx:pt idx="48647">4.1299999999999999</cx:pt>
          <cx:pt idx="48648">4.9500000000000002</cx:pt>
          <cx:pt idx="48649">1.25</cx:pt>
          <cx:pt idx="48650">8.25</cx:pt>
          <cx:pt idx="48651">8.25</cx:pt>
          <cx:pt idx="48652">2.8900000000000001</cx:pt>
          <cx:pt idx="48653">4.1500000000000004</cx:pt>
          <cx:pt idx="48654">4.9500000000000002</cx:pt>
          <cx:pt idx="48655">6.9500000000000002</cx:pt>
          <cx:pt idx="48656">8.25</cx:pt>
          <cx:pt idx="48657">0.84999999999999998</cx:pt>
          <cx:pt idx="48658">2.8900000000000001</cx:pt>
          <cx:pt idx="48659">1.45</cx:pt>
          <cx:pt idx="48660">8.25</cx:pt>
          <cx:pt idx="48661">4.25</cx:pt>
          <cx:pt idx="48662">1.25</cx:pt>
          <cx:pt idx="48663">4.1500000000000004</cx:pt>
          <cx:pt idx="48664">0.41999999999999998</cx:pt>
          <cx:pt idx="48665">2.4900000000000002</cx:pt>
          <cx:pt idx="48666">0.12</cx:pt>
          <cx:pt idx="48667">0.39000000000000001</cx:pt>
          <cx:pt idx="48668">0.41999999999999998</cx:pt>
          <cx:pt idx="48669">1.6899999999999999</cx:pt>
          <cx:pt idx="48670">2.9500000000000002</cx:pt>
          <cx:pt idx="48671">2.9500000000000002</cx:pt>
          <cx:pt idx="48672">4.1500000000000004</cx:pt>
          <cx:pt idx="48673">2.5499999999999998</cx:pt>
          <cx:pt idx="48674">4.9500000000000002</cx:pt>
          <cx:pt idx="48675">4.9500000000000002</cx:pt>
          <cx:pt idx="48676">1.45</cx:pt>
          <cx:pt idx="48677">0.65000000000000002</cx:pt>
          <cx:pt idx="48678">1.25</cx:pt>
          <cx:pt idx="48679">0.39000000000000001</cx:pt>
          <cx:pt idx="48680">0.55000000000000004</cx:pt>
          <cx:pt idx="48681">2.1000000000000001</cx:pt>
          <cx:pt idx="48682">1.6499999999999999</cx:pt>
          <cx:pt idx="48683">1.45</cx:pt>
          <cx:pt idx="48684">2.4900000000000002</cx:pt>
          <cx:pt idx="48685">1.25</cx:pt>
          <cx:pt idx="48686">1.45</cx:pt>
          <cx:pt idx="48687">1.25</cx:pt>
          <cx:pt idx="48688">0.20999999999999999</cx:pt>
          <cx:pt idx="48689">0.20999999999999999</cx:pt>
          <cx:pt idx="48690">1.45</cx:pt>
          <cx:pt idx="48691">1.45</cx:pt>
          <cx:pt idx="48692">1.45</cx:pt>
          <cx:pt idx="48693">0.39000000000000001</cx:pt>
          <cx:pt idx="48694">2.5499999999999998</cx:pt>
          <cx:pt idx="48695">0.41999999999999998</cx:pt>
          <cx:pt idx="48696">0.20999999999999999</cx:pt>
          <cx:pt idx="48697">1.6499999999999999</cx:pt>
          <cx:pt idx="48698">0.41999999999999998</cx:pt>
          <cx:pt idx="48699">0.65000000000000002</cx:pt>
          <cx:pt idx="48700">1.45</cx:pt>
          <cx:pt idx="48701">2.5499999999999998</cx:pt>
          <cx:pt idx="48702">1.45</cx:pt>
          <cx:pt idx="48703">1.95</cx:pt>
          <cx:pt idx="48704">2.9500000000000002</cx:pt>
          <cx:pt idx="48705">0.41999999999999998</cx:pt>
          <cx:pt idx="48706">1.6499999999999999</cx:pt>
          <cx:pt idx="48707">2.9500000000000002</cx:pt>
          <cx:pt idx="48708">1.25</cx:pt>
          <cx:pt idx="48709">0.41999999999999998</cx:pt>
          <cx:pt idx="48710">1.25</cx:pt>
          <cx:pt idx="48711">0.20999999999999999</cx:pt>
          <cx:pt idx="48712">0.39000000000000001</cx:pt>
          <cx:pt idx="48713">0.20999999999999999</cx:pt>
          <cx:pt idx="48714">8.5</cx:pt>
          <cx:pt idx="48715">2.5499999999999998</cx:pt>
          <cx:pt idx="48716">8.5</cx:pt>
          <cx:pt idx="48717">2.0800000000000001</cx:pt>
          <cx:pt idx="48718">6.9500000000000002</cx:pt>
          <cx:pt idx="48719">2.4900000000000002</cx:pt>
          <cx:pt idx="48720">0.41999999999999998</cx:pt>
          <cx:pt idx="48721">2.4900000000000002</cx:pt>
          <cx:pt idx="48722">3.75</cx:pt>
          <cx:pt idx="48723">1.25</cx:pt>
          <cx:pt idx="48724">5.5499999999999998</cx:pt>
          <cx:pt idx="48725">2.9500000000000002</cx:pt>
          <cx:pt idx="48726">2.4900000000000002</cx:pt>
          <cx:pt idx="48727">1.25</cx:pt>
          <cx:pt idx="48728">4.9500000000000002</cx:pt>
          <cx:pt idx="48729">2.4900000000000002</cx:pt>
          <cx:pt idx="48730">1.6499999999999999</cx:pt>
          <cx:pt idx="48731">2.0800000000000001</cx:pt>
          <cx:pt idx="48732">1.6899999999999999</cx:pt>
          <cx:pt idx="48733">1.25</cx:pt>
          <cx:pt idx="48734">1.25</cx:pt>
          <cx:pt idx="48735">1.25</cx:pt>
          <cx:pt idx="48736">0.84999999999999998</cx:pt>
          <cx:pt idx="48737">4.1500000000000004</cx:pt>
          <cx:pt idx="48738">2.5499999999999998</cx:pt>
          <cx:pt idx="48739">1.45</cx:pt>
          <cx:pt idx="48740">4.1500000000000004</cx:pt>
          <cx:pt idx="48741">4.9500000000000002</cx:pt>
          <cx:pt idx="48742">0.84999999999999998</cx:pt>
          <cx:pt idx="48743">2.8900000000000001</cx:pt>
          <cx:pt idx="48744">2.9500000000000002</cx:pt>
          <cx:pt idx="48745">3.25</cx:pt>
          <cx:pt idx="48746">2.9500000000000002</cx:pt>
          <cx:pt idx="48747">2.9500000000000002</cx:pt>
          <cx:pt idx="48748">0.41999999999999998</cx:pt>
          <cx:pt idx="48749">3.75</cx:pt>
          <cx:pt idx="48750">0.55000000000000004</cx:pt>
          <cx:pt idx="48751">2.1000000000000001</cx:pt>
          <cx:pt idx="48752">1.6499999999999999</cx:pt>
          <cx:pt idx="48753">1.6899999999999999</cx:pt>
          <cx:pt idx="48754">0.20999999999999999</cx:pt>
          <cx:pt idx="48755">0.79000000000000004</cx:pt>
          <cx:pt idx="48756">1.25</cx:pt>
          <cx:pt idx="48757">4.1500000000000004</cx:pt>
          <cx:pt idx="48758">0.20999999999999999</cx:pt>
          <cx:pt idx="48759">4.1500000000000004</cx:pt>
          <cx:pt idx="48760">0.41999999999999998</cx:pt>
          <cx:pt idx="48761">1.45</cx:pt>
          <cx:pt idx="48762">1.25</cx:pt>
          <cx:pt idx="48763">2.1000000000000001</cx:pt>
          <cx:pt idx="48764">4.25</cx:pt>
          <cx:pt idx="48765">2.5499999999999998</cx:pt>
          <cx:pt idx="48766">5.9500000000000002</cx:pt>
          <cx:pt idx="48767">1.6499999999999999</cx:pt>
          <cx:pt idx="48768">1.6499999999999999</cx:pt>
          <cx:pt idx="48769">0.84999999999999998</cx:pt>
          <cx:pt idx="48770">1.45</cx:pt>
          <cx:pt idx="48771">2.8900000000000001</cx:pt>
          <cx:pt idx="48772">2.0800000000000001</cx:pt>
          <cx:pt idx="48773">1.45</cx:pt>
          <cx:pt idx="48774">8.25</cx:pt>
          <cx:pt idx="48775">2.0800000000000001</cx:pt>
          <cx:pt idx="48776">1.25</cx:pt>
          <cx:pt idx="48777">2.1000000000000001</cx:pt>
          <cx:pt idx="48778">4.1500000000000004</cx:pt>
          <cx:pt idx="48779">0.55000000000000004</cx:pt>
          <cx:pt idx="48780">0.55000000000000004</cx:pt>
          <cx:pt idx="48781">8.25</cx:pt>
          <cx:pt idx="48782">0.79000000000000004</cx:pt>
          <cx:pt idx="48783">8.25</cx:pt>
          <cx:pt idx="48784">4.9500000000000002</cx:pt>
          <cx:pt idx="48785">0.65000000000000002</cx:pt>
          <cx:pt idx="48786">2.1000000000000001</cx:pt>
          <cx:pt idx="48787">3.75</cx:pt>
          <cx:pt idx="48788">2.0800000000000001</cx:pt>
          <cx:pt idx="48789">4.1500000000000004</cx:pt>
          <cx:pt idx="48790">2.0800000000000001</cx:pt>
          <cx:pt idx="48791">0.79000000000000004</cx:pt>
          <cx:pt idx="48792">4.25</cx:pt>
          <cx:pt idx="48793">2.9500000000000002</cx:pt>
          <cx:pt idx="48794">4.9500000000000002</cx:pt>
          <cx:pt idx="48795">8.25</cx:pt>
          <cx:pt idx="48796">12.75</cx:pt>
          <cx:pt idx="48797">9.9499999999999993</cx:pt>
          <cx:pt idx="48798">1.45</cx:pt>
          <cx:pt idx="48799">0.39000000000000001</cx:pt>
          <cx:pt idx="48800">0.39000000000000001</cx:pt>
          <cx:pt idx="48801">2.1000000000000001</cx:pt>
          <cx:pt idx="48802">4.9500000000000002</cx:pt>
          <cx:pt idx="48803">2.5499999999999998</cx:pt>
          <cx:pt idx="48804">0.39000000000000001</cx:pt>
          <cx:pt idx="48805">8.25</cx:pt>
          <cx:pt idx="48806">0.20999999999999999</cx:pt>
          <cx:pt idx="48807">1.25</cx:pt>
          <cx:pt idx="48808">1.45</cx:pt>
          <cx:pt idx="48809">0.39000000000000001</cx:pt>
          <cx:pt idx="48810">2.5499999999999998</cx:pt>
          <cx:pt idx="48811">0.79000000000000004</cx:pt>
          <cx:pt idx="48812">4.25</cx:pt>
          <cx:pt idx="48813">1.25</cx:pt>
          <cx:pt idx="48814">3.75</cx:pt>
          <cx:pt idx="48815">12.75</cx:pt>
          <cx:pt idx="48816">4.9500000000000002</cx:pt>
          <cx:pt idx="48817">1.25</cx:pt>
          <cx:pt idx="48818">8.5</cx:pt>
          <cx:pt idx="48819">4.1500000000000004</cx:pt>
          <cx:pt idx="48820">2.0800000000000001</cx:pt>
          <cx:pt idx="48821">3.25</cx:pt>
          <cx:pt idx="48822">1.25</cx:pt>
          <cx:pt idx="48823">3.75</cx:pt>
          <cx:pt idx="48824">9.9499999999999993</cx:pt>
          <cx:pt idx="48825">1.45</cx:pt>
          <cx:pt idx="48826">2.9500000000000002</cx:pt>
          <cx:pt idx="48827">3.75</cx:pt>
          <cx:pt idx="48828">0.84999999999999998</cx:pt>
          <cx:pt idx="48829">1.25</cx:pt>
          <cx:pt idx="48830">0.39000000000000001</cx:pt>
          <cx:pt idx="48831">0.55000000000000004</cx:pt>
          <cx:pt idx="48832">0.39000000000000001</cx:pt>
          <cx:pt idx="48833">4.1299999999999999</cx:pt>
          <cx:pt idx="48834">5.79</cx:pt>
          <cx:pt idx="48835">7.46</cx:pt>
          <cx:pt idx="48836">24.960000000000001</cx:pt>
          <cx:pt idx="48837">4.1299999999999999</cx:pt>
          <cx:pt idx="48838">0.82999999999999996</cx:pt>
          <cx:pt idx="48839">3.29</cx:pt>
          <cx:pt idx="48840">4.1299999999999999</cx:pt>
          <cx:pt idx="48841">0.82999999999999996</cx:pt>
          <cx:pt idx="48842">2.9199999999999999</cx:pt>
          <cx:pt idx="48843">10.789999999999999</cx:pt>
          <cx:pt idx="48844">1.6299999999999999</cx:pt>
          <cx:pt idx="48845">14.960000000000001</cx:pt>
          <cx:pt idx="48846">1.25</cx:pt>
          <cx:pt idx="48847">3.29</cx:pt>
          <cx:pt idx="48848">3.29</cx:pt>
          <cx:pt idx="48849">4.1299999999999999</cx:pt>
          <cx:pt idx="48850">2.46</cx:pt>
          <cx:pt idx="48851">9.1300000000000008</cx:pt>
          <cx:pt idx="48852">5.79</cx:pt>
          <cx:pt idx="48853">5.79</cx:pt>
          <cx:pt idx="48854">2.46</cx:pt>
          <cx:pt idx="48855">0.82999999999999996</cx:pt>
          <cx:pt idx="48856">7.46</cx:pt>
          <cx:pt idx="48857">8.2899999999999991</cx:pt>
          <cx:pt idx="48858">3.29</cx:pt>
          <cx:pt idx="48859">14.130000000000001</cx:pt>
          <cx:pt idx="48860">1.6299999999999999</cx:pt>
          <cx:pt idx="48861">24.960000000000001</cx:pt>
          <cx:pt idx="48862">2.46</cx:pt>
          <cx:pt idx="48863">0.82999999999999996</cx:pt>
          <cx:pt idx="48864">0.82999999999999996</cx:pt>
          <cx:pt idx="48865">3.29</cx:pt>
          <cx:pt idx="48866">3.29</cx:pt>
          <cx:pt idx="48867">9.1300000000000008</cx:pt>
          <cx:pt idx="48868">4.1299999999999999</cx:pt>
          <cx:pt idx="48869">1.25</cx:pt>
          <cx:pt idx="48870">2.46</cx:pt>
          <cx:pt idx="48871">1.25</cx:pt>
          <cx:pt idx="48872">2.46</cx:pt>
          <cx:pt idx="48873">1.25</cx:pt>
          <cx:pt idx="48874">4.1299999999999999</cx:pt>
          <cx:pt idx="48875">4.1299999999999999</cx:pt>
          <cx:pt idx="48876">1.6299999999999999</cx:pt>
          <cx:pt idx="48877">1.6299999999999999</cx:pt>
          <cx:pt idx="48878">4.96</cx:pt>
          <cx:pt idx="48879">8.2899999999999991</cx:pt>
          <cx:pt idx="48880">2.46</cx:pt>
          <cx:pt idx="48881">0.82999999999999996</cx:pt>
          <cx:pt idx="48882">1.25</cx:pt>
          <cx:pt idx="48883">4.1299999999999999</cx:pt>
          <cx:pt idx="48884">5.79</cx:pt>
          <cx:pt idx="48885">4.1299999999999999</cx:pt>
          <cx:pt idx="48886">0.82999999999999996</cx:pt>
          <cx:pt idx="48887">5.79</cx:pt>
          <cx:pt idx="48888">3.29</cx:pt>
          <cx:pt idx="48889">0.82999999999999996</cx:pt>
          <cx:pt idx="48890">10.789999999999999</cx:pt>
          <cx:pt idx="48891">4.1299999999999999</cx:pt>
          <cx:pt idx="48892">1.6299999999999999</cx:pt>
          <cx:pt idx="48893">14.960000000000001</cx:pt>
          <cx:pt idx="48894">2.46</cx:pt>
          <cx:pt idx="48895">0.41999999999999998</cx:pt>
          <cx:pt idx="48896">1.25</cx:pt>
          <cx:pt idx="48897">3.29</cx:pt>
          <cx:pt idx="48898">7.46</cx:pt>
          <cx:pt idx="48899">5.79</cx:pt>
          <cx:pt idx="48900">4.1299999999999999</cx:pt>
          <cx:pt idx="48901">8.2899999999999991</cx:pt>
          <cx:pt idx="48902">3.29</cx:pt>
          <cx:pt idx="48903">4.96</cx:pt>
          <cx:pt idx="48904">2.46</cx:pt>
          <cx:pt idx="48905">0.41999999999999998</cx:pt>
          <cx:pt idx="48906">1.6299999999999999</cx:pt>
          <cx:pt idx="48907">10.789999999999999</cx:pt>
          <cx:pt idx="48908">12.460000000000001</cx:pt>
          <cx:pt idx="48909">16.629999999999999</cx:pt>
          <cx:pt idx="48910">4.1299999999999999</cx:pt>
          <cx:pt idx="48911">5.79</cx:pt>
          <cx:pt idx="48912">4.5800000000000001</cx:pt>
          <cx:pt idx="48913">3.29</cx:pt>
          <cx:pt idx="48914">2.46</cx:pt>
          <cx:pt idx="48915">0.82999999999999996</cx:pt>
          <cx:pt idx="48916">7.46</cx:pt>
          <cx:pt idx="48917">3.29</cx:pt>
          <cx:pt idx="48918">3.29</cx:pt>
          <cx:pt idx="48919">24.960000000000001</cx:pt>
          <cx:pt idx="48920">3.29</cx:pt>
          <cx:pt idx="48921">0.82999999999999996</cx:pt>
          <cx:pt idx="48922">0.82999999999999996</cx:pt>
          <cx:pt idx="48923">4.96</cx:pt>
          <cx:pt idx="48924">3.29</cx:pt>
          <cx:pt idx="48925">1.25</cx:pt>
          <cx:pt idx="48926">2.46</cx:pt>
          <cx:pt idx="48927">1.25</cx:pt>
          <cx:pt idx="48928">15.789999999999999</cx:pt>
          <cx:pt idx="48929">2.46</cx:pt>
          <cx:pt idx="48930">4.1299999999999999</cx:pt>
          <cx:pt idx="48931">3.29</cx:pt>
          <cx:pt idx="48932">0.82999999999999996</cx:pt>
          <cx:pt idx="48933">1.25</cx:pt>
          <cx:pt idx="48934">4.1299999999999999</cx:pt>
          <cx:pt idx="48935">4.1299999999999999</cx:pt>
          <cx:pt idx="48936">1.6299999999999999</cx:pt>
          <cx:pt idx="48937">3.29</cx:pt>
          <cx:pt idx="48938">2.46</cx:pt>
          <cx:pt idx="48939">4.1299999999999999</cx:pt>
          <cx:pt idx="48940">4.1299999999999999</cx:pt>
          <cx:pt idx="48941">5.79</cx:pt>
          <cx:pt idx="48942">7.46</cx:pt>
          <cx:pt idx="48943">0.82999999999999996</cx:pt>
          <cx:pt idx="48944">3.29</cx:pt>
          <cx:pt idx="48945">16.629999999999999</cx:pt>
          <cx:pt idx="48946">3.29</cx:pt>
          <cx:pt idx="48947">4.1299999999999999</cx:pt>
          <cx:pt idx="48948">8.2899999999999991</cx:pt>
          <cx:pt idx="48949">10.789999999999999</cx:pt>
          <cx:pt idx="48950">4.1299999999999999</cx:pt>
          <cx:pt idx="48951">1.6299999999999999</cx:pt>
          <cx:pt idx="48952">1.6299999999999999</cx:pt>
          <cx:pt idx="48953">2.46</cx:pt>
          <cx:pt idx="48954">0.41999999999999998</cx:pt>
          <cx:pt idx="48955">3.29</cx:pt>
          <cx:pt idx="48956">3.29</cx:pt>
          <cx:pt idx="48957">7.46</cx:pt>
          <cx:pt idx="48958">5.79</cx:pt>
          <cx:pt idx="48959">4.1299999999999999</cx:pt>
          <cx:pt idx="48960">5.79</cx:pt>
          <cx:pt idx="48961">2.46</cx:pt>
          <cx:pt idx="48962">0.41999999999999998</cx:pt>
          <cx:pt idx="48963">1.6299999999999999</cx:pt>
          <cx:pt idx="48964">10.789999999999999</cx:pt>
          <cx:pt idx="48965">2.46</cx:pt>
          <cx:pt idx="48966">5.79</cx:pt>
          <cx:pt idx="48967">4.5800000000000001</cx:pt>
          <cx:pt idx="48968">3.29</cx:pt>
          <cx:pt idx="48969">2.46</cx:pt>
          <cx:pt idx="48970">8.2899999999999991</cx:pt>
          <cx:pt idx="48971">3.29</cx:pt>
          <cx:pt idx="48972">14.130000000000001</cx:pt>
          <cx:pt idx="48973">1.6299999999999999</cx:pt>
          <cx:pt idx="48974">4.5800000000000001</cx:pt>
          <cx:pt idx="48975">3.29</cx:pt>
          <cx:pt idx="48976">0.82999999999999996</cx:pt>
          <cx:pt idx="48977">4.96</cx:pt>
          <cx:pt idx="48978">3.29</cx:pt>
          <cx:pt idx="48979">1.25</cx:pt>
          <cx:pt idx="48980">2.46</cx:pt>
          <cx:pt idx="48981">1.25</cx:pt>
          <cx:pt idx="48982">2.46</cx:pt>
          <cx:pt idx="48983">4.1299999999999999</cx:pt>
          <cx:pt idx="48984">3.29</cx:pt>
          <cx:pt idx="48985">0.82999999999999996</cx:pt>
          <cx:pt idx="48986">1.6299999999999999</cx:pt>
          <cx:pt idx="48987">1.25</cx:pt>
          <cx:pt idx="48988">4.1299999999999999</cx:pt>
          <cx:pt idx="48989">4.1299999999999999</cx:pt>
          <cx:pt idx="48990">3.29</cx:pt>
          <cx:pt idx="48991">1.6299999999999999</cx:pt>
          <cx:pt idx="48992">8.2899999999999991</cx:pt>
          <cx:pt idx="48993">2.46</cx:pt>
          <cx:pt idx="48994">4.1299999999999999</cx:pt>
          <cx:pt idx="48995">0.82999999999999996</cx:pt>
          <cx:pt idx="48996">1.25</cx:pt>
          <cx:pt idx="48997">2.1000000000000001</cx:pt>
          <cx:pt idx="48998">0.41999999999999998</cx:pt>
          <cx:pt idx="48999">0.41999999999999998</cx:pt>
          <cx:pt idx="49000">2.4900000000000002</cx:pt>
          <cx:pt idx="49001">2.1000000000000001</cx:pt>
          <cx:pt idx="49002">1.6499999999999999</cx:pt>
          <cx:pt idx="49003">8.5</cx:pt>
          <cx:pt idx="49004">1.6499999999999999</cx:pt>
          <cx:pt idx="49005">4.9500000000000002</cx:pt>
          <cx:pt idx="49006">2.5499999999999998</cx:pt>
          <cx:pt idx="49007">1.45</cx:pt>
          <cx:pt idx="49008">2.1000000000000001</cx:pt>
          <cx:pt idx="49009">1.45</cx:pt>
          <cx:pt idx="49010">1.25</cx:pt>
          <cx:pt idx="49011">2.5499999999999998</cx:pt>
          <cx:pt idx="49012">2.5499999999999998</cx:pt>
          <cx:pt idx="49013">1.45</cx:pt>
          <cx:pt idx="49014">1.25</cx:pt>
          <cx:pt idx="49015">1.75</cx:pt>
          <cx:pt idx="49016">3.75</cx:pt>
          <cx:pt idx="49017">2.9500000000000002</cx:pt>
          <cx:pt idx="49018">1.6499999999999999</cx:pt>
          <cx:pt idx="49019">8.25</cx:pt>
          <cx:pt idx="49020">2.9500000000000002</cx:pt>
          <cx:pt idx="49021">3.75</cx:pt>
          <cx:pt idx="49022">8.5</cx:pt>
          <cx:pt idx="49023">1.6499999999999999</cx:pt>
          <cx:pt idx="49024">2.5499999999999998</cx:pt>
          <cx:pt idx="49025">0.84999999999999998</cx:pt>
          <cx:pt idx="49026">8.25</cx:pt>
          <cx:pt idx="49027">2.1000000000000001</cx:pt>
          <cx:pt idx="49028">4.1299999999999999</cx:pt>
          <cx:pt idx="49029">3.29</cx:pt>
          <cx:pt idx="49030">12.460000000000001</cx:pt>
          <cx:pt idx="49031">3.29</cx:pt>
          <cx:pt idx="49032">2.46</cx:pt>
          <cx:pt idx="49033">9.1300000000000008</cx:pt>
          <cx:pt idx="49034">2.9500000000000002</cx:pt>
          <cx:pt idx="49035">4.9500000000000002</cx:pt>
          <cx:pt idx="49036">2.9500000000000002</cx:pt>
          <cx:pt idx="49037">2.4900000000000002</cx:pt>
          <cx:pt idx="49038">1.25</cx:pt>
          <cx:pt idx="49039">9.9499999999999993</cx:pt>
          <cx:pt idx="49040">0.39000000000000001</cx:pt>
          <cx:pt idx="49041">1.6499999999999999</cx:pt>
          <cx:pt idx="49042">7.6500000000000004</cx:pt>
          <cx:pt idx="49043">10.949999999999999</cx:pt>
          <cx:pt idx="49044">0.20999999999999999</cx:pt>
          <cx:pt idx="49045">1.6499999999999999</cx:pt>
          <cx:pt idx="49046">4.9500000000000002</cx:pt>
          <cx:pt idx="49047">2.9500000000000002</cx:pt>
          <cx:pt idx="49048">2.4900000000000002</cx:pt>
          <cx:pt idx="49049">0.79000000000000004</cx:pt>
          <cx:pt idx="49050">1.25</cx:pt>
          <cx:pt idx="49051">1.25</cx:pt>
          <cx:pt idx="49052">1.25</cx:pt>
          <cx:pt idx="49053">0.20999999999999999</cx:pt>
          <cx:pt idx="49054">0.39000000000000001</cx:pt>
          <cx:pt idx="49055">1.25</cx:pt>
          <cx:pt idx="49056">12.75</cx:pt>
          <cx:pt idx="49057">3.75</cx:pt>
          <cx:pt idx="49058">4.1500000000000004</cx:pt>
          <cx:pt idx="49059">2.5499999999999998</cx:pt>
          <cx:pt idx="49060">3.75</cx:pt>
          <cx:pt idx="49061">2.9500000000000002</cx:pt>
          <cx:pt idx="49062">1.25</cx:pt>
          <cx:pt idx="49063">1.6499999999999999</cx:pt>
          <cx:pt idx="49064">3.75</cx:pt>
          <cx:pt idx="49065">3.75</cx:pt>
          <cx:pt idx="49066">1.6499999999999999</cx:pt>
          <cx:pt idx="49067">1.6499999999999999</cx:pt>
          <cx:pt idx="49068">1.25</cx:pt>
          <cx:pt idx="49069">1.25</cx:pt>
          <cx:pt idx="49070">4.1500000000000004</cx:pt>
          <cx:pt idx="49071">9.9499999999999993</cx:pt>
          <cx:pt idx="49072">0.41999999999999998</cx:pt>
          <cx:pt idx="49073">0.39000000000000001</cx:pt>
          <cx:pt idx="49074">0.41999999999999998</cx:pt>
          <cx:pt idx="49075">0.39000000000000001</cx:pt>
          <cx:pt idx="49076">1.6499999999999999</cx:pt>
          <cx:pt idx="49077">1.6499999999999999</cx:pt>
          <cx:pt idx="49078">0.84999999999999998</cx:pt>
          <cx:pt idx="49079">7.0800000000000001</cx:pt>
          <cx:pt idx="49080">1.45</cx:pt>
          <cx:pt idx="49081">2.5499999999999998</cx:pt>
          <cx:pt idx="49082">8.5</cx:pt>
          <cx:pt idx="49083">3.75</cx:pt>
          <cx:pt idx="49084">0.20999999999999999</cx:pt>
          <cx:pt idx="49085">0.39000000000000001</cx:pt>
          <cx:pt idx="49086">0.12</cx:pt>
          <cx:pt idx="49087">2.9500000000000002</cx:pt>
          <cx:pt idx="49088">0.20999999999999999</cx:pt>
          <cx:pt idx="49089">0.82999999999999996</cx:pt>
          <cx:pt idx="49090">4.9500000000000002</cx:pt>
          <cx:pt idx="49091">1.25</cx:pt>
          <cx:pt idx="49092">4.9500000000000002</cx:pt>
          <cx:pt idx="49093">1.45</cx:pt>
          <cx:pt idx="49094">0.84999999999999998</cx:pt>
          <cx:pt idx="49095">1.25</cx:pt>
          <cx:pt idx="49096">2.0800000000000001</cx:pt>
          <cx:pt idx="49097">1.45</cx:pt>
          <cx:pt idx="49098">0.41999999999999998</cx:pt>
          <cx:pt idx="49099">1.6899999999999999</cx:pt>
          <cx:pt idx="49100">1.25</cx:pt>
          <cx:pt idx="49101">1.25</cx:pt>
          <cx:pt idx="49102">0.41999999999999998</cx:pt>
          <cx:pt idx="49103">0.65000000000000002</cx:pt>
          <cx:pt idx="49104">4.1500000000000004</cx:pt>
          <cx:pt idx="49105">2.0800000000000001</cx:pt>
          <cx:pt idx="49106">0.41999999999999998</cx:pt>
          <cx:pt idx="49107">14.949999999999999</cx:pt>
          <cx:pt idx="49108">2.4900000000000002</cx:pt>
          <cx:pt idx="49109">0.12</cx:pt>
          <cx:pt idx="49110">0.12</cx:pt>
          <cx:pt idx="49111">8.5</cx:pt>
          <cx:pt idx="49112">8.5</cx:pt>
          <cx:pt idx="49113">2.9500000000000002</cx:pt>
          <cx:pt idx="49114">1.25</cx:pt>
          <cx:pt idx="49115">10.949999999999999</cx:pt>
          <cx:pt idx="49116">2.1000000000000001</cx:pt>
          <cx:pt idx="49117">0.79000000000000004</cx:pt>
          <cx:pt idx="49118">2.1000000000000001</cx:pt>
          <cx:pt idx="49119">4.1500000000000004</cx:pt>
          <cx:pt idx="49120">1.45</cx:pt>
          <cx:pt idx="49121">1.6899999999999999</cx:pt>
          <cx:pt idx="49122">1.45</cx:pt>
          <cx:pt idx="49123">1.25</cx:pt>
          <cx:pt idx="49124">0.20999999999999999</cx:pt>
          <cx:pt idx="49125">6.3499999999999996</cx:pt>
          <cx:pt idx="49126">0.79000000000000004</cx:pt>
          <cx:pt idx="49127">9.9499999999999993</cx:pt>
          <cx:pt idx="49128">9.9499999999999993</cx:pt>
          <cx:pt idx="49129">0.65000000000000002</cx:pt>
          <cx:pt idx="49130">1.6499999999999999</cx:pt>
          <cx:pt idx="49131">2.5499999999999998</cx:pt>
          <cx:pt idx="49132">1.6499999999999999</cx:pt>
          <cx:pt idx="49133">14.949999999999999</cx:pt>
          <cx:pt idx="49134">0.41999999999999998</cx:pt>
          <cx:pt idx="49135">2.1000000000000001</cx:pt>
          <cx:pt idx="49136">2.9500000000000002</cx:pt>
          <cx:pt idx="49137">2.0800000000000001</cx:pt>
          <cx:pt idx="49138">1.6499999999999999</cx:pt>
          <cx:pt idx="49139">0.39000000000000001</cx:pt>
          <cx:pt idx="49140">0.79000000000000004</cx:pt>
          <cx:pt idx="49141">2.0800000000000001</cx:pt>
          <cx:pt idx="49142">1.45</cx:pt>
          <cx:pt idx="49143">4.9500000000000002</cx:pt>
          <cx:pt idx="49144">6.9500000000000002</cx:pt>
          <cx:pt idx="49145">8.5</cx:pt>
          <cx:pt idx="49146">1.6499999999999999</cx:pt>
          <cx:pt idx="49147">1.6499999999999999</cx:pt>
          <cx:pt idx="49148">2.0800000000000001</cx:pt>
          <cx:pt idx="49149">1.45</cx:pt>
          <cx:pt idx="49150">1.6499999999999999</cx:pt>
          <cx:pt idx="49151">1.6499999999999999</cx:pt>
          <cx:pt idx="49152">2.0800000000000001</cx:pt>
          <cx:pt idx="49153">3.75</cx:pt>
          <cx:pt idx="49154">1.25</cx:pt>
          <cx:pt idx="49155">4.9500000000000002</cx:pt>
          <cx:pt idx="49156">1.6499999999999999</cx:pt>
          <cx:pt idx="49157">0.20999999999999999</cx:pt>
          <cx:pt idx="49158">8.25</cx:pt>
          <cx:pt idx="49159">0.39000000000000001</cx:pt>
          <cx:pt idx="49160">2.5499999999999998</cx:pt>
          <cx:pt idx="49161">0.82999999999999996</cx:pt>
          <cx:pt idx="49162">1.25</cx:pt>
          <cx:pt idx="49163">1.45</cx:pt>
          <cx:pt idx="49164">1.6499999999999999</cx:pt>
          <cx:pt idx="49165">1.25</cx:pt>
          <cx:pt idx="49166">0.41999999999999998</cx:pt>
          <cx:pt idx="49167">0.65000000000000002</cx:pt>
          <cx:pt idx="49168">4.25</cx:pt>
          <cx:pt idx="49169">1.25</cx:pt>
          <cx:pt idx="49170">4.9500000000000002</cx:pt>
          <cx:pt idx="49171">1.45</cx:pt>
          <cx:pt idx="49172">1.6899999999999999</cx:pt>
          <cx:pt idx="49173">4.9500000000000002</cx:pt>
          <cx:pt idx="49174">4.9500000000000002</cx:pt>
          <cx:pt idx="49175">2.1000000000000001</cx:pt>
          <cx:pt idx="49176">3.25</cx:pt>
          <cx:pt idx="49177">1.6499999999999999</cx:pt>
          <cx:pt idx="49178">1.6499999999999999</cx:pt>
          <cx:pt idx="49179">1.25</cx:pt>
          <cx:pt idx="49180">12.75</cx:pt>
          <cx:pt idx="49181">1.25</cx:pt>
          <cx:pt idx="49182">0.41999999999999998</cx:pt>
          <cx:pt idx="49183">0.41999999999999998</cx:pt>
          <cx:pt idx="49184">3.3900000000000001</cx:pt>
          <cx:pt idx="49185">1.45</cx:pt>
          <cx:pt idx="49186">4.1500000000000004</cx:pt>
          <cx:pt idx="49187">4.1500000000000004</cx:pt>
          <cx:pt idx="49188">1.45</cx:pt>
          <cx:pt idx="49189">1.6499999999999999</cx:pt>
          <cx:pt idx="49190">0.84999999999999998</cx:pt>
          <cx:pt idx="49191">1.25</cx:pt>
          <cx:pt idx="49192">1.6499999999999999</cx:pt>
          <cx:pt idx="49193">1.25</cx:pt>
          <cx:pt idx="49194">1.45</cx:pt>
          <cx:pt idx="49195">2.4900000000000002</cx:pt>
          <cx:pt idx="49196">0.84999999999999998</cx:pt>
          <cx:pt idx="49197">5.79</cx:pt>
          <cx:pt idx="49198">7.46</cx:pt>
          <cx:pt idx="49199">5.79</cx:pt>
          <cx:pt idx="49200">4.1299999999999999</cx:pt>
          <cx:pt idx="49201">0.82999999999999996</cx:pt>
          <cx:pt idx="49202">3.29</cx:pt>
          <cx:pt idx="49203">4.1299999999999999</cx:pt>
          <cx:pt idx="49204">2.9199999999999999</cx:pt>
          <cx:pt idx="49205">8.2899999999999991</cx:pt>
          <cx:pt idx="49206">9.9600000000000009</cx:pt>
          <cx:pt idx="49207">10.789999999999999</cx:pt>
          <cx:pt idx="49208">4.1299999999999999</cx:pt>
          <cx:pt idx="49209">1.6299999999999999</cx:pt>
          <cx:pt idx="49210">1.6299999999999999</cx:pt>
          <cx:pt idx="49211">14.960000000000001</cx:pt>
          <cx:pt idx="49212">2.46</cx:pt>
          <cx:pt idx="49213">0.82999999999999996</cx:pt>
          <cx:pt idx="49214">0.41999999999999998</cx:pt>
          <cx:pt idx="49215">7.46</cx:pt>
          <cx:pt idx="49216">5.79</cx:pt>
          <cx:pt idx="49217">4.1299999999999999</cx:pt>
          <cx:pt idx="49218">3.29</cx:pt>
          <cx:pt idx="49219">4.96</cx:pt>
          <cx:pt idx="49220">0.41999999999999998</cx:pt>
          <cx:pt idx="49221">10.789999999999999</cx:pt>
          <cx:pt idx="49222">1.6299999999999999</cx:pt>
          <cx:pt idx="49223">10.789999999999999</cx:pt>
          <cx:pt idx="49224">2.46</cx:pt>
          <cx:pt idx="49225">5.79</cx:pt>
          <cx:pt idx="49226">3.29</cx:pt>
          <cx:pt idx="49227">0.82999999999999996</cx:pt>
          <cx:pt idx="49228">1.6299999999999999</cx:pt>
          <cx:pt idx="49229">3.29</cx:pt>
          <cx:pt idx="49230">0.82999999999999996</cx:pt>
          <cx:pt idx="49231">4.96</cx:pt>
          <cx:pt idx="49232">3.29</cx:pt>
          <cx:pt idx="49233">4.96</cx:pt>
          <cx:pt idx="49234">1.25</cx:pt>
          <cx:pt idx="49235">2.46</cx:pt>
          <cx:pt idx="49236">1.25</cx:pt>
          <cx:pt idx="49237">15.789999999999999</cx:pt>
          <cx:pt idx="49238">3.29</cx:pt>
          <cx:pt idx="49239">1.25</cx:pt>
          <cx:pt idx="49240">4.1299999999999999</cx:pt>
          <cx:pt idx="49241">1.6299999999999999</cx:pt>
          <cx:pt idx="49242">2.46</cx:pt>
          <cx:pt idx="49243">0.82999999999999996</cx:pt>
          <cx:pt idx="49244">8.5</cx:pt>
          <cx:pt idx="49245">0.41999999999999998</cx:pt>
          <cx:pt idx="49246">0.20999999999999999</cx:pt>
          <cx:pt idx="49247">0.41999999999999998</cx:pt>
          <cx:pt idx="49248">2.9500000000000002</cx:pt>
          <cx:pt idx="49249">12.75</cx:pt>
          <cx:pt idx="49250">4.25</cx:pt>
          <cx:pt idx="49251">4.9500000000000002</cx:pt>
          <cx:pt idx="49252">0.41999999999999998</cx:pt>
          <cx:pt idx="49253">4.25</cx:pt>
          <cx:pt idx="49254">8.25</cx:pt>
          <cx:pt idx="49255">1.25</cx:pt>
          <cx:pt idx="49256">8.25</cx:pt>
          <cx:pt idx="49257">8.25</cx:pt>
          <cx:pt idx="49258">2.1000000000000001</cx:pt>
          <cx:pt idx="49259">2.9500000000000002</cx:pt>
          <cx:pt idx="49260">4.1500000000000004</cx:pt>
          <cx:pt idx="49261">2.0800000000000001</cx:pt>
          <cx:pt idx="49262">2.0800000000000001</cx:pt>
          <cx:pt idx="49263">8.25</cx:pt>
          <cx:pt idx="49264">8.25</cx:pt>
          <cx:pt idx="49265">4.9500000000000002</cx:pt>
          <cx:pt idx="49266">2.0800000000000001</cx:pt>
          <cx:pt idx="49267">0.20999999999999999</cx:pt>
          <cx:pt idx="49268">1.45</cx:pt>
          <cx:pt idx="49269">8.5</cx:pt>
          <cx:pt idx="49270">3.75</cx:pt>
          <cx:pt idx="49271">2.5499999999999998</cx:pt>
          <cx:pt idx="49272">2.5499999999999998</cx:pt>
          <cx:pt idx="49273">1.25</cx:pt>
          <cx:pt idx="49274">1.25</cx:pt>
          <cx:pt idx="49275">1.45</cx:pt>
          <cx:pt idx="49276">9.9499999999999993</cx:pt>
          <cx:pt idx="49277">1.45</cx:pt>
          <cx:pt idx="49278">3.75</cx:pt>
          <cx:pt idx="49279">14.949999999999999</cx:pt>
          <cx:pt idx="49280">8.25</cx:pt>
          <cx:pt idx="49281">1.25</cx:pt>
          <cx:pt idx="49282">7.0800000000000001</cx:pt>
          <cx:pt idx="49283">7.0800000000000001</cx:pt>
          <cx:pt idx="49284">12.75</cx:pt>
          <cx:pt idx="49285">2.8900000000000001</cx:pt>
          <cx:pt idx="49286">2.9500000000000002</cx:pt>
          <cx:pt idx="49287">2.9500000000000002</cx:pt>
          <cx:pt idx="49288">2.4900000000000002</cx:pt>
          <cx:pt idx="49289">0.55000000000000004</cx:pt>
          <cx:pt idx="49290">1.6499999999999999</cx:pt>
          <cx:pt idx="49291">1.6499999999999999</cx:pt>
          <cx:pt idx="49292">2.9500000000000002</cx:pt>
          <cx:pt idx="49293">4.9500000000000002</cx:pt>
          <cx:pt idx="49294">1.25</cx:pt>
          <cx:pt idx="49295">1.6499999999999999</cx:pt>
          <cx:pt idx="49296">1.25</cx:pt>
          <cx:pt idx="49297">0.20999999999999999</cx:pt>
          <cx:pt idx="49298">2.0800000000000001</cx:pt>
          <cx:pt idx="49299">4.9500000000000002</cx:pt>
          <cx:pt idx="49300">3.75</cx:pt>
          <cx:pt idx="49301">4.1500000000000004</cx:pt>
          <cx:pt idx="49302">0.79000000000000004</cx:pt>
          <cx:pt idx="49303">24.960000000000001</cx:pt>
          <cx:pt idx="49304">4.1299999999999999</cx:pt>
          <cx:pt idx="49305">3.75</cx:pt>
          <cx:pt idx="49306">10.789999999999999</cx:pt>
          <cx:pt idx="49307">2.46</cx:pt>
          <cx:pt idx="49308">16.629999999999999</cx:pt>
          <cx:pt idx="49309">16.629999999999999</cx:pt>
          <cx:pt idx="49310">3.29</cx:pt>
          <cx:pt idx="49311">7.46</cx:pt>
          <cx:pt idx="49312">6.6299999999999999</cx:pt>
          <cx:pt idx="49313">4.1299999999999999</cx:pt>
          <cx:pt idx="49314">2.5</cx:pt>
          <cx:pt idx="49315">10.789999999999999</cx:pt>
          <cx:pt idx="49316">4.1299999999999999</cx:pt>
          <cx:pt idx="49317">5.79</cx:pt>
          <cx:pt idx="49318">8.2899999999999991</cx:pt>
          <cx:pt idx="49319">8.2899999999999991</cx:pt>
          <cx:pt idx="49320">4.1299999999999999</cx:pt>
          <cx:pt idx="49321">24.960000000000001</cx:pt>
          <cx:pt idx="49322">1.25</cx:pt>
          <cx:pt idx="49323">3.29</cx:pt>
          <cx:pt idx="49324">8.2899999999999991</cx:pt>
          <cx:pt idx="49325">4.1299999999999999</cx:pt>
          <cx:pt idx="49326">2.0800000000000001</cx:pt>
          <cx:pt idx="49327">2.0800000000000001</cx:pt>
          <cx:pt idx="49328">4.9500000000000002</cx:pt>
          <cx:pt idx="49329">0.84999999999999998</cx:pt>
          <cx:pt idx="49330">0.79000000000000004</cx:pt>
          <cx:pt idx="49331">1.25</cx:pt>
          <cx:pt idx="49332">2.9500000000000002</cx:pt>
          <cx:pt idx="49333">4.1500000000000004</cx:pt>
          <cx:pt idx="49334">1.25</cx:pt>
          <cx:pt idx="49335">1.6499999999999999</cx:pt>
          <cx:pt idx="49336">1.6899999999999999</cx:pt>
          <cx:pt idx="49337">2.9500000000000002</cx:pt>
          <cx:pt idx="49338">1.25</cx:pt>
          <cx:pt idx="49339">7.0800000000000001</cx:pt>
          <cx:pt idx="49340">8.5</cx:pt>
          <cx:pt idx="49341">1.6499999999999999</cx:pt>
          <cx:pt idx="49342">2.0800000000000001</cx:pt>
          <cx:pt idx="49343">1.9199999999999999</cx:pt>
          <cx:pt idx="49344">1.3799999999999999</cx:pt>
          <cx:pt idx="49345">1.6899999999999999</cx:pt>
          <cx:pt idx="49346">1.6899999999999999</cx:pt>
          <cx:pt idx="49347">1.45</cx:pt>
          <cx:pt idx="49348">1.6899999999999999</cx:pt>
          <cx:pt idx="49349">12.75</cx:pt>
          <cx:pt idx="49350">1.25</cx:pt>
          <cx:pt idx="49351">9.9499999999999993</cx:pt>
          <cx:pt idx="49352">9.9499999999999993</cx:pt>
          <cx:pt idx="49353">4.9500000000000002</cx:pt>
          <cx:pt idx="49354">0.39000000000000001</cx:pt>
          <cx:pt idx="49355">4.9500000000000002</cx:pt>
          <cx:pt idx="49356">0.41999999999999998</cx:pt>
          <cx:pt idx="49357">14.949999999999999</cx:pt>
          <cx:pt idx="49358">4.25</cx:pt>
          <cx:pt idx="49359">1.45</cx:pt>
          <cx:pt idx="49360">2.4900000000000002</cx:pt>
          <cx:pt idx="49361">4.1500000000000004</cx:pt>
          <cx:pt idx="49362">2.1000000000000001</cx:pt>
          <cx:pt idx="49363">2.9500000000000002</cx:pt>
          <cx:pt idx="49364">1.25</cx:pt>
          <cx:pt idx="49365">0.84999999999999998</cx:pt>
          <cx:pt idx="49366">2.9500000000000002</cx:pt>
          <cx:pt idx="49367">0.12</cx:pt>
          <cx:pt idx="49368">2.9500000000000002</cx:pt>
          <cx:pt idx="49369">0.39000000000000001</cx:pt>
          <cx:pt idx="49370">1.45</cx:pt>
          <cx:pt idx="49371">7.0800000000000001</cx:pt>
          <cx:pt idx="49372">2.4900000000000002</cx:pt>
          <cx:pt idx="49373">1.25</cx:pt>
          <cx:pt idx="49374">0.84999999999999998</cx:pt>
          <cx:pt idx="49375">0.79000000000000004</cx:pt>
          <cx:pt idx="49376">1.45</cx:pt>
          <cx:pt idx="49377">4.1500000000000004</cx:pt>
          <cx:pt idx="49378">2.0800000000000001</cx:pt>
          <cx:pt idx="49379">0.20999999999999999</cx:pt>
          <cx:pt idx="49380">12.75</cx:pt>
          <cx:pt idx="49381">0.39000000000000001</cx:pt>
          <cx:pt idx="49382">0.12</cx:pt>
          <cx:pt idx="49383">0.39000000000000001</cx:pt>
          <cx:pt idx="49384">2.8900000000000001</cx:pt>
          <cx:pt idx="49385">1.25</cx:pt>
          <cx:pt idx="49386">1.25</cx:pt>
          <cx:pt idx="49387">4.9500000000000002</cx:pt>
          <cx:pt idx="49388">2.5499999999999998</cx:pt>
          <cx:pt idx="49389">4.9500000000000002</cx:pt>
          <cx:pt idx="49390">0.71999999999999997</cx:pt>
          <cx:pt idx="49391">1.0600000000000001</cx:pt>
          <cx:pt idx="49392">0.41999999999999998</cx:pt>
          <cx:pt idx="49393">2.0800000000000001</cx:pt>
          <cx:pt idx="49394">0.41999999999999998</cx:pt>
          <cx:pt idx="49395">1.6899999999999999</cx:pt>
          <cx:pt idx="49396">2.9500000000000002</cx:pt>
          <cx:pt idx="49397">1.25</cx:pt>
          <cx:pt idx="49398">4.1500000000000004</cx:pt>
          <cx:pt idx="49399">1.25</cx:pt>
          <cx:pt idx="49400">1.6499999999999999</cx:pt>
          <cx:pt idx="49401">0.65000000000000002</cx:pt>
          <cx:pt idx="49402">2.5499999999999998</cx:pt>
          <cx:pt idx="49403">4.9500000000000002</cx:pt>
          <cx:pt idx="49404">1.45</cx:pt>
          <cx:pt idx="49405">2.4900000000000002</cx:pt>
          <cx:pt idx="49406">0.55000000000000004</cx:pt>
          <cx:pt idx="49407">0.41999999999999998</cx:pt>
          <cx:pt idx="49408">1.6499999999999999</cx:pt>
          <cx:pt idx="49409">1.6499999999999999</cx:pt>
          <cx:pt idx="49410">2.0800000000000001</cx:pt>
          <cx:pt idx="49411">1.6499999999999999</cx:pt>
          <cx:pt idx="49412">8.5</cx:pt>
          <cx:pt idx="49413">2.0800000000000001</cx:pt>
          <cx:pt idx="49414">4.6500000000000004</cx:pt>
          <cx:pt idx="49415">0.55000000000000004</cx:pt>
          <cx:pt idx="49416">1.45</cx:pt>
          <cx:pt idx="49417">4.9500000000000002</cx:pt>
          <cx:pt idx="49418">8.5</cx:pt>
          <cx:pt idx="49419">6.9500000000000002</cx:pt>
          <cx:pt idx="49420">0.65000000000000002</cx:pt>
          <cx:pt idx="49421">1.25</cx:pt>
          <cx:pt idx="49422">1.25</cx:pt>
          <cx:pt idx="49423">8.5</cx:pt>
          <cx:pt idx="49424">2.9500000000000002</cx:pt>
          <cx:pt idx="49425">1.45</cx:pt>
          <cx:pt idx="49426">9.9499999999999993</cx:pt>
          <cx:pt idx="49427">1.25</cx:pt>
          <cx:pt idx="49428">4.1500000000000004</cx:pt>
          <cx:pt idx="49429">14.949999999999999</cx:pt>
          <cx:pt idx="49430">1.6899999999999999</cx:pt>
          <cx:pt idx="49431">2.0800000000000001</cx:pt>
          <cx:pt idx="49432">1.6499999999999999</cx:pt>
          <cx:pt idx="49433">3.75</cx:pt>
          <cx:pt idx="49434">1.45</cx:pt>
          <cx:pt idx="49435">1.25</cx:pt>
          <cx:pt idx="49436">1.6899999999999999</cx:pt>
          <cx:pt idx="49437">2.4900000000000002</cx:pt>
          <cx:pt idx="49438">0.55000000000000004</cx:pt>
          <cx:pt idx="49439">4.9500000000000002</cx:pt>
          <cx:pt idx="49440">1.25</cx:pt>
          <cx:pt idx="49441">1.25</cx:pt>
          <cx:pt idx="49442">3.75</cx:pt>
          <cx:pt idx="49443">4.1500000000000004</cx:pt>
          <cx:pt idx="49444">0.20999999999999999</cx:pt>
          <cx:pt idx="49445">2.1000000000000001</cx:pt>
          <cx:pt idx="49446">0.35999999999999999</cx:pt>
          <cx:pt idx="49447">7.6500000000000004</cx:pt>
          <cx:pt idx="49448">3.75</cx:pt>
          <cx:pt idx="49449">2.4900000000000002</cx:pt>
          <cx:pt idx="49450">1.45</cx:pt>
          <cx:pt idx="49451">0.41999999999999998</cx:pt>
          <cx:pt idx="49452">8.25</cx:pt>
          <cx:pt idx="49453">2.1000000000000001</cx:pt>
          <cx:pt idx="49454">1.8500000000000001</cx:pt>
          <cx:pt idx="49455">6.3499999999999996</cx:pt>
          <cx:pt idx="49456">2.1000000000000001</cx:pt>
          <cx:pt idx="49457">1.6499999999999999</cx:pt>
          <cx:pt idx="49458">0.79000000000000004</cx:pt>
          <cx:pt idx="49459">3.75</cx:pt>
          <cx:pt idx="49460">8.5</cx:pt>
          <cx:pt idx="49461">2.0800000000000001</cx:pt>
          <cx:pt idx="49462">0.20999999999999999</cx:pt>
          <cx:pt idx="49463">0.39000000000000001</cx:pt>
          <cx:pt idx="49464">1.25</cx:pt>
          <cx:pt idx="49465">1.6499999999999999</cx:pt>
          <cx:pt idx="49466">1.45</cx:pt>
          <cx:pt idx="49467">1.45</cx:pt>
          <cx:pt idx="49468">0.79000000000000004</cx:pt>
          <cx:pt idx="49469">0.39000000000000001</cx:pt>
          <cx:pt idx="49470">0.12</cx:pt>
          <cx:pt idx="49471">1.25</cx:pt>
          <cx:pt idx="49472">2.0800000000000001</cx:pt>
          <cx:pt idx="49473">1.45</cx:pt>
          <cx:pt idx="49474">1.6499999999999999</cx:pt>
          <cx:pt idx="49475">8.25</cx:pt>
          <cx:pt idx="49476">0.41999999999999998</cx:pt>
          <cx:pt idx="49477">1.25</cx:pt>
          <cx:pt idx="49478">8.25</cx:pt>
          <cx:pt idx="49479">2.0800000000000001</cx:pt>
          <cx:pt idx="49480">8.25</cx:pt>
          <cx:pt idx="49481">8.25</cx:pt>
          <cx:pt idx="49482">4.1299999999999999</cx:pt>
          <cx:pt idx="49483">7.46</cx:pt>
          <cx:pt idx="49484">24.960000000000001</cx:pt>
          <cx:pt idx="49485">4.1299999999999999</cx:pt>
          <cx:pt idx="49486">0.82999999999999996</cx:pt>
          <cx:pt idx="49487">3.29</cx:pt>
          <cx:pt idx="49488">4.1299999999999999</cx:pt>
          <cx:pt idx="49489">0.82999999999999996</cx:pt>
          <cx:pt idx="49490">2.46</cx:pt>
          <cx:pt idx="49491">10.789999999999999</cx:pt>
          <cx:pt idx="49492">4.1299999999999999</cx:pt>
          <cx:pt idx="49493">1.6299999999999999</cx:pt>
          <cx:pt idx="49494">2.46</cx:pt>
          <cx:pt idx="49495">0.82999999999999996</cx:pt>
          <cx:pt idx="49496">0.41999999999999998</cx:pt>
          <cx:pt idx="49497">7.46</cx:pt>
          <cx:pt idx="49498">5.79</cx:pt>
          <cx:pt idx="49499">4.1299999999999999</cx:pt>
          <cx:pt idx="49500">5.79</cx:pt>
          <cx:pt idx="49501">3.29</cx:pt>
          <cx:pt idx="49502">2.46</cx:pt>
          <cx:pt idx="49503">0.41999999999999998</cx:pt>
          <cx:pt idx="49504">1.6299999999999999</cx:pt>
          <cx:pt idx="49505">10.789999999999999</cx:pt>
          <cx:pt idx="49506">16.629999999999999</cx:pt>
          <cx:pt idx="49507">5.79</cx:pt>
          <cx:pt idx="49508">5.79</cx:pt>
          <cx:pt idx="49509">4.5800000000000001</cx:pt>
          <cx:pt idx="49510">3.29</cx:pt>
          <cx:pt idx="49511">2.46</cx:pt>
          <cx:pt idx="49512">7.46</cx:pt>
          <cx:pt idx="49513">3.29</cx:pt>
          <cx:pt idx="49514">16.629999999999999</cx:pt>
          <cx:pt idx="49515">1.6499999999999999</cx:pt>
          <cx:pt idx="49516">1.6299999999999999</cx:pt>
          <cx:pt idx="49517">24.960000000000001</cx:pt>
          <cx:pt idx="49518">3.29</cx:pt>
          <cx:pt idx="49519">0.82999999999999996</cx:pt>
          <cx:pt idx="49520">3.29</cx:pt>
          <cx:pt idx="49521">9.1300000000000008</cx:pt>
          <cx:pt idx="49522">1.25</cx:pt>
          <cx:pt idx="49523">2.46</cx:pt>
          <cx:pt idx="49524">1.25</cx:pt>
          <cx:pt idx="49525">2.46</cx:pt>
          <cx:pt idx="49526">3.29</cx:pt>
          <cx:pt idx="49527">0.82999999999999996</cx:pt>
          <cx:pt idx="49528">1.6299999999999999</cx:pt>
          <cx:pt idx="49529">1.25</cx:pt>
          <cx:pt idx="49530">4.1299999999999999</cx:pt>
          <cx:pt idx="49531">3.29</cx:pt>
          <cx:pt idx="49532">2.46</cx:pt>
          <cx:pt idx="49533">4.1299999999999999</cx:pt>
          <cx:pt idx="49534">0.82999999999999996</cx:pt>
          <cx:pt idx="49535">1.6499999999999999</cx:pt>
          <cx:pt idx="49536">0.84999999999999998</cx:pt>
          <cx:pt idx="49537">4.1299999999999999</cx:pt>
          <cx:pt idx="49538">5.79</cx:pt>
          <cx:pt idx="49539">16.629999999999999</cx:pt>
          <cx:pt idx="49540">7.46</cx:pt>
          <cx:pt idx="49541">24.960000000000001</cx:pt>
          <cx:pt idx="49542">0.82999999999999996</cx:pt>
          <cx:pt idx="49543">5.79</cx:pt>
          <cx:pt idx="49544">3.29</cx:pt>
          <cx:pt idx="49545">4.1299999999999999</cx:pt>
          <cx:pt idx="49546">0.82999999999999996</cx:pt>
          <cx:pt idx="49547">2.9199999999999999</cx:pt>
          <cx:pt idx="49548">8.2899999999999991</cx:pt>
          <cx:pt idx="49549">9.9600000000000009</cx:pt>
          <cx:pt idx="49550">10.789999999999999</cx:pt>
          <cx:pt idx="49551">4.1299999999999999</cx:pt>
          <cx:pt idx="49552">1.6299999999999999</cx:pt>
          <cx:pt idx="49553">1.6299999999999999</cx:pt>
          <cx:pt idx="49554">2.46</cx:pt>
          <cx:pt idx="49555">0.41999999999999998</cx:pt>
          <cx:pt idx="49556">1.25</cx:pt>
          <cx:pt idx="49557">3.29</cx:pt>
          <cx:pt idx="49558">3.29</cx:pt>
          <cx:pt idx="49559">7.46</cx:pt>
          <cx:pt idx="49560">5.79</cx:pt>
          <cx:pt idx="49561">4.1299999999999999</cx:pt>
          <cx:pt idx="49562">5.79</cx:pt>
          <cx:pt idx="49563">0.41999999999999998</cx:pt>
          <cx:pt idx="49564">1.6299999999999999</cx:pt>
          <cx:pt idx="49565">16.629999999999999</cx:pt>
          <cx:pt idx="49566">5.79</cx:pt>
          <cx:pt idx="49567">5.79</cx:pt>
          <cx:pt idx="49568">4.5800000000000001</cx:pt>
          <cx:pt idx="49569">0.82999999999999996</cx:pt>
          <cx:pt idx="49570">7.46</cx:pt>
          <cx:pt idx="49571">3.29</cx:pt>
          <cx:pt idx="49572">1.6499999999999999</cx:pt>
          <cx:pt idx="49573">2.46</cx:pt>
          <cx:pt idx="49574">3.29</cx:pt>
          <cx:pt idx="49575">0.82999999999999996</cx:pt>
          <cx:pt idx="49576">2.46</cx:pt>
          <cx:pt idx="49577">4.96</cx:pt>
          <cx:pt idx="49578">3.29</cx:pt>
          <cx:pt idx="49579">1.25</cx:pt>
          <cx:pt idx="49580">2.46</cx:pt>
          <cx:pt idx="49581">1.25</cx:pt>
          <cx:pt idx="49582">15.789999999999999</cx:pt>
          <cx:pt idx="49583">2.46</cx:pt>
          <cx:pt idx="49584">3.29</cx:pt>
          <cx:pt idx="49585">0.82999999999999996</cx:pt>
          <cx:pt idx="49586">1.6299999999999999</cx:pt>
          <cx:pt idx="49587">1.25</cx:pt>
          <cx:pt idx="49588">4.1299999999999999</cx:pt>
          <cx:pt idx="49589">4.1299999999999999</cx:pt>
          <cx:pt idx="49590">1.6299999999999999</cx:pt>
          <cx:pt idx="49591">1.6299999999999999</cx:pt>
          <cx:pt idx="49592">4.96</cx:pt>
          <cx:pt idx="49593">8.2899999999999991</cx:pt>
          <cx:pt idx="49594">2.46</cx:pt>
          <cx:pt idx="49595">4.1299999999999999</cx:pt>
          <cx:pt idx="49596">0.20999999999999999</cx:pt>
          <cx:pt idx="49597">0.39000000000000001</cx:pt>
          <cx:pt idx="49598">0.12</cx:pt>
          <cx:pt idx="49599">0.79000000000000004</cx:pt>
          <cx:pt idx="49600">8.25</cx:pt>
          <cx:pt idx="49601">8.5</cx:pt>
          <cx:pt idx="49602">6.75</cx:pt>
          <cx:pt idx="49603">2.1000000000000001</cx:pt>
          <cx:pt idx="49604">2.9500000000000002</cx:pt>
          <cx:pt idx="49605">1.45</cx:pt>
          <cx:pt idx="49606">1.6499999999999999</cx:pt>
          <cx:pt idx="49607">0.41999999999999998</cx:pt>
          <cx:pt idx="49608">8.5</cx:pt>
          <cx:pt idx="49609">2.25</cx:pt>
          <cx:pt idx="49610">0.84999999999999998</cx:pt>
          <cx:pt idx="49611">1.25</cx:pt>
          <cx:pt idx="49612">9.9499999999999993</cx:pt>
          <cx:pt idx="49613">0.39000000000000001</cx:pt>
          <cx:pt idx="49614">4.9500000000000002</cx:pt>
          <cx:pt idx="49615">1.45</cx:pt>
          <cx:pt idx="49616">1.45</cx:pt>
          <cx:pt idx="49617">1.45</cx:pt>
          <cx:pt idx="49618">0.55000000000000004</cx:pt>
          <cx:pt idx="49619">1.25</cx:pt>
          <cx:pt idx="49620">1.25</cx:pt>
          <cx:pt idx="49621">2.0800000000000001</cx:pt>
          <cx:pt idx="49622">4.1299999999999999</cx:pt>
          <cx:pt idx="49623">4.96</cx:pt>
          <cx:pt idx="49624">2.46</cx:pt>
          <cx:pt idx="49625">4.1299999999999999</cx:pt>
          <cx:pt idx="49626">10.789999999999999</cx:pt>
          <cx:pt idx="49627">14.960000000000001</cx:pt>
          <cx:pt idx="49628">5.79</cx:pt>
          <cx:pt idx="49629">2.46</cx:pt>
          <cx:pt idx="49630">16.629999999999999</cx:pt>
          <cx:pt idx="49631">3.29</cx:pt>
          <cx:pt idx="49632">5.79</cx:pt>
          <cx:pt idx="49633">6.6299999999999999</cx:pt>
          <cx:pt idx="49634">4.1299999999999999</cx:pt>
          <cx:pt idx="49635">4.96</cx:pt>
          <cx:pt idx="49636">2.5</cx:pt>
          <cx:pt idx="49637">10.789999999999999</cx:pt>
          <cx:pt idx="49638">12.460000000000001</cx:pt>
          <cx:pt idx="49639">5.79</cx:pt>
          <cx:pt idx="49640">4.5800000000000001</cx:pt>
          <cx:pt idx="49641">0.82999999999999996</cx:pt>
          <cx:pt idx="49642">8.2899999999999991</cx:pt>
          <cx:pt idx="49643">8.2899999999999991</cx:pt>
          <cx:pt idx="49644">4.5800000000000001</cx:pt>
          <cx:pt idx="49645">3.29</cx:pt>
          <cx:pt idx="49646">4.96</cx:pt>
          <cx:pt idx="49647">1.25</cx:pt>
          <cx:pt idx="49648">0.82999999999999996</cx:pt>
          <cx:pt idx="49649">4.1299999999999999</cx:pt>
          <cx:pt idx="49650">4.1299999999999999</cx:pt>
          <cx:pt idx="49651">8.2899999999999991</cx:pt>
          <cx:pt idx="49652">4.1299999999999999</cx:pt>
          <cx:pt idx="49653">2.1000000000000001</cx:pt>
          <cx:pt idx="49654">2.0800000000000001</cx:pt>
          <cx:pt idx="49655">8.5</cx:pt>
          <cx:pt idx="49656">1.6499999999999999</cx:pt>
          <cx:pt idx="49657">1.6499999999999999</cx:pt>
          <cx:pt idx="49658">3.75</cx:pt>
          <cx:pt idx="49659">1.25</cx:pt>
          <cx:pt idx="49660">1.45</cx:pt>
          <cx:pt idx="49661">4.1299999999999999</cx:pt>
          <cx:pt idx="49662">12.460000000000001</cx:pt>
          <cx:pt idx="49663">1.6299999999999999</cx:pt>
          <cx:pt idx="49664">4.96</cx:pt>
          <cx:pt idx="49665">2.46</cx:pt>
          <cx:pt idx="49666">9.1300000000000008</cx:pt>
          <cx:pt idx="49667">1.25</cx:pt>
          <cx:pt idx="49668">1.6499999999999999</cx:pt>
          <cx:pt idx="49669">1.45</cx:pt>
          <cx:pt idx="49670">0.39000000000000001</cx:pt>
          <cx:pt idx="49671">2.1000000000000001</cx:pt>
          <cx:pt idx="49672">2.9500000000000002</cx:pt>
          <cx:pt idx="49673">2.5499999999999998</cx:pt>
          <cx:pt idx="49674">8.5</cx:pt>
          <cx:pt idx="49675">0.41999999999999998</cx:pt>
          <cx:pt idx="49676">1.6499999999999999</cx:pt>
          <cx:pt idx="49677">1.45</cx:pt>
          <cx:pt idx="49678">1.6499999999999999</cx:pt>
          <cx:pt idx="49679">0.12</cx:pt>
          <cx:pt idx="49680">2.5499999999999998</cx:pt>
          <cx:pt idx="49681">1.25</cx:pt>
          <cx:pt idx="49682">8.25</cx:pt>
          <cx:pt idx="49683">4.1500000000000004</cx:pt>
          <cx:pt idx="49684">1.6499999999999999</cx:pt>
          <cx:pt idx="49685">1.25</cx:pt>
          <cx:pt idx="49686">2.0800000000000001</cx:pt>
          <cx:pt idx="49687">2.1000000000000001</cx:pt>
          <cx:pt idx="49688">0.65000000000000002</cx:pt>
          <cx:pt idx="49689">2.0800000000000001</cx:pt>
          <cx:pt idx="49690">1.6499999999999999</cx:pt>
          <cx:pt idx="49691">1.25</cx:pt>
          <cx:pt idx="49692">0.65000000000000002</cx:pt>
          <cx:pt idx="49693">2.1000000000000001</cx:pt>
          <cx:pt idx="49694">0.79000000000000004</cx:pt>
          <cx:pt idx="49695">0.84999999999999998</cx:pt>
          <cx:pt idx="49696">2.0800000000000001</cx:pt>
          <cx:pt idx="49697">6.9500000000000002</cx:pt>
          <cx:pt idx="49698">2.9500000000000002</cx:pt>
          <cx:pt idx="49699">1.25</cx:pt>
          <cx:pt idx="49700">2.1000000000000001</cx:pt>
          <cx:pt idx="49701">8.5</cx:pt>
          <cx:pt idx="49702">1.25</cx:pt>
          <cx:pt idx="49703">8.25</cx:pt>
          <cx:pt idx="49704">8.25</cx:pt>
          <cx:pt idx="49705">8.25</cx:pt>
          <cx:pt idx="49706">12.75</cx:pt>
          <cx:pt idx="49707">2.5499999999999998</cx:pt>
          <cx:pt idx="49708">2.9500000000000002</cx:pt>
          <cx:pt idx="49709">0.55000000000000004</cx:pt>
          <cx:pt idx="49710">1.25</cx:pt>
          <cx:pt idx="49711">0.65000000000000002</cx:pt>
          <cx:pt idx="49712">2.1000000000000001</cx:pt>
          <cx:pt idx="49713">0.65000000000000002</cx:pt>
          <cx:pt idx="49714">2.8900000000000001</cx:pt>
          <cx:pt idx="49715">2.0800000000000001</cx:pt>
          <cx:pt idx="49716">2.1000000000000001</cx:pt>
          <cx:pt idx="49717">1.6499999999999999</cx:pt>
          <cx:pt idx="49718">9.9499999999999993</cx:pt>
          <cx:pt idx="49719">4.9500000000000002</cx:pt>
          <cx:pt idx="49720">2.9500000000000002</cx:pt>
          <cx:pt idx="49721">1.45</cx:pt>
          <cx:pt idx="49722">3.75</cx:pt>
          <cx:pt idx="49723">12.75</cx:pt>
          <cx:pt idx="49724">4.1500000000000004</cx:pt>
          <cx:pt idx="49725">4.9500000000000002</cx:pt>
          <cx:pt idx="49726">2.9500000000000002</cx:pt>
          <cx:pt idx="49727">8.25</cx:pt>
          <cx:pt idx="49728">0.65000000000000002</cx:pt>
          <cx:pt idx="49729">1.6499999999999999</cx:pt>
          <cx:pt idx="49730">8.25</cx:pt>
          <cx:pt idx="49731">0.84999999999999998</cx:pt>
          <cx:pt idx="49732">2.1000000000000001</cx:pt>
          <cx:pt idx="49733">1.45</cx:pt>
          <cx:pt idx="49734">1.25</cx:pt>
          <cx:pt idx="49735">2.1000000000000001</cx:pt>
          <cx:pt idx="49736">0.39000000000000001</cx:pt>
          <cx:pt idx="49737">2.9500000000000002</cx:pt>
          <cx:pt idx="49738">1.45</cx:pt>
          <cx:pt idx="49739">1.25</cx:pt>
          <cx:pt idx="49740">1.6899999999999999</cx:pt>
          <cx:pt idx="49741">1.25</cx:pt>
          <cx:pt idx="49742">0.20999999999999999</cx:pt>
          <cx:pt idx="49743">4.9500000000000002</cx:pt>
          <cx:pt idx="49744">0.41999999999999998</cx:pt>
          <cx:pt idx="49745">0.41999999999999998</cx:pt>
          <cx:pt idx="49746">1.25</cx:pt>
          <cx:pt idx="49747">0.12</cx:pt>
          <cx:pt idx="49748">1.45</cx:pt>
          <cx:pt idx="49749">0.55000000000000004</cx:pt>
          <cx:pt idx="49750">0.39000000000000001</cx:pt>
          <cx:pt idx="49751">0.41999999999999998</cx:pt>
          <cx:pt idx="49752">1.6499999999999999</cx:pt>
          <cx:pt idx="49753">4.9500000000000002</cx:pt>
          <cx:pt idx="49754">4.9500000000000002</cx:pt>
          <cx:pt idx="49755">7.6500000000000004</cx:pt>
          <cx:pt idx="49756">1.45</cx:pt>
          <cx:pt idx="49757">7.0800000000000001</cx:pt>
          <cx:pt idx="49758">1.6499999999999999</cx:pt>
          <cx:pt idx="49759">1.6899999999999999</cx:pt>
          <cx:pt idx="49760">2.0800000000000001</cx:pt>
          <cx:pt idx="49761">2.1000000000000001</cx:pt>
          <cx:pt idx="49762">8.25</cx:pt>
          <cx:pt idx="49763">4.9500000000000002</cx:pt>
          <cx:pt idx="49764">2.9500000000000002</cx:pt>
          <cx:pt idx="49765">1.45</cx:pt>
          <cx:pt idx="49766">2.5499999999999998</cx:pt>
          <cx:pt idx="49767">1.6499999999999999</cx:pt>
          <cx:pt idx="49768">1.45</cx:pt>
          <cx:pt idx="49769">0.39000000000000001</cx:pt>
          <cx:pt idx="49770">2.5499999999999998</cx:pt>
          <cx:pt idx="49771">4.6500000000000004</cx:pt>
          <cx:pt idx="49772">1.6499999999999999</cx:pt>
          <cx:pt idx="49773">2.1000000000000001</cx:pt>
          <cx:pt idx="49774">1.25</cx:pt>
          <cx:pt idx="49775">2.1000000000000001</cx:pt>
          <cx:pt idx="49776">2.9500000000000002</cx:pt>
          <cx:pt idx="49777">2.9500000000000002</cx:pt>
          <cx:pt idx="49778">2.9500000000000002</cx:pt>
          <cx:pt idx="49779">1.25</cx:pt>
          <cx:pt idx="49780">1.25</cx:pt>
          <cx:pt idx="49781">2.9500000000000002</cx:pt>
          <cx:pt idx="49782">1.6499999999999999</cx:pt>
          <cx:pt idx="49783">0.55000000000000004</cx:pt>
          <cx:pt idx="49784">1.45</cx:pt>
          <cx:pt idx="49785">4.9500000000000002</cx:pt>
          <cx:pt idx="49786">2.9500000000000002</cx:pt>
          <cx:pt idx="49787">1.25</cx:pt>
          <cx:pt idx="49788">0.41999999999999998</cx:pt>
          <cx:pt idx="49789">2.1000000000000001</cx:pt>
          <cx:pt idx="49790">8.25</cx:pt>
          <cx:pt idx="49791">8.25</cx:pt>
          <cx:pt idx="49792">8.25</cx:pt>
          <cx:pt idx="49793">1.25</cx:pt>
          <cx:pt idx="49794">1.45</cx:pt>
          <cx:pt idx="49795">4.1500000000000004</cx:pt>
          <cx:pt idx="49796">2.1000000000000001</cx:pt>
          <cx:pt idx="49797">2.1000000000000001</cx:pt>
          <cx:pt idx="49798">0.39000000000000001</cx:pt>
          <cx:pt idx="49799">8.5</cx:pt>
          <cx:pt idx="49800">2.9500000000000002</cx:pt>
          <cx:pt idx="49801">1.25</cx:pt>
          <cx:pt idx="49802">1.25</cx:pt>
          <cx:pt idx="49803">0.41999999999999998</cx:pt>
          <cx:pt idx="49804">2.0800000000000001</cx:pt>
          <cx:pt idx="49805">2.4900000000000002</cx:pt>
          <cx:pt idx="49806">0.12</cx:pt>
          <cx:pt idx="49807">0.55000000000000004</cx:pt>
          <cx:pt idx="49808">2.8900000000000001</cx:pt>
          <cx:pt idx="49809">8.5</cx:pt>
          <cx:pt idx="49810">8.25</cx:pt>
          <cx:pt idx="49811">1.25</cx:pt>
          <cx:pt idx="49812">1.45</cx:pt>
          <cx:pt idx="49813">8.25</cx:pt>
          <cx:pt idx="49814">2.9500000000000002</cx:pt>
          <cx:pt idx="49815">8.5</cx:pt>
          <cx:pt idx="49816">0.79000000000000004</cx:pt>
          <cx:pt idx="49817">2.1000000000000001</cx:pt>
          <cx:pt idx="49818">0.65000000000000002</cx:pt>
          <cx:pt idx="49819">4.1299999999999999</cx:pt>
          <cx:pt idx="49820">16.629999999999999</cx:pt>
          <cx:pt idx="49821">7.46</cx:pt>
          <cx:pt idx="49822">5.79</cx:pt>
          <cx:pt idx="49823">4.1299999999999999</cx:pt>
          <cx:pt idx="49824">0.82999999999999996</cx:pt>
          <cx:pt idx="49825">3.29</cx:pt>
          <cx:pt idx="49826">4.1299999999999999</cx:pt>
          <cx:pt idx="49827">0.82999999999999996</cx:pt>
          <cx:pt idx="49828">9.9600000000000009</cx:pt>
          <cx:pt idx="49829">10.789999999999999</cx:pt>
          <cx:pt idx="49830">4.1299999999999999</cx:pt>
          <cx:pt idx="49831">1.6299999999999999</cx:pt>
          <cx:pt idx="49832">14.960000000000001</cx:pt>
          <cx:pt idx="49833">2.46</cx:pt>
          <cx:pt idx="49834">1.25</cx:pt>
          <cx:pt idx="49835">3.29</cx:pt>
          <cx:pt idx="49836">3.29</cx:pt>
          <cx:pt idx="49837">5.79</cx:pt>
          <cx:pt idx="49838">8.2899999999999991</cx:pt>
          <cx:pt idx="49839">5.79</cx:pt>
          <cx:pt idx="49840">1.6299999999999999</cx:pt>
          <cx:pt idx="49841">10.789999999999999</cx:pt>
          <cx:pt idx="49842">2.46</cx:pt>
          <cx:pt idx="49843">4.1299999999999999</cx:pt>
          <cx:pt idx="49844">5.79</cx:pt>
          <cx:pt idx="49845">5.79</cx:pt>
          <cx:pt idx="49846">3.29</cx:pt>
          <cx:pt idx="49847">2.46</cx:pt>
          <cx:pt idx="49848">8.2899999999999991</cx:pt>
          <cx:pt idx="49849">3.29</cx:pt>
          <cx:pt idx="49850">4.5800000000000001</cx:pt>
          <cx:pt idx="49851">3.29</cx:pt>
          <cx:pt idx="49852">3.29</cx:pt>
          <cx:pt idx="49853">3.29</cx:pt>
          <cx:pt idx="49854">4.1299999999999999</cx:pt>
          <cx:pt idx="49855">1.25</cx:pt>
          <cx:pt idx="49856">2.46</cx:pt>
          <cx:pt idx="49857">2.46</cx:pt>
          <cx:pt idx="49858">4.1299999999999999</cx:pt>
          <cx:pt idx="49859">0.82999999999999996</cx:pt>
          <cx:pt idx="49860">1.6299999999999999</cx:pt>
          <cx:pt idx="49861">1.25</cx:pt>
          <cx:pt idx="49862">4.1299999999999999</cx:pt>
          <cx:pt idx="49863">4.1299999999999999</cx:pt>
          <cx:pt idx="49864">3.29</cx:pt>
          <cx:pt idx="49865">1.6299999999999999</cx:pt>
          <cx:pt idx="49866">4.96</cx:pt>
          <cx:pt idx="49867">2.46</cx:pt>
          <cx:pt idx="49868">0.39000000000000001</cx:pt>
          <cx:pt idx="49869">3.75</cx:pt>
          <cx:pt idx="49870">8.5</cx:pt>
          <cx:pt idx="49871">0.82999999999999996</cx:pt>
          <cx:pt idx="49872">0.65000000000000002</cx:pt>
          <cx:pt idx="49873">1.6499999999999999</cx:pt>
          <cx:pt idx="49874">8.25</cx:pt>
          <cx:pt idx="49875">8.25</cx:pt>
          <cx:pt idx="49876">8.25</cx:pt>
          <cx:pt idx="49877">4.25</cx:pt>
          <cx:pt idx="49878">8.5</cx:pt>
          <cx:pt idx="49879">1.45</cx:pt>
          <cx:pt idx="49880">4.25</cx:pt>
          <cx:pt idx="49881">0.41999999999999998</cx:pt>
          <cx:pt idx="49882">14.949999999999999</cx:pt>
          <cx:pt idx="49883">1.45</cx:pt>
          <cx:pt idx="49884">1.25</cx:pt>
          <cx:pt idx="49885">0.41999999999999998</cx:pt>
          <cx:pt idx="49886">2.9500000000000002</cx:pt>
          <cx:pt idx="49887">8.5</cx:pt>
          <cx:pt idx="49888">1.6499999999999999</cx:pt>
          <cx:pt idx="49889">1.25</cx:pt>
          <cx:pt idx="49890">0.20999999999999999</cx:pt>
          <cx:pt idx="49891">0.39000000000000001</cx:pt>
          <cx:pt idx="49892">2.1000000000000001</cx:pt>
          <cx:pt idx="49893">2.0800000000000001</cx:pt>
          <cx:pt idx="49894">4.25</cx:pt>
          <cx:pt idx="49895">8.25</cx:pt>
          <cx:pt idx="49896">8.25</cx:pt>
          <cx:pt idx="49897">1.45</cx:pt>
          <cx:pt idx="49898">8.25</cx:pt>
          <cx:pt idx="49899">2.9500000000000002</cx:pt>
          <cx:pt idx="49900">1.6499999999999999</cx:pt>
          <cx:pt idx="49901">1.25</cx:pt>
          <cx:pt idx="49902">6.3499999999999996</cx:pt>
          <cx:pt idx="49903">1.6499999999999999</cx:pt>
          <cx:pt idx="49904">4.9500000000000002</cx:pt>
          <cx:pt idx="49905">4.9500000000000002</cx:pt>
          <cx:pt idx="49906">0.41999999999999998</cx:pt>
          <cx:pt idx="49907">1.8500000000000001</cx:pt>
          <cx:pt idx="49908">2.5499999999999998</cx:pt>
          <cx:pt idx="49909">4.9500000000000002</cx:pt>
          <cx:pt idx="49910">0.41999999999999998</cx:pt>
          <cx:pt idx="49911">3.75</cx:pt>
          <cx:pt idx="49912">0.55000000000000004</cx:pt>
          <cx:pt idx="49913">4.1500000000000004</cx:pt>
          <cx:pt idx="49914">2.1000000000000001</cx:pt>
          <cx:pt idx="49915">0.79000000000000004</cx:pt>
          <cx:pt idx="49916">2.0800000000000001</cx:pt>
          <cx:pt idx="49917">4.25</cx:pt>
          <cx:pt idx="49918">10.949999999999999</cx:pt>
          <cx:pt idx="49919">4.1299999999999999</cx:pt>
          <cx:pt idx="49920">5.79</cx:pt>
          <cx:pt idx="49921">7.46</cx:pt>
          <cx:pt idx="49922">4.1299999999999999</cx:pt>
          <cx:pt idx="49923">3.29</cx:pt>
          <cx:pt idx="49924">16.629999999999999</cx:pt>
          <cx:pt idx="49925">4.1299999999999999</cx:pt>
          <cx:pt idx="49926">0.82999999999999996</cx:pt>
          <cx:pt idx="49927">10.789999999999999</cx:pt>
          <cx:pt idx="49928">4.1299999999999999</cx:pt>
          <cx:pt idx="49929">1.6299999999999999</cx:pt>
          <cx:pt idx="49930">1.6299999999999999</cx:pt>
          <cx:pt idx="49931">2.46</cx:pt>
          <cx:pt idx="49932">0.82999999999999996</cx:pt>
          <cx:pt idx="49933">0.41999999999999998</cx:pt>
          <cx:pt idx="49934">3.29</cx:pt>
          <cx:pt idx="49935">7.46</cx:pt>
          <cx:pt idx="49936">5.79</cx:pt>
          <cx:pt idx="49937">4.1299999999999999</cx:pt>
          <cx:pt idx="49938">8.2899999999999991</cx:pt>
          <cx:pt idx="49939">5.79</cx:pt>
          <cx:pt idx="49940">4.96</cx:pt>
          <cx:pt idx="49941">0.41999999999999998</cx:pt>
          <cx:pt idx="49942">1.6299999999999999</cx:pt>
          <cx:pt idx="49943">10.789999999999999</cx:pt>
          <cx:pt idx="49944">5.79</cx:pt>
          <cx:pt idx="49945">5.79</cx:pt>
          <cx:pt idx="49946">4.5800000000000001</cx:pt>
          <cx:pt idx="49947">3.29</cx:pt>
          <cx:pt idx="49948">0.82999999999999996</cx:pt>
          <cx:pt idx="49949">3.29</cx:pt>
          <cx:pt idx="49950">1.6299999999999999</cx:pt>
          <cx:pt idx="49951">3.29</cx:pt>
          <cx:pt idx="49952">0.82999999999999996</cx:pt>
          <cx:pt idx="49953">0.82999999999999996</cx:pt>
          <cx:pt idx="49954">2.46</cx:pt>
          <cx:pt idx="49955">4.96</cx:pt>
          <cx:pt idx="49956">3.29</cx:pt>
          <cx:pt idx="49957">4.96</cx:pt>
          <cx:pt idx="49958">3.29</cx:pt>
          <cx:pt idx="49959">4.1299999999999999</cx:pt>
          <cx:pt idx="49960">1.25</cx:pt>
          <cx:pt idx="49961">2.46</cx:pt>
          <cx:pt idx="49962">1.25</cx:pt>
          <cx:pt idx="49963">2.46</cx:pt>
          <cx:pt idx="49964">0.82999999999999996</cx:pt>
          <cx:pt idx="49965">1.25</cx:pt>
          <cx:pt idx="49966">2.7599999999999998</cx:pt>
          <cx:pt idx="49967">4.1299999999999999</cx:pt>
          <cx:pt idx="49968">4.1299999999999999</cx:pt>
          <cx:pt idx="49969">3.29</cx:pt>
          <cx:pt idx="49970">1.6299999999999999</cx:pt>
          <cx:pt idx="49971">2.46</cx:pt>
          <cx:pt idx="49972">4.1299999999999999</cx:pt>
          <cx:pt idx="49973">0.82999999999999996</cx:pt>
          <cx:pt idx="49974">0.84999999999999998</cx:pt>
          <cx:pt idx="49975">1.45</cx:pt>
          <cx:pt idx="49976">4.9500000000000002</cx:pt>
          <cx:pt idx="49977">2.9500000000000002</cx:pt>
          <cx:pt idx="49978">7.0800000000000001</cx:pt>
          <cx:pt idx="49979">0.79000000000000004</cx:pt>
          <cx:pt idx="49980">4.1299999999999999</cx:pt>
          <cx:pt idx="49981">3.29</cx:pt>
          <cx:pt idx="49982">12.460000000000001</cx:pt>
          <cx:pt idx="49983">2.46</cx:pt>
          <cx:pt idx="49984">4.1299999999999999</cx:pt>
          <cx:pt idx="49985">5.79</cx:pt>
          <cx:pt idx="49986">7.46</cx:pt>
          <cx:pt idx="49987">24.960000000000001</cx:pt>
          <cx:pt idx="49988">12.460000000000001</cx:pt>
          <cx:pt idx="49989">4.1299999999999999</cx:pt>
          <cx:pt idx="49990">10.789999999999999</cx:pt>
          <cx:pt idx="49991">2.46</cx:pt>
          <cx:pt idx="49992">3.29</cx:pt>
          <cx:pt idx="49993">8.2899999999999991</cx:pt>
          <cx:pt idx="49994">6.6299999999999999</cx:pt>
          <cx:pt idx="49995">10.789999999999999</cx:pt>
          <cx:pt idx="49996">12.460000000000001</cx:pt>
          <cx:pt idx="49997">4.1299999999999999</cx:pt>
          <cx:pt idx="49998">5.79</cx:pt>
          <cx:pt idx="49999">3.29</cx:pt>
          <cx:pt idx="50000">8.2899999999999991</cx:pt>
          <cx:pt idx="50001">4.96</cx:pt>
          <cx:pt idx="50002">3.29</cx:pt>
          <cx:pt idx="50003">3.29</cx:pt>
          <cx:pt idx="50004">1.25</cx:pt>
          <cx:pt idx="50005">16.629999999999999</cx:pt>
          <cx:pt idx="50006">3.29</cx:pt>
          <cx:pt idx="50007">1.25</cx:pt>
          <cx:pt idx="50008">4.1299999999999999</cx:pt>
          <cx:pt idx="50009">1.6299999999999999</cx:pt>
          <cx:pt idx="50010">4.1299999999999999</cx:pt>
          <cx:pt idx="50011">8.2899999999999991</cx:pt>
          <cx:pt idx="50012">4.1299999999999999</cx:pt>
          <cx:pt idx="50013">8.25</cx:pt>
          <cx:pt idx="50014">1.6499999999999999</cx:pt>
          <cx:pt idx="50015">0.20999999999999999</cx:pt>
          <cx:pt idx="50016">0.39000000000000001</cx:pt>
          <cx:pt idx="50017">8.5</cx:pt>
          <cx:pt idx="50018">1.25</cx:pt>
          <cx:pt idx="50019">1.6499999999999999</cx:pt>
          <cx:pt idx="50020">1.25</cx:pt>
          <cx:pt idx="50021">1.25</cx:pt>
          <cx:pt idx="50022">2.4900000000000002</cx:pt>
          <cx:pt idx="50023">1.6499999999999999</cx:pt>
          <cx:pt idx="50024">8.5</cx:pt>
          <cx:pt idx="50025">0.79000000000000004</cx:pt>
          <cx:pt idx="50026">8.25</cx:pt>
          <cx:pt idx="50027">1.8500000000000001</cx:pt>
          <cx:pt idx="50028">0.82999999999999996</cx:pt>
          <cx:pt idx="50029">4.9500000000000002</cx:pt>
          <cx:pt idx="50030">4.1500000000000004</cx:pt>
          <cx:pt idx="50031">0.39000000000000001</cx:pt>
          <cx:pt idx="50032">1.45</cx:pt>
          <cx:pt idx="50033">4.1500000000000004</cx:pt>
          <cx:pt idx="50034">2.9500000000000002</cx:pt>
          <cx:pt idx="50035">1.79</cx:pt>
          <cx:pt idx="50036">2.4900000000000002</cx:pt>
          <cx:pt idx="50037">0.65000000000000002</cx:pt>
          <cx:pt idx="50038">0.41999999999999998</cx:pt>
          <cx:pt idx="50039">1.45</cx:pt>
          <cx:pt idx="50040">0.84999999999999998</cx:pt>
          <cx:pt idx="50041">7.0800000000000001</cx:pt>
          <cx:pt idx="50042">3.75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clusteredColumn" uniqueId="{7022889F-5FAA-4AAA-8361-37E9516873B7}">
          <cx:tx>
            <cx:txData>
              <cx:f>data!$G$1</cx:f>
              <cx:v>UnitPrice</cx:v>
            </cx:txData>
          </cx:tx>
          <cx:spPr>
            <a:solidFill>
              <a:srgbClr val="FFBB57"/>
            </a:solidFill>
          </cx:spPr>
          <cx:dataLabels>
            <cx:numFmt formatCode="#,##0" sourceLinked="0"/>
            <cx:visibility seriesName="0" categoryName="0" value="1"/>
            <cx:separator>, </cx:separator>
          </cx:dataLabels>
          <cx:dataId val="0"/>
          <cx:layoutPr>
            <cx:binning intervalClosed="r">
              <cx:binCount val="10"/>
            </cx:binning>
          </cx:layoutPr>
        </cx:series>
      </cx:plotAreaRegion>
      <cx:axis id="0">
        <cx:catScaling gapWidth="0"/>
        <cx:title>
          <cx:tx>
            <cx:txData>
              <cx:v>Price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rPr>
                <a:t>Price</a:t>
              </a:r>
            </a:p>
          </cx:txPr>
        </cx:title>
        <cx:tickLabels/>
        <cx:numFmt formatCode="$#,##0.00" sourceLinked="0"/>
      </cx:axis>
      <cx:axis id="1">
        <cx:valScaling/>
        <cx:title>
          <cx:tx>
            <cx:txData>
              <cx:v>Frequency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rPr>
                <a:t>Frequency</a:t>
              </a:r>
            </a:p>
          </cx:txPr>
        </cx:title>
        <cx:tickLabels/>
        <cx:numFmt formatCode="#,##0" sourceLinked="0"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'Country Performance'!$J$8:$J$12</cx:f>
        <cx:nf>'Country Performance'!$J$7</cx:nf>
        <cx:lvl ptCount="5" name="Country">
          <cx:pt idx="0">United Kingdom</cx:pt>
          <cx:pt idx="1">Netherlands</cx:pt>
          <cx:pt idx="2">EIRE</cx:pt>
          <cx:pt idx="3">Germany</cx:pt>
          <cx:pt idx="4">France</cx:pt>
        </cx:lvl>
      </cx:strDim>
      <cx:numDim type="colorVal">
        <cx:f>'Country Performance'!$K$8:$K$12</cx:f>
        <cx:nf>'Country Performance'!$K$7</cx:nf>
        <cx:lvl ptCount="5" formatCode="&quot;$&quot;#,##0.00" name="Revenue">
          <cx:pt idx="0">838786.18000004475</cx:pt>
          <cx:pt idx="1">25865.619999999999</cx:pt>
          <cx:pt idx="2">24063.380000000005</cx:pt>
          <cx:pt idx="3">20764.849999999988</cx:pt>
          <cx:pt idx="4">19632.720000000001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regionMap" uniqueId="{9E3FCB88-6841-429A-88FF-227DF08E6687}">
          <cx:tx>
            <cx:txData>
              <cx:f>'Country Performance'!$K$7</cx:f>
              <cx:v>Revenue</cx:v>
            </cx:txData>
          </cx:tx>
          <cx:spPr>
            <a:solidFill>
              <a:schemeClr val="bg1">
                <a:lumMod val="75000"/>
              </a:schemeClr>
            </a:solidFill>
          </cx:spPr>
          <cx:dataId val="0"/>
          <cx:layoutPr>
            <cx:regionLabelLayout val="none"/>
            <cx:geography cultureLanguage="en-US" cultureRegion="US" attribution="Powered by Bing">
              <cx:geoCache provider="{E9337A44-BEBE-4D9F-B70C-5C5E7DAFC167}">
                <cx:binary>5HrZkuS2kuWvlOl5WCKxo61vmw3J2DIyIvfMqnqhpTJTBFcQC9evH49IqVRVUuveNuuxHrN5YRAE
FwDufvz4Qfz7y/RvL/Xbs/0wNXXr/u1l+sdPyvvu337+2b2ot+bZfWyKF6ud/tV/fNHNz/rXX4uX
t59f7fNYtPnPKIzIzy/q2fq36af/+Hd4W/6mL/XLsy90e9O/2fn2zfW1d3/T95ddH1503/rT4zm8
6R8/PbSFf3v9sIePvurmpw9vrS/8fD93b//46btbf/rw848v/NPHP9QwPt+/wrMUf5QEC8xQhCIq
UIh/+lDrNv+tO0AfKQ0pw6HkYRhGCEW/f/v43MDz//q4zqN6fn21b859+O33z89/N5c/dxdOJ+8L
k+jT8Dfxeb4/f7/w//HvP1yAFfjhyje2+XG5/lnXj6Y5vnn1Zuvn9tX9vjb/DXZBHxGhnFEmWIhp
RNl3dqEfKaNgsCgKORciFND97hLvZvkXx/TXNvnu4R8M8l3fj9Y4Xv7PW2O1u139vhb/DWbAHyNB
wPcFpTxCQoL7fxse4mNEmJAcR1RyGYZY/v7tdzvs7NvJMX6/+FcD+msbfH3wh/X/ev3Htd/BrCHy
f3DzP134vxoJa/vcvrz93WT/a+BE2EfAJUEigkPGSMi+Byf0kdBIEi4RJxyMdIqRb4Pgnw/nr9f+
9+d+WPrfL/+48uvb//mV37zZ5rmdf5//X/nZf23pafQREoIIeSgFFoJx9J3jR+FHEoZMEkF4BL+Y
/P7pd7//F8bz12v/9cEfFv/r9R9XP/1/wO+/BuV/Y1b+/wp2fkCtbzLwV+6SPvvn1Zn0/Mu9Zw8D
PvbDo3/Hnd4NuHv9x08cS8wiQJSvdOr0mu/w5Va/VM91/bvnf/fU27Pz//gpiPBHhgG+JAqFFARz
+tOH8e33Lk4xwhJugFwuMERYq61XQMr4R0ZYyATlSEoREv7TB6f737qIBBYmwohTLiJEv9LOa13P
uW6/rthv7Q9t31zrovXuHz/B3R+699tOo6WEyFAQGnJJJUaCn6K8e3m+BZYJd0f/S4yN5npSIom4
t4nsRNGvM6fFfsGT2Ad59uCEDFJZI9HFgZ6H/SCjfOPagKYl0MhNOXofNzxoj1Fl9PF8ZvpQH8cl
qmMfFOowFo26yjuurmbWx2MfDgccjerKN98B63fTe9HdbItc/Uasvzb/I7373/cfftX2w+FufX/O
hn/0nej5H62noiq6t9fi+ce7Ts749bY/8uXJ/F/T6Q8u9U7y/xN/+9vOf80Zz7T7P3fEu/Ht9a39
1g/fefrZBxH5GLEQuEkEHIUxLsGZ3l0wij6GgkcA5ALjCEkhvnogkx9DdvKW392OfsSYkkhweA2H
n/+S25GTW/3hdlBJIEaJoJhRAaWHlBBm37pdNBkNtAqplc/D9rJvgulaTnV/2RpxaMPrXqn2peko
SiaE/RGuRLKQaW+wusvrvL1d5v1CpYojodFmqUV4KUqbxXM0qIRktbsa3JztAl3fttmSH5Sjyzof
giJleRBtcy/JtuiKLAl0O6Yt2gfjiHeID92GsErGcznGZekLFeecb/C8lImDzkc9xKoqaTrkDd0q
ZYa7b+DjN//9NhzZad7frQuENA1ZGAl8Mhg7hes34chaJKfJmyl1bQRf1zrotkaaPB7zfj4SJYLH
ZZ7jZqpJ4glqNxEO3G3HnVkHc5o3NltXpWM3s21sMg2GbvKJqLXWIo/zbpm+lFWQx5ML0UpFAiXC
NOqQjaxMCG+mNCLabsol8xuaNWHs53a+JNzruHURvsTU44dFTb81S9rEbcafwp7tiUf8gE6HKgrN
SvVVl0RRIJa4KvWtlsbcQ5WJ9pPmJs48Wu6tyeyN4mh1bmXDEN4HDV+hqjY3MivC+8FpGzfeRnt+
aqo5w6laJpfIqVVxtSD8NCILBlnwcjg33VNNjN/+vUnIn00CFsEcQJhRzPkJpb81iZpKwXVN+5TZ
NeqW1wFF2dM0MLtpcFitG10GT9T7IW6kJAdlWfnUl7sAGfVYq4cgmuc9wXln4nDo5r2rBpTAOvo0
u5xkiI59b9DxfDacmlj7IDV5KxOTB2KrO9fFtRY6zlGWHVTn/VO+HKOAd48VBPBVhvGXcEbsMVep
kjk+hAu+mrFWdz2qP6vJ/bI04N8d41Msc+8fKk7zQ282f79KGIj4944LGYwgEqETSIRAC79fpSlH
Ja8ktqkVURZHA0MPHs3DzjOFktC2+IHJWm8NzhsYKGnSntcpdBZuJWyWeh3GbuzwQy85meKC2zah
5UiuKoqjzdigOUZDX/CYi6xPfSQWMLy0c2x5ve+mZXikfZ1vs5CMm5C8jmSIDqFr+u0y12S3NH46
iGIK0n8y6z/BGAOGwDFU6TBnzsIfwtW5ahpIFLg0tGzejEVYQli19nJxDh+8lSa1suVrrAKd+lLx
HR0zntSloI8578y6CKZ5XTDRXC8iy3Za1f0Sd0OVb2nHj1VVXNDFowdkbX2TV8Eum51NhtlnR4oy
Gk+sdXcj0e06qqSJ2wJNF6Rsg4veuiUdmkkmfz9h9KdggDrgJBZJSqmEkiz83sxlF/IOt86ndBqr
tKQ1vuS47tezKJuYlpnZjXn3UKhZfHF82lWDEA8mwuFWVsVtPVbtKXD9ZQsS3KUbSn9pC4t8fG6f
D0XIiu3YMvFkZPTWqjm6LQqHLgJiuhXqmuqfzOg84u8Ql3ECiZEghjkS0dmxv0Hc1oppIpTYNCzq
LeZeHmdfoF2pO76Zgb2lWa/KpGnrLCGkmbeAYFfDoNNgIdn+j0M3iC9lFwR7IzTZdMT0MQ3qRLgi
7ONc0X1UzuoA8TjcClOkaMzza7tEeRLJoY+VI/NB+2I5UFscLV/stl76W6LmZVNnC3woa9sNG7pP
FaSFQ8tJfpDtxXscaD/iY9fNsWGl+CJ5kKWi8HQ7an2B5zw7NLQaUjlH7a4NrH50tYxb3w5pr010
mAtaXIqxd6tqMsFTV6DDEmD3iuX0FGXTP0FTxEAP+QEoBCchwphHUgKR+AEogm6qeauiJjVBPye6
5s0qnEbfJcswDokrxLgLWz3dFkA/DR/wUw1JcGcaVKV9j+V9T6J65XWtNxXy9aXOLO6TaQqnXd70
T/MyhJcRyYu7Tjqy80sdxQUJ1Z0I0D2h40MnKr5nBSpiO1l6N+Z0RWy+KgeJr7lUYzxaNm6josqD
mKriooqcj4nt5i06gZisUJuqLrJJI4SJh2iid5Eqx50LpzxpizhsEWIbI2yZTJUqVhKg7EbX04qV
TO4KWvNdKF2xbWZhrseyT1hY+33la3rXjm5aOf1aLq7a5ZKgCxGUeDfR+mWY62VXE5kfQCdsEoGH
LcJlkLBIy6vzYVgWeQVObLv1TNr+i46yOtW9jJJhzH8JaCPvzChN0odznoqqA/wMuY2HMBAibmry
CbvmYIoSP4yZRikrO7kJQtOvXMGWtV8Gs/ERr1ZnKG8wMptcRtXK+yhLOklMgrvJ/ho4d6eaMRzi
KTPd54JmalNa+tCX3O9GOZEjYN+r8yrYkcA2R2mGdcPUp6xz2QqV+ZgEqp0vsG/gFV1bD4eiGexl
l7m1aO5c33VPiEh9RHlTx30/zFfh3OQmXij7XGVCJ90EmaLUtIsbNboNJtiuct+xayAaTFQQeH3d
ZHEvpbuoq+Wm7jMZ60Es6VxIe6tZ90lPovlSLl2b5t3g9nnFyL3txr05XW8Z71YDm8f1lPOs3yhb
VUkBpVoCCaC/EHjsHgnJgeSE1NLY5FkUj2KaPzH6NLFuTIhj/TbAxt1WCqV4nONiVlA2GSaT38I5
6ouEdm6fmSz8shRcJwXG+a3V+9AvNLWDWZ6oUjdRDd9mHauzeOqKtGy7HMfliNEFcC5i12M1XCMz
kIdlUEtss6a8L5TjKyKXNa1wtyukyI9G0jpFNBufgQPFMiz9qin74qIW9bBZKpKv0CmZn5touc7y
CmjiKRTarzf0Le6vaDjfL5wHq9zVftOdIrdv0c7Wy0rMc/uFUFYA+DdFwgYCIVtbVe2rVtUXvhR3
pa3MjiE8AKENrwStxuMIjDSLeV7Un2pS67QrcHnlSbDR1ZitdJEBbIXOrx0Qipnwat/xmcejxmXc
jhXZmFaMhwjPd7bvlijFbesu5Iya6yJAYeoGEhTxFJYvmvn8ECw4P7A1RKdXnG/PoTbJ3CQiNGh9
RpBJdYkm83QtlIgNkeKqP8XcEo02sYCYa91YkZ7vUF2NpkRUvX0L5j6bgXDXKSBddgQikh3PZ30h
dMoKj1Jko93fp2nYHTgl4m/TWsQEpqA6UAYqHqfkh0TdZ77ngUJRws+rrSqGL9Fo5SY0AAymXIb7
emHmwONgHh4Wa+ZrEYZtFucAYtlEMwux/Sk05anyqH6VuEn1bFZoGYbDUrXtdVd3d3kx6Wodjh6n
1SlLTbPJ9j6UeF/qeCkoOQZFRY4RzQaIYSibMmlvojFsDrgjFzNwu60mxRIbH9B9R9oH650v1jmq
E0+tv1rGp/ehVCYHO/dBskyC39WmC5JxqGhiI2nWywT4m9Har1E7sE/LWK/GBQ2/qGK4NtK/tpkn
lzOtulvkgy+ig9jlZXWMyrG9J1lZxnnVV5cDJetg8XmKgEU/IKxxaiJ0dAyTVW7H+ZNbuthlkm0G
2cA6Zb5O2xHuZ7hXd025XE5TbtallH6nw7bevuOgL0MBbhfonS+Iipd5MZD5pFx1RvvbxjRsbUtT
pqQeE1s0xW0lZrQrRNOvwrq/YsXQX57XO4N9oLhdptgNrn6dIVcd3mGSz23SNUWTlGG1fKFDU8bS
dmq1dJqsQ2v0SveDusmHIoubqGOJ08MUa5r7K8IRv8Bl+YjyqbkSQfaCed49wf5bsJ1acdPNnSA7
IfSNcWbantNx2bRP1aybdOzAhiUAdzp4hI4WE7ZtmbU7xueklGGxNYiUd7OYXhRUVteOLa/YRGLX
9M4BKNaDj+tA4vTdi6IcfzrH2VBDySMdPQ5Q7M/ZNCZnt/En3/EIZ/H7tNsKYDJE40zjOayeFPJm
25x4Ue4imQSlDqN0YdWwf4/lkTtAYyFXkR/gw9bOX2pbkl07khE69JyotpRXXUHlVcm6Yd9G0bFt
B9ATWL2Uq6riZVxj9axpPdGYlFbEczEW2yo/TCcWYJd82RZ2YDE3HTnS08GaqFtNZxybO1OsawSE
4hQo5wOD4nn93qvNoHdtyRD4ACrW5ezcKkNlBJS+V9s8HJ6CUkxxq337qW3KOQ6GUCTlYM3WLIDY
QDOBEDY+3KBqvopmgVc58uozw3atyqV5aYAB2lFcDsA2bt8PaG6SXnfrvuhPuIRNsnSTOiJEwiTs
loQRTX7NKT76EpLaYsIYc1uNMdMbzvsjZ6PYn514Asp76XcB1YWOdY9uFUX8oVI0WoHqlCqv/C50
3F87P9mEkrcw8u2zMa9u4ezQRXxY5/6Xmgr3JVeFWmeNr1d8Mq0CmmxdzANUJCUb3C9YjWkwkmJb
zE2zqniGj1LPwBxyDe4/5hLUGRStQSWIcTaTQwd2PYqslqn2DhxlKnCSscZ8FtKe0P9smTF3O0Qh
3mwzT9vKLXbT6mheA9N7lOU4bOnc3dctHg8NZ3oV4H6nm20lOyD2MrI8banAadAURToZz7fmVMba
uXgoZ/s6NAWUwyRbZNrVJYvd1LurRvlxC/8uoCs54ZQHE74FWjatZkfbpBVSb6lBwaqqK/O5HvjN
wtvbvhm2iuv5cajkxUCL4pcg6F8gnYGw01crxcT4SzAMNtXc/WJDQJmu/TI1Du0qI5s4VIW9aikN
do33pE/aSMACEBcgOB+7+UZHdljNnb+BbYnu83uI0dLN1/TEctoaNjlNRePSfTrnjsVxubWOTMl7
Khlh2Uue52UMAxLJGPZ3ZxxtKqgzGo7VesyArJygMhoel3CadlOZiRtXQN2oR4WPpgcPnCrHLkaI
8tWiVu8A2oc8vww0UpuA5WCkgCThVJjPM1WHoAvCu0XiYlt25L4chmgFiEYe86wFps43dQcIPp6A
ox/u9ayfCWr46zyFMew41utmlsve5VkV9+AyVw6b8RYLes2Jlp+k9nStoCjcmIyJT3OODmwsE9uw
Ju60KHZ4MnwdUW6uBo1hFJA1spyG+1lxkIHk4q7gfx0N0F9S3k88XCCWa3RpaB88BmG4bQdlNwuj
Q5pbneQLs5+l1OO6kjNbVxleWYLkpiAQQeikuzVmkJt5KVBqLb2FZe0vPXrrHdSRM8Eblk0vlc/H
VeAJftIKFL0a4CJRXcAT1rfs9n05R14Vaz+h8bbx3VVElnsgXXduarunoHJtUkkoR7hagkMf9cCs
fBOYjViAhOoG613naLZqAABE9iJq55OqQRgcul62bVCscgHZ0pIh+BLqSyZydAOcHcgXL9ljtqj2
Ws6WXpi8uJdOxF4QFg/53OGkskUXawLqXoGDMp1w0e6lZc0jDqrV0tPw87RoFBdmYNm+ifLrc6mC
c9C6dP+Jjq1WaeEWt5LKi7hEo7siMpPbvPRv1vIvLjJFIqayuM4XiLs/zsaWspVk/A2o/3RAJI/W
NqqHvVLFr6NR7X3AIDxzGsUhKYN75HF/iFQAKH9yEiR8kVZ4YBcoKqJP1QPPHb3TrrpeQM1a5dRl
F21dgFwzzzrmgzJ72nuofc8yWFAaFEcBI1cK6xNNdiLpAlpyqAmadrXkzQswLbGP8oYlTQjlTdv3
UHmeOKT+SiSjpjSJU71av2fD/FGTOJ+AC2uhqqfz2bL068lquhVDB9ylWOYhwVW+ryb4zntGO4Gm
6eaquOnqAO9GEy3glaSV67l0Mp5qwVaiUvZBUPU6adyD9g5I0WX8xvuyU6nNpmzVjQFLCXWrQNIh
jztiV864KqnEQI7lAsFbNsYkLBu7VBaPuOD+PtSL3igv5XY+VYhhFrwJEvitD8QlEXj+RNgQU8Oe
NMpJnClWX4TFvO8XGiR9EaVNK8ReZf1FmPvl6BV1dyEEarDYtAvpZY0jbOKxFNH+fNDFjaUD3Ve5
ii4pV3j1jnaubceVMrK6ZHypLqu5QzGepltRNWvGYTJ/bG2BvM0umiy4bWBP4VBhUDOKTvbPOs+T
0VfZbTNHY2yNKOIBFcGjKNsyZdlArlkZVRtbAdlrcMmPg6nGdIKdrgtirL2NWHYt85Wbw/pBO6aO
GcjZpGo80GGR75TBzb0PfL7thuaXLBRVYkipLsbF8E+VSZAro8t5gcveErtnoXBJTVn72LmrczVU
BRXUsYyuJ02bm6Uui/hMGgcUtlDFgsjhyfBZFFV58CDmpa7mUMrVUKhApuDbjtomtg0JLqqhunJA
LQ9GLtNuGOf91Of6cD504ogHE3d+9Gk+NAyCxyxJBAWSpdRszxyPZ8gfGQn2sMoNoF/fgCX0AhuM
bbezsqhSf67PZpp3K9bN87Gk7Bc7jTBCLOajXmRzXEIHKgQIZget2yWts6mMh34Q63CeX5aRgAxr
S72qSyiL31lfwyuouUYzrPw4ng5UAkOGWtZ02aWNxgOQ3geWAQ80naaPpnsYwY0fRNvVt72ku17N
a2ur/Jiz3N1kI4nJkl+aAFKNOalJUGjn+34ILEwkIHcEKXN4D/WuivrbrGbtve2TjvfRPXE8uh+L
7jr0wYXQNrguqk6vgaigPQlYGOtcATcWdtxCYVZc6ijo08xSflWE0qfArKC6qkWeOKNAcRKcMVDE
PTnMlsTnnCcYffDVMuzPLTLJ6bLK9UXRdT0ormION9YaBR4QFoeORZ/OgljewcDpaVawK3yVF5zF
eAzr+F180rIYYwoveRekpHkkvC7vKneqLSRzt25kKvauZglTJlifvUu5bS+6yxm57Bhitdx1ORT2
7bSMu0D65W70NdDipUGxyqBZ6wzH/eLVOgItoF2XdbPNg0vGPuedC9ajCtS+BGan4/NpfT6d2FBA
u9Hbnk27wEj8VKi63anAx9Nk5vctCALcaiNru4o0YicFR81xV6sAdrablm1g51QlipbA+ecqamLZ
8WfPebPLVLMb9SyjNa8EOQUD0Cbb03YF5WN+gVhOgXA6qAROqtfgyCOjfigT7OnTGE3hXo71Wo64
iguveRIaqFAqvUyXUWDc1pXTEFcT2FBl8lZo0cRZUOljFpUOdvpgW07Zer5VC2xMLuChWzLQ6Tbk
U35TFVU8QfXSJFXX9AlRflMZZY7alcVqlm3/4DnuYjri4rVXNmndWOaxavtLY0hzbczwRciq3vui
BojEit4BQUrcqPP0fR26Gt5d+2jXtkCHGFTzT3rKHkI31rtulHdhgLsqrXxqCkcPNQDnZuKVjU2N
9NHT6o0M5Xz9TgKwIdN11ciDdOzZ1cP8BWkNyOBApYgIqVLc9eJOht2hGNvos88aueorNG0hRVZx
3TT4IPKqji0Fh9WVgfpKBb/kUl25POjuQd9u9lk+wZ8MQBRe1U3P4z5iYExZQHkHcvQdEM0uLSre
3LMB5HMjQ2C0o83XQlTlCpSw8pZoBF8QxkAvNI3kacQWm/ggBA5AC8EB+FuVjDVIAnwCaLQL1hdL
YdrEoaxKST6gFfztg609UBqOR/LrDFu08MbwqioxT0rVALfKQI7JybLqpmxOxZKNRwzyCjekV0kG
2Sbt54lAyaZXzbkIPd9yala1JzFqi2yVnXYgmKizPQaGulN5u/MuGHYFz/L1aAP9LAAQhV+eg7m5
h83F5xwUPtHV2WlbW8RA0ttHXrXVrplh+gt3Lpl6ig9oKsmhtwM+FC2PNlHbPZtopHuaUbo/n/Wz
rFf5EpqkG2d7c15gXwfZuhy8WNExcknWyvDyfNBcbLPCLBfSqItorGudsFFPUAluWqZa0L8Aga0I
mu1MuiGlbQibhSjSvxUULZlg84zHk63mAxbML3HEgxhjXKwGh0CrmcHJktpNgBj+OoTtqespc1OC
Jgkycwl70F3WT0dZLPq2ce5h4qb8fCYv88KnT8YVaUGxeqxA5b1s3KwTJ8PgE9RgK8ZMqhDP4qoV
dtu2NdDqrC0uF2SawxRovhatVQfu1W+HKqL7rNb5VVENX4KSZm+QcmPnsuX6fWcgm/IiGcdxNQ55
+DLVdQtbmtg+wsYQ7J3SU5DJGf5Qky96DwoXuND5FI3+dtqWeI5irLLyF879tgeyCXv505B6WVXp
Emb1fnJlv26X2W+7hc2/Kcp5nlfwP4AbLeYO1K7ppkQgOQGluylHrS5C+GtQAraRIuGg4O3l6TC/
08DKxIi3eRIseX2NUFnvHbXjype9uFjAcDEkv/IicxS/wwe1G1Clq9UIdc4S4wDzQ/7YPmULna77
JVh1wi0HRav5OhzV63tJkkf4UZ69RTTAyFA/xGwEfd7PIMENI1QoCBKEjqJH3o7L+owcHD1LnQef
WLW02/PlKrMsnrNhzNZ4pnKPQW0tprJ/I1GzVxEfP9cja1LL9LQj9cQTE9AkhEx3xKQnezdDpS9A
jNw1eRRtqrEwt7WF7EdDk79GwW0hxDrqlflGwIG/TYWrxkRVokbOD8XSg7e4sEzPzWjWl2Xf+ljS
ADj3UKslZcHsUhRB/BW13Y8UHOu0qaM7dveuKo4LqNNxWNZbbWiiTnXMDA4zjaBltyj7P3Sc15Ks
OtSkn0gRCM8trny13+6G2GcbCZCEMALB008Wff45MxMxNwRQ1aYKIa2V+SVxLud4KCMItbeBptGj
UIVH2uStHOasfhSvMYsAh9ItJw1x0l2ggeUjbo2Z3uA+G4BevIOhA+l6N47k3LTZp4vmce6loejJ
TbaBn+76wxhDDhrQ7C7jCxtmXsQBmz/3pjYOMg/W3VW2R9T9/ocU0nuNa35wrbJfpkE596kKf9kK
IjA0QHrcjct9E25JAPsqkDmpE++g3K5Nd3nA69UM0oR+S9yVvLJCOIO8zS6ay3Xm+quW/UfzuKwN
rke9hNNxX3P1REGSPFbNtb/qaWjfwjn+jgoKJaodzCvvaca0S987v/u/9qyN09EZ2rwaHe9GHcWA
rEiPXWZ8S/s5kpxr+2gqlVmePdtA4ByGJwRGxJM738kQmxfjEXP6lDGDNbrAsu/uteul3dr0qlCV
GguxgnfYvEofI7bJdG8+gLfRqyLOrygZaQaFUb73yqh0Gxb3wp0mKv3IkML3/ek0MHhag/KHF+mE
XfZpY8ULKYNV+pmHYu3UM39E8azIy8L8NWM81AdvW6oXGOvN7VOd0W57rR9NH0VpnY/9MD7tGyda
q6NYQ1Suw0PbS9TzznD4crmHnFZPctnGj6Z2X9q4cp52bedxtJp2u34O3dh/C0NzaRsOrYHr4wKZ
vNgncxBNMof987KfAkqfnIO2NemuayfCf63WQZyj6dbIQA6Y0UKFmR0Ill2r+iQDcnEC7zBZzp93
qbVNqi1nfpuUrEqCt2SFOQGs8lL7VXfvh+p/nLS99lgHPkBPGOjVHW2demZySuahoWzHMyre8I/f
vtuRYybFlXiKhRcU80ahNj2ci9ENedlY1WbSNH8oYfM9DBdyUpbFuZ4Z/d7p7ruOlXeB4vJtZKq6
qsSE2UKT4efk0+vcKvvBhNefBOzksluijIfysNWDPvUiab+i6Mtdt5VZLxvnGEktnEOV2HJwh+Mu
1Dot725bNT+56CeLeZnUKQ63oKi8ZrwGcgzLz++/Hoc132Jox2m8JeLf1fNzRlQJWQ+rqNrrAGbp
yqbYZug9Ia08rJyI+6owKx3zfnPiOPXJ9XOxaoiPgatxahviJxmS8S1eoI/inpfHuYKosMZA45o2
4NeuJkFaRUvwJQhDfgwM5YUrvfaNbjF0pDq5i4fCH9fkIo2dXjtnRjk92XkovC4YURt11Yt++Guh
ZT/rycaH4CEXQqbmTxB00pDYzFuVyBk0lzkgUF8blOGr69uniqw+5Gl4F2OsS1d229vGAliLexf5
OfTdeFXHfeCichcpWaaz8mWTOSizX+QqvDLgzJY1d07wP9dvDhvHYxyrteAWKyuIK51HZqxP0N5A
1CWJfSZ+PZWqM+KGfs85kCYMrps0aRv0NG0epEZQ0fkU1euWibgN8RkmlNhktQdXN6hj1ukPCVT4
m9ikEL59HznUtxCe/sJbH36ohDPsc0zFbdcfdkqyX5o/DtPRaTBDWG4DT04LgJ1shjZ8DRyrc51g
kcSU8x0uapS14eSm/xEC0g6l0nFybbT7s1pczGEKQ3Kg/XJpSVy9AKkr/U1eifLZn8eOHSf6lbHu
rRpFd9s3kZ7/3bPfaX+um6Y+I0E3vqxx+8rDUbUlnFmMi65yT6GZT3IIg5Ok83EffbJv/izRsJX7
UaKTf+Uw2P+2dIlHUdyf96HPq25BL7TQE9S0oAxGo/JoGapLNetfwJ6+BSsDqDItbxVADpjXHVw/
RQogAdfPi75y7n6CE5U3ioywUJcgcqaUERuVsq/6Yr9OZgb3DDGiyltFq5u/qObw357fjJAoW285
9/rL3r3vm1qCZILh/iSRESramOuCj42bBl4o3rwFd+ZUzR9Bt4WF6Af/tdmmvwql4LsMZoXhikp5
cuznnJZMhzVJROabmpz7hxwrlv4GMYk+EeLf2MTDzLd0k5lP4q+BhuUSxg47kQWnPi0HJ3Y/ajnW
BxZSlgeD86VTPIKEDPxlFW7ztNT+UUGFhY7YjGhOH5DFNkvMgNQpu95df2Ayi4aQf2eu9lMR+H8b
NzZY9CR8ZBkPb6ZhZfcAamd4zxniaQBqO3Je3G44N57svZyuszww4CIQdm13H7bAK5tqIbmhI/CU
Hk6k5oATakQmb9E6RqgcjDxz3wsvpmYmH4x72KuTnWjh7drnUw/wJAEFmlOQoDedvIQduLDeWcKs
G6M3FRNzjB+DkjzGaCw2/+DThZbWpeIctr1XjEvF3vTcfwSPOxD6dv/UWXpenKQIt3W5VQ8wQNJR
PbuVFmlTudVxDYbuYDHhpb6S9qYJHYo+HoMUp+glsC1kxT4Z/ySKPkzVZIY2NttXNXK3rICxXOqG
oR/cxYJumf50tSsuzNb6tO9ttH/sTfXRcu+bL3kLV6+OxmwdUt6JEbZtRU9scYa8QbrgPA3LlUlw
IVM397I0wMqAmX3vVv/PNOPecMPfoYBQQ0h8nl0PS/zudH7KYuMCyaeS9rr1g1vYpvdehIviNun1
k3sAowhPc9Yrv1RydfLWYdERDaiCiB6bXMd9c0hsAumZNsNNesN0WEzwR2/TcBv7boRyvHE0ig9B
WFR+l+4Elop1n0WL8g67gQudyUIQxgS/8AeW9HAi/U2TkiwryVoTfNslTyOwrPmhHdNHxbBr0U7r
rjfSODBZl+QeBhuq1B172RWFKZRD3qPpzwI1emVcwdNOmrg/rdSKO4nYknLRrt9mu3LUkPOQMhNf
Bsev734LsfAx/VMeVGcGEzXdfZxu+b3ERr7Th6mDg2Su5bv7cGFw4MOcPy4TmrRdBbSYJspuAxuC
IXBWC1yKfZFZvM1e9kOtIAabeVvSvdNt8bGd5sDUEvyOp+raor+9BrHsLj2TxbZM28e2gbau7SYy
sXrsu+u5AIe8zaRYPr1y4Na9RCNRZb2hGp2Er/KBz+zm9BAiP2/rfh7js+/Uuspgzi+nbu6KegeE
YK2M508oZK+PxLB9a6q/+qF2hJtoX4fNt6dJ8TmtjA7QqSDf4VSa3CY5JxlnsvRZ0n4EC4ZU5PtR
0fBJAG5mwXGicPZt5HnPft34z/6wqCc2jezqalegSx7Fbd9zHoefe8ng5FzwuWxHZmHk8Dz2G+en
Mc6WV5GNijFg4uC3w5w3EJOzGcqQjCg7V49mUYZ1oaK1P3/2j+vmXCOQSriKVn9fEDYZ3Mr3Uj9u
WDENULV29Kab9W3pO5U2hP3lLZr0zr7IYbVA73qbkm2lb8A4bNlaUCremn+OEcAe4OW3oeBr1Dzt
aqkbrBntHvJbH9kzBxCQMt9bf6jRHquQm68i3Pxsnqsjr9v1TPtkzZKFgjhpBAp0z33rzBNbg+a6
D43AUX//rdPnmL9ADP8HjbNGGw97MPWc4UUn0jvg54pWbvJlVJv/BjIj3Qfq3KAO6CQs5db7slZC
fTOeQw+VtmHe1r286hU05OqT5tUa1H4UZE+xH+o4FCkiJMMNnbnJV1WZk+9be2ipNvCHIgQthmiE
4rHFxX6XJ5e92QynHiWlUOo10FwAxVfhGYWIvSmChs20KxRPEuqcmOS1D5rmUrdkeq7hrQJ+VWPp
NnbNPg+hWgMubj5MUMPImIYP4ZIlU48yy9YrOdDHiFoeY4vXK80rvcpinaA2RXUCuivwgjfL7Um7
63Imsr1NwsVyFBGaLR2GzRLF3wBWo9RRdn2uawPKfm2HQyhW9azqkR2Ixrfzr8yNK72vcKiOZeYY
gT8FHydtV6cupmrYLgGNooLhK0sl0fA3OR9TKqYOkw6mk5hPfd7FfZx1Tl8D/537H2xZajSEq/7c
2899vrqgzuy0P+aNcasXM8E+YC2lp7iuycsY9NVLGMe5bQrlpr3tzNclMPB5u6a7K7NC6tt6+gST
jpXKUPoEOjvKw4jo758OrqvbdHqsxVKrAc1oZHPCDHmxrpfhc8/vNeywd7KJ61r9WxQI97cJEpF7
+wqyNM2QAk4J70EwvXFn7d8xeZtUgHic0i2SNO9CPzm2/sdOv32qvYOucM91HtSvaRDHcKDbhYbN
39bWz7U1yRPgBHUeZ/RkTCacpmEd6xtr3/a6IRzdtdi6NLZBfRAB7Gjlg1MkIjzWVNAyAf1TdKBw
3v169g6MNEmhAHq9aoOiZiVzBG4bIki//EO90Oa1STBHdd5J44OmvTtPJQ2Tr9OyutkYhltWu7ig
PqhSBwMHE/UMEqSiyCVQ8KSuhb8CtsXROhOhftGwrnIyhYCzu+PaSBAolQ8/W3Zv/pZAD69VD025
f0s22qZgTVkWKsVSj/JceeOWVpJuKUj3f3jr5dMypiSaWDoC6b0FcLEg6VcFqZvjmHDIGj19JWPi
nvF5uOq3tBvQSmDx5yUbcK0pGwmEZr4iACLjzNbTKdC9gh2sIfHY8Bh7/ZwlU6rHBAb/2JEUQPwv
V8i4nHmQ6ymuMlcPTZ44wwZoaoO8TlL9ANMZS7yyG/oZ3//Naww+22j+UhGwFJ1v8CUOdvxmLTlB
9ykeI8muEGIZOpdpZguI+jpDhIIWlamvAfHHCwWkVcKqhwi8zU+hqb9jzcwHrZaLx/sJ3/1aF0sd
/Iw3/dPnEKJYRA68Fb+rebtvqnYKC2gSE9cFcbe0dRp28AN8I4MTnVaPVEUTTubmsD9j0JV8tuhS
Ee/KmPqKHleWkeyWwvRg4Iw/P0Bs6CA1mHkQ5siguN7BT7QtpQ/aEKn0P942fJkroGprHJ5t4P6B
yySfof4H+b4hE+wjzxJxdLfktFmPX63TPnnW2YqKbf/AL6zv8Ro8DWs5zmjcNjlveeTKOVVmvkKU
Xs7GJyge2TKWvsd1Wg8/6WTvfYcaI1jHP3MF7QeRob+LijzUAPOSWR9KnkMTW8zt8mo3v2jXBB3z
4jbZ1KBS2wLMB/Uc/LBdn0ZtGxZOAzuJjF8tY+DHOvenN2BRYU5yBNQoi2Ds+nwkX42lx1mNdcF9
jVaQOs98ctaj43XIdzTj+xoCu3Q6QPBVXAaTpRfbOtna1RJSwTLfNf++KMBptqLitbMiRyoigiM3
o5hx4i9Dv5Csn0ycJ3Lz0RDHv5ncorulBXiS8bCMzL+UrSbv3OKSCpbk1Jl/JUtZrRL4eaQOSQS1
rBKUFuvSvicgGg6nCJL6aZjGNwAM0UuDTmxpcqOVW9oAjCbmK52tGs6faeog66apxM86JYSyqXAJ
6tehfZ6m7QtGyHqsATdlrgeIW7G4ejIJwTuNy6AF45ZvZzqdqo54BVY0U/RO9MbQ+KNHrr3jZMnP
CjoqJurGFo7axnyQ4wKTdvTSYYqDg444mIhmhV3put1pCTHvLCav51ljLEbLQSGVfBrdcuPGzZs2
6oq5ag+rdH5CCPy1+N0BGqOAbji8Mwcmru2RAKPty2KnJt8qvmRu77C82/oEMV3+uirHybt28HJN
kqwO+vHUMfvDjXRc9oP4KxcyptNiz7Ps2myRS4e1Jpoy3A9/ac2w4EXmYBOXp/GEz0Q16g0YEbJQ
uoW1uHpOHkF9xi1f/44NxoLAgzRyQcHCslhmfKNR7s5zA+MCpRuxbjGyHqFBx8873hcemXlqKu4e
aybac8Kjm6iw0i0+XMUAd08+OLjetfT0LZp/Ic7oXmCN46MGlGYAjt2Tq66gLc9QP6q7G63giob2
zvrqIGawinEYn5VUZzKANG4EejVvcFMZutu94/AyTGJMNgPs2cHYgi/6Nvoj8LME5scQVt6Bghqg
wAaPY+fcwQfSjPu4xULPhf4ddkj5NPiHCZMg8RAl9bzwOUpj8YhFuu9YC6ocaaq5oFXrZbp2sg1e
FVbPI50jgENV9YNOhh5Rqrrl7AK7WHzzZyU17lvO6jx2MQ0061fRmKbQdQOQxzTImqkyJvAhaa8u
1fK9g7kO6cXmhtP+vkbXWv7jVCM5eWaU+RyObVmvrpP1G3uGU+QXdTe76dC5V4v/FH8EUfeOPscj
AIypR3opNkl91O3Uo8LpbWkqq88VO5qmejXuHOfIGnOELL51ZrD30W8OW0S7Z6HVVyKaTPmaf0yN
96frq98M7Uxu4/ge90lyxp2Ud3qQTx13orRfk+kYE/vdCUSch6gH0mk6Jx1XBQC16SSXthQ+Mquj
XoOjM5rUdzdzcAPdIiAoAEyN6yloWH2LHhu/Hj82p/4xBev8XUAKNQ47DMHovLaOuIITkycjRHLp
Bni4wdh0WQwSOXVHL3x98DTeozMJxhaNf+1+4xH7GfNa3rA4BVmrpq+iTeJbjUI6D5L3qNKnUAPA
VNRZXvoPPW1LEfTJ97Ubf6mhenFrNNOIYmWYMhDhlWAK2BYHhYXq0yw9IJlxoMWkouU6hclNUDNc
OrrgyxqlymnDnxlw/SPdXNxHaEpmHlfPozt1hy2G39wOijwPkJwKDzVxWgERihdRHdtoI+WEqBwb
p/UeTfiWIBTqA2uRBPUrLN2GBTkTyXJgfbBdN7LgWwfJeI7b+TOL2rZ9kEdhyIraS2BtwYVHSEhe
hBW8IP6h80cnm0cU+aNYumxa239UiJh2pKLbNj0jL+QdrIvex8GMmk9D/9EFLXhXjmLWVepWjzWg
1IjHwPqr7uachBH9eZiQWpkdUiaVgRS2iGvoxf1xjmYElww6EVR4WRvVGDZ+hKkI1s9jRbiTRZ1R
OyOKUAPmDFl88lYD3kwEbUqhO5SDdrFYecAIHDDIz7Pf+gWCHkjihl1wjxtU6pTGvJgj2hRwbeqc
OGP0FEI+TDdSI1Q9AaWqNoqe2n1Gkh7FUIwmfiqqnCrhF7Rfu1xi8QLNuWjo4O16hFP+MQjPKaMm
aUq1zN+MEcM1rLf5aLzqsgkmzy05zLUTtekC+owFdj2oxbt5Vm8pt1GYL1FSUu+hVzeISE0bKzf8
eyA6HZJ5m2sgj8ZB3jKD1I/3Gi1TX3bQ+VPjoagN3PZX4pMtI2vrp7AWkhxx+w7SXP8PGo4Tc03w
wbs4yizQrMMiX7uhA0S9gCPZkN4BVx7EB/Az55jGGbr+FsaN69znwInTYKAk95dZXBSbH6QDnQsZ
TvEFZUvWeso/K+S2MoMCLDcQb7ImTvBFocIE1fbVg8eSC2JHBMyGvxFavWps0rApxEKDLxLxDgXw
afYlYmESdG3jnDUeTpGjWYKCO8aHxJEim5uxtEbAnkE47RS5cEU9r7tw/UbQzZ6HqDnpFdh4vB47
FqUBBuEFort7FS4ckjbkQ5r0MkfvNL/DD/m9cMuBVlX0NX7Q2WCS8s31GFTNDTOQu/6M5kQca4hm
fAmd4zJ/jftRX51WBXkdqTob0CfkGpJCIdrZz4P6CQt4e2T99GepxBPYIz/rPBSsfOuKKli+T25Y
n5MKyAy8bYZkuDscRgheKdpXdiH+IjNXGoW4FDplHdqpMIQGcIwGCHiJPQ8NQbVExbF31Au6d8TQ
mYjP8LOO4SjaW2Ix88w9WiY7+odKtTGuJX/aplWXUdBgqIYAX1R40dzFAwQc4qXIT8gS1vYPbqd/
zGN9U5F2Div5szTPY91HN080yGgv7XRlVYRGF3ADouuLWr9ooZoMPKM6AIPBHb4ZFG5aQVwEjpUN
Y2iRuZJojhG+KYaBnyIMz7SeXXFkuOSFbuMwh8W95pFAJo+6E3q7CRHRJLhK09Zp3MzITNatC2Kh
a25+EHxMnZyeoOabLshYHzmnkVubjVj4gIAM+rxvqDeV26b7UyskzMMJ1FJl0KpFFNiNT7wkBUHd
lXI2b0HLcFfL+SvMHpFVLtbPOIj1uSYa99S+6wlHn5vHlPXf4b4nQdiJdN/9P467/Sw6b13E1fLn
8xDyRnue6th5h8hO3luAn32LRYM/jmSvvuFebO77a41Ae0Oczj/HvWYfrYFYEI4sOeyvagw12MCz
LYS3zq+i6oFTuaYMR1hruh9TjJoKt2CcjRvrSjPNa97E/E6Butwm2h86r91OcddO5w1xxTqI78p7
R0DA+Wr5iIdNdJ3/xYSoK9n4HiIPee8owOWZyz4L6unFR4j3NjcRyG8kHHhdiydPwjBx5noo8OiC
4CwlmmM95Us81KcYCntRya3JwcIgGwVx9dsQXkCry9JTdjkE8RTiLqUCi0f3lKwzfW6Ew46U8x/a
TL8GMd6CqAEQUWvzgDS+9CgXrn3smFeCbi4AOTH2pr96sbpvpOIv+8asjvskqj9AdNYCRiWUu0DW
h9lRDbgRik/uUVufIUPcezPP90U3FWyKYEafWCd4GEZCvrok/CepnpnP3A/4ZvQdsgoJuy+Greg4
G2d+U5tGs2+SFIJYd0AL7LxUfG3PyA3wVDlWpCuE09OmNMDfBbaRb2VzVC7k6w2EMm5Lef86aXc5
a0nuHBrLYdHMv1EjknL0E7R+RD4SS8oF9rreVqgQJ+ptwZpGSUxv+wtjZZyLtzyeIYG3/beJauve
9rcRC78L9OWS7uf+e8u+t5+rZmStxGpo8d+r+wvOSnw8jgHQxwSd8/z//IL9kA4U87VPD5+/7vGP
/R8/OknfK6wAVf7fz/73z+/nFPGQ4aHbUO6/AaWTPbpr/2KYo1U6xCw8c11jl/k6PO/HeDbA5GMC
xkuVh5M+NxAzqhUg9uPc/sb9BevUvNBT0mTwrjvuQ76FKwAtJ6qAvDsIbcCciP/SdpGXHbVEBoJD
atsuyiKnmCTybVrZgP8vzDHdxFfHfWiwOpj72+eu9H0XqGYbFWEy9eLQkLWYg+VHhbIOFur/bGa9
qJtckuoY+OMtNpufL0mkMsr1CiigZ0Nhp8AHD9htFSTOID51FeIFg6F3dzprBbAeBFn/z6pHANNA
GLB84JEjgfmjYyruXTP8El4d5FXdNS/DmrjAPsb+aXFDr3TsTG8tV/FhMKq5BnPbnvoucs5LHAKl
d40+tVOdXBgAt6OPGOutoV5cmqXxMwXp4DQ9lEk9YQq0QD+Th1gZKuohPWcyF4rCeR3I30nG89Pw
2GzzjFRXh7Z8PxfC+X+qMZSfYHA3qd92XzGzDzkHEoBbCpsK3eZ9P+SWvIaxpXkDCT51QTjcra/G
u/+/9xb+a5kWdfIh/M6i5/dajAJqzujweziYb0KgAuAeYupg4yzA7+6AvHf1/pDAGhd6jkWImmgW
lXwBWoHHIUTPuG3vYtMAezRFtMsihjTG1Vvddmf0BAlEXmyCBE336tKl/O/cOPp/Fz6758adEhAy
zY/Yl+rSJ08kaJPXNliSV8L1yQmiqqgRs0Puol6BnGOzkQimBYibQ9gNqPwknvIhLe2e9g2eBKSf
AuND3p3eaoTmv/su0MeAge8iUy/fUf+e9/Ngm7cS2t96kLGYvvubKEKnrT5EPYcXhA29tFoRk127
5BeJ8LiIADL53Miya6bSrLX8wB18YBHQuR6PHDlIJFN4DGKvTkaVxmtSfbSugGoH9Sylskckropk
SaoWVqp+11HHrkvk6yyAhke9pHmLwdFv3NFHr0GxKJY5KXgV6VT5a6NKEboTMsPE1ykn9XeB0Eq5
VmS67BuiYOCiM/5ItBBZ1Gzdi+TedAwX4x1VMoXPTr31Wf2Itfdo/1fFfk0ePxJA4t/MsKqSAN05
m0rEL/UQInxqXfYrAolsYep+AfPDDjYk/MTxyIw3wHX883fEcvtwmlp8WKj98EKW9tjPkfs+Rfrb
/ke8JP7t+H18abgDxGWJtoseY4IC9bHbei4vZSJPQluTjZH0MlrXtPTFrF5GIrqXepxkGg/dk++L
rcRTZsbXnpvxlVZO6SAL+bSfglSoL45Zfu9HxIwbfJPZQVOPJ0ERONvnEJrie4voZ0GbSCBQvM1Y
v8WEQkSwDKtZh+YnCn5o9zsep1CDXFLBU9w5rxVn9K0a7M+NwLFXLQuew8Qj15l1aN1qv/spjbkz
i2Z+cEyYIzoM4tRVDtRB2v5MFpmGvZDfNRL9D9d/OxA8z+5bTW26jc13OHkznhwwAA51k/rVHcP+
2KJJPtZk6o4DjVAr4lkWaVUF9a9udC71Gv02a0uuMEbxvAni5ILT4FgH08UEkXlDW48wPVq+sp/j
V0gy/VvtdObcxdak+6Hu3f6tCkWJxxWh3hfeXbaievOrKswTD5APtPvkraocdMIWpVpI6T/+FvTZ
ABTq2MTrT1in3p0E3u8JuZOcaAePgMFXex/0BnttQsDDS5KPx1X2jJ9ObdR/M3b+LWoGVZLNH4jE
wEaWwXISyBat3YB0ASDGZzwTJBMQ1XNcnbel37rn/tGf2IY2qXkc7ueiruueedh99LgDz6BFuuf9
VCgjdsRlxzL/eMd/P2DxEJ3Qyuqy//h+Hiw+BjTD6mYmuGPp/grTvIwGWCz7z8MkDVHYzW0xT4tz
3jeODJzz+tj8d7jvaUCRqOX/fy8nukK40LXl/uZhf/P+a/af2E/uG19GP7d5UhcJwtQRNb/WeJxK
hUtgm3xuqqAgw0if902yivE0okpPw7AlYxH2BZkn8bxR2LbQp/wzc+x69iMsvAqY2kuEW2xxrfeE
x5rBqWkr+n0YwigLHOLi9mQq89smLlfPTzJGQvPhJT2KNDuJrA/6CE2uBGPGXKc9w+B/GM7itm8s
o//u7Yd0tPMFz82BGD7WF3Dz/26GGZcl3Y+tCPn/ou5MlhtHsjX9Km29R5ljBha9AcBBIqmQKImK
4AYmKSIwzzOe/n5OpXXmzapbtehVW6bRFBwBh8OHc/7/Owe7Vps78AjXvkpLT8xF9VLo2MRJGN/+
YYcLzxi4MYbEHI7T92Ze5/3aVfoZH5b+LbRbxAqOdr49OENLA7A63qyWi+fWNpatnjL29uGEWtrp
2kdbX/JTvuBwXqq6f1/rHGNaNLwOjdLczb2NPVA+r0KU6sr3bAUa1SLVvsumwXi1KxME3upeUqPc
W25BcqbNxLcwqkJ0mTpCpVbV3qJuORIIsT7djJ92Cl0Bq6PbOwFaa49Rwz27BoL121vkFw3J5H5v
HTLmLYM0yU8iwUs2ticFCI/0TXTfl7x8YDUS/bKj5ZvSTsn3yEYsFJt6ekoscEq2MNTNqAP4ah39
7fbWlq/uJze6uiSeA3RB88NgM90yfSzbRjAtDWnvsD9lHVD2IZIFbtZN4WDuSRM7w91tN48W8qrH
GQLhoSJusriE7bD18kKhEY7okUDc3nF7bzRMe/BTNmvIa5PF+hH3vXVCkNviWJN/grepN8tMCojY
AZQWF9xFqQs/iZBmV2keDcSdeDKurLEMbn/S/v1x3N3+NvFKBaWTKT6B0MBifxSky9g+dG7+s2WT
+RGTSmEzr/00i/rOgYaChweHfh0nBg6+cpM1gvh6Ob0PcbfG3jjiHh6t/DL2xYFYo3Ks7PKPh1X+
8/Yc27bdpBLSidLUHRHF2H9939fHNPM1wom1n5ZiZJ/vEIbLxghpTo8o9/YQWUl0ZPiOjuuim/tK
N8kukOqrsvV7tCbpbu715KgIIpdPtxemyVEDoxgVDG68rzTr15KRfodfh2BWa0HUm1t7eShx3S+R
UzH4h3W8qzeVNurfLPt1Yix/zDpVeayTRnksmnmXmsp8+vP5opIMDBpJLGu/a5f0HjdG96SJuHhy
ntGorFvDFKTMtFY/rQ36R92u1A90NWxI2v4KZ5r8ujOZ9wivmidnAu53e4ed19xnifNaLJOxS+P5
sVwMM5hw1r6OlopIuus/0lFBZTFV02MUV/qBoKMtI4P9B6Q3hZyzlleITCvs56Pq7IQ+uH7ZJO1e
ddDcTUg1L8xQZIwKVZqhmiFwcZU/GS222Uaxtm6dqC+4JYpt2MRiU0kv4WzU2b3ClcWyxqt6gmtU
667s7Z/Lvq6+l+Ni7qYcwSF6nfI77jXcXrE7PPRWq31T60HzqmZOnmL2MVtCemQPajHBxqC7sf1m
Td1l7bYnNbhjaxKTYVSHYEZ7+jyg8fHjdG4vhYXNEgOiyaazX47FYj7oWqn8dnqT7Hba/IziovZE
03fHrHUQ0VdJtkmGdHq0WaRs2eOgEFYKhYBw0Z+S2WC6U0hYkaHWWccwd9Lz7jMHm0bHdXtYkyoj
vOH0LwoMPq8ATPQer8spiXU38tCGI/dJIkie7ctUJyu6tK7AeUmoJBZth0UDdE9aFy9KUuWHMBwm
KV0UVy1TT103qi/qlFi0KWmz2/NDOh8wPpZ+H4oJXFC+czpLf4SI0b8gD3S8sMnLe2FN/Yu99vUW
b0e/Mdg5ECQc54CJyt0oLJR3w2isbw4ROw8A6Sg5fjnQNV9xc/GmdbV5qqKxQ8EQrjtMJcOudM1d
qEX2FavxSjRVdI+uRqYxb4AIqHqmnLqCeAqKHr8UafUhlPpQTOF6ycbe2K19z8rVKIYL64fj7Q1z
isJmQNj8zcy75ERiK+bwRPmRkdhCI1ccCXROTJx2u1XXvL/Lk7Taoztg9aMNP8KKYLUaZdXB5hT0
aH3qC3V5ylLbemiEG/z5FO4f+oFVwfnlDbfn08ic7hHRsC/kqduD3c2q56CY8fuZfE3MZUVmpWTZ
EUnft2nJ46dBPsDeML+V6vXPZ9LKip5KEQY2UpuH2/OWncSHTivSIE/0YRut9fimomj1FtsajwjQ
x7e2k9Gh3nghEW0/5h23iHy6x4V9pzttHdw+lLrFhCygLu9uHyJpeimGtXucWqt+1TvDS6zKCdDg
LDgPKiyWs9ytAIrBF6qHhh+lNVYIuatBrvjLtFmMthhZt0yr83UZHpvZMt+R3dOFM8K1GGeWc2FG
v2/PT7HZouEX8VOSFcmxQeYUdPIDTav4qKH171i/kl2Yqu1eccfmQie6N53WfFdsC19dp+v3Wcyi
hq2g+QoiqcCJlUSnPnaN19GFeKSNVXMy4f++Eln4rbaF+vViPUq8ZLVpF4xx9mBoW5Luya6X/0TH
9WKpSXdiWZdsYYkASHPjeeN2/T6qoJ9YYsA/vuwVZXExYrfXyYb2Vas9wtYqZuOu5p85jA/pP7fT
YjND2YmL9KOY9GtcDaS4ekLGGhZSOewGvbp8GGHfea2+Clhs6SY1hY4OuDutRVweiPhGbM4OQ8TG
HzsJMb0WsVYW2/5g9Kel67W9Rj4MHrCxBgIXcUgf3a+2Od6NI9F9o3ExUSmH2Vzj+9u/Rr2JAqGn
UxCiX3+IVB4EE4Gvu0u6kQS1+3EtnbPE8GgZawotGYLcUBV/rFXwMkX5g5mW/TSa8ofQfanL2OXW
TKujU8zfiwXkYo1Cvw8NMkrZ/AyPdWMPywdLYVNbyDBp4QO2z9prwlQLcn3auKYOGUcptmbVXB0r
XbcjwR4/UexjyxD5pmbRUxQr6TZeiJJLtsXVtEbMI5jGVCcs78usuB+tyApsLVVeIVcckinX3rUB
S6w1GfqdGUYnc4hykkHF2U7QJXZGvNPzpNzlnfZil/MZYqNv9PGrlc4nQykOyA6OydK9KLHi53n4
sVriN65OfPxiPYSr+MCYcbK7rD65yL9yi6Z31Kzby2y2iZDn0GoCNktS3SkCFs0SGvtpqJHmjQg0
CsEl7yvkWk6aks6eiExwuuA3in1TkeacUlJLAj6q1zl65aPDDBbEp9hJw9yvFBSUlfIARMTdLLg7
SPyVkBuKKOjZIbRDhiykw/atuQvUDGy0fpHGB8cMHU8ohGJATzqBo7ixr88ZsW9WgrCH9J1o8Zog
CVmZrKPeW5BK3VeWGWAJtEi/1q03FGYQq1Xid0Of+g6YgSBbpl+tOy0nNsufRQhnqDfH3QRHp2b6
85PYEJvEnF5SaIOv2Zq+lOeQPMB9qDBl2AL4wtxXJXoUZ9wR3nsji6edIpugQcrJwCLMd2ge1l2r
Ee3MgyXCeGOnOki0TH+p0Dx6KTekH8ar6WmOIM2nr+ldA4LDi9+Hygrv1YVFjyZCdWM2n1M5KF6k
J5NfLSXqluK1Dx0LxRt3BWjnTWtgr7PKGg2l5vj6OB3ZNDm+qOKFb57v3BwYBfFToAznuNQRUUVm
SoKWvbk6rdW9NqVn3cV5IMLlbi6jPqgj8khguQLmmmGMyScIcRTxNB5RvMLIQPyHGuZ+dvsXR8tj
iJzauiMA/pwB69pF+sCMJYHKtmv9ZrFVeqU1/irkKaNUD/Q4awNWDjGln+ARuN+7Jv1tmMpexOkF
12nGepNMW50oW7KdFrK7xtnk+bOthqTRRPniiCbexw22M83IN7Vdo7eoi63TpG96k30Q10FqPKaE
xzZZEj2Q/2O3+gnr+dAhAyvVTNsYYo69fJ2O4xTkC7BRHdwt7pgSoyXIgsQtLsx1vdfZVukrynQn
6vAOmrAXx8qu75NfYp1QjIzTq5hWxSPKuGxAs4qta2vt/RjOh4Ldv79mtk/OOdk6dRf6ZdY/kLkJ
ZiV+dtUI82mjn1wlIsvcix9M7Ixg2uOyTA6UL+QYtYVSsKhJNaZD5MH/fjAImxujX1baPfoFfA6h
wNkngj4xPnq2Kn5e9K9JkvrRnM0oD/LY7wiyMdAf1qGuPS1SNV9bok8lq5/kSS558m6FJ2CX7IIW
T12nlsW2Vu6rYbmqmrHs8CEe6yGtGbTTDONgiUFQA5xqmIkGA+yYdgVqt9ZbJ4swf4LyrysLj7xI
74eKRQdPw9CLB0are+FMb+20/gyHlTVtDWwaS541ub8dVYRepULNAKc9eJ3BTWrTu7NVfWdgRQmo
GfGdEs3lbmzUg5bnbZD3MAcSDP4n23iYzGLx9nrFcSyx+9JX09HCEI72sHzuH3IDkGBFll1z8lZG
Lj4bnWBQZkGFGxmD2fTJ5cIdIKi9jtoWg9Qmh7kVdcW7YyMmnnsD3lSZYxuJi/caAdVLovcPpqO9
hdXy1Nn1ac0HckCNEntzadPEaEtR9HNTGdm+VivS/2N8MSZGFmL7qack9tkSzc9ZcY9TLBBA5W+W
q+3HvhNe2eDoQEsdh3gT6jID+KKEmIFDr9Z/6EAFAQ4CDyuWDhmEgdBFt0Z/baxfytrEvpKQPsIp
7GdTeGj6fA4wnP1QEElofXYXZwvIreFoYYOeR76qnpwA48odQcNjvhbfVtLFPfldox8eF6KCPigX
n+hKkFhZ7NWRgokNJmiMcTuPjrNdneJsfrKMfjxzz43k4wTA7OInpMt0RweKUJf4RbI8pwg1ENeK
hM25xVNxGQWGpd/b68q4De+1UcJ5u5Zw3uok33YNEFYVKEHnhlgWO4GCrf2JCoN4qIvucunqXTIN
D1NhXuyBfTaKYG5SCgToUvbQh+8stw+OtUMMyYU5Q9Dy43a5D7VVhVWB63ceoSyj9xySOSckt/ha
mb4Mg4HcqGKvYijNx6R1+E6t+CVux0OYQn9xs7tZsN0CthNlj41MC9XTL7tQTq3SvKvrOWqMbyZG
CDOZ9kWi7RQzemzb91XrTiDHfpl18U2M8XuOijcf3XjbZUCPo1+I4F3cGg33txFeFEJkiJnvOLQJ
aW8LWbc6tCpjL3CIaIc0P6kCsQDQUXTkyN3CXpvrgEZkxOiyKLEN9A4lhxshdNbDvPBWHf16PrXJ
di1Cmo9iEoR/kCCZc4lRnEhHIuYVt8ywWduM+WYQmtcxC3otti0hag9P/y+wFaBZLLF4uZsaoAoA
6irtjzFjae8q9e/ayAN7XGdfOIKyJWJXNQ3CC+JKm7ogAkJM7Q48a1CzJtt3NtmknFHecJSPbh1R
s7nlMSsitNKEffJ0DEpiwQeIbyzkx2LxDUhL3yxRtoFbDu5baBSXuGu739nUeOZQDdcvY+lgL4+k
amI8xbm/zG3ocwn3tIWy5diKu9VBbKMUUM106SAziqIOLCy+OF7ZZo7QjCLHIX8k3SrlxKY8MVCk
KYZjv0byr1JTxP3Ny1Io+jVRtZ1lGfrvtez3GgKod9ZYXtxVJBtFiL52UQ5KOls/Jg29EBHYhauZ
/9Kkb0lvsHKWBX1PmZyPMtEp5IXIz3JIR5jKdFpqTdx1HdwKLSsfbw9TNPqaev6CEke1OXzrrXC5
r5dVCdrZ7vYqipVL5ABsgp/8Xo0jRMpXt4vyIF5M+2P+nUZp8RkqLmlksHzX2gi/L6qjB6luYSWT
JWPGqDh/AZK0hAoJRQZXOivGirOCl3ZzE3zZh2E3lEdXKS/pOi3X1DRPXwDfdlzao6mW486YCRYb
1jqfwEtW266tHLqNUjwqoIJPhWR9FmLeoHBZvjuM0V6OIwEM6ZS6QQnib2e1Ntjqjuixqg7Wz9pg
k+eOF6exWcyAhPrzoR2fVh10jJXb1aG04MaNy4+YbJPM7WOkq2fBpVyyibzWgkXCQcqpKOVhUDRy
hzcaRN2D9VkIWfehuU2GbvlRsvh0cnV9j3rgrSOZyaAe1uipJ42NiWZQToDe3l25mZ3TWn/D9sTk
AaAMW2jyrajb7MhGStt2tft5M9Yaxc8Z76LSsd8DPLocSQlbL/OwWgzhEPmrqTNfECR1W7scTWZF
hPWpnRgcrt0+mRrKK1MUweKUCVQklrmPugmSBrh4t2VdB1enq+xT288vVC0pXltz/T5F5fI4Nysu
kW64S/Slu+CEgJLpEJidkvVehG190M1J8XI8K31kAbWUEIRcuCezJDbQO+BX+5zMB6q0uyEtzxkn
c7y9qUVP6uGLCirJnDEKR7uvxbgVdv3QSpoQywmBMN7qdsuSIkGlnzambT92cSqeBgNItT/qyA5v
tULmBh3RaLhkIwANrChjtjP0h71oswW3CJ5BvWqZugWCPUD2167E2PtlmwM95DljjJtHHseYzOaO
sANUvamdTmCLL52oxH1pdtQ3cfBy3ziz4aRdsdgOj6pbt9BhwU5YJ1Cc4gh+k+xTOvCzJrvMZDHO
cJpNDAyt8Kewjz/WTt3ZJDbN8HzjinVxoj9j7GMxz41PYIlMAPE4XeuCKB0THL8cIZuZkkElll3v
d7US32k5ZKNS1p+ROC+pcSmHfvognX9RRuM73rz2DG7B8qEW5KRbDfigZVbPkI4cse+benrSCF+l
3ThssqpAanXrA1lkIK9UkNyU+dx/C0n+38xobvir1Ov85ctPOf4ifoEOgL17I0FpQ8PoFpXxXd5b
yimypDqxGBzIrZSNEU56vj2QBo7vBtX+lcOEF5MyPS+dpQFWrnvCYkn1UCGZY3XS34+LXf9YY9dC
a5k3GFEVoKs3422RucrJiMx3xHKhBzREDaz+t1YtDhIKs0ZEIbLNMClHu7HN42CHJe6oouGq7CfK
BLx8NUQ0FQZOp9J8pogsyOcmT3ZKsfpLj2/0xkdHif/Dzvv50aAAx+YLntUir4ZXWJAcWWyAi+lE
m2JDje5reEYkNpbnVSU5qrM7PqTU12IE0t+oW1Ds+9XdiGlens0W8kXYkPrQrPeiNsjDyYo/TbsS
bqtWCKIjLLUwrZ+Wfoq56sP30rLmM3KI2GPpslx0CrB0tYRzWuWyxVBQvAAJ0u+x7j1An3Je5jqZ
IPA62Z2FCmoTJpFLYFXAO5JUjBv5dqywxAwDLNc+wdQzWKOyj5dKPX7NDguGxLAqDa/L9H7T9DO8
7Y7opmdrpXEUtz9ny56IojeURJE3KwRLolxXtVHGnebafhnN0b6MhvSgKHsAL+5jTRkMH69NsS3z
zzVrHDaZqTXvooE+sALJhBNtvdfdEPqu2WoPnYNeZ4K4uWmmyboog3keK1itMT1soBru2WHYxC37
4FLBDHMdOoBbU0LOG/DeMwULNclJElft8ySlbQ46cyU2nPuh6tT9wqrUHzCZPzQN9X8MCaePiiI7
47FNUaTCsFzyzAg4ceHbsqxSvybWXlNLSFvTWgNRnSAliarfFvpe4ESq/NFZsk0FU/fLtOvAA9Pn
Jn5SusUCE+EQch9sDKYF5AgB0ZFwGLk0uGYaFeO+ryrKvS7+mIhH+o4zYrHKlzuS6tFlFDOS79yv
11B5A7lm4EbFZE1UCWosFJaXWmUxGBcjCus4Y9JneokIvMACNoiv325+i9zXTvr3H1BXIPH/jpPi
NXXUHbUi13tztuZtTV5jD8iQDP4yDC9wF9WNkqb1NiLzmeH7By8dJQiQWrWiX+RJRw0VvdoM0Yy/
2+koMaWE5mXUmEygP2AHuE2yTmS86HcO/Wh/I3r/+QDOxtyJ1HqPU5Ttpa7HPtuWZAs+AFonhYQK
79+T9DX17xVvVJuUsK3pFLrkP/Xv9WFcel62aLbim6Fb3y8KIZcFr8XNvi6wfR5IeP9kikCTPy8K
noxmxYqgEqiLtQ60UNruXUEkpnApHIOARYUaj74G1g5cgSls352s3QnjZZC1zW4Pukl8qtUs5S5t
0+R5gct77Jblx5/vEFU4e6PaRvcTZTqYfsdjNrra0ba5SbrQqK9zKCLP0urzgr7gwTXCzVpk4kEp
qfvR5yu0ffPXje8UZpqxb8N63QDqa36odnFp1QUbqq6X37SOqkKzfN4J7TJYwRXfN0p3r6dSgnwu
kjwn6CGaB4aLrTOq49YSs0YaB+uWHRJ9qjX46/IhM2YFL+CwTbJ+lDmxIDKTQ12NIPi5tbcocur7
KZPSUbJfftMV0burjJsKrcBPZ15/QvhtX023hu5iDsnBSgUFBzH6BAJSyo9Mi+5A7oU/i2l4M+d4
ukQJ1IdstScsWfk2zE3tsSb1NWBHuMe8kzxEIsLiMzcPg5OAfV82hRFVvzCvXweghL1huXvgtGid
JcMspljLELEQG7uSpfViFb/wf5iGWWFJEevettGg6xIfM1JyrpPTemXY00HMb+itejEW7yED9caJ
gI27Frw7WFacRFi8D06YQP14LpMiBzolsoOB8+jr4fac5cYY7TFlPpBTPn9J1fU2RYWk8suU19Cs
PLkUE2LbyLCS0+iGxcEmCM+tR/WLMc5ZOQxR/3PWX3qTCCca2Z/TzO7BNZ3LMAsrqDstJ17dxWwm
U3VHQYLhaYXp4bP7J25fYkIdAE+P48J+epzBoLir+TbbBSrrcPnI3JQSBPlQPClGBDNnday9qybV
IanmQzYoCtmC3NzPhhhfVs2+pJk1fMw2u+dGKaynJWnE/Two6PIo/ycXsG2AsZ/unJnqMQmJIa9x
/5CtkI/mSlf35jwmWJyYqyBGmGe90nvfWisDjnOjEOGIKOUw2MTPunwAwkokCmRFwPZ8/IZvSNvX
3a8Jbu4BK258qOWDAjmDlpF/CkPnz9vrsOTjg+5Ov29jyh8lTB+/qnB8FeH8/J+qVO5+VbJObvf/
QelJl6Jn/3PlyR0l7svu1/8tPCyrispP/FH+VPuHajouOjjdMYRraDrlnv4of6r9w7LZyQqhGiql
xGz50h/lTw33H7auy4rztmVQu1IOyl11K3/KS8irqBxlqzhyVF7+fyp/ahu2LP+lCRVpho1njTIq
f6n+NbaknQuXEGZcRcT5U1YsnwSFgsR9XI0OY1dDwYBLNh0H/TEinIb4WzM/RkLOjQuRIXliiPaM
5REKYYuOHHYwocBLsnz2dvsfpiJZGOvPii6m8bdDvRUy+8uhRp3Sx1mdz541Xrv22K3X0cQYqBue
MhzJO/yHn9PMf/mDIHFdqjybrvb34nb5EhYY3cgPyHbpp3ZvgN2Uf+dETlbtWB4FFLCWohdsvMvP
tn6ae9XLxqMbH7v8ra+eloYiniAgbDZYqsdBF5S0UJRgCRvvMiVvExtBpq0w6fA8Z16pXbS+hQfx
qDTxZp4vi9L4S/xmJ2xtPzPegW19aj9J+zZA4sNkDVxN9fg5dCwE4pGA8p6hvmixT7ijyd8SxjA8
qWjX9vn8ORdPqXJYYOYSGYqfm36LFnK1PscZTo32qQ3Y2aONpX2W1uM0X9Arye9eAfM0JZzdcILn
9MnRZfNnFJIK/sTa68fUBUmqncIuo0RtTZr4qGdH7NeeTmh2jJGaj58o3CjBAMQWSWyiwgZTDjXR
/Byth3PRkicnB1qFCi5LPpXoOPCc7tHpbPEQ/jb7S2U9KuuRF3Ownc4046m+xMMc4JOgIqCXJp9E
wZhtL7ZF1bJkI4iwEtulXwL7IChxiVhuReT/uRi6LTzHoltHx745osTwAEAS3rso3XYo2KYjbctl
fZYPtU9Z6xEinpVNvsIPOoCaTZfPqT7Ke0O2Ixj1CNZbsrFFR9WZS5u/yU8QWAyR39IyuiCO02vq
0cg2WG0Os4EekTtqUR9DJRjrI6Huyi5I5ZH0sw4lfFK12HO+ssV0jqOuqEA04WgJ0x2+XX8mbgK6
D0s79VzExXFTr4bm03+a8ZO8A+XxC+ujBFDCHa24SINJ81iXRr306GMWMutq+sTPmyC2Zf8z9c/W
eJS3f81bqieufTt8yp+OrdrPjEtCj5fHxbsm+O5KwzVDtJgcOXrOgZ5JxwGCKaxPBolEQkRMb8Jc
y9NZCALoidIpzGkkNZ/S7kW79RjuBa4az5AT87oDATliV9p/qG2oUYP9n4YMlqyaSgEyDWQu4/Jf
RzeS/k5udz18GMinSaH5y6vmHkPtqiT4aHsOoeT+YrRLj6SaCIKX8HUSrymuDf1Xa8O9TgSIK5Hq
9IryGDrXLL9CTfgPY81/rwn4NbS5mOcNV9VgpvxTiVUEG2M/MrSN1Airuiv/QwiUQ1tPeHq8QoH4
D79oqX8vfC2HUwoeGwYlBBxKH/+tQFbfNwnBumImGXePVtoLSQAKSuL0E8QcuAtpsUdnAzgeAX5d
yrIxZJhJ0Tnn3jyrdkLc4dYSHQr9ELTLMgCXVBNvQD/WsYTC3b6c5af4V9IdKE5K3pbFOe9OQNUh
SHXHszJRBJVCUhOATNY4ng7yVn53Q9HBBZ6iPRCYwwJYuICqG9Mruyv5IG+cgE3nz6sFlkI7VhBN
7fo6hXz9ep2Dmc0KEdigDM99f1WRPfEx3pCHmP4pCricFcF5OoJNIydooZMOBXZ/BBiu4S2A9Jyx
9zK8+4AY5SnJ9oj0c0/eW8fKF6XP/I6tntv8Hf8XITllLw/aNHGRoEdEk6iCW6W2GZWZrigjfLra
WsVg1C1PFcxZ85krLFu3XW/Xm6ZMOS2HBgK2EzDyTUCnuPC8EKcoJoerfEIeFu2vctpEaEz7zMut
wolrgSrOSXvl2nFxZIM5NdE2SnByPALgpzxsliLbsI3uRlQilLBw1M2ATJBSC0G9cGIcl5pB5+Ay
gnv16uXMt43r7VKXxpmrSGBRtobl+iQK5U2QkciXjcLh0agN58K7XOuUgtwYSMp+3XGVY5K3Nj1y
iRu75tvHwo/I+FI93Y9DHI2cVTyZ3hBBMaVFmQqUtfQ5N9nucP595JCettNNaN4cOwdz66AEoHMB
Nrbtbxeo6AnzKNwxHJB8Xv6bNOGmz9GQQfabnZd49E3l3a2IXK+fYX3fxrvy50S5Zq6zvGotQAXa
viFgJFc8UC9k+8kz4XrL35FdcCKvFsg/5LuBbKL547zop7ILdAXnkgLAnI5c4ZaBkL9oRK5akqUo
gLmIJLLWzJMvqO1Oq66ybeTyJWNOEdxtaYnig/Okl3ARZutq5Qaz9JkbS3aOIqXvckgZTIFw4YAh
abBzbvp9+xCmV6Y+SlXWkG8resnIewzXiwDzw9Lgi29DHBf1zeiu8oBHcH5mTAFWCmDQoWyH3pdf
V6PwXdXwULOSkmUE7M/yCDnYnhYG6erzJsKH8hl52JF7puxnEHNlqYJzuxwQUASnSdpODl6yp+Xc
w/Jb5qHZVCbJSRg/lA6Vdxa4FY/eZY5U5mPgle+SyVfZF9l3IQWl2epcVguEDEXxMhypHGze6nI4
anXuGoCdEx/gciw5vZ/ZFCnTdirElttCca6RxgVjUJFnVbbU8iMNw70uGCm4LopBisb5xpFkFCuk
yLk+nOUByO+sRQ4FtfOM5BoS0Ei48mwS8dSF+4H1Z9zS/Jnqy7TPTLOhGQWdRWGMBLo/F+wqTyKX
N8q0k9NNpoa3u0CeC5vS2zkWOFXkpeQzFFa1KK4zEZyT3yQHJdmpsTzTec6VQTUHiNpyvAqjDyr+
ZZbqy8aUR8vhyxdacXK034Liu/IFOa/RjXRhyGFnLZ45qhjL9wA/oW2PcrqTIxSdq1POFSQUeQHo
R7IpFQ2JueozBw28xVT0QN47w3qeGTQcwLXyMOUsVdrCz7jnZOsSJdo4NuXxaHt5aRiJNIbgqH6W
LSGvF3cF9rjbvSNn2uLWheQ1b11GJtqF4+oAAtsadIOtlVH2g4bPMFRlGBSoNME0rTKH4NinF3By
MlXlaN3Ocd9TyojIkqcUIpAHJT84TDtsAbeGThOIaLbhxcaLqWwmTZUzg8uJyLaWE5gRWd5qmp7I
YVBwkisTYrMUAU2bO1ogW1vOF7KPyflDY2XIS3JUXK1HIwxKhV6K88yKCpDxlOL73jQ0QSWoMqfd
Rj3ZRFwC2RYLPyQHQZcBULZ8EqL1685yjMQ0DF+q9JsiRwlBm4PJomV2cvrkB2+Xg4aSQyezRGt8
jcNy6vqaNCgfcpuUzZmLIiOdk7xu/AxT5QwgT87qcjaK2yv3nZyvGcz4qJJr/mTS6OQ9e8bfIoi5
J7iVGfwWKVxmsKf15XzPC1B0eKRfIpu73RTy+ZpOx9cu3OWRziFGejBZeSBdxuuU+Re6j8kPVUfZ
l5i95C/LZULC6CS7uZyi5YnIcQ2jd2Awjsk5nB+TV4cLRqkpTw4cf9m2/xGU+F/lUDxWSdl3/+d/
/4vdniPwZWIi0wxdd2Uc9C/by2zK9ZFS10jgux23Lf/LziMvBi0hJ5V//3P/am3qCN0yiarabL//
vuYzGmwZQAFuvycn94itDa3JMCEvGCsGOTz3pUt3j4Omu9dBOFBRVw63TvWNMYrRQq6i6A5crYU7
C7bu9d8f5L/aAjsWa2fEcRgCdO1v9d3nqF4n10CkBnjEM0wmJaZJuTjjSAUrhg5fPi0lj1guXeV9
xgJE/kkr0gtIO7Ogel6No5zS5RgnOz6wablgYcz5WmK4Kt9EH5Yf18f1KgczOZ42xEDNQ6FQaH0+
O9QTM+kADPXyzpRTYFO01KVkIED9JFcfOeNoy1wxlVeTxf18lj1FPtkw5HBnRT23Lx2nXfPg3zeU
rv7zTsOxLNVxTaKOOtm5/957tJhED9BY9EBxtJXnz6TP/SQXIn2Kyb79MSCtsK7QZpiQWBvIlYUc
my2WMXJMkH8LVsC38ZoGZgZy0X0VqYPUhNmYQUpOBHLZRbvaKyaf9fzvT0K1/tU9YFkkfLgJ2BwY
f7vc2jjrw2hREFTebFxtDjVRf2CRtu3bWparHg872aIswuRZKnIYtq8Lc5JcyrHclSsh3sbqrf6p
2OeBioi37qBSwZHoUsvCjDlNLvLYT/Ez2oLrRbvKUQPd9m3AXaNnGMJbfex2rLvk2yfrKq8zCqRb
55MdUM4i8rbhhzSy8vZ/UXdmS24j2Zb9lfoBlGFwOIB+aLPLeWaQMShCL7DUhHme8fW9gEirLoWq
JavHrrKkkZJSGSQB9+Pn7L02IbDTbk1VNRWH0+9MVQPX17SRdfwUM0zOuguulemXpr133pfYUOLo
CZFOr36Z/oaUyiAjxnmqlqbCuKnUTeqy5sv7VJ/P75o/NhXYVHhcdTyj5OPQBB2Zl9MWPNULU10x
f1LvC9ZUuukWADqFbeO96DPkRQcjwzo+FRHThTsVDnWSrKYqa9pbp01x2ktp02G0/FYSnFGYn7nd
p6MUGycZ0FgHuJB4f9M9qIQcEPjHAUrL6E/SO6AbvuagNf3NrLnT6uEycmfXY/WdtjKLeAt+Hm06
GEWLxHqY7hPjPtUF054Eb3X6bQrALGRGbZymnY1/vQqVtare2amn92jy6fOLSvA4VSfTd9nZ0W56
V1M1wX+eJXT6+qf9g3/l95ftf7poLVWakgamyh2o/3zrEXyH9G9qknNNTnV67W2m4meqIHir/Jfn
/9x/1b2+/NXW34uPveuv/f/6V7/7f68e/+fpHz+y8h/nx83Tb//k/0etcF3w4f6/e+HPaVB///aP
Y8DEL0vogaeMlYepIz7/i+8tce2fFu1Ueti6DdNctxzjXx1x+5/SUA2HdjfzRuhxNqvs3x1xqf6T
6aPFFzz3w/my/70jTtvEwpetWVKXOAL+m464Zn1YyU1Tl8Iyaa3rli1ox/x8OalIZKTMoQjGTfbD
9A1KrB7GixGtabW6Zm2d9Md8QsDPDwSo57u8NJNLqtc4wVofcMkEBlXC4ItBQsT23z7Q/1Cl6ObP
81hGaqa0bYOPjQkAPfuPdQMkSztO3YzGa97We9m2HJUN9TKTgYecOxrQv4t1ClDw/JDRSo2LVHml
MwhAOyhBpqEPWYJbAH1aICGe0cu6oB/o1GQ8gC3DfzllaTMYAEBubhOlLU98b8kTLIF86ccOSVut
dQXX9RVoJzJUWeEVlKq69xOjA5s7kfVJLg02hdltIRoHXyrcOks7rTLs/+LLnL4Ndos2oYJID/kV
/uluVQskMR49Wxb+OnnRHeVBlhUsqLrSiKcbBuhJ5NtRJufRsAd4csxG0kjsqKlpaTDILwJjpCrW
PkchcNkwZx1OC8s4QmHPl/gIX2YwO0iIlaKJ9hjI1FnF2Ri9JE7P+ZbcImiwqrYxCpp+mdUFp2pS
C3QD0Exzokn//d5K6S0sOBak4sTN5xnDLuXrEATeQQBc2OaNdG5O6yFSbp2NUwTKFwWVolmUzXch
tR8qot9nW8sZSwPD8fFUbiCWPHiWk3NKKNKFjwDzKVG96Glg+XY9GloRfSpD8cEeZMEeHnay8Trv
nhVpx5fg3bEeDjvN1/2drOVTbLfjrRAkV6WaF590DhNkr7CTV069bh3P3zY+ED7ILv1Dr0haTAWM
DSjSy3cHpUIgTaznfxsqI1b960KpHRJ/pI4PpnCvslTeXzWqMpx8NTlYCHvCIUfXAVYD3iwjzS2+
XqZOfLNB7h9JlN6PJHVJexyfQ0CSWyFSWFjd0YnskQGnRwzK9MCUvlsiFjr3ldchcWAlQTKUAQht
rP4sG7rFA/DZV7ryOoSCKFiaJuh/S7OeRE9Q0yycjKDO0MYsFgQN2mfMMdV1qDrgfwS1IHHPv79r
d+o47bAOUHLalRt803LiDmvVfg3rKMHyFK+qwbEeUeg/RqGIrmCwBqM8DWpRnfh6xoPSGTi+FmlS
MFzgCYzaaeQTLXFGQ5qbQ4RbHbtw7RpPjR2OOzZzuKxdIW8pBJevA0+UsBvfYMxMbTUUXVXN1ipY
SgIBNxMRE9zEd0UJc4ZNPyFe83aNvr64BaK2bjIJ43NupmevAC+uu2N0FkMGUxoTNHhk/W72Y3Wc
v7vYC7/J4HlUE/ekTl9myi+ETpTunaa62HluHY1UnucRfjPN8R2gPwt0YWJFzKtyhAozboMUc0Vm
YfquG1p2YZtzJ5fFk9qH6Lg8UsAUVX3u635Y2Ohh/sqy4sGLE//LHxbDX9dCjC1sGYZmsvnr+oe1
2o0YyIOMJZ0Qx8ppCLvs5Pmk1k6SBVJxICWGV1efTNy0mktDeSnsHLMpWTLaDXW0cy3Id7h62I0X
EGr0LdIdRGOYW78OlvcY1diaiRcstsKK9m4PH7HIuv5sofL+/RvRxMciBnYRRwfB7mdr1jSS/3nX
QSkVNZ06oDigCbIlbOnQG8qwMwItLanYjG1BjMqpNEPtwQhNuemsoloWreqdR4lx2PMxRfiyDZ89
IIHQhEKdKBZs4sbgncvEII6wrrW15gimSXUc7sPasXcwG2Cikcy6gqZq3OdnGmUeat9V3SjOtk50
/dlnS17BdSOtKEQ+bbvg/WlNlLoaPFZzunVpf45ZgSnuy9v8oOLzPhoFVgO/SoCSto1z65Tha5LG
+mvJWqqq4Vvqc7bQ4MWsjDxX9mYmw9c++KtsAmtZF2F3bSNMwo6fOi8ozqE9ajWdmzhV6dAUjDXL
sXnpJtthEtANV634CwEAyYOVqsm+ElTOQnspLf3Y6NL8FHcVHkh7AF4KPi8FisHKPOWIEUWzCuHY
+l2dMYpz/UOA1mfXzgqt0kanaIAUJpyIXIpF2yjVGczmGIbubqzjDkosKyPpmdsy18UeUqZ+qpN4
2DgDapDR6HCFBi0mbovoBgELFJuqrQH+TK01vaKBs1K7VrQjsWf6lyEom2VoKWJFpJK+HjTPWKdB
kDx00zOFRZ49H9JRIQBoI5z3dhlA6msBKRjjXc81LJXowW8S62ClNu7QMs0vaqXxDBm+UTi7NiHp
sAWLezXinLU2vqpKVL7UlrMfZKDcDQtmSjdL+4JEbJTa0J5C6JFL20X12NmF9kR6pkNIkamsnCY7
Kq4lHmxTkHaGmnY1hvYfDtbIGX4e4ZmEL1qGqaIG5Ra3P5ZjTSEVFCo9t3hOR8E1GZUO5GKPZVti
2iBTZA46FoQ0r1C871VVB8ppV+3OqlxEdalmTQtx9Oob5ps0DQ7Zbvk257gCwl5g9+qfhTv0V1mJ
BV/aQgv0g6WbHEzT2llJcE/rNhGP4MFKQHRSbpQqI/BLNl8ajbvHxna6p/S46bo3njwc/yunlW9u
Lq8mUu0dkSPB4feLxaQL+WmqyWQWZBTLnWnZjs1H8/NagWCpQCXp5Uv6xrtMr3xkzsVmyDv1NI7g
moMaHXimeYgztGgV09g6qoPt0PId5YaU2PCkNkWxMVRzh2Tc3s+p4JEZG3vkKM4NLCNHR1DBX9kZ
t4Wf5Us2t4KDngo3MRO7vjfLcxD1CC5bMp6QOwFgLVGp6ynbtFm7R88hD9DyOP9lWoQkIleQ2/rS
/sPJj+L+14/C0AQrpy7E1H758FG0rWN2MiTQiQ1SMepjMZGf0J7ma8q+dtNlkXlpyuzNjmp7WScV
F7wNqal0kOkHnfcevZq2lrObX9p6QWqRAYQEDwuufKrGfV5k9b0vvTP0R3BzNUoB6U6NpkzJzvNL
F1EewLsXOZji1GEYQnqfOyvXFZwdkEfQ+AnIJchk6W8KNKn/Ojx4qv9XUqtcb5a7seboW5mIuxcp
4mKYuFYElWBS1huOUvmbqw3f3/N8BYkv29KwFvmUcdo3nn8aBoycKsbqi61s51qnLpVvRuMOu3lF
pomNwL9zslXUut+LvFAIgZZ5sFckxJb5IVV6RJsUg4sxbXqCXTu5IXov+xTZxDv4j0niiR+k59EJ
qbRveS5vk4eJZPf4rRc9ZRbSQsQifbbobTJ1mxaocNsGGAxUNAGp4ST3ZOoe2uDf8MgFgRreidbT
odGRVtFPsSwhSNFNq6AX8DQ/OLaFJZeUl/6qmhW5qPy9k6Mjl+g6X7zEJOMRaEOMaxITOQVeCRXe
GMWbwDIeZp3gYFXtU4NVMBiSCjdYs/MqokVjqRlrC1XitnRFuQomd4tO7h1MXfQ580utH9dRrmpX
NSN7pSZqTjO64uTIYW9ZiofS50dGItPa1EfPoOkH2fr9ZwQFz1dst/lDhrWGqbipvkFRZoRANMFR
BWoCdqr7NseeUmi4p/flVlInC+88P4R5/tX162YBlbXe233SXjTKHEp0uz5oBJhg9Eudh7ZxX41o
eFHNsHyBloYHJvTezEgBT9yelDq/lkWdPQUmX0EXZd4ir6qviml2r4FX3FQvlo8NTRvNt4ip9BN3
VWtTWPT8mvSkK2sxLbL5/dkmgw5tugi1XNyxH4ClKjPrRn7ZKnJH9xhMD/Mz9sJ2mYwlcidHsTa2
bRV7B3OuNkyZLbLKkKciXTFKbzibbeZtYpwoy7wM9DUSfHWnxE7+puQJPS3GIQVE2E+mhwxD8b6H
o3XQYS46Q65eFcWKrvgLNOaz7qKf96yG63hPcjlsVk+BM9xXMSkixFg2ftCtZTwVsoOZcjllxG+Q
bxjTZ6+jHUhDZQsdal+Y+jWJRLTJnEx9eP9mSA5C6CZcHAqeQHSfl8TV157DsKJj/qgX+YOPTW03
BsHLYBU4VDixeLbavaRVgT2ai0seNM6px9JNLYgW3E7pQOj1/FIWtry1UVPgJk1otWlKsNKyUDnU
UaSdqtAgny3VQsDeA8utGfVnjc73QoIyeCMOhBTrFHjOIvyDcubXbVdiENVMalFaKqb6sanmEc/D
P36O81rr7wqrp1Aa+zI6KuAqSq3QNFTsErh73KDJVzon3LWGY3aN3EZdEx3DAaYQ2V245ULoifXN
pOxcANq4ZH1SnCv+ZnrQ1d011BhlWZG/IY/ZB5Xa3KLO3M1HlaBwAV3BdVzGgfwcm4G/ryKmFAsr
7vAXVnJBuN1Uc4Z9QG5riG3HFFiyKmewzhBtoz99KL8cN/hQNGp3jTrEspBm/rzxVlFRu3pJ1Vjl
OC+12qqO4/QQjA45We7DMK1hveu3e+TwmD10clOnBJu9JlFnEXpwKOARPJbkwDVxHNyEbA9zQOz8
+3yGuy6pD1Rd9lZG7QSAcW6WWT10UeGdCVvE7b2NFInXr7JizCZWqVwawucBh1eEbjyUquqec8Da
Bd6Wxew+DFz5YIZq8mKAd8d4aFzqxER53UO21HN/hLWN7+UPBcp/2JUtahNT6BQpOlnvP39Omuqr
OoTUDKWXrn4ZfD1nHUQMwOE9uMdqC13No3Z3enFJBi1n72040HdxD9EqX+NylIxEyIMz+HueA4nj
rzMNe18QwVEWZXVtW+1Hb4dyB8qaIXRYORs2Ym8jkKkdY6WRF1FQmzWCW5UIDn/HCLEzEpIRpjw7
4mpsSoR1nOTjhoNT+xhHuNGypuv3KhyL338YOo3Jj9UaAeYM0ARXDR3KDxdNm5phhKuAdL4W6mxW
E3bn4u0dZKzxBfNgQNAiOVv51Nr5N9V26RQY9nCMNce6lXacgMJxtq7NhBWM79ppeoJUHNdAIm7W
Z2gVZ78DmdDJpDq1Sl//oQDXzF8aoijSHG2qwOmwkgL18duMdcF3MJ34SiJ9sCYFx/mh6AAA/t+X
8zOzLZHQ5YYpdr7D6aY20Wo2jXkpp+TmSvPEBscquoZQQW0VsFRInaQknW/10IbpexSoYXyTsijv
vQYvsLWbET2lW+3ml3KQ5cEoMfLTzsz2795ZmgNHLyiJnKtijQhjElxKPbevIyXjKff7i2WTwZfU
pBwthEtoiGm/YdkNdnORQDq0u1VGRM8+7bV7jx1DHiK8agtCTl9iBfz0ol+oc0RyEsvnyogsAESg
0A1cpTdDyZxNhxl/nZdFsElQOp5E7y07Tzfw5Wmv49hhlbJ7mANKU57q/lqAyyY0oLa3iiP+misf
zyW2OtjPRZFRwAXViNQmoc6u7qJLvgxFOBxlp6+TclKd2tFwnB88as+C+Vl/K3rIIbCUG9KqLPyL
xhTfqHuXrrdgkgbEkzURfPg2L4HSqqAa2Wg1tErYiEKFWDG0tBUi3nr53miyfbFkplms1FGN1G3i
s+UTtkcLkpbbc4K9fe+pkNvmFlLbj8G+NHNCg+b2oJohFnPQbFVoahWhKreMq2HpBgV6CDl8Nuis
7t4TvEN4HgdYJeV5fujwA296fDWL91jNwYcank0puFpDaT7G4quB6RHxSBhC5wglhhp6nNaIFgh7
hi+5ipI9lWe/x/7N4FxYeX9KzGLFIU49Uvdb58AoyOca43aF6TTaOXHFzY86f5XYRbGYLXF6QrBF
1zfXJGPi/PsFwfgovDSlnGYVJrJPy9Gw8/y8OmIiko2lstlXKE2OOX4MRzTKCgCj/2jmMQ/OrexB
1SkkJ6xxHqZHPSqw3SlldBj7qrrOK7uYlhN6hJjRBQSPtsjVVVFDfGdXh0GiPeMasu9tgXq/dZjG
Ziiy/L7K8Bqr6MNCwqlUd6PX5MpDcNKJLAVVhFNgE2RjcNRaczj+/o3r00Lx7wJ+3rilGWwKTHdM
8GkfFBaukkZRRQLNMgrrwF9UKQHR6KimFc777nRp+uTkQ3fNxuaoZn2/Am3GLeBqxwiI2icwyenR
G7PPrR32D0Wq6gyX4Q+RGbVgUp5v573fDxzr3Ej9x+9/dvHrIuho/Ox8acI2+d+Hnx3vra9AliEf
qh//GkTNaBQWwrpVNzXNLpIvVXPVB769iiKXwPmUzlXtd+lOBJMdN6hcmnhWsItatd5Yte+D5yqe
5gsgdG0c8CkQWnw76mF+pkOF3vpO3Lv7uencD+1wdWR8F9UQ3IwyelE6/Ghl5ctPtoejOy8f/MrJ
Sb3E4zt/ugqkKHUsmJq3RLXtQND80CuoI2n/OjDfWrN1V0fLqKujOj2DWNJtfv+ZGdNn8vP3zeWN
sEU3NZzyQFV+vtBbAUFw0CPiM5LCiw5YxMeDIdRPkYJJSpWhXGVl4t7mZ8TsmZsw0d2NFs/pBOaL
QSF+sTxUMHbbQa7p3tKagKsE4+llyGt97eRUnnEdm48xUk1RVfJJYgxbUSrXGwVoy0IzJoRfE34r
iMJb5IYvNrovKSecpnxAE16eczCwHbl+DhEI2BZ+/wn8h70fa7+jCiQVKItM7eNV4+WWZ7ZtxNk/
1YDy6suwVWDJ+IUG+6ax12NqRAS4mMZZ70NCDkjA3jo25xIHB/BpCMLXuVHX+pY41xmFkN9FzdYM
oovpluHR+tdDRFriURncl9+/g18UISb+JGQ/TELphDvOx+s+tOlhJAQRodhouU/LwH4lZTS49Zr5
ZmvaZ6NTaQzilbxXaZvdwxypf9bXD2UbZsgV9XSRJUG1M0S6lnWanOxKBRRjTY7ZNoju0DrlSg6t
WLuOquzQ4mdIEZk6dFEOBk9zvyg2MbeNVWeHWAzH0ASl3hfuX0hFF71G09rvjepkpf4WGBqiw67S
Dr4uK4i26hMaIlTYU+h9Zb2RFm4u3aYqr0mLka4W+b3XWQqDBHT6+ypUcbjxItV8rI3UXQ5MdFbv
S1WNSYYGF1Gv04MVOwqgjLJeV5qu7Oa7ePZPBz1s0RC9YZok/pFBMvlswANOY9T/6ebSfqmx+WJs
Q+XComupquaHmyvo/cgXEmSVmbj2mh6ceAZ3vO+H7itZDrQ5NVk+277x1er6z53qB5s40LxVPjns
3bRdEguyynJiLCOYPo9DWBg706IE0IP6D+u++UsLF0YxpS/dO4Y16KM+3AWuLMC70cuntcBd1/EV
zxNnUtHyw/wSD1a27RrmOBV8+JOwnG9mJeqNSiL3cX6ofcNfqKn1bJgOZ2PAt0d8yYQEmGyHY+Et
h9ZUMqA6ZfjQtQHkE2QtqZUq51B41nYcox/zK1vRnIWSDjU7p15d9a5yLpYRa7fO0/Yg2pADx0RC
+t3VDDtxlRls9cAnHDjqyvJc9kOAgLdrUaTzMeYZveY4Tomum152UjwH9G7Pql3Xe0XR17+/F/Vf
1tPpc7Q5TnH+VIX+cT3VKwprXRFwbuYNm5R3eF1ZvuIC9M9NpicA/+FTtSVspr7r83touRQXak4F
mFZPxKkrkOvs7mw5RPklUI/mLlRoHiHyc3ND6+HMaol72LnW/u9txKPBn2YFcNVsMHb//TsyNcHY
nKkX///4jlKwmEmHxnX5Xsd3tYKbPF43WM6OGVNYIudi8h2og/ZxNCr4mYHf8FVDX7v5QRysSwPu
CGB65UDeqPlmZtnRVqGFmlYDymoqRn1zA9zx8e/li4OIcMdP1Sje/vBWfilu0P1JIabOPMZNmic/
b3Z+OTpuoNMh1mu4/z0d6Lht7aNHqtJFNRNr6USe9xU2YNt2+qqIJEWP02hHJUfmvIj4wLv+qMNC
fwHHWqJnwy3PFKFZ6UpOJDdRcIYHrMUmivsP96cupp/tp40aLyknPEMX7NPmL2NUJoudRy8BmF1i
N4yuRHSa+w/yhUsp/tQOoHv6YkcOlb9NeucvJQ7EJW1T0tncql/O6fadFT7SnsXdEdq3WInjB9qN
2cKpzPQYOIHctBOCIk+Ft8WMzmEg1dIHQkz7lcY6RpQrsdGDBV6J5LSzDHdGkWAP0eESsRNqq7Zu
gz09kQrHNScbA3TLQw+edepsDBWeh6Eot/2oXvWykGedid6511tv5yQkzCvhWJ1x3y2GjGKRjDls
g1qAmqVpVy7d1dDw+lMatXKdhuO47FKfAG/ywrtAIz4hlRGxO+6GtD/zqZ4epmDMIgjR+JRf5rzr
ihTtpVf62dbOaLMk4QSOnZpBpi+qJZT1GPZhQFdC9e8gHOJtAu50zcc6EhDx2E8PZuzjQSJNczmS
nbHzWZqu4fSQ6q698ntxtqcslGrqfwyQ5zep4mbLzvDbK7KEbfkNvh4QlwwGI4IX+oxtsSOkNTpT
tOprgnag7XcZoXoNWhSbHlHYdfhAsUAqbuscXDrK7w95nCg7ZUhOyACyVV2I8iHPO0TiAkN76JKl
OoxDfoV2jqDRzZ293447UYj4GgDeqOGFnejXmgjqqzQKX4eIcONgCqMAfIrjMAuR9frpG+kF4OIZ
s29Mp0nfilLcA3u8BvFI9qBwCnw99vd5oJsNWDTLlhmLVha7sRk4TI8YHxh9mlnoPM58MNvV5UsT
u+WS9IDsglN1UrbU6SC3sd3xH2fkvpv7jH4hzJ0twlscNf6RNX/Vt0UE3NJqd5qMzU/kLLyoaEwW
fWEV67kaodU1rGw34rziKF68LicqCIQyeQzKFgOQke21APr1tNk7ur1KC3mZD5J/nyZhtrbXzrPF
ncTm9lLn5EcFQf8ag3o6QR5qjqHUnrLYzlZKaJf095til/ayWs6smGwa83j2aOy9KAiWDKPqvTDr
L1FboQRHcQy9nCQAmwHVbr5AmrRzl7j4C61JN4FQ/UfFC7rb5KDqnO6WZlUerWuRfelTl6O2MYRP
SgPrppXKZ1CZcDiMrCCLvLqbfBrrqrItYx3YQboy1bZkduAVB3a/H/Mr29Lo56s9scIkk0PFt9Xj
6FS0rXxPHKjblcfYBybhOMNrJoM/9KfM6bj88+I1tRk5aViT/Bo7488Lb+ro9As1+HOoyLpFo6Td
qh1xp2Zd/Z0IGYbkkakjC+EZCcX5qiyaCkcCU3YFyNBbXcYb2pLGgxKArCzGMdmOLvF783m0Mfko
MlU7iqDZT83ykwdqF8JEvGVwzJF8Om/rhV2sND3MVwCNdHowI6nACpR4R+bwko3yzQCgs9LHkl5Y
7cjLCLFp5duKt+fgT9x7bb76CUN21az2qLKzF4EfByLHZ1Fq0daUD++7I0YkiLJ1zF3YMnqfnwE3
ZAjve3/4UPVfSzbqC0bvIAYcyo2PHVwmzJzKVZIP3+lz8+hHdVXz6FpTH1eKLwW4zpM/qdTSUvlk
EMm8qxQyPRZ22RsHM2b7A+WRqZKEWn7lLBqEF8PQEpE7NTbTok0WQe7p1z/sw7/uZZaDrXVSSLKV
YbD4+XLIFfR6BrZ9SgfCQfNGzS6tuzWKlCnQpLJrqnwNxnbQQ+usz2iTAFr3e/2fVjXwH8d8c63K
2LupD90cnl+6V2NlQ1VIfzL5o/TnV8HpXM2RoETRYEuhfriAy9pQVNiu2LVaSzw7OpUBExP9Nj/T
PeaASTBe6qJUPwVupwKyCcYjWNnqUlkuDZQwCo4VGolLMT0MRo20pSba9U7maPuCDiC5o8zcDWRC
hwWFiGbbznIoi+GBrBBGbYBnPDWW4MgggGileWxqtVmEEwfRhB65mX9trLWWnqRtr8TQki3iQ1Ls
6uiJHwGzFo5JuZ2nYKD7ir5zv9eyuPgElt7sSQ7v9eMdFvtBEX79aXBK0rkdOz3kTdtevCBuL4wL
mHQkLHDTq/nXW8sIiaQrkf9NaZskfJOVODWJrLZjHliU2p54d8ZoWVB8astyCciwWjd54VMxkCSY
m6LYKGGG1NMzSeiNM+fB1fNw9V7YBt7dYPC88EzoVQJJCXnscXeaMG0kB1kHphAgii0lJzih7RZO
Ej4wCTNx/jKsrvs0eEdm6ZdiqqgjnEvr1tMdxpbzusCH3R1sFZ3A+x2EoJmpx9Tr9hIHYZ7ktLMZ
gK3uSC6Ry5nqaKXxa8Opj7cU0pBLClC7gZe2V1OC0maMfVeDzL/H4fAnRcnH2x3MJY1IU1M55VuC
PejnmyZFQtEnmMGxdTZXpe2KN2Z/zYK2rnux9Jdc8/pDqVXWDvUxiyEpWXreio0r5biJOTI8W577
MoSVvZc6kUruNHNVITgB7Dp0otq8V+KxF92nV7E5eVpSgHVF+U7fjCIlXQmzIa9TRs6ayVrwh9kd
Y7oP+wTv0YBixfkFfbe07ElV82/+LvRh8DyCMV72WS5XHEpWvmfOkYEJb6tNvnB3pot3QZvSpGTD
JQcisdIH2IH2NB7yPTRvfrKNTaIPQ8vDc6F2LdkwpEoQ4A6ijv4xCgr1nrtTboVm4zZhsKyk4WZu
7pLUQnO3SqdDpiixeUVwiSZNsR8XwbbMWhd4vCAXWZjk7dTaJ6h28HK1zj2VWq4+gZnZtWJouMN0
wNpQ3mjumUdJMNaAfO39NNcnDod/odU7kLbJgxY2OGkYZmDM4y7Sx7E5Jw2hU0SqFm+mQLZn5xm2
lDb7CwUEkQYdf6wwwugia+tL3HfBBT18eSEr/FtdNdchS7p7hER8TT/TPEgYfNe6obAT8c1Wxkci
naI9yUPpEw1ne5vGZAeOFKg9R/tHs0G5ZkzRdZrNjdwExdV3mOUolUxuGJVT7PyZb8CVGQvoTXjv
3MIiuB2c4Gs+evswK+2/Yk3VN16V1ktnRTKg+73NlEUSl+lneyieXfE8t8woKpkZYK+br70AHBLD
PchanWT8ZE73ddIU99Lhi7ZjdDpw4P0/HNjtjwf26ZKTKLU4XOEqpcL8+ZLzgCw2RCrFy86Jnxoz
eytct99XfYP+joHP0qZFxCfobRzkTT/Svj+oRlIfnULLKBcASzc4GbH6eekBPaK9AXdbPZmJd+4M
Zz9qWv6JjESAlWWk3ZRp1hL7tjwV1KWr1rL+gotuH3VAYVtNBEyHo45LrTKtJ9fH/CPKwtwU9P93
mQA5UmjlkTzaAVKZ452VHDx5mTrDoWGhjxIteSIup3zUUnxSdmO+9BqVdalrP+KCyRDwKOVlZDK4
R5pJzO0kkhJ9f4ZfztI5+t0xD0N/wnr6i5nxmqgN11wXPZdmgJ7TJsiSb2so9ySZGGc2N2vPGCNf
IFB1YdZE8NhKhoWqpl3KKohgeRCsl4VcIE7ZF+e5+8ZDdWCozIOWSXxUbfsUhwrw+gd1dM1jSdG/
jEkq4ADDy9AVwx8G379MOPjCOQpIHVmeJo1fOl1OCSDFFGq0DJWyPhd6UG09CHjrqK/FrWmqb7Uk
BNSAqz2fIYlEVPaGgL2/GLPM3ap0U5GgNsneM/gJZaR/TsY42npiLAmpT+FfFtYD1XAEDsZN/2At
oV/xcTQlbSHF1LGGfDaNez9csKrGkUNphL/kGvgcWDjvCn8Ib+RFhDdbOMO+UyH+h+BKbkblhLcS
Bs4Jpdx1/hPzL+Vtz+QdzcuUe0Gb1ACNlvb44+zpwM9ZwQCAbn2dXw2aexrolW6dxs1p0pFqVIjH
ZtwToGQ8GOVrN3393KPKbXAy+2BezfKajynbLd3uufn9oQ1Oe5MMcra5jVDt8ilgQGSlJdEeyhaE
cHskbITZSeTDdA8oaMKoH3dTzsXKrhXrBWnZt7Czyh+hu6gDFz5R6DRLq7fMDeljknC4gLYHbXv+
TLXTwdhtzYy87rh5KDtkHrkx/kVzEQhO6xgPSVUwr2XMvCc7qEZsXxdceYws5haJhzZX6CEzL61x
F4jbpzsaQHuOf4QIHqvgQNLat8mxHkzI0pSz2ZHfRH7nAqbmW3L3ZRzs8c0Yn6KoeEr18EfQBA8e
4oCvJOM+pAw339vXHr7apIrcu6FmxhYQzVqJMVjOUisXFLXlp83RB6eI4tFGUQ6JZa1AxdoKsyoW
hKMNX3KCfTJa0a+UVpBVWpUgtNJ70ksFfjuHlTUcfLFHixqtWWajlUEiHQof5820o+6hG+qr0jXR
uqzLk6JNDg97m3ApHuNIlcdxGLVHX7W+q60gSIl0A80O7pGUMQB2AcaDcSa4VSvf17lJSq9CmJdV
uBunCSoCAUfnU2dNo/2WtgHJNojk6jC5hj5LrNpP5W9l0tvK+vzQxjI7K2EFSYag2Wc9r4h7j+1w
WUv/xvCx33dVApWae/hZOqF30hMAUc300qao1TVzr+laiAALGtahltrfD4baqPsJ1aROFUPFmI+e
cEbc1/RymB5cPcwo3XVjVeBnxi1RXlGswjUG+7NyFZSjbd5xvgxu0EajhYNe4uI5dXmxh6B6f5aq
TkkPPWrX8+9a0x8pZZpCSWVbLVR5jlwhXsOM8JRWNaKLNwALVJwhOLaADzeVmogbEWwSLIIffSoT
et0cW/8PYWe2GzmybNkvIsB5eI15Ds3KzBdCykxxJp2Dk3R+fS9SB7duVwN9HioQDKkSkiLo7ma2
99rO22QED77GRKWkotrbUobXsD8mVda+eam8BJYUn67Xk6SaBPLey9S9MH3AplqM1SdOEdAn9C+j
vKs2gRNPZ+QGMXkjvvZWCpbvsfkT6sVWuln0Emlx9tTa7EvD0JyLCBWFEkFyw8YF1aDeu03u78LQ
CvC+etMW3eKl6xvvpSER6MUVfvxkZE7zlPO3PowNqprlMgxoVRgp9B5O5/VB5gw6oulJ+pnxvDyk
Tf6GiUhcl6sAc9TO0EivSer6WYYTiRlRMa4T3ai3dieGWxprtAXnB1UzLJmEKU+BsL1DnLTTnv5e
/QI07USM67oURVRuBktI8GLzU0m20NnjZOlRAB2rGoyp5UNdM/pXvXH0Y903JjfCQPekGjcZAatn
e+6ZdMWkn8VYKujamsNjmAYIq8lrWsdTuKtESx46o6BdVYNdwwTkX5cHGsxjWucHatiPoDA2tUzr
L0aaDzpJPT/DQsM6gWo3JKNSQ0e9KcRg3CaURzc5jdONGNRBT3dGZ/bbfj632bVbXRpTxvOIzmup
CejdCvVszwZAd6A8FdIWZxDyCaQ7+kdNzhyksd1uT0GvXq2yaVlgJEIO1CWvkyRQOrUBlVvC+6on
78OuWz4oJBGtSqh6q2mM8EZwS5oxd2imxa+K0tQytAcDRJzBsQ81W/rTwcCXYscqwuwuB0+exszP
13oebEF6byQJ9cQFTDqE755mi0hgRFSjDVYhrFZkps9pK4KzZ0pNxTsX+OFTkx1pmb2xnXmbFiB0
GhF7WI6Ox0rXHPpcfxaJ/K0H6SHt/PYQWK5aWZVIdq2PWV+rCgJUrI8pyrY1qOZNYbsr06jIrJqO
hSo/rAmstJZG+NIsGwUzwc3iWubWtMc3+eEoA2AOPdYjpjuMpVNo70sHok1iTmpdNRs/l6zTNc3/
sa/+0imkaBGQd3BhvJMvxZSkje92NX6QJJuvtCw69xwXSZ7gTIa1kycasvX81YpISQqXlosYCRjW
HhBl8/Gvqz/dOOokSdkS0LnVbpWkG9sRR7xkgUU1U87AojIJrgSQAXzJrGSLpy7DGC6NjTBIi7ee
8EiyRbYhp230NtuQeLa1IBDulrPG4z7X9ZWr269Az1piKpxpN6Cx3JgEBhkMp6KqRm7eEWETjbDx
+o+ixo/jes67q2oTia39mMZYscv+0+kP0r4PFnJZS+0QnBPmg5V0jsUwViCwiB7KsUQgUQvsckaI
QNwbMxxLQiu7jeWHp7ibLhLMxrUqMQsq5b0l+Oydkt50w4a4aZ3+KosIJoMiLI82W87EuLccsevK
FlRRfhYNiqhWaOiGB4coutFx5i4+uRDPXjL5x35if1R/3XY8Z02/Cx2f7Li4+TIi+rFMKC5hloab
0NPYQGx/K0J0o1PQ3ZnTQvbvrDc4aASw2fKRPzxbm9Hpq4ymrR4OZ6ydq6CGMGGYZF8FBm0Ij0/H
psYXA7BLAhmzKK4GmoFZn/7q2mhbB9WE5ysUay1GpxumZ1W+DmasTkveuHTMdF3ZE78b6L3BaLq1
pHu2jsLgV9B9gYko1lWuPxGjk6xzoNOd9GsEUuCxWO6tubmZHFwXVgWzrASjjd+hDLCqvwkDXxhe
WLNgzIH88B2WH99I1mXToW9tY04QuvaXGIeXKio/ylEn6iH7agJrOkzhA/XFgTusPOQReRGo7Y6u
Xv2wot5ep65Jxjk7mN3iI4V7e+hcC3n3UzoRZGILybd3w0r1PcIBOk8T96J0pNojtdqnNUpp1TXR
LmKSuusYeq5khV+h8UAj5K3VH6vyh+8rTBIeK2bpqOE5G4kYKaR2iCBo8Za6m3Aqoc8JmjOFv7P6
7t6H2dcQiIEpBagkY0yOrsKS2nJ0WHsSM4PC/lgRecQJiE+ZVMPWNEt+OJILXGVdCeaF8qNPp6GZ
qQutN6wby3rw6XDNQyH22607Ejneef6PGJ3IOjW9U11Ed5PCYNUMot+N/bAvmG7tCjcI11Mbwg3N
iD2mhiJCQT/Ztfg1pegSXHNrmDXLvfmcBTTwpS1BKIsfQp9PeggqOPPqBNzNZxfRUOzJlFFLMKcc
hq9mAXCUrYqMSzRzORhkldennkSdreoAldBAlGFBFB+ecs/bI6IAEUcaYCdpezHZwoUdr8hkDlee
/pUSOmYT9Vfx16wm2z1YEDLGEZFHXql3P7WydR0MO7sSBKHWZrMNsx+tjTQmm1ivw/Zsl8awrzzh
bDNiENYEq7mH3kJs3TS3VrTuWoPNvGag1JwHZZ5inTlE43U4LBFJjSleryrDV1ZHdQ9jyQ1Wrai/
Qq8O9pISaV0q/89YD/3VqF0i4+KdSo3nKCwgiFrlVxall5KSDTjmmpic8SiFv5FDeIhs/21oK/ah
GA80cT/aNiSEdN0xhPbCyd0YGB0JTqw/KseiS53A9rRHZDIUvpuiRRYockBSraOTNRxwaDPJEDHQ
eTm9thkHBS9NZdE+H3N6OHH1KGvGeKa/jwq35hyW/J1GUa7GxnBXaUHyWakN9yAWX8Rw39O2JddD
4gFLs10emCRg+BMR2iWWz4ozhYaLhiwr1pSCDL1RI5KDwMB1MAQnzm7EDFfRZ0LKNjbOxzhUD5lv
P3CGePG62Z84OK8Oa6DsgH65LWj2EpG8HCLkJgF5TSCzAuuHEaVbQ4sOvR++i5bfcUi8V61iMm6x
8TBcD7gl+2llOO5vp4SjnXrxn6Tutk6dyaOJh6Cr2/zoB+GpdJ1nEhWxGI8ebbLIZJllGUyKE2/p
k1tZz7gpiE4J00uC/TvDCFphrTQa2CosaORjPqIr2qfDV5uIk2tLdWW9d57cDnUs6XerwcQu6NYk
KcHBW49e8q5b9V5FKV5psS/6uFx5bXptErLncbEa3Z6jmummsyqjGNY13HHPiBE7F8avGJbBKhy3
ia73666PoLBapDOSHwBXqa6DdQK5W+rJX86XzhZN8d3kINxN/Nid/eV5nE7pH9QPjJ9MImmMc1NA
J40c9Wnig5CZHA+uHTNh0WqD9bi3djGlIF9Wdb6jDaMOLFj7eorfa6RCa631Arx8zq4ib5HmQ2wd
sNkhySy8Pds1Jy52HpOx2EZsatd8a9r8pzcGYHFH2pepDuMhbX8WPgcOR3ZiA36Yd8sCRjUwyxwk
y8UEwbeM2aiLZmOF1kGMBLdHqQLCKoKfnt1jo5HTFmI/vYHCQFRghIww8ckJuMEhg0Ihi3BLwFsP
Xxg7b1VFX32XPenpWk3mtO6ZGW9Zo4nlNRBmwiVTO6Lnb5xGrUtkRxdKz01dMu9JCMvDAEkfbqDw
cFnSZOng1A/ZvizHpPeF8HdMTAogFNTL3yWWrLPW2LdnlPFfUxX94paNt60DgitpxIqMF1po6Szs
JgAewbG3I2Migf3bmKz4WanUurTORvLXcs5t4tVr129OgeTIGoWTtad1zqwCvQR9wPg0WPU76lmm
Li7/c2z2JRoYMJuhoo3is+fo1e+Y+eEKchOhIv1zwshohVr1bOr936aXG9+M/K1iENyH6TaqSQi0
a+dHMHGs8YDwE4NhgfPzkqPIaII1hf7sTKgqfAMza+gDqyMjN7FKsYlrM+LkTII6IIa1nVGjR4OQ
G+KqjI2Xor7lf7ECGtCSgJaJ5DKjogPQN7upmLxdig0momu3G7y2xeQgjmULtWnUqt8hZr6o5TNq
5LOYKwVH5xbGYWodl6qWc0+cdV9SMxi7TNoeMomxsv2XTpTRnSXYW7nurxnfYOHJ3iodfUGd5d1z
pzc6HjkCBpfLan4trFnCymOVkCBcOK75Mrodpo/B/S/DRu//mZtAaDdNDzuDPzPc/61o1homwSEK
Ve7oOS6oF/46s8jwRZ1SnhYBSN43GeSrLeo0QNhtl16ytFQHbI/8dhgYyHFMTosoi+jijRYYN5Mm
3Y41sHrOW3DiUgMSEo6BtfNjpz01Fr+4OdtYlsuaHIzvUcQA1zjPjHOijS+i0oJbPOFlrIghWH17
FKUrC5iSnsG9AVuwnoC5zBm7fvTsjCGpGDoZ6vGsFaBr/VhNDcbpXE+Pmujch4zNx5eFgOlW26t8
LNrHG0QSfTvOGA7V2D+bhQSAdVHsGxnbx7FLnb2dNeZBONpPhAjjTUrxM64dhw718MMTfXXFr/Gf
B69U16Sz3P+iMDP+3dH0GAQxncZA7vomgKB/dTRV1DV0I4BfCrwyIrRwYAWwtJiMrobO8fdAM1Bw
Ws1NM0E3DkyEZiUuOvuJRKep13KOYO4Bccx/kQYb/7YFodtEq8j9SrgPcvJ/6zcztAGEAgJLI75F
HiTCNVJFh3fHa1C7AA0/RWOIu88t5Mlm2PitX0vJNnV6nRo2Q/v5X4b+yzjifysp+JF8fEpUYbgT
YAv9awrIBMv1Ytx3NHjRjjBosm99SeBOCUwz96bhRR/a35C2T1nePIzMPq6WnljrKSfY8v8/xbfN
BZj3f/0wNk4kO8DVbRuuZ5v/Gtf1YRhHaqzZRDTGknoz3nreh0FWu65DHyybqT81UXSLer09M9u2
zxHxbrsgj21o8lBfdBazHN7Hpkj0cJvIoL3WJSKFefpiFm57NG0DTOCAikl58dapnPb+PZohl7LF
WZyVETGUCd6iNuytV2/irLRc5prx5ntDMRtTYI2hS7nr02w/C4W/6y33/T92DSQgDoHscywklIa+
xnNTVih0kPiv/CyioepjQdbzmI+m0Wvb1kN/OX8vdcTAYaz0t+3Qi22jASGwi2AdMcX6DCSU3BY7
237Kg2JXEadHMLicFcmF2orahhapaId9Q5gwTflXlcngrs8PhcwsxJOYcJ360Sm0RzMtsKt2IX/X
70F1ZPrPLttuQ0YL9uGUvue2agRZut9YCDPDMYBF8qzIvCX8Jbl6w0QfF6exM1kdWjvDePFd+WSj
XrkpMrJeOPqg8FTFGXSIv8GmEG5iYit3TshcsAiZV4aDo7aa3lWrkFKAmlSND5NBct4SlpbgJuvy
xr4Tl1TKqHk1KuzWFFPBJc1S40BUV0jF1DFRdLSr38bxvaGLu/telCffindDrnkPcRBsfDexzk1s
W/ueU0rpdX+/0+lMw38AV5ac0I3zmWOzXWeBIiyo7WhC2dZA6HoE7amLykvri/JiNdN/nsWXTiMl
wYKxtJpCwjcD9FGX0BXTdawQ+ydWwtxCOkduHwyxkVE+7ZZH9LvVU5BBIxpS/CRdmQ4Hj6zmvQi6
Xwor5N3ulbaRsWOfgM8QPVTGNQ5o62hHfLKm8Ypyyzn0sVOyogUORR3EyMXwrEEj3PlB6R8t5WNH
bonV1dQAjjUh4SE1ydNudN98bbopomFfF3vU7Ese0pCCPo5y6JV11TC5ABuRoMn+vunmZ5qtyLXQ
q8PykqF16Ki84W0M0h+TqOydCHqQRZVeXbumrq5BhwkWbwaCoIR5iFPrIPeLEKWEhuuLCPAJU6Ry
uod6fhgK//QN+wrDOVx5yIbr6BfdY547b0n97GQq4uhZ0xcNEhKv1GCp26S8ceMWTMUyEZyxjBtQ
sXhQmg3K0a0zQCa2jomZB2mjnysG9bBc6Q6nv3DWWcTApGZjCWOg8LY8Y+dwj1WoP/utixCcNPuM
eeNmdGR8mBz3p7mYUxsi+Tj/917hbXW90C56VlvnoXTJMoq08KpZZJOZXmV84ntT2aZXhItXVvZQ
wEt5aq2SUNbRnu5+K+WK+PfkGF6ZNrRnvPFz+G7XA/wic48/YZEcadvv69nDZvouOJpC0YKrqHc3
dk1ML86fqN9NBtha4onGB8fsdUBq7Hc4EKN72P/yokmdEgeZLQ0FTnzLNS4r8n6U/LO4UYtAoP6x
MufaVDAVc7t3buyv8CBII9y7XuNuW1t/wG6pTgvFrdd236IJpw494DJ596Qc6rwmfywt+/X7a+gW
QXDPatZinDZuY6pNzlGbXlbi7AabRuH8/zWjXTyO6iGfR9AeVeYucUFsL5eZKuMrerh802SkrGWF
3l1zup926xkvfePkz3X5VzkFC9M85ujGP01I2Da1DbEebav9DkuKYNUHd6Jz+xuG0noXjhCslkDA
JhnVxRL2X8OXtLy55bXwgOCFvs2ccVl5ubhrkNuVevrnVc0346tgKa4/aR/YK7eEEpG2xrFcPKBZ
mwNfj8Ve4PYjMnsM1sipfwa88z9wO608FOu/mKnHoJ+eM6dINrAExyddjck2MTq5C3XiMJtsEmxm
PU6Itqu2Zllo+9Ie1mE+IZSY5OjjPO+HcOeGgfy+78IR8IolRnqP8x1Y9TA2aLSCgV+kRx1VwYnh
zKWoPSSMtY9thvBCTswImeyBWG7H12iV81ZdIQiN1d5w+EOOSv4q8VmugzKYqWA8eP/zLLAtm1Wm
B/cWleY1zYNoz6i1XDnU9eiuuwbF65hk5kWJ5zA0o8OopQ8F9/elmh8yE0uf6Ytd2nT0n+egVhFo
QOaQ0MPnYwQDQMVNmSsyH/jC07oee99/UJr7FXSgv8KIIHIGwpJEWFNfLZfLF9qwe/Gx6RxyQu0B
OMVGdiGUeN3ESiOgkIFaXHDEcRZaGuVhvNcQF+cK2fYkYvnahn67FobV3r/3P4x5+uF//1J1Vser
vgT06CIKuBKBx2+6PDXlGwUVyTGpddFzJ3pLquCP30fW8fvE3mFiI4lGe43AeX/OT/TMyu9h6FSb
koSVJnLla9dI9DWO2EtN0RaAazbQkJhWFl1QgLfkyJHHOQFELPA66aL6xLyJBlPX6b2laSPu1Vdj
/4lJkPnZJb1xSBtunn4KqMc54W8BP1z7MphePDu26SGlItvZdT5dce+bW70zo20ra+AGekPbYj54
xTIlYSNtaZx52SGRYf5uhkwHMuX458KWPpon9Rqa9UZqdXlyucsRjP7zVAV0xGrd+/FtfFg8EISL
OqcIRQMrddvKg7OsZq1OnvnU+sE20pxmr5BdrBZN06IKbzVL3W3xUaeF8ca8ZjqS/ym347mNtPbB
MSCngGxKt7ljU+galTmwdOv2tCm7aIXgnrl1fpsbjS7J4DateWM+Hy3slwxH2K5Hab3Nl/hiHRnk
qo4xLWiiiZ/R9RPNE1vBxV2O4hzkDSDVTDxFEJ6R9EEEjoYTIezhOSbXjzWx5jSJ2fUb7/IP6KXz
fob+u+ozH02dT79TZylfLnO3o1OR2ZgJptzQVhmewL0bMj5BUOVt0twpT5GREROOExxxsvq2g1em
N571JH/LeiKHDI/a0w7AB82HuVZZ2ZPLVRuMd6Ugx3luj2+c/NCjaBkhLZdJ442PgTH1B4GLysjz
4kdt6F/JiIPj++NB34rq3MlHkNo5A1LDv0FoeGZM4oXnOqvG1cRB3Uga59QIGmKko1zDREuRR1bq
V5drbLgBqPd48HcLJ6TKW9iCRZx9Xw42SVuJadO4mCLxrKr+Mxgb/90A51VwjjstD+DatZNK+nfZ
xNYVHFf6EITR3zq21I+IDZRPsTT3jhDqh5dgcdcTE0EB3wW/5bMyr3FaJdfayLbfNvEeq8Ivqgba
LSEbF2WzfQy8wdkBHPZfI9W9xhOtY9xGaAjcqL6n9XCssN4xcSqyN4Q8a9uUwWMHcuIwmf20F1Wc
vITQv1gM3EuDifIWGUGMqD5+rPOc0HDVELmYGlfhdsY1x5lzXS7TkvdiyOsPxIzlvUxkCdWUeEnH
om29XC5f0NrHeqE4Kb8/qMEN11akit+TXLdGYX5O4/i3wey9QPaQyL75lE5PaUHeIwc0a8WANN39
Zx2ymHrXrWvBS6iag3AJ4u6Uq4P+ai1+cjVt62ywED7AStNuVemWO05xzCUbQJilh5N7qswTN+p3
/cSpoN3qNqz3UMvIKLYNex960KnDtuqP0QC6Poqi4VpJYoyrSB+unKu6fayN3i4zxt8Td9mVY/G0
zjqz+aiC+G5wR732REsx0TBpj+ZUBrAzX2KhFZsCVC2GkxmXVRDzJEtSIRdyyPJVp2ung9sU2k6i
w97iG+3nkz1oTSc03rTE/VMyVL8ZYWO+MSrb2EUzPjfVKA8NhqDVTIM5+3OFg+YOvGebnZar5XVv
zKwaNhDf4vzz1Ee/EW2W7+r0j8gN9JOrOn+D0F+tgtyLzsuDNz+rUuxF6+VpAgj+X//+8m/UQftX
GwZIbLPZYLEdiEwLN2NFGtM44w7qDNwCnMpv9aiivdm6vnsvvMx/MMB+LYP7bmIqoHXR1k9INw/n
B6cY5ygHAIpFVT+lcUoTnjjdsHLEKpfWVoFV2Okz4CYqxH8elkuOjsO6q8yRtkBo3Rozf+wKXTva
rtas005oZyT+0dYx6p7sZmpnPEARFWy19bSguHIsq26p7Q5r8EbFtpzm5INUOls6XxEZnpb6lXnu
kXtHvTqFIFgwl3hVDYt2fyHwEYXuH79DuON13bsDeCgqVH0YbQI5KHedZ0cvXjO9Ds70th8ZLMaX
hT7CXbBnSsdn3zDUrUmj6QZ8Wt3somNqUQcP839l7j64mTWeqijU3qTRvhHYpt19oBrXJiLFFPEU
4233DzHXX02Wxa8ZqoFdV7vGyep3xDaOr17/YNuJeC8h4N3iPnnhT7slp9z7K1rKhTlUevLNu+tk
BDIJbCCeU8s1mI0WAN8QvDgyH7ZFnqGYmJWClhHkB2WMOtjIkTZ6w9ijFhRMET3XTBSgMOfB5mCK
HzbY4n03G+TytgVxlsX+dtHMT5AozmpgqMFADvtcMY6rqFQg4QrG98noFL+7gQICSNBrpzm/Rdy8
x3lGUYQbkEJyiOhAFfVzBF/xiQ0BPW896Ht8GMkvQKQLYWJ5GZMSdAnC3sg17l+tLPoxjIN2p7Vs
v36TRQz6TEfGW/bRrxKSfwLIBtp+cVcge98Yedg+eGjDTvQcQZ9GuJPpkYZPbhxUb8iRe/Zam5oq
KeOf3BbhSpu8ivW8C1ZuxVSjGcYMxoUgxxxV0EeshoM/1Pqb3tEqMDl+EEUjviJH0++V5C+wPAO5
F+0mzG13im1eEzpVeAbpEYoUKyv4go9WC0De5t4fBjNo3oLapEeddYe00q6GVcV3Kx3Rx3g9hYBq
130gOWBi7Tplkn/MLyKNOXMdHRxHY8XrILA1rMh5ZMV724SHIh0j3WcNygRntiZ3xkb2Nrl0eZ7v
GYJ+8FkFcWvEPa2GfJeO3Wm2gL9lBREc3Tj1Z5bn+M306HQnFqjF5aui0z+Hak5aYJ7jz8d1hnE6
uQuGYC7AbC8LqI+CeOz2Gf80XYXE2C56Q009MeIjfRm30iZ1q+KI8n0GiZQYOfaxJfq9P2T8kcsu
3Cqh0r3yHXkoIYi8jnTrDEq+T8ibc0C1Ku66rq4jcswdWr/pWFWDe4oEh7bKN3elQi5vTra4Cm+0
tyNb4XMYxD5BAtqPNIvFzZ8/D/n8edDmzwPeBFyTCS5nOC3EWFAJzhRkM/O0hw4np0q6lBquHSFv
8/+4QXH453S3HPFKU5z7Bc3cZgj86nTE0zJE5DOZMpvzFMz0nPS9/WSGGorqKnvxfMIXqiRo9oC8
qbXzsjIhIhGAXI/dR9MGzUsQyPxgs6btqfIPMdOxuwwI2KOTJf7GvGUpWbJa1q/MIoz2tmjL3VgR
+eFqaf6ncDZ+gbY2sYuPFt3VhgzY4jKBE7pl4ATXTpAV7//ZsHX/ivRRu7uqpLiva+r9JHOfy8kK
n6PAeCnYrq8y0vprVdkaCREXiCPju0bw1cV1Qa/VISGtmPU2nSHfFpJ2GxbDhiDtjbIK41nF3ZNs
Hf/FS/tLUnj5W9garACt8RTX8tGZUTV5MXbr0FLbGmPvS+/JtR/01bmnvkU926CSrToNMmBp5ufI
Rq2sOalzNdy4WyeZjhV45mrqWkCqzbAfmOnUtIroc8GY7RziqMu0FLvl0lpos/1gbz4rV4xXjBMR
dH7LRS1ZVYCAK5/P6hRsQZHU17Hu5Ia1lRPxrOvnPRn2WiMBxZZ0whw49LvFztZn2W8PLqyTzuHr
yuLOBN9KvBF/MEym38DwIrf+FH7f0zyb9Iswuv44Jc3LKG+pQGeHe+hGE7c9RqNen7iIl1cneYsy
4b7SECDzQngCq7cdXyFki7eJ5VfLWTdcIZNtJiLGtap13o0AEohd+/0m8kdU4+l0wSKnb6SZGZvc
zoJdierBYXrYg6yfTOsdqwDe69LTdqnbMBrv+W2NAblsaiZ/kD8hbsyuEdrVp+WBu0DHWWtXu1Cq
/im4oV8L8Ye4ROjwM/WuKB/bRgdzb2ubxGYnVyPVBRAs/vWhbn83CtBV27jdwTS8EQdAf2yhaH3o
CVbK3oLrwcmQKRtnpeWBGWLGQVK62+USx/VpbCFbSWvA+7wYn0czeihycyfx6z8bBM4sxoxWZ6q+
eIgq0uNvjBjy0hquU4PaUtVxsFkM2olbOKfO8OnROkOfXaEj1SuNE/qxDpz0KRrK/PT9Y6FfsbnF
KwhRfpOs41lNL/hYbvxGgEtYSM9UbBmtzfnOLlSRXVr4zvqAOmuCKsHRdGDMJrPr91Nby7JrbkDM
CQeW2zphfB4RdvjtF2KplRuhhG8fHw36evHamhr6KWZDGGEYNI/4POUV8MtRzh7l5SFIDQJx+OHX
/7zWgdC65iLeNTotVJrrDAF6EJ8bJyHwxixUs3PYVzcs6B0Hm7Q+F6PZbOiUf4rOii9L1EFvt+LE
1IHkh3m0VxpywEwe1/vKR3ozV0tWaqGYSNJ6Y1lxeWkCEmWXSn+0GuhpdvzFHCTkVBHCzJ6M8MVu
NVMSO0gmxOKPmkwfvWccVZvlsiPd8AD0n4jYOGx2lhx6zNXSeMka0ZxQirCuq758FEManqrUVHDD
o/6Tqno7Zab7A/NUuyM9ulmVscNmOBe3w1zm/vPQmv1DYTDln1r9d97Z4V89/T0k41PLDnWSTbYR
LMrnxOAEA7BzNeF5YyfHGrWbRsX+PFbJAaZK/Ngm8psg5CNff+5aHGA5glVIA8h6Mk1H3OGi36GZ
ujxAwH3U2xlqk6vXrOVH/m5vupmdPCyHTOn8cHIvf+icprsPjILZ/aIzKbTR2XOHFAjRfP2fpwJm
bwY1+Br51bWdlH6TlSFJPmuDUyJ1RgdYMTGsRUBB8eHQXYScdC/rdm/AAjq1LVXfUuLWSkfnNWjZ
hWHXc9yogBv7guu4vQPYIItj6u0vxg8o40oZX0ZZJ2S5hZ9+2VCRylZtG8+wV9mB9APzbx34z56m
T6+dLfaVLv8ub1/L8ejJRyvpzh3X+XP9GAhW2XhjjSm6LqG5Zy9ou08DZjbxXWn+DuOSJE3lZaeB
VIhN6jF6macOGbEGD1hcz31rUhyggyPfSkFD8rseTaGPA7ugrmr96rz0fkliYBCj8dvm6O4vbcnE
3cmi+OeEeWxd1JZ9DmHaPncB9aUbtY+6CONL0UfvBr/HG8d1hrr405YrfVqPY1W85aEuoQbC5fTz
3zE5yn/CHIS1yrT3xEqnrY1oAKWrU98aiPFum7wscOmhtj8Tb1TQ1dE5ZZVwzlMNR9M3uvBWhn6/
tZXTP5W5cKCmT/1bqtPR7MqSaUZu5VtUevXZ80CUzOfAZT9rnNe6M4ZXQ9d/a0UwnxoSitn+in2W
pA71h1k6EcZDbT6j6KYTXw/lvrXLfdMBibLzjjmYF7AOdki/1v00oBSeX1y+HBmOf6lofazsqcP/
/D/w6eVZhULH8yVwxdrR8j9IOgtNaKfBZMOmopgfMYHRc5lfdYfY300tqc5mWF/JO8N4NbKpuE2L
2GW+XL6gdLMeV61b19e2doJT5efb5av/fEs2MMxtRu11gOz4oACiHrUSkWiJCuphec23RnnlbdyD
+iEERgfHkOqR2HtikpdhFtsvz4ruJ9OfjtCJgEFB5fuS5HXsgZoSyHMQiSDdQpMZMYx/zSGfH9uY
NrwYtT/MV1DvJYJILqoUtJ5ufNYCkxzR/3nABNkgaff+LA3HqNBngDFE9Xo4q8oyz4PnWmtHuTJ7
N2NL3geODZvOh+W9rCZO1QKMqtC866M89m3SrvOID0kcp38Ww1zZptYxycCQ2zpQUoX/db/sQ1I6
pF3mJjpbecUalW9dS8bP9MiOJXD2SzNDQGLVjTjGzAFBJKtCgEiofe/i0T/05qmzCbsmprT+OWr2
QzWWE7/EO2vKiYw6xrLUK89JwEI9KHrroy4/osrpDlkVmkdP9sfBMb11Q+VwajM4lHHAiEJXXb62
2q756Uc5lAzdJZV2pnRpk3j0JTCY2T2AYxRf1QBl2xvT62AEzQfaF+6F2oiu6f9h7Dy2XMXabPsq
NbLPX8AGNtxR+TfkfSi86TDixInEe8/T3wk6VWluo25HQyi8QoK917fWXFx7r6bCcx53wt0L6oDW
s/llZPezEBYTjF/aL3v4dSOY8+HdkihH/YgbqqiOoUMMsHE7GPMViNtcdHfagHXekdBG52vnLIDr
nU3aRmRfSqs4x9yyj03IgA0F1TwyXf4RV8XAxISj3PBwmnlGcacFn25Q9sR1HGdJau+gTrJpObj5
mpAXY8OGoYAGZfCHkvEnFl32jbr9RwOr45lzY7gpTIKOyP/NWTHWhZcuAh03+q05YrQQeXEDsPqZ
rqND7TMP9r/y4a53yr2c2e+VmgEBBMgo4u7STUrGDLfrMGQ1opLvnpk2q5b0x6lU2Hxog9EvzSx4
7vuu2d6G3U3cBsdMHJqktF7qAWoFRh6Hhif9CADD3OMoZQaOOnbkzIa6ngCjrvTsPOsmbsYFekgQ
sKMJqjc/FppfXCd72BSJf6nwpSy7oYWBmvkTs6hYl3zbjRea5tOkNu+x/kAqmQ6DwY3OZsiaT1Sb
ocb0QAo2x3g7+RZRPI2HToddM33UlrF3FBVrFGbv2mMGiMWpneDNIUC3D3vcbYwg9ENAeHZlwp2L
LBk9O12XbI0iyfcMJ617loEjJZXE0C3P2AHJ0pZx29nroLSVaC1s8CutYq67RrwqU8bamW7me60t
KOoDd3BiiPeCdWO8r6QVXQtTeMSiXe9dSf10ncbmyUU4OqeaC24ZpO+7Q2J52amKfqxbJ3hWaYIg
lqkdZpvDLXOtSn3YcVkTLN3C4dr6ypVpj/Kil8N7n0Tuc+mGjCO8ZqFbpOwcizdPnKe/NnqBQ5rx
zwX1rDkqadBvycM8V/YwFfxUSrdPrf4evJBdqvTQIltDFPRYUEzDv/leaxUfjc3gapbrRql5F0s9
9pZymYk4TFYW4eiPC5YF5imP+j3ZjnLVTLVdPrAHX2rpfa2p2r6eZs/ow+C1x/S5oel2hU3goyuo
wypdbdzOWI1Q1lBWtRECTJoS/u9Vko9GSBUtjRDZVCVzbbRy5E3A+dJTigwTpTcWpyBVj3bh4qk0
obbuytDhvJyX0YmauWOW1/rOahP3UE0tiBOHb/5YgmXplBfVJXdL0bAfckfOCCoOKUwtB7uihKC2
G38bKzgZuXA+2ZoLgn+Gwwa2GJfyNiuTYDMymXhrxW7fQl/jjGj/UIb4gawRpHNh7qmIIklaUb2Q
6N63ABuywR7RL8x8GC5qUWNHCKM8xOXrGXtRGJxJMPm1SuIfnDQ6aJRRDItS0fR9pPq/dqfSHrvt
7aVyqw+geYHK0mm7M8R9tRGj8FZ1mMulwWyIManOO7RhcE5eZTPbAD3iqw/TkaBP4Xr7uxr0i3vL
U++rngaDqV/8tk9ChO+3czlEZ3mUW+mqv/KnqbxA1zu5opQrAyzT0nVZnzCQD06EvoGtTXMTN39S
siF9jZyqwuQQJFwecrH2R0/Zu034FHe8rM2q21CyKo7zUN32kGE8mAv7PI+e0rj8GEAg3WlxiASS
q9lVYVzI1rGqdgQTkqOVW5jaS3GvpLr/VlkKW3t2C2PMUHHKEcw2LLd0gmVe14Re/OJHriOfGuwE
n5gfPcaan+0d1lRbkbi4ohBHtzOvWI2po5shCPUunwb6+QgqjN9jRfKueeuC7uH24RHeWKzYxMBy
qSzEKKs98LBb1V8tlRfs+u7Wx/BsQIWxKt36ScAKp87ec9x4W2gTp2mKCUI6L6gpqsa1Imvnpetp
JaFUy651DPNadc3UkzEZeEQ2n0hB290o0dgSnNt+3OpMf1vwTKxGkrarMFK9nZZGL7EfKBfkHnOp
ZKO7VqjNDbqWMVMXTvMDrPytjg3Lxux0Qcd4UeMquea2crXTbjgg6mAW6fLiXQeRvphv/KyR61v3
A0HMAVnsZnrAk0UlDmufhT/5Q4fC1PYzs59GYIxazCZpt3HRL0o7086GsuUKkF0qS9+bCIDkAJgW
M/stTS/bKm5jkDRTD/P0wVSBSDFejTx4APNYo03anuizPWwjjBnroC6KVUkYhPgHjiAR+OvOc6ma
YaB+k2IKLER7v5SXGvPPmyuHGKpPu7q9ieC+haHhkz/Mxaufocjmik2ZiakPj7Dpt0Y50kcTkyCa
RxEqgYIg8wA2dYiXSmK+dkoS/vRjnCgtdXAyZ044M/hd7Kabmtc8rm/IuaS2q2Nl5ubKK1hFmJVV
n+YbX1U/dEYiLMkJ8XNyjep9ILDeBS5W7qw7S8BNnAATyvhm+6QaWoO2CktOfRoblGLCFplDvmH6
FvNuS4w7x1GhD5XW/fzWciuDK2Pa3VXuSppQ5WRDRe3tBfltN2H300thDpua0kGCs0diFACvbq8x
T1XCRSKICHD1FMtmkiQ8PYl3VYzju+B0vagxIh9HkYtdUALV6foRVy97sr2pyupe8XGvzIdaToBu
rv7xPV87BTUUD3jOi6rsrBe8AXvEeFTgYljNhIaKfchaYTx4j36lk7nmuclL/qYoabY8NVXp3Ekt
YYg+uxJjq31oCsf5yyH/AOUG3umSLEYkYq3bxZSaZa0VHsey+GN+hWZYr5hqdEhjaUiHRel1NJHY
kCWy+6K0m6kOoHb34aCu48mrMwMW0LyaXRI8cAGgH4/zMBNrgdBnk0C1dbo+nN53rlCgvxBltp2H
r0U6vjyGefNDt1zoG9OqqfO4fsUxdGba8rJT2MbeA8PVjVKIn7VJhiU0xH8b16LIODUBA8201Bk1
x4AJ+a3h6weFIEsVBtAzjCShY7DUaPJt46c8RZClEsvc91babhJXa17bPlkzcoye/CqNHwErgL7C
/UAvLuLH5KQKo8Y73t4ZACTGp6aDuyBsanH86Ur9a4GaoTcUsSL2oqNDU5uI4/QNE1DI+xCtPn7s
3Nr/oXiT/7sVU2jJbg+BMAlGj/qLLFmcpY5Dm6QUPThWlrt/3sx2hvkw7YxnZaq407yC3POEeKFG
y3tqAFtvg6Llim801sbXuczKEATBzFMY9WxRVTStzWAFImjOurQ5Y1DVRMFanOqXoSRU3eFBrFEY
dmGTBZtWh7w7nZIcPzGXaRD6a586LnIQZQ4yHqyDsXfzYkVB28jWYBoqc6445pGbbSsoiO9R8VS6
WbbJsj5m2BI8ajJTvgWIg4qd9kJLDYwVGK3Q8ieRSnFFqDCBDDERGCQtlNaziaEK3jWTDcGH8W7n
GpeNnHy+B3l2F6R1utVjQ3luW+c+rA0N70SascH3HXIwlQflVqbGlm3EHXVK2L5bA94pVTrj2vTb
bOtYvvFUuO951arf8B9/9vzTLwrWYVauVbFMAX89z/eooy1RMzBc7029oOB7GqE0Fueg0hju48Rq
H2XNKcKMoysvVQVDJENar7feytzRdzPVyteTe0wOw/7mIytwWfCO946AO0wIhPrwMUZYTNVecUhs
NPLSWKmJCrjU4QdyPfDVPYQNZRVl4bvfNlSdunbxZsvSPklCTqU1kM+1ctCUrEc2s+hkyFHuOhVc
tuXxhjRgd24wsOdXukPwW7NvkKTpl36uxXDKcGl59Bx5bVivZ8+WApFwM9/zhIw3HcPTpVeMH63V
9OfCjoOt60cwFUKfkWhbPro5frOhAlmEGiIPtEPp2yEWYLdTBhUAN7X7LAm1+0gHIsLJTri1vq0I
uS4rrhb7wKGgdj4BBb38bEoLkiPz/YfEMc5yzL5USvXuQiqDMPxGvF1STN+RId1d3RiP9Rgqx9in
672z+YZq7GRv5Ce+MoNxN10RSz+S/kNATGrLgP6o4yrc0a5TsMMLrnpsttTBxj9nMmVrGZ8g5cxd
zzYWEyB9hArrYpgmUfIVtfaO3E305roNlpu+zA45tb+LyjQ9pj8IA7U5fjaqG+C5A4AX9T3E5sI3
FnpESOeG2rEp9EnD8gr/6Nwarf4cK1G4qoQi9wzPE4oaEmPZA5qgX7LJGYVjAFmNwjF3VlMOjyjQ
myjCVaWDvTl1Zlxfg5xgmUqFyhpninhWArqDE/+NsA9tsl1+mff2nODZRHWPSvrdTW6iRJt+NZmg
0zYSSVkoW7CKj15cRU9xrPLGnCI0t1Of1ejPsyRexCFtRi6OilkSpzF3SWp/q6lFs2+C2n6xomGN
Q3z4sDwslpjblL3SiC+FhBsTYNW4Wp5drvTOKI8sovwngyeC4ser6unRaxIHL3kS9u9jXYZQGsLx
0bDjat0OwcZtm4NsTQMoufgwcaYgQtf+hTOmf2lcrWYDa2XbVM1guBLmuyjAaZ/8CIMDWJu3vsH0
pXKxW6nOeOE68VD0BVICWeb7xLNxB0vZbhthBo8x5AB2DmedgpLl4FB14aXK+2yrv+kEQ56rRA5b
rMFNkmzsob8gKCYboGB01zY2cYKworZl7Itl79TyaoE0XsYD9JoiIWSZ4P4/C6U07uNy/Dn/L7L/
ebxjVEckLmAC4FHAPLdV4Ec8BmEHqU/rTsJyP40aImPs2uKi6uSKVI38cWJiYkytFoWPV8eKVSe+
Vho4WuRd/CqAmwWzwgCP7ltI1fIyTEhJGRYJhR7E8Nrw9VfF1xjhBKXlnyBq2P3wZlL11bZZt2vr
Otzmuk6FAL6zS4MSFObJpeiDet0ZcIyH6WIhEqRSfNl0ugS6vu9b/dOPQYvrBW9PnIHpGzTiEcz8
q2bWBsBdSk47s05fPGckwIt8RXInzR407MuLKNb7Q5uBKhN5Wp1CN7kP3aq8DlVRnGSTVCsFI+5K
KWJ7HTm9eRBsvJd94EKBRjzfltKQ69yp8DdY1qtW2OUJsaQ69Xoeb5jO01vsfM/JFTHFVxIgawte
Pu6R4KpLyG9Lw1+8zkwxXItQvOCBze/VmD4zXXe+TBCaO9fDdzjrIH/KIq2ubHJVOY1mjj7Zi22s
FRp6JIKR0oIjJK48zTFinOrSy18dUowhQlel2uKZXSuUQNtgtwavZ5lkybibJXkvxHQbwqP02A4E
02oxzkpjP7h9t7Qzq99kY8tpdFI2qWholrqdkdoJ4qviS/8dIJHRRVTfKNWvO1G6VrXIewmVurnz
SQGSCWzY/WF6o0h5oSEg3YdD/e7Yk7zlYNn03NA+3VbluF2nkg6ZLYLCEACjzG5jMcbY9H4WP1as
Uh3hXfKpx51uhPxUjiMr1elQo79pNzLdXsk9mKMihdYaU6XauzqGSEqEmy20//KJOT7Dz8TIvoXy
MHCxX97yOLdzkRFwnguFq57aOElWORjoJ+FmTzJi1IC15EPaPou6CJWmKDBNtFH+OD81WODWGPL2
nDur+xZNjvao+IXpnXgexRTVbhtecEow+WjqZsvJCs8zvSRPFf+dtVQse0NJAfleUPengAJ2w/HT
6xyZYEvi7qKROHAkArzFYdpiOErNR6U293HV9nf0HZqPdLxI5s8qJukKqEpNeOGapQYeG9RhlXn+
fkiC4cqyXq7q1nSIKtUwZ7jebaW0mfRb5PnLrhnub6Mzl1zuysvK/lzHiF+4Hsotaw9rw7p7WM8h
C3Axvw6bemyex+tc8KbFOOfCkfmDP3W+hF4aTclyskIJPggybOga9M2fbMtI4FASq/Jyj30kH1gm
s68Xa1OxtIOAxeik9GK2EouAoN0xFATiaZO+QaYr5MBLN6efVL3j73bp8XR1iRsnZgBWeRJOvRF+
CNs/m+0gfnLRPdP7sjJkJk5zVtIt6CItR/siSjKHaToATYC5N0iG99To2g+KyvYtNzk7Nt4+ue2q
PZxHtrBMfmB2MDo/vFfJ32CwV9t1mhgYnxg+vdzuhdiX5tO7ppfRIvcyzJNxaT1ELPhvzOb594ip
OVihcY1twP+u0DrzyGyt3Nde8ZRl6rrDq0r9uDWuONsFP/OxJWVctN1BUq2N6OlwwmizNx166zqp
GezOKjUryNXt+WlsgxKp6cqjhR62Ia4mh15zN6VWVC8jRtC9XfYVy3BTXwYdULRQL9aW6bnfZaE/
5Kp88vKheDKc+Cc1U9EnkaifXV8AJdC6d8VKDlzdjNdwoL2WUSMz+d4Pl74MV5AX4vtW+OajOziE
dOpe3aaZZUJ/ooDO6WlPjfr4rsUNSNoWPoXGNWtDt8gf3dSG7PilsXMqB3ZPmFz1fsTIzw77ppqp
XtrwYg8MqBVu++qxG8ce+XALvNrNNRd2vPCtMX5hO80zl6blXQNOcaeH9RH4SLlSWHg/Fo5bHjzK
xRfFZOGbH/Pab5nRcVSZ8kUtYmPDpO/FI3JGIq8Qr45Og7yqK+FJa2K2lUWUYAMNYJcE2PZW5jQU
glo67G7nFmqtw/OM2bfZf29J7x+9zO4X08X6q+ve3cZjYTeM1A8s2aGMoA9yvC+J3qLUapH+2EvU
+yjuJJ2CiPABgDDo7GQM1InOz84G4+L0XIIau7PxqhzbvPLXatbpH20oF00TZ1t2wzjtJ4K+tODH
9K5od2K+TBAnE5knHoYkU5fCbaO9Vz6SoxfPrgevKGJGvSKCJLelF7KrD4boZNj8rVoqm3uj7Jgh
Gfl5jFNl5eYd6SXNjofD7a7LsHiNXAfNFHhhGZQ/caOBLyrSbQ1slcw5s9rpnKnqQ0Ns5CKbXL0U
jPK3HQUep9sT2ElM/TLEeJnhE74lg8yiOpWWMNb5dDPj2Dv4NarYOSgx+38Y8CNdTdc3n+PoD5dE
ibDNO7D+/5wl1Uw8KAdjkjNFnpKmp12YRSpmfwZ3TfWQiJCdU243i5gmoOPtNwP9unAnC9Kcu6n8
EVyur7YrexavYxVyD/19u86P5cIDt30yjNjbRcwyb/fmjRBpl4oVcV7d+7avHXUWl9C/wfzO5zYn
xaLl+8MkW+aHuZjAVcFTeR4UrVBLcFsULVKuBa1r9F0PGPWYLNgxmT9cjHwOV9PnNu/ewOnBV089
uZ5lvvm807p6tSp6+WM0iYq0ZmM+iCyOl3aUca0zxCUIVXWpWkyQMkFoQcMmVJHCAPE65g8iEYDx
tAlN4Q6Kt0wd8VOFLXZIvKhehUkVbGNRVuiHUXWKKQlmnw0MNdA1d8k3Vy4V0WDW1uzyEReOSmYl
39OdlG6K7yGqj1yT0vmRv39IgVA3f878ychfjH3pPc80iydkTK2r58comkzF19g4K04PRN5FpvQn
si1YsxCh3nlJEfsFwnbn2KG8QxPLmWlI5Z12PBZjfwbg53tyCsWHcm1nd7ZCs1uIzHhnTrBacMPV
SUDNfcYN6FMf2vpnslLusU6zD5f98nG+CQOdyjD8QNSfGvvWzwlvFa6xJwmDFlmzci+xLDxHEoRU
bXGuV2gZO8+HII/e3B6e5rq0WL5Rspu+G6GLPwv75KAq7j6ebCMkNJvFEAJ2M7pOnHIds0dYGt02
bkDhOJPjv0ral7hJnIeyC8pVolb2TrbNazjm/SHS7BC5RFUfIPXRN4dorvdrq6TFFQU2PvCCjGC2
lTQWmPgvEGrXTU3PwqwmSxmCnSAzzusRKCJUbEEbmOAFnC8p/WIYr7dGgh7tfgyipUEPz7JYFogb
27bM/3BIyH0MSkdkm2biW8y0sTSPYS+CGm41uQLeVLzju/rDjfldurh7UEsYzH5HyIMYJox24mNF
kDz304HS8vD8CV5nhrd7f36qmjf9najSfkXcqnglTLyaMd9OrVvruOxjmEFxiXzXrTwNHZekQAeB
hZ5Mug7QwC24H0naTpXM/zxujHz9WCW6/txEd0rjNCspanEt5QCzwB+/skHlfJEr6lVGWXVQIDJt
gDtB9GMwvOvVLl401VThWDZUVGnI0k1+jlV/nPp0vXXWsMgFRhq+qoUsFhQPDeegSMJXP6A7WTAK
svW6wBubHQrHi15zyisBngGQmT/LLdIfjWun27yD1GQ4VIJq0wVkvqld7ynnlXP0ovbXQ7moHyjL
c4+xM7LL9A3vniRGdJo/P5KkHm7ZsNrn5UgfYPNIFzAQmpr+EX3E3B91F8syW4w68OQTm6kk655o
ZUyPsSD86MoYlEnZAxwk2st8HNkuQvRhxInvsCvKbtlapI4gIbWPWYWHRzcr3ip9uZmtH/NNHdrJ
1RYkBsMkGjZp83mbOHZ+6y+GvLZ/QqIyUJK/ixCfF09V91TgwV10qh7slB5/iTPdKJ2g79X0kGNI
TkUpS4Z80O6CRMi9jiZJDSBejq5p5Uc00pwGGuWl1PseQbfV1glp7INawP3HujZ55GQo8f1Z1pFi
aVSjunOW8yHRPSo4kkEHo+SUmyyMx2MfIwriPs4YYljVu5I3I/+GcMUa+D6zw+7qhClT7gAlBgQV
TeKciUo9JZRJw9a8vKwM3V+HPnU5Rq13p/mePx9aXBr0NrlHPTcfNHpEDC/e1s5DVaiCTQw3rcjH
o1UcbIY9y0Jk7G2EB2eBxPR9RN51W/peh/Ur096H9qqPlv0RmiOTF+u+Bmh0lkz3CdAQ/Fl0ZeRv
5gcVv/S3g4KpN8oLWtAxnRdlOC5UJ043uoj7RVdX2SExBiLJscNu3zgHeaut8O8z1THEBBaakmJd
z6ioWuiYwN4jxZa7jM77ZZBbEX1FjTGuW6L8hcEps04S6yGjTHzjl4U4VK47nC29JC0YivEFutin
bijKd2XwP5IIv5DTv3RU0CFLiRaTuH91MoATXeLc9Y3Vk92chtmeA/ujl/uauO5Cm5qreqkN+3xC
IYS1ybSVScpQ5uyWGfNfFJqC0Hjh8+uS3lXRhdVhkEA2kYqGpdXW8SGoJGT1Ll5HCBWPwqjSrZeD
C2e39kMLIvIIDQJbnQziMOZGdb0pQ7luLdpxBBUBSYf4G6Vs9XRIAaazknEmtrVHO7uut8WRdDPP
HmjZHRFSdQegVN1Umeav4gCt2rWM9AqKNYB7A83JiNryM0jNvdmR92uYYG2zNE+3Q+f1e7xZ1lUd
qmDZalbxMwTLWKY4y5zYOcF+gmvYB9me7J69VdPBPGr1wxSQ/ywH1V2NeAaOvYqZatDHfSWxZqkR
4zm64IIm77ig9vWj7nl3IhX9O1epobTxNU+bZoyF5YEsIVl623PuCqHzh0/3aml8JS34+tE6TUHA
F7j0R7/x7XtAD+YzEpWXkVgiSVaiybn6Mu6oskybNt14mhWcI00f9jpcDnikw7DVmjZbzKNo/FHi
1GGkuYHpKY3adL2X3fX09QT+w1wGzJyM1bfbrhQzKAgdtN7TfKNimCV5+TgfSJJwZHg0Y+MV03Qx
gR8ns1bbeJE+LIw50Iz0zUgBF+n6r2lbnf1aw6aa6hDxbpWBeC1zLdspzLW5EnMoEOGXkemox7Bw
T7D+Jc5arLNcG2EDFXtPGZBljB/zRRn+r3oq1CFdDMrQ3AyGTTtFCokrL6wpEztHYYehcI8ppwB1
qv4A6/oSFY5x17djsWtlHa8VT7rLeXqvRNI8yhBHyvyU6RYNJ0blrxyjp1th9KaUenEqh7u5Lpkk
jzhnfXGcj9gYAWidcUy3da0UpUGZHF810DVOoC/KNnNw3Wox5VLa954o+sc8lfQn72isEL6A2kpQ
MhfGtkkb1NjpqhwTK7Ti5LGEXFaNav4egGHeuIlzaQbDOQ1tGO4G2672qaYUq0JvGVWjIhVF7r22
FiVCgQGmkE5C+4EK3vWceAqEt2naOj9XcXBVxl7uQkUFVeVW9crQR4ZVvmZxEbCyP26HMF6mgTuV
EGnmXAA9Ym9tBLZMvzG3tyVNprWPs9ANJ9FeUorS3oRuiof5Q8YAlR1VpxNlcmEStAVqfp+Tk2Ff
zB+JTEiVbHoKcXidFKhg6LfTXRv99+RON0zW7a2Iq5fWcZlcyJDksGN4UNaK/L3SOvadaXRX6xV7
jbj0jshs5LHEqKygMyxjm9rBftpmJDEladmQCNQkNG0b2vJdaYbFbqiVZlvJDBJulF6D2kgXuRyM
HcGhZ8ueBtNK7dNhAFtXw4hcEkZLA8azQxPnxkLUECVwB0wT6mZ0V5CM8pKpV1LZrzcz2BD48dov
emvhdd5+ngFoNa5CklsYiLQx09apEmMn7IzztAVQMjX/CmzlwbNq91NzX9jInLH1hD9Nvf4kHxw+
xzLwtgyWgtXtkuaMQMTbimVWxUb1izfV1Sel+cL3PdRjly3bQpbP8dDBaVBL69sgMSnJ043MN1cp
10IyXPVQHuebFtr87R51jo9IjOM2Y59gnm1g1CcnMxHOnWBqTZkSIHnXvjS8QHbzdteMcmMT+eBd
eVr+IHOgXY2sCcl+2fI4WOI11D3zZOggB4xRL/Abdb+A+xQnUJnJEvT2tOByQM7XMuduvsHo424J
C3aLpHd/PTZ/YJAxoVmMGcvG7z448+Bfl0V6jNLeu8yb3UziYNVMQrZdsJpnR70emfdBTOB4MocX
cfdS+ZqBj9pBVnQscZzvqY35NMBhKde0V9jHKAvkklyt9qrH/ncNQvKb3euSRMkqNcee9CLRpNDE
0YhzvwPoOvW1uIEZLeefKRqQkVUMBoifvm5axidpGki8BVCLb9JOM9BM4sfJRzalYtkLEK9JK/1Y
JD1sCz8BNDImR/JFVAvPdzmTMflSD/BsxbmFFYMWU51me1hhpwP7IqNf09YKCFNGFghFf5iYuZJw
V9Wve7YyBky4DqrzdFPp/rEiy39kwOhTr1TX6YYYEPpgIxT+UzGNzUQeh0RuOqCSF+k39QEONbp6
0V6G6SF/Aph7nDVX9SioXCwBiSjlqQja4VRNN20TTzdmtSho6lr35lBytWPAkBrmp6Ep2SJTudp6
AfxGlbqcY1aNXHQU3lRzJ3egYvhlW3fVE6M9MoJj1jsJOkHUuEu1xJsVIWc8wsxZBNNZhECYd8Im
8elRVLKZj/58XNF6Og80ucCiQxout6ft1iAA6eaRjd+XoYOCbv7VU/8d5aX8arnjhzxCotzkUpZA
OrzWepI8KNK7n41BpdtW1AizksGbkFBfUr6pWI+Qjb96QCVLG5X8oqYjUBve7aI1Mn2BxS9f946H
DWf6r9Xh4CyoIKHUMEvMOyjTDE2nkaiOS3JZtXTdz9Q8JYxMhmhL8L604aQdO8qCJj1figHHhvaa
4RFa5FZOyJf8F5zxAgC0hr3Aa9hwWCNqTMG87tg5bAMdLV31icjOWmdXD6HGYJPX/x7ZdgJOa4z/
0UefM4dznRvkuMwaTngQX5RLKtszYwT3pWfvSz2m22PZDzazR9weygcvRmSZDYZWl+5TsPG507/B
YHRXkGl/erZSHKLJNQJ0HUlvSIFX2fQSOpqSnC1FOeUMKB4L6X8WmmbfjjQVQ4ZNNB2RjA9GftCf
sXa9zEfzTYtFzhxp1J2PZKIBDE6BYJsBXK047u/zvvhDQ7oOQwoukEFoCUNoVMHZp610zr6CIaxg
xf/BeniZT/UQidJxQ60MdgRFWxQuXvQlLe00pqbolkbkMvilIMOgAPwQSLPZ6NDO9HHLqizmdW0a
x0K+d4IwzCqcuPm12VnokhN/LWT+wAmLyV6S4uhSzftxtNW9YTivREtj4nG0ALD07M61nbzhW7cP
5K+SjWDeuuj71ttaU1e8XSTldaz78tq06v/WdCf/H7ShYesOIAppGCr9h/8stAp6TUfI4MWiFwMt
VX6+r+CUnUt8m9dYPgfTTGVkCnDU23gZptFbAHf8aA+2dU4TVywSzdl1U8HKfNLPwX3vCOsJKjp5
rFFiMPXlJXPpUvdMFNP5Xmb0zFfwwd7CWD01kbeEFiaiEVQf9t6mlwkhKgKKRqeEW11przcdPXa7
VW4YC1zd+Y82S5hMDz3z3jRr0PAxIoXTzTAV80k7kgcAWX/xE7sWKo4ZUrBLJIdRlh2GXLuxPzUw
H5Brc1aIUy6t9hhjobqJa1IDrqokvv7QuMLsjtZsJIwbvijqXWsBLz5d53jAKugR77pV5LCH3eEJ
d8Sq7hKxrvxc3daQYma64X9+9f/H+84geQ9ellb//i+Ov7J8KJlm1v84/Pf2O7t8Jt/Vf01f9T+f
9e+/H/JFv77p6rP+/NvBGs9zPdwTGB4evqsmrucfx4+fPvP/94P/8T1/l6ch//79t6+sAebIdyM0
m/7260P7n7//5tCk9p9//fa/Pjb9/r//tv0uk890+OcXfH9W9e+/aea/VOHY0qG2klbBqfm7+54+
YP7LtkxLdywp0KVB6PIzCLDXPh/iayyLl7Ot6bpp2ibN51WGO+j33wz5L12a0pZUIpgQoHXzt//+
vf72rP/5X/iPtEmuGT6q6vff9L/Xc0lVUwFearxpAUzycwS/w18b4UbpMrCpWRA3dI3j39X9TWtJ
Y4EugpN0pORpCeWYdp+BsYPTMC9h9bqYQ46epu6RpTdFqHNydWLrLApowgai0klTNK6zTk5F23Qo
AzfaNmX3cz4Fj4WR8+Ky2JGN4n+pnxITzPRPZub8B0mITbZqmqbFOOIfsFPZVRGDQB/Ofi4//5zn
mzmZD6d5YxJOEpA43nHQlWr1JzjLHSN10ZL1XmOJ2gU1ebLKa59wqg53hG5Ij+NlGGJiNrlmBiwm
WrlkP2xTSY13y6Jq6VR8AeoofAuMpOV15yTIClpmki09f+P1L6+vX//Hv/7fZmbr3/9MgtxCqLoO
GtSw5T+qtjNeLEZbkvyG5mEebxQcEn0/y6oNiXTVRChAeJZepRxR1YytWQz5ch40Na4s7+qWLu0U
uFnd+wQeneEy7wG8JjmhN93Zua7tZrdRKEFX30zpfp8m+3kba7qusyyKct/YrrJSQQz/yM0tI3VL
d727NjH/L2Fntls3knbZJyIQDM635OEZNViz5BtClmROwXnm0/eiqoHudCXKF3/C9aMqJZ9DRnzD
3mtrm4vKujAYIP6gEl/1GOtvjLCHHcyE8kizv7MI7bnpbjIH/9g40fL6SsvQjBtzOOLjvnSqvBDA
llNzldbOHEz7QpUNyFfF8Ws32jbryEzff//HuVyUXxOpfZOkpYvzettOQgGSRk2+OzDSIRXoTWUf
EbxlOzfakq6BBoYpiBZyvi0ytf/zj1Tv/hIo9s1o/fOLsk3LAAftgLkx/vii+m3XVNsIP2a2WPvv
MZeqFT8+HdXR1Y5iwBfrF5kEN+aoUM8ypgOa2fs5sxkCn+b3YhGOz3MLp24Z4r07LuIekgrldWeT
4wQ1092egVTToKMyQDmVElf94qJtd9NOvzi5se4dHJ5/AdT+EZC7vWoGzzUhuQyR4YLKP161eqqn
ddQ6WNrCaI+mEQPpm+3iBpw9BoFGZ34xt87hPyOIb0NQXICC0BPDPmtdXwc1g4wATAwZEJVHBrXk
ZQHP+1osSXQjJstA5NOpK09b/kYe/ie0+vtXd8CZ2lLw1diu8SdZV1SqaRbS3muvQHo02yc4I+p5
AksJH9q91D0Fr2cBjnaXOoZsFAc17oq/BHJyVv95WCGPl5bpSVPoBqzff56+3TzN5EZm1GwtkQuE
cbgMrVR/AWHwlPVgVqPNiJlsf1pIMjp0Zc3+ocY76DoPnnVHb7N5S03v/P2n2UpIeNn+f7HtDDsm
qEAltQGuW5s2u9Hm+xm6iewmLsG//VX+7RM1bUY4wrI9zzC2v+r/Fy3albaz0A3kwaDVS9jP+Xjp
DUZmqX7+/g/D9lJ//4mYv/bYVt1yTLdn5P/9Y90iCReGNdAEUsBom6WT6Un4vYM0a7I1uvwv56j+
L782bzz3HsHV/N7WHw9CPfSGu+S4mJ3R2JVYyxHgYW+lrcrDeNTFTsXZZ9Hq3qmINPNgYyHX8r/c
Wfp2BvxxRlAdyO0g5xkw/zzM51UMtjIalAJ1BB2miT/A9hMQVNr4ObfRohfLhmWHZHnVpD+cpBn/
8vXp29/zn7+CKYTFaNd1OaXM/3ohlpTBBOQdpA/KIgevN3baBiZPGW3pSkQXt+p+2QSSMB3Q4kvK
DmU0pjuzIS1lTuuHb7WDbUVoBOPxIr59XgX5Vtf/+977l4/KFI7hCAvlhLTsbxr9//eYlUYnXVlT
MtPk8IRvMMhWl+tZduypzaG5ahzGR2Y/mFcJY0oG8X/LCf7vT4rnhB9tWSYpTe6fBzoRAHlJk1rh
qDh+jxhnYDJ0v8/f6GBShGXQNVPDRqV7WuxEhvaiYQei/Udqo185XV7uc3fFPbRRiHqXFBnTYKMk
orkKPU5ZxAcMI8i6uhcdeEqTyeKJXVy/t6w9o+Tq1UG6jRKinsPvC70YF2fHzvkF+QRLH3s1b2SL
cyudu5wZH68YLv7u8r+/CPnfz6xD8eEKQGHCcKX+x9GVuyKuerLOAzc7J42DNlB4k7hJWLjcGE5/
7S3JeLIGdR7wtoWg9B6/BWa4RxFGtwoNsM74vwDW+z3NFr1xzlGMn/peocpNE+8vFzEV8x8PuINx
lltYUOw6yKz+eT4BljCTmevxPwVT34j0YOMqvmoNuGNu5r1Ovf2f1b1qx9//+8Ny/u1n8yMZ3XFf
grz/58+2i8hkYjzgGwbB/n+tjquBiqMzhuKRX5mXSbC5/N8/Vf+Xv7JO4WF7us6DSjP/zx/bRzqM
jzLefqxmBN17OWQuWC9G+7OXkvxjt4LFcYEvdfFCWEIYUU0cREwhCbBPmsAgiuecW2ye5s6ALmhY
D90FPnP7l9v4XwoJR+eVNukmuI1N64+7g2SxGDMJn0/iSFhd+EfjBGmeHOynzEg2vnty/z3K3YSu
wWQIVogaMu9vO4hocdbLwur3Kl1/1aCuMfy2xS05U5rPYrJ/EET8+XOi/vL5/su36kgTLhkXiPvf
R1Gju7GNWL3gcxKKpGZ0gnaqrrsex34rCwjZfw8F+O+KgeQZeklqLo5ryR//+Z0OTrZmKx+hnzc6
h7X+NjSMPEEH33mEnqFmdYIC0jYuf5fBXowAgCygyGWfYrjO4pcuWBaRQeCLf3k5uTv0nLu1iF7h
P/TECmmHAc9DC/QBa/sWSm1Zf3kP0d79V4tmS52sO4pGy+T0cP54HTK+nt5rYZthA2tZF5l37ZzX
BzeFT7lmm/sYBlCU4Fc2UsmWId8tppbdj1DC445c2EbuejMkJhoYkLWqnQ2REuq8F4djnbiQ/6Or
JLHsINGLdZ+W6kfdGxlYN7fZTS7LSbjc2yyL/ero7Y1K966pq0+jDmu7M7Uvq96NpZ7CudDMYK3y
S+7196W03C2zk48RBG/rktBHuEqmIeZJrVMXJQOYJ9mHUkWka43PrVaELJo28SOROrbogCoTEGRo
2U0Rpd1FH15HO+I3rkwZpqPn7qZ6RaeDD38ywZqT0eyjxXwqW1Nir0q+OlSAVTfpfknNvRMx6hh2
RL/tiarEycpbHIcmmuDQ87QLNuSrsiG1oOse7mjlgDdMjHl46/tg6pRNxJC+E/NanAxZkh1FZ75T
3nss8F1TbpCcTWzyWUT5MTEn8PGllrPEsV9lqkho6Hn60GcVOhlQsHH9llisi7nqP8Bs1A9loIjm
NrI7J8qAjhgG+n7ZvRiC6NRhsck8bBENzAXxLumPKnMQwTIA9iEiYt0lQObQ6eBlK7KesuGus6eB
SScJaYpN1iEqdQmRRRBakI0arrwa3SjKrMHpx1Dz5pesWH7NyYzeBK4XWL4MCzkwWMNhSW6EyI1k
OOdWCV94PbsJQXMQfI19d169vLlICQtA5TKIcdXZhCUCCgIAvZTaRz7NV1FfzbeI6JZrrL4BJpxf
XSnTnaZPRNkjOXRAoQ1IHAq6O/QRObiiTKuDvnzviZplMcwiri6gM6OpIP88vUWWa5OBQWVOTciw
hbLG79qOMepwWlvBzqopea6ThKUugUVO+5onMOhhMH4OdlPcznVf+AYinwPP/4BOrqyDQZ7bWD8P
UY5j2TO+POXeF5hffJWXl+Hi9jmY+3y5g6OoM57mX9CX851EvoBjDIQ7xBiCcKbzKr5sayl3rB9V
oHK4xIAVh21f+QLUg73igDDELD2w/jwFk2UFeUFwncIyX1rd3loLdDeGtTWr3dFK0yA2AckS9Wkh
56o/iA9LfbYLCHEULFoyzpCzCS/f63zaUGmNoCfjIjRRavmpGjwwbNpEPGb5sVFOvThjx6cXKFaG
4VyTyLeX9CV7bc1XoACAh6OeISexV2yt29wM+76YjulwN7Xppes4T7xFB60SWl1C8FXXkwkGt6F2
8oeB/NkwSbaFLKnSjKk0GHaHYS5OLfnlu4XQiGM629VO1FO1UwlpoPHklf6ItiHosISv+vRZOKQO
DX5MNB2y5prcrdUJx5wnbZYJqkDYCw6UYQRQVnHmsCcHALw2MwBWt9m0ia7wxLWI8nyCOB6MUqD6
zTQyJHUJOSLB/KYV02NifkS91/it/cmsUA88Vzw2nEiBshBHbkjMo8v8n21SFIyKbyaq2geCGbID
ml3iotY3QdT5nmzyXzZ/NQkEJrS2PVnRg89riQ1kchyxEbYfk3JJLsRoYxPVBc8ooqFoQcicRFcZ
aziPUY4/GySSTtjIA2lmLMIJdPMLESU7PF2fhFru6wLnXFdCF7PLH62Xn4dUPcrqlCbxW2FEk8+S
g0XQDHqwFGLXamzePLK4UlPtMlreMPOmZkfkQhf0+D2ivCf7rzZeW4M/aDy4hTdeoatIj1XVf/Tb
SVHxeq5xj1OEMAD4dTk7X8sK06V+X2rEoGk9DYi47J8o3YhsnNafSfI7QbEf5DmmMSzLBR/kmOJV
0n4U7eT6jWhKIhkzzXdm7c31mqNb1Zjh6qEJMsUFIj2xXLVbDrpcszPN/ez3VjZwL6T3nb6hR1kT
2a31ykrNueX75RxcsXnhuvUdK38VU6nvs+kNGYN9V6tKsSFNvb1Wkc+KmN0foM3uplG8rCT2IJ9V
dA/jGkQWIjul7jV4c4csQSe/avmDYFkUuEL9LFJy4VzGmU1yi2zAzL6QRaBm76yrPmqPnZXqe2ck
mkQOsFerduVxUn1CWEJF/GmJxk5nBkRHAY1EVdgY7TVmSTibBbtbue6IVnkZrTvDmw8F1KKdqczT
lACOaCsSPYa68/HYzIS4EyTQWvnDXCmIz+xg/SzKCYgf4o/EaCfEXJjgK+enpZWI2LuRKeFVMZBE
kUigH11lRWGc3QqrvDXxzTMVVJ+mVxt3zPcYKmr2bllSJIk8Gs0gfW50BEeDsN6S2PDRNaUnTx+u
BjIB9oYV33BVnrC3Eou1ZclM8Svx7xliCQP0hZncWmZ5XYCgYBvsvtOuWLtho1A0M1z7trOv4Pfe
cEwV9+gAKFb5vVrQY5hPrupCe0nc6JFm+1QzE+e/5uwNz9j1Oev8fNaPedquAYrhgAW2BnQQIUad
UvPCaQAoUZOemrH3VFaxt52yJCDbvmKfiZC5ZYa6Vs4BtfMHKFPH96jXZgOCapE6KGWq7KVfGi1A
/4t3NVHveiVupU54acIWOLFwL7SkzZrLiMpOGwLVwMQmO7itUZGT1JB33RQiL233JDaiHl7TbMeK
bQ/tEvNQUoEJVYsEOqQBebPlx0IIlT/NnsQO6ThHyaiYF1k+WcU4woHNIdqoyvOd7RkVizxWQ/Uu
td+qH92gIBHHV2iWw0lT7o6gZiyi0r2nQL0Gssi9SmaoOa+kCW2/pRospJVDEhpIrlNpvHHjQVUb
M8oI4ksnB0qHadPEUAru+qpA21fyv2XSF4LIOsdKYzmJrPvyOEEc/9XimyzpZnzh4mRTg8OUGaNZ
GKMvU68lEKY8FxOJi4c43lOOxKtxbEcb63j2lZryaCntPe6eZmHFe9iXS00qT7e4eIs8E3I1IY4W
p7YvrR8pWAcSkC3uAHb6DWPiMIk55kV+sYUk3DarOO7gWCH+ugeAh3ItI5oZyGizuQwB3CY/ZAM9
JuP5b/QS65M1HQA1bjmhM8advAoGtHZH2ZpkeejxR2+QL21kxTEG018q0RL9GF1Rp/3Mtp2e3dXX
Rjy9jUifmS0pNNDNRtWiNoVUAlCd77Tr0YinNnVnvyua9WUwl+NU28LXZxIKzfWXlyUOJap2sSai
DKd3UmEhYucTidMmZtIO5imU0x+lppl4AZJwrp1brxHwTafkoR3E0UVUbmdoFwurJmum8YwXusRH
uRD1MMzGpTZsrNYgVac1zBz1RnAL1VVp4OufsmtjlodCOMM1udtv1vZKKEmaOzkphzzFYFRbsaQv
6n+MxFmHIFvvSy+GoeNWT2aK+7yk7pBS/JiyldBay921rVteRL1SJ/mooXkn6hRWtqOFVW4s95D/
x/2Simm3VD8Kt/NOmTTonUwrOjsm1WeVILLA/boY/YMGVL5Lte4YK1xeg5l5IVyENwy9ALd1/N+F
oMpc1RWpEeQDc5gUTCGRcxe/oVYFyBZ4O5Jj1dxkHcblBEudTwtdPegIWKseJsoPhr4SM7sWh4ve
7yf+bxZtsXO09XEyzV+zrgHjrpErtZemH06RAQSqm4ihtDjm9a7/HRPHKbKvjtNadDdlbtHWUA/K
wTyQjelXUlzl+kREivEDC5JfN49WFidkdhOIhNukFGihsuUyEezKTGyr0N5Z1EPufDZG527JqX3G
8iQl4xzSUangNxNomlwbsOxc0ZJOTjpYUOnrTW1J7+Ch8vfNPD9FpX1HpZPeNdRVgyh11MX9C01J
PlZko9BK+SoeKDim6Dwa3noZC/1cehn9GqQdCvrqMCXdzzbbcvOGhTwFowoYhT9O1llZyoAsx7bc
6DLtsSunS9Rh6UWQhImcTFJ/+02rCtqJxzs9ymQ3DbkIXCvi940q1HOEDC3yPiFapMzQ4SIzMKUO
zbUOql58JpVxV3U68eMunmJkF/FGA98NTOy4o99YtppBzoLdH63kaRp30k5rH+FghBgVtZ9mfonc
+iXE3PqJQJ+gZ4BEcNP4kVde0/nAFm68Ztt93xVWekWkxxiuJgbzrnxRoNR4M3D52OItddxf5kBE
mJSvJp9sQSWWFBqY+ih7suPoZtKA7In0R0fpz/y7It8RA8vGbopf6C2XFlzauryldX3X9zZeCWJZ
3N5EGAPSakdjlKJrKhDWrs/KM1+KXF43tSP9EhU4BykJa6ZxdtpGv15g5PkYH08g82llcegWYouZ
1TtQghL9qsPlp7SE4WbaHlZSy/y2rJVfbLasCneRhsXB13TYAIP2TC5ube1TcDYnBCWP5DafKx3B
PzAvAlUlgr00WnAbrs+L9EbfLbIDEpL72igOix4XvpvUVwXd3Zk7d2/KTt7IMqdD12J7V1L02dhG
xQj90KvVe9Npb/pKmmzRm1+ZZoSFwbPDORdVJhSw5MPR+Fy5r28W0m0l9QicqJjWI6IV0HIvUDOB
eAORFiGWzENhPEhwSUCG7Acjz2AfF1VgJ2JjG/LVOJjmYF7UdVBCtYqBEJ6SNL1fuv49Ha+5uu0R
2SS00PhUV/NPmemMgbKsCZLKO5etBs623K1a8lPTiuaIXo68GUiLNHz9wOKnPVWmfd8UkjaOUr8+
eqbjhnSdfHg5qXvxJUo6lnJxgiQV5ASMPACCZXqPQ033Y+k8LOyUjzbIBDABilOyS2Eyc8gURL37
mEuTF9PEilA0Kt5vo5jQjrDYWkQpubh1AiIZsXNJQ9ApWSv/ft8YAN0uGfZvpKG8eNF4l9tyOkpQ
Z8FUpiWF38pd5K4ooix6WlXiHaujbWaOpsYcj4mVCFRi6XqJTqljdgRQRKxKxtAxuB5ByMhAkxuk
2zxrjJfZFxPWIPuvqKVaMiNxO0wmj2nygtGFKq6zER67/MMD+woIxvmq8ibU7lemuoc6khkMbWSd
riV8z0gn33axlHlbhtWEkX5Ww11ejeeksocDwZEnEuV2OblalEq6ugikUMTz8RhpZWz7Gub347BW
v5XezmfgBlDPaRcIx3DCOTExnrEFXmEhNwq9LSP4wBm4aSbQMUgyr02dBwXQY7mjhjv2AkMeqZjD
3i175xwt3d4hduoEevo6H7oPFPdBVoPlaWd94nNHTNmk3Q+T7NxYc/R9xJfjp5p8gcUqDlqdGfiJ
idsiZaRtlN9MoMS6HCYODMf+tEXJLJqTXLFSfNXm1tsJMEY714rv3cZ0HxuSJyKUzogHfi0WZ2uZ
VlkQZWkRdl2580aHy22eaWdaMnFyjfgWZkhlP10nRAkRPzaQpc2UZWpdGtTxCi/FHjn7fYcfAmtL
c1aTyVxiazu99pMYajsYnOgn8O7DqCSsC0WkTQdIbyr5aw1ZjKY7flazi/Db3A6zmYuqcMju7ebh
J2A2DiL9tNjLYZ01joHoOVn766FSB3d0LjALf1HTxDhh8ue6bC59ofh2Br5CI3lxdTaTidVcTfjq
Mtpfq6wI8qlCqI3QpWwd5G1Ty2DmkHI8MuY6xz1lLvIvGLNxj1wU6+m8Q2fCJQpzjOIDWmfbuGRu
WHwg0TTsU/TNfLdkf1UcisjDkPFWjMnRPNDo1UNBdYqcRuVP3VqERk4nbNXlacGHvctbRqQyrfew
uJwAx/l5ti2S3SadGe/ayX1Dz+EJ51DqHFjJXGuAX2oK32jFhIN30WD6pyytOIrFaGFeVP4YbZDN
mGc/t9oGON/sC0MLnVJ/UJ4en1Np4wAehzYQgoIPe8Pz5CS/e9t8YT5y6C3505MTthAPe6Mx8vqM
OnYrZFDcJ8WnisnVgE4QOBNJkRtRl+kj41CZoN8yvzhTG0aJfGmodeStoGNVm9fPsCQtT/M8TBVc
C/a1PB6eR0Z4sQ4mhaN1L4FnqKTDnRCNJDuZ92kZfREJigtElQ4Z0fG+1QYoQ7I/l4tLoQP13RfM
LZRBLkVbzOhKWlJ9kp5p1/Z9wKxlT+ogG56H+0lvkoOnN48QucozrV58GWHytbW1TdP7KFgw3CJf
zXDrENRJBDgjiC3CYr5OJbm3GwcjzKIUQmtZswDUkLguFDDT4gC7NHgwyac5VRrjyakrMIYy5tG8
e8DGu2apYLY59WlO39oySa5A34V23xzkXKD/byZCIPXlXAD29vIXu3kcFtROmA7uHH1iyCLIiLSq
UzHNL0S2kYhE0MGparQdPmp8NWRvRnH7Sk+Z4atKyMZq2qemBRWB2JSk2P6acPVfRgfvt51g2PcC
G96UtfgmIvgisdMiJa2OajMCd8mRmTjhVUb/1NCN1dbUnTHtFBwLI64UELiNFMxPGgnK48Ujuenc
ZkwLgevXDpO/bBCnovdoKr3ooIRdc/GiZ3Cj7Jp1TB5UCe+UcuRNX/cvRpt8SiyxgW1oFk+HYZ9S
Ze0sQnSujGXgU0lutKJ7qCJwHx76pmx9MiwiWyXcORUZ6w3hmcTlVNCapknfu515A/t9DqFrrkzr
bA9QK4oFgJsf5N0nR9fP905koSyxleUDYRmbHPpE0/uqMcurYabUI8uA8ge8vrJYFpRjuldiBWiP
o8qWb7PZCAypKygkvqC9KtdbdMJMJD3to6dWwITasbOpILiS6xHU41YwNaWHVx7Of9GMr+I6AtDh
w5QI6MqYCpAiSAYHfmdqmQshEbf9qmIcvRxENOUs+D0BG9QU6L6He/z6W5cATDJStN4FrAETGArr
Il5zKgU/SbAUEor6xCxrgrFjLQch0KyPKMrxUmMRLPs7DSkqTQQ2uapQnU86gAi0W15F6iTCIQnu
4M7s3YNtZ0VodroXYO0r1s+KbyBo9GXxG6jFqIxTzzet+SSBxFbT+gh+jnHQ2J/MCO+XIlBvJ+Mo
3q0yo4WjL+j7KIPY/y6jEkebp0e8ThmINJsaqeQCrvVspy0l2wiyTv25Hu/hbezFhPtrzGc3JOGj
ZgKrt6ygJl5ZQgdzxTSRiGd1yOweABAbdwQ43TVjiwq+zPRL87oYFut6NkAroN2GqTJXphbqtvtJ
Y8VpbRqIkjPtkHnzJ2vq4mGJIWYm3FVdnXEFmBxNLXBO0M3QrGQASaYPoJ/MIdNc94RrCwxkz38H
T3br2Q9W73xwiTBJGJPl4sj405vaJ/JArVMq8TGxUmGWRqpp/WW7DmPJ6gWyKKil6Llrs89O034a
IHkCLYqqvU16+OwMh5i/Bh8kqicT/tk+cZHDcM/BOXRpveuSwR8cpdiPdAZd8UIJR1jpyJJxADyz
rwRJFXjPL/q6eVBmO0QA8k5OGk1lfD3bPHETPrIorcxHYwEZ5SzFzaAjA3JrrIPmvU0vEtQ8qWP/
uGbjPkly78ypdtDS5Hc8Jfeq2XboJHns3UiCCnU7soT06y6Km/2kYbkAPNUAiKhLviCFsStwkUFF
yfqplhunJU9BVwNXX6ETvwdcPbbrF14k6gH1FW8N2ywb6oKYiy9BdrjTEa8H815ZdR+MDiuL1lvs
nd6aTz2KeXouTiSu6n6Mrkuv/Fq7jDSgwf5cmEZEdbYNQ41r0LXgUdp6bySk1q5wUvSMoWNrMO7r
K1jT87wXbexdmYSQ7vSGX72cX8a+YYHYJ3EgB/RhBa9KYAzdXoxO2C79p9LqZ5IXj7mXxY/2HJ+N
WwGpy/t0GiwAc/TIaOeBhT9JN5N+D3n2FWB8FtZbpgTJbgvPLRgKn8wf4WelkAEp0jdi/unA6wls
HaTpRBAgKdaesvjN5/eSRbHeAi3xNMF0tQdBtnyYS7+F7k5+7ZrPvbRuZLTaZxYZp4i3IcgqhI55
dpydLL5K26IDoEup2gKhKOyeA6PobvNk+u2ChQXMqHe7aMLUaoQKVB/7kPGlb3m/iSoJpyR5TLBX
+Av/DLCHubt10RnSuLRMTtYF6cqpWMzwbDlbSCnrMO1WRRvvvE6Es82o000ICGisgG81Yysx7XWT
nCNh4cRtMvehtlsGLeBvEoewC/wyWBxI6SQu1xE7SKf3sP/lFSnBfp1wX4LRJkmx6F6ig+ySnx2U
WZgO8J9kPk77LIUiQ57UQzPjbTcZdwXAWgN9hmdkW/WzQdxQ4NkFV0BF7EGjOUQY/JKtR1FUc9ho
C/oLNcwHWsVlIwo0p4bkXxPlE8+nPYCkmfUwYnZFQdP+KGVXhr0hiIC3ixcmrvAynZjhqOUAhKIB
D6LqUzEzPsKrIjaeBs2Xdb1f8Yz5GuD1lJF4VvHo9dp469ias1schpcFomfaBtAqYynfHUq6LRuS
C9ejXOFwaxiGjK/WxJk/OhpEGC37tFe2BxZ4A7+riwuzIErF1uVCpjleY7alrOVOdi8vdcGeCqMG
vwrQqzEemospiFCGSRyzq3aTUG/EGBgu0buJ+7FAKAZYX/llRiuEfy+JYfFYRh9aChp9tTIs7iek
F6r8wTYaqlVhsX3qzN/kQclQKQCag32UlXca5gnCR8LUKtuBoRuDgZ7Wl+dimoi3Hif+ZxPoKvoH
y9Qcv646Fjjdsm9yjYjeltnFkuwWlZ1dnWGWY+SY2Jtd7llOIKq14LPjqeyQBjhb3IJZHfFySyv2
Dq2lvYBj/LCYNjMk8EhYGbRXuIVgJt3ngbBnt4wGNFBiX1TkQiCDpKLC+BI2M8gZVQ/sizzUDpXT
XyVct6lWV0f6SiLGzC2CFjYAFX7AZ7radbZLl+GD3I21ZIY1LZ96zynSShqHebZYuNHatgbot2a5
liqeoDSoImjW5rVah+coMy5um/7OPPniLFibB1k92x6Zr0TBkV3blLtp1otds2KkjdoqcJKIrg1H
IjzIkyBzwmcbSY3inBBuX8+mRbCcLc68dGnQjxmvC6m35CZ0L4yg74xW3s7Mxn0xPUdmPO8iDmP8
czmFwEydUEReyBjUO7gbX32uPmwrOyMI2AIJHSAMvHhtuhwGt38YKTxLxS2+jrkXMvh4exeuhjd2
Ng9uXoCTqke0/CJ7TKvobrGb97QtqSshX/g2Po4NDItaz5R3rO5sH5E/fVM5z/wpN3dJsr5aUKuZ
urgfY0kzbsUjjETvsxlJtNG7l7aL9FCl5mvNKRLKnjMpaqLbJpK7jcgd63dKtWSh0ohnekV7OGKr
8+NUvURdUZ/dLa46Q3rSPIpiRTqYlU9ibBD0udaV0O1H3dNekcmd61F6oMU5mMuOAfsIWePoFsQg
VN21bIV9hHnc70Y1Xxc8MmPzOAKv9Nnxop3PMSvwcQYV4/TcvGPIZZ8jOPX+EhPN6Y7tLpJLwsgG
R5M7fPXLhJQh8+5lxtTMUKQ8DGOOzKI/rDFv+KQVD5lsv9w4FgBk+hBq4yEpGToA3Wv2Rc7jVjHu
Re8GY8xuD/Fs2QwkM65oufreut45y8hTW8IdlNO7lcsiFFp1IaCPZL+c+rRasrcq7+9GcMRg8CE/
axG0J5J1gm75bm3inYF1iWPHDBwM79sqDtHAAmBL3De5+mmV4E268qkrCMdia8FxHF0W9NKB1/L5
uSm1BwGp1P3spPxBd7xTDcaHkJ2SUVExc1FOHIe0AzNWej9zx1OOYfaxEuIgigUZZAnMiJWTrjfv
4AOYbpcwICyrDazUaMOy0hd/kuuHTD5HVh2wqSijgMQmQ/2Q2USEZcg8ChqBiA5A0+/bCC88s14q
DZuyD0pk74JLpM3DjLbNFdPPvJRkxVd4U1CcMBxc1I+1w0lIB2Q711ZZ/EAHh6pH0qq2AB/m4ZAM
zoHMqAaokH1cBbuShYKrjNLXrO7oGJlbeaZi/uY4JVHyp7Jxfg46/Vmrr++Wsy+i9sP1mFTVeg/v
Nl+ukMdA8oWBAkWYebbSlqcYKsU+Z3HYjN7VEJEQN22aV1MrbvLZuRhx9ZDhC8dSCWyx32JSGJcc
TTsFU5LSLtTkewJK8zOAKfTch8zgV6swdwddjrKHn1eX8cXEZZiDeUDJ0TyPKazhROM6g0W4ckFY
DsDweHTOXf2ZwnuoqLDYXVjPVIVJWDpiCZIFivigGDDUwkVOx+9MBqhvRRgzya2bdgRgouTo2kOO
jH+P8/rONmcBIoV8pS3Cx3Zuu6plNDswteuq92VLWI0V55jKkqfBhpPAHZzvwHzaOoO0kcl32xXG
9aLxnllMRmrlout3H2X60eX6PREZPUdLzyNHxlpSzcBGBucrSaIs0OzplRQt/i3c7R395N4us/f7
onAp1Rzjvl60wCbCgslY9zoKMJFThgwCrB5NGFBKfcRvo+3FqtKw6soyHGra4QG8RcTMzGB71Lrm
kbhbahxDC9Kmc/zEXeww9QQd5/CzAOGKmoUCpen7XzHG0T2yMB7XT2dkJNT2jnmz0u6kXXZlJ9OZ
Qlxwf/VWmIAEzjOioL288C1N/5pyuH7WJOdgdePfvYaBl7qYrYFXcohtftRlifbOXL0uevYlBlQx
Tm+CxSrRKKr2N7Mee1T3DRlF+Uz9Z7rc456w95WLSGElbSTQ2X76YijfMGXfmfq4t8csDYeG9QGW
UIojMwpH/Wl1XRJcjOFi1+oA846pV+yxrpFI8AY6dUnYOg4K+SWipX/NVxz3YReZHYNT8yGFKxgQ
nLAB3Z6HTL0SE57s2Bs81vmqoUFCIT1jg2Mew8SW8iKxHXKEszfDWdTetfOfpGSUQbqxWav5Wbg1
Sx8O7510ODaLVgu6rKyC0tJb/h2MFSo28RRbKg9qiXHZSGEb/R+uzmu5cSRssk+ECLiCuSUJeicv
9Q1CagPvUSgAT78HnDV/7A1DVPf0SCRRqPoy8+T9b4V7U6bkg3uBFU5a6cdgUd0gYWwN4ynsjXHl
L4zIwW8+2pnsL+PtfKOR8lyVGAlMAGLs2q1NzTFquUT+0efxaWSEpuZU3qOBKb2bzbusoXO2UcZm
tAZIXhlXQKkBURHdkz7W24ko8trVMlolK/k39Cn9dDD0HDrP2ulJxwqJlWxjTtMXqJyTnrtnjx+G
TtzC3ESp+yUts97JejrqntgZ4x+vsonbx+FPM9tyV/pVs9Fn6xoVlheowfUg4bKvH9ri2Zxadn/T
b5+4DzN13jggsKvRs9hbE9512cOvaXy01wpg1aZy/H49Eu9FiBx/jBiOBoCab6U7YP2wV64Zq225
b07r1GR/Rdwl0NJuuE/DU6W3fWCFbrgihfHb6BvKRX4SZ+zWFsxmVrwJC4Oio9NAlyoqPHYploHK
wDpF2UWyKHgM4hJQF3SlkMjBht1Yu0nwpqaiKhcBfQHvLmUq5o9m9NkRaO18p1VUv8P2fKoM493T
vRjuqiqBCtBkUIgcCUy3cW2qY9G12sHwySbEKr0ZvljgCzh0ohSZpyi6Y9MysYVIeYNN8ZKBRrfK
WfvS4/6pyuPdLGZaOucMpYu0Uyji5jpn7Zl+BoVk6X95oQOsKqmx5XGo2VKOcNDbZmFEWduiEfJg
Mn9irouzWLjMSKlDRpkaml2klzS1q8K5jbblrhLjyaBYKLCjKUJoh4xa8cYSO+zOczpd8StnT10V
bRGsYeUY9in2u3ZNuw/71/lDaxiZ6fEU8ZZj0Qod5rLhOP912ZaPqfYSQ6gb+pj9usdU10usoy5S
TD2ueylnpa2rBAtGJsRzPqY+ODvsEZJp/jBF7YG6mxrT3AwrU3gON294IoBfbqM7/colTFSTwKJM
549O+Q1gXWbvKkoPfWL+AJ7Y1G1IRZOnnSr6KJmp5RS3ttG30InJQXHT142KniVD4VZTAR987IDl
uZmhnbOAxic7+z0MLPCNm99ccjqswam+YivWb1oGvuYd52cYMCA8zFYWr1vQQZN/BAXQH0U9DGtk
5xtRg2XmmlibVDDjFPyGKSupCm+GluIDbzwgHnm8qSgVupRjf8Hpjd/FLgCp+bsqnmh7ECVRPnvf
ZcNF90DZyLnZC+U+QWVh15dZGcVw7dbo51urtfopmQq5cpnIs68Mj0U9UtOboKvXTWAx9mKgAKkL
t6P/koa/RnCTx2JftO1BT6LXBkCaxS0JiJbPfBXZo5Xzvpkj3AKTuJdWcarN/mDgv5rSCebqsKUh
aNqRyWsOvsbcrM/ER8Hwnx7RCs8dZIl94y+yA/e+wpNBUVMlaZgNLhXoHP+yems78pOxJRl9Igkn
NbJVGxQcXD+JNnq6lALhO4FkTT1I2Tf3dmzMvaEl1A/jJk1Ugy+FrdWmsDnxxcxoa9BJ6GUYk30R
/h7n+SinIoZHMGZcFrGzl9PO5ZX967XGs9faK7ih3TNEi+5ZWn3KB8y0jo+nFvf49Ug1AXuQSqPP
XMfsvfTytBnp0LoI9bvtOt2l1qlf6WrjLpeH/75vuffaldOptTxiOfYAJsOnJDKt0n00VyWj4TF+
EUtvtb8E+gvHTHaN64o9Oyhq1FygeNe64uhjxPR6ieWpO+rRVhuY/rEA0dkXcsIcPT+7sG5b18dD
T6sOv0DE2Bsh6FzLt1KFbHujGCJ4kox4Ba36GQ96bSuyEqMX0RLize9E0b4rswwh/PMsx7w3hEX0
pHp93S+xmCxUN27g9vVRxe4pYIbIqjBglj9MbLqnUnExS9tnU9uKl96ZqxdpI1jwJKq5NRdNds3S
ZFOSK322rNB41uv8ZEeiuupGnB/CrhrXcdHZO5BlDmZVGm7bl6JFDQW8u4p7l531FJdfjMFfB9W4
G1mH/lZq6JaorWBeWP4P3PcZbz9S7tjV0u0sJvjzTT2eukXTfDxkakLdbGpxSDtz/Uhk6jQnnKfl
4fH08VBI+6K7M5KXLpkNpuXaKYR/9HuyzKtHeKxpNGRoN/xdLwVe5hfEx+zpUV4kPN+HZUzsy/ya
TP0294xS8fN/jrWtsV418qjiLPlMdHaOVMzi0+ji+8TOMeD37raOUPlJWOiFVlz/qNLOrg8SUWe0
P3J55k6zvxkdf1jbCx9pcuP3Al3hNCykjKr1nCf82sufPB6arrNPeS4/cOfCqS2r10kypDE8x3pv
8qTc9Eh/97xW3c7pdODHc74ePOx2pIuqrc1QYBlavNOKg8eMEB11tUNDc1ygZjh85cJbYnpg32y6
kuAxEZbrAw5BJbMMKIuku6yTE7cWyTf5x4stRsiCwYVrNq/J0uliuEtLl0zB6Er/tMC/uwh35hTT
BIs4+vx46LIKjBHtCHKBFI/QSVvTS4AX9RBuU83+yssdScDpFyFBjRo8439/O2N/B/DmGSbbU2vk
5j2ZGEb540wvLY5oSKhcU/izKERobD4wBDHWAP7bN69yy7WWif69zmLMCxl2mTlb4x6Pzk1ZZJ9+
ePRIkh30qsnf07psDwPBmWdtTmgdxkw6FxqCijvWh9xR20cFuOaG7jaW1ohEWLN7RCTlnoCVBk+o
Wmdx92HAxvzHnLZVBJiUXnALMNzhtGwLVoSHaJSE03TLGucvwwob/lzXrZRRajgJuNLYb4kXhic5
GJIXNy3qW1WP4J6lcfofuL3HcyuzCaNPsLG8NPN3Y/hB8YP5wik/fjNHj5i3Ht6qyii3D6x67pFe
Vqq1DnZ5i2P1x27M6ETjkQzcri+OddX/1nW0nqxjdwhmwDLPk3wtfEcuGRW28m7fbM22mgDHi/Rs
jv2ucO17xx31no2OtePf6/a2VPIFZyAUYHP7qIp6PGRTGdMKBQOorNQfCFDN3ukooHKzJvkhm4Wv
lLX1GbKTcRx6eO5RaUX3nAki6vi3wj/zR/dLllLGOi8OtsSdY+jDjkRsun+sw6brFceI1Niqpc9k
WxL+DrQkukbtIJ5Je0Z3HPx/R8wrVxX3fgBLaKth4Du5HSu07g8O5wl3x0612GkT57dkHHC8VtSU
PxYHtVSazYo3Eel9a+DIEfSLwAXr2idXtCDARr87ggvAX5q272YpMDH5bOhBTSafoR7TPRM3aqc5
Q/LpJt6XyKtiKzrqvEU9daeoqLuTtXwVN7S6kAm4Rxz30aoBNbtxv8Nub299F+9hN0ERyTx0RNkr
Hb+iVTw/HizX/qDkhiHM8i1yRFzOUbxJWfr++wukGGiV1n53IUVjWNCpg6l3qne726PMwEk0bx9m
9t+6KY9aUf0u6pi2V9Ljb31MVdLkDc8AuMaVyX9y0ojgb7w2HdkdMBhStW796DaKgpsbf8RCqS2p
FHx6tFbaWT1fhwllRverXyKe2o2fj0PQpPa/3KStIR4QFNdixN0R9jk7Xbd11mTB4ktbh0zYEe22
VAF1zHKta60P+qVcHsyMWdXq8dxW9E4T0bP+e+oXstyiazr/VRkPcx0jaZf5cRBL6MqtnwmlpXhw
mnCnUdOwLlsPx85SaA+BKH4xMULTyOcjv9Hm+zJMYLQef2WQbn5OHFwqfBwq54PZ6Uflmd1P5VWv
lXFKEQEuzqNb2W4MOPVaDpsNNJCF0SiYBVOdxyqHZwI/Rbv1a3zMdfxs9oCzLOw0Sz/egmuwspXb
3VWcTycG5ZDiok515/++pPxxmxmjRSYyxn8mM+O9cCdjP8fduKF5SFvDNNaCssBTXOfCYD9Au0LI
uplZbLFK+IZ+5z4jTKSkwNAOy4Jxaee7aEU50nEi0oD9nvMyMaa54v670DRQ71ivbYqvM3kXFLgp
nTvC0Kt9PogqyCotDiz9S09beb33XBhXh3sO3PT2J+1NjQ4H+nCapU47VmTmhNBnBCJ5cP3x3QLB
u8+oWAoMM3/DEAKp/J5qlEVSbAEnd5S4/ThwBlZJTNvn8rtLabxrnWC+26NgT67EItPFzbFA0lcG
W2IqBP7ahJeD2LFopm1zHWgofgnDLq6DNhbw1tmZZGkLIhm/nUMP966KZHJ+PJhaSQ893aYpSwzi
Dl180Dg/jZwGphIvHNNb5v7sHw0ApAzWdbRK+KVBTvRpzdL0tyVZs5tVcksBJh5yIW6z1aA+m9qp
HnRv1eV5GLQ67nQTIsnTBNva0tWF/eq4sxwVpHiToajbvHWscxbuXCWN9K3Negq2PeMrj4Raa7qL
Dw+Z1x3xIqqkDwMi4HC3K18/VGMt9t5cd1fqNmpknYk+P7WM0nJDXEuJz1bTxo+S0cgPvXP/fbF8
hyZonDQRUQ2CfcZ2xgO4x93lv+bx+CyJn2FWxyvZzyoHjkIyzx28aPVgh/sOv0OThS+Y5LfTZyvq
+rNOSuPUcZpeOzXs4tHWDwNxUVDGONGb0oMvlrofMmI0wCkAwJhVj2ArW7lKmwxQhLFcxP+3Pdo2
jrbotOesc99tYmOcIN0Xy0kKBjZoEYXR1Hdiel8dPdHFgrntHbO/1T05OD6FL48H0ipPKtNsqvBC
GgfjCEP2/7d5fOwgH9/DMklbuP23GYDrk+b8n51n1Adt+1b1W2vk3Ap67j1enMW+wavMTSSkvtJw
rW1sAp1wlgPAwHJxBab/YxoVb+uCLHg8PIoY4NOt6dBUt3FqaaexOQT5VKTeKY8tAr8yT4bhxqd2
okcjctJ2XTLXQ18q+v2jY83QSnlh/RMEGI6x3p+VHDiHoKNdlyrNi49HJ4Qb8yudu33c8raAvfS6
PaU70ybBgP6rMYyDk2f+W9Gl8wFK7U8pqouZchfWh8G4mZ6GeB0zwADWfyUD6++mcUb+Kk1aLx0J
DxLuNxdjEx0eO8tai8dbCvSAi03xP5bMAB388XcgD6DUFH2i0cKpL7AdHXqdUaspp56DECGfB5h6
XmBIGZ+/wYihxNE5seoqvbr0LUXUgs4W3W6m4+OZkVEbqefZZWpeGNG491Sa4ZPmanSQeD8mhT5o
ADNCokiNe1vEUeBnNMw3y9PH9yg6KrdqWELJ08LbyuvGOMm050uOK9+1OZU7G0GLml0eKsepjoqf
II695tz1Ny1u2NzhxjhNsjdwPQkDL6s3nvwaAbaBnbXxQmkd8Azx2a9DKN21nMoPXh70cJrnaJMU
XKV5eQgHhRjqICYrZ0mHOZXABNu7r6mjzhUTvV8cfEz8FAOzlRyrEOCv6JLoWapWXh/HNAMigXYq
+Spb0hW6UWLW1ItdD/px35pO91LrNMATczU3osYgpFVecU5q+ziSuUOT9M497fJgM2cr3ibdSJim
VMVt7k4hycl3qyHanQ/Tr84i3BXVznSIxWg/ObX/ljxAlvHsE2aWzvWj8H1ME4ZAeJyFoy7MjK9T
nxBXl47K9zS+/8WRWG6lFZknAm2fGJGwbORDusXExnF1SBh+AUdeTXbYHDpJVLz1cpKshmU620Jc
4ZfOf22qxEgrRMmVV6VHHm/0PRHYe+na0YW+inI7h0YZVPgytjGNMKeGhAmjGp8yq+XFt3rUen+y
5C1Dkbq5Q/psKym/qzq8GlNW/xIGyEMSaPbzaMOBz/JpOtP/MUMDEOYumjCwALvWdxHckm2lfHl7
fAWdZ7jF/vxKDE0dq4Zxp+ukMAGWda+bTXUu2s8wyexrwwhwL5zhX5Ty7DELeHx/ULrYxbFD5nkq
qaeosDPpYDpxiSwEalw+ZUdQ7//8kaYGP9BBppBsd80jTY/rBxlFW6peHl9ZiTXsIDG8d3U0nf7f
wzzU//NplwkOkRJ6z39/JcEdBdQZtvwyq3j8aI+f1FlkkjjGbPP4A5mwGTSMKT0p4NwNFWy/DIt1
KiNghdiTJbvImeNTSA3xWTpAfXXSPDigpqc5D8cnGlo2VSPjW9gPdbKev6umb+gS5s9HS/BSasX6
8RdFrASfYBOOi2tmR5q93LUV3xuE+nO1PCSliynu/z0vcAD6Tn7TCMN/Gx5ESY9muKfeZ7o5Dl2N
MxcHFp31ATi+P7phv8JC5hXgNkrvizp4tv2FT4awvo03hZYcd53aROOtdMvHmVXaF9mqMSmZZHhw
0BzrJR2fRBQ9STMeXjtt/JUgUfRtiEuw2Ubc0C6u8D+R27VdPAZ97doX30mjHVAjb22bG4lcvaaA
RtsX+Wi8TuZA7g0BuSlsnHFj7lA+Wp053yxbsZRjWVbOB0Pxynt29UuVI9wozh37qO8xlDutsRqj
/qcKaSApUzrYybYcdJOawHWhYajGuZOQ49HkSa/YLfoeZmg9man1hSt29qk5HTCTn7ijh9D7oj2B
2/fQxWoCP0RsVMLGVan6mLXRve6IitdGrG1M5n5xQydETbCu0JOtbDBV6iMUhtaNKd6rvVvjzNBu
KqqV3PnDE8iBwkIfTKm2ws1v6Qjadt6PK9FH73WRG6z542bqJR5Kt882VkQveornnyMFAGB7XNrm
XGspjFr3zOPWBF9h6ePFabfsbrCix2TL6Zkkenmk+rxiBEaYKy6ruzSKU9wxpSzMogtqs9mXUfbj
yu5ekJLWUv8W0bqSkBB+0rvi0vvDxRONux4cZlbcwshDaNWhYfgASACvkqR6fiKxjy19wLWlqze5
SCg2pcr42pNk01Fxf05ncUQ9nVcRBsHlsL7Wm0lRnpbcI8h6y/SMibquXuwKHaU1EsI8mq/3+5Hd
RzSeRYqLiQiqd0pm7lhCY5TW5rSAtzb2Pplblyz5aKvivZk95hI67rRGF0GX6OfSiaLnpkHYBSO+
jJNOzKFvkhbXVWV46ugV3M5JyUB3nOyApXv5dNJfGvfDJnT6Ys8pRg+ayvjbiJ0jsJKNXW+dq6I8
zE2JpA3vKnD1+t4VWKK1qL9QVfm76pJvjXjjWkaq3ItY2BzAKTb2qRVcd63zQ181YYWhbYNhUi35
s9TcZMkWB3DDwab4Hc3+SdYJjn58kbghQ2INMbaAIuPTOJve3vP+OcP0lxs8IwNT/K2/m8L7HJmS
kYVi9t5ODt00wMKzEBsV4VfuRvZMWKtJORI7/JT6VxRBzyApcJcIJnjni1+gPyccnioYKbJBDm3H
NYai8IBhJdAa+aeRev2EeMo/OE0nnB9rtkkeYYAGnaiZKc3hE1Rq6VFrWvcgc9yb5SBOlBOOuG0j
AW5BTcWwqjwg6BjnoZ436hxmdHYktG+qJan85inzacx0Si6S5mugUnBtGUBH7D6EUhxioQzltjQ9
7wo7Ee1ROmS6TH9r1vpvv2ekgTTM+UrlUDVphCB6X2znCFx5a1xj3shAK+i/84CKkLaApyBF9501
4AixseN5mT9akyrrYsk+vg+lyPf4DH1MRrUd+LJ8EUp0hyKNrtnQQFQZ6nHT2UjkboYUyDx1U+c2
6yJtAmZorTXlbKpw/LR7efKHYqfa6jBQR4BKUBh4QCiRg8xt7kI8BKmP+0v31ASPQNOeooPdx8Uu
AZGNJDnOF0fE/0LiUkcsU+VGdgSGPVUGQ6xbtFdh7+DQFjCgs7aRohtN9sR6c+s1HmcNfdTZmlWL
gyY2ZeCMA+FXnUM+KOza9i/DoO2ccamV6VXCYCi8N3C6l9SPwPaGYsJp9Tp5r1rIrvgF0gaJdb8j
+ee/T0oWNGqQ9fIgQTuURfk6x7POP9mO3e+jjgBwhQbOlc1NPNFokadOpc6j+WhE8SFXWAsMA+7E
6LL9GNtSBxgQ41CacHgLX5y8UH1jmslw79qUFddrCgh8tKaeFIKJZkeqJFyFvQf5T6NOpqA1tCcW
ILFfTSMV6Cxo6T6n1YbkGQsiLi8MgOSWU2wDLGOsGOwunQRkbcEHwuVMwkUykR+Yov7U94IGDEpb
TTls08kIIlPS4WAxD9T4be0aTERTXcNM2RvDFePWLM0SvlNC4nEZ6Q8V2lDeWSS9FUquk/eckBHu
1iwXZDzYT+CtJCsncSg5UXaMh7o5I9599tNwmspQ22p9/e2hxTQla91yT9xkjLg10qbo2G2ExU9x
eP4qsvSJygJ07NnT2BP89LaDgFMDIXdr+RMqnNfFVJ5QzSmP6V4sLznaWlRsBmE326k/kjTFUUrf
yBpGiH/yW/maFe5nNcWgRIfXGp4+VheBkyh3kYn6+smj3zWYNdSooaj/5SHdf6kWBpkxmCx0m0aj
DSJrCVowEtoXJcQBxGL2dNMijnDMoYvg1it3ID3Z6FsvW3wUqQPUwTSMu8Aeu7IJqsyJQjRNxy3V
LaQY7HTnVwY5WJZlDvcadyWSnlHEYaBsArMJ85OR/JksnDgaiY5hKQ4xXBMFnthHNes8c+4FK+8m
UYZFEQGRuagh1E8uczuJCSMcG+bS54zTYmoteiRVG0c99vzWCmon+shjPLSR95Zo7EpHZmdcJuF4
KCPeFLZj3YhaWsXarzZnO5n6JIPtzPqbCOZO1zoew0t6YqvrrPU4xvwN9ZbbH4VPNIrDIMbsIgLg
YZjAYLXqDGQQAvCbJ17TYAiOZZAYzSGrVMS1aDAYz0H4aOqDPov2g2LGV1qXXmKpIWcPGo4VzSIz
Gt3iwpi5k00nWeJgFikaujf1l9Iu6gv7UUGO0e8OGnEqjdgiXt1FLP2hH4ktB4QdwB2STmlV/dT6
XD81BgG9Ph1gfkQJEgCVslleFsGwnI9pd4ev4HgB/HLCnub44yfGc9b310F0xiGyxl8trGOZ+dbe
jY1fzosJFu3ujj6uBweWEWdS7jzG06P10G3Ek5aZq7GYBbIsiIrkbNZzdmwiPlO0sQUWo7N1Hool
UU+8Mpb6HTbLvv7unVa7cTMmfSlgAdCLg6LHsaBunR2uc5xvd5Cu5gbbMitF+F736jQ1rn2EE92s
C6P7zaX0Z8g+M69vg1wDcBwpAAowr685Jk6icus0HCQXQ0cC2GTYW1QtqnUWzNRBbAy8zRvbkzpX
4ShIrZWIE/4/s9Q+Cmoddq3dTevRDhfsE3LQIBjRknX0N9KUxGm67kwpj9y0jqRS2Br+DawGpxwv
U20NAAR01HeKaTFS0iU4SetY9eZuLvUXJVimnDD0FhiQG9C3g/cKedCyvJbsjbG2MmxlOLOtnYYx
z3dGHMkQxnCkldsqK+1Tbaff1FhsWZaDmb7s2dY/aUY7Vql9C9P4nUR0uhULnEe3u03cZfQYOxjJ
HEQhm7CaJgh6TVu78MFJVh7oXgYFBocmO4/abTI5CU6o+Dj53Fd7ghE0ecy/69nDetGiMCee+Y1d
0FgNpbzpU+wSwIJ16EAAz1XgpWiRmo43eByeVc6V6SztPuyOPNgFif/mizV3qprNMabA+HvIBVbm
dHin7HZfFhW1WdXwy+v6dQvNN0LSWXO8avhB8JyHhX3A+lNQ0AIcD5v4Vy2/QFouwUl+Z5eetaMa
TAou4RO1Zo0xDXMn2LSZdZiWr2KYQ/om5hf8L5juEv8z9bR/fTlX2zTxwM9AvQ5TDB916n1NTsaR
q3h2QgrBpigh/JXlh9aicdfv/jHcfYtZPQkjhuG2ObU15dONA3oir7+AZe8HMe/9gWY9RszGuqjZ
eejj81DP/bYrqmOe0BUgp2QHS9rYEgEoiO9hFMnwA7mx853gMtzkYczgY3iTM3jSOrJaPAkQL2UU
i/OMiTWqWyIwbQ7jeKq+c4sApyLur2Cg1DEE7TcKNU7lhDFx0o5eedAaz9jZbmWSE6k+Jtd4asiM
DHgrT/2c0SqfG5w8EDL9aaZPvRG8lUZFRo7sHFP6eWP+miH3cS/ElOxlvEexd+mG8tZoDlEWp35j
D7MNtR7lzfW4bHnnKAV5g5ylFl7fN84A89lOhp9II8Gru9goE4sFnBXykA9OCzAh7Db6sic2RW09
uaX35XUFzsSOMsGe8X3Rh7uKKpQ1FJRfzvhHZ66cGs5HahB/tXzvp63qDdjdB9vqVTVy8cpGr56h
+gNpQ8QDRSRsdpZLoQsogQx6rbAOnj7RCZ6sgN3eQ+6163RxHareWidO9CJIEGPnAiRoZJioOanU
PRbFKSzSjbKU2FZsmnMX6okd4XNth3Yncy7AeSLvgPWUTGFKkqQnuDREMdbt3v1nzN6RdqcXWVPw
4HXiStXIyWCqSAQ6AhMH5BvwjnN2TrxeW4natEq5yYHA4HSoCfb4Pk5fs5JE5yt7OxgcYiTVs0Ek
6oAs+YvmkbAjXob6jqOvZTbLzk2HT2BgYTItqCVVggWL2aGTDmrjFVj+CfwWPtQRjYZjKEAnoisb
3n1aweDPjDL91mSzCyPogi6BNISFN0TBwC040A0JDup6/uGE26/CcOa/b/MjPV+x3ES8IWsPn75G
+lYk36ond5Ilx7hrf/UN5xVX6zCl5tlvCD/eqoY4Vzfx1e/PXNw7V1ZfpiS5hYp6T7z826didWX0
uGXlvJ1bTO5oFT/F2ByjTJ47W/arsRsuUDDYI5vNy6xRvKRVeMeNgarrjMshDf8l87jPYtYmz+TD
Qs4YuvjKdesP5duX0GTDHhs2C+V4loMdbW3VLWvzbzdOgqE+z9qL3jIqMs2STT2m8jF7rpVPKVh4
nAdgnUJWr51w34sOsw8VoCtUSXxgef/mAEQoGCclvxmPO1iTTKhPWvVejxxrGvtNkz2Zw4pxiamr
neEPHUrHsAMdgmQU9RUGGCrq0T88s3yOp0ltuD8coYQHjX3w2SdFvLsbHRMDtWPzu1G05VbnPkl2
zyqeJvQ6rvygboaCik8WEMgwlNxG1Iy1egm7Dw9DTbIeph0MNj0nWleKNy0m+ckIbeX3JjxvVuwz
xfUrq4Rr6Ors0qaGyWSxZMJyop0XW+v7FVtbmhajmsGzW99HHy9q09AxGmsfTAWabViNOpqr9cdx
X3HsAxyQvEsEL4xgWS1K2GOgw6N2LcnOLTGqEpdubHd7xqk3/ER/Fr9NBFFiW1oCNJ6GxdEdooD9
hol5giBjOzrvs5Sv+DsAprnlq2sU5zwOb1HD/cjVf6z4nxt1lK23DM/jIr5myMBASD5Rr9W6SK/K
lGc4Fm+Wrq1mNTpr0+VyInC0zGf831pLiDNtybu1pIvh1poIlB70OTQ513D42BvJk0UGiNmC2nmT
/mM7/etI2mHmbJIyM9bs6jmOYKdkcYxrl6b1ld4WP57W+XtFqTwrofGjJUgzGYrzRkz8pr6y/zCG
qVehRYooTFtqLzk4uug0fJR8XoaKXhqyJYxVnuOSmyAenYoycc53hjFTVJcQRhzWRa8leITDT1Mn
oRC1BGZqVwQhdusb+8ZjXg6XobH3WkHrRe4fPJfZea2+ila/mdgkN9glr+As7pacNkyWXm2fZFwC
R4TjMj00YiDq6GjsDQ04gKZXsPaBDll3DiKlU2LV6i1z+8eExRh4FlSYhoKnlZxEs2Obac7YT1yj
vSYOSDE3kvspZ/fOHnIiy0xDqDH9WhAzlsNs2hlxMrJ5fJ2j8g9BFYaj6UD4LDfY4KDv9wC6bFhf
bMbyv2IW30bev3Kog8Wg0g3c0nPYdgSMNZI8Doc/srothBA+9Rpj2lVRcJlR4QXOIxTXnENRhX4B
YK02LF59V2Nm5u5I5/lkO+65rv2by+cMguVO2ZiLPZUwT+055dVa+pRiIZi8niGBM6waMdmbrrTu
bl3+RiyoN2KIXyLsixFgchahJOjnOFr5XmQdOjgraed+tDL7VePfmxA0N4VrXowJsVkOQa4uCZFd
pQAJwVfyg7YCfeNhU9JH/MAJcWwQcxAhpzpkxxO/dr6w1zr1buuK8upidp5NU8RBK6E0xF7ynoRl
duorUW/9BD6orlymic0t8cNhRdXtFGQzH8icOg8VkuiYAJCUjfYbBbTmn6eAU+xLv48vjSh4S0Lu
xwmdSdD0UGymfG2rMBhnrjk2DIfZj9CTNA/NMJMfelFFZ9xUIKzYvUAaNBbejxhNe9Uglbeudndw
HhyxWS9oStolHZlQG+u/J0ykAnAm5apaeD2N/xW32G45ODDKHsVfXPzzyuXuuuFq3+IwWuuzXm+1
uu7Wzsywc/YJlg+oSQAnDP5q63/bOu6IpLrDXm8Ii+OYBm4L0ZL4XsAaDy8H02keFgkcNO715LD2
pjHsG1JI64ya31Won2fPfKat2VpFjr+L8VTwY7sKT5E1LHUEqxI6AwQJNs2YfVj6HM++iE59FBYb
eUkV3JowCKHsjFnAlDDaajz/D6YnsDBNe+I0Wh6Lanpl8FczEzXPoHe/6nJC3m4PtUEBcdVqR2Vc
Gq6dvPMELbg6bLvlcu2kPx51aQXCkNxvZPwe6cfQ7t/UyKe/zZvl03uNzeJdxGDS+s5tsSPrsCuz
xLuQ8RlWBsmkgM3Xe9XTFtdDqBTO/BnZJpMFJ9wOUjy7RoS3j/aLoQAF6unDcdb0k+a111IbxMrX
0Y/TiSOXzpQ6UUQyJrbYE9FmCnrie+HoP+HAmZrl6sglgBfUlhdDVs+mblbnYoj2nM2LFSOAm9Gk
38JqUMa0fsHiPBFPqJeftmfQST1u0ge9H+l8WP8XdWe2HLfRbelXcfgePkACCSBPHP8RzZqrWMVR
JMUbBClRmOcZT99fyu4+sv2H3eeyL6yQzKlYADJ37r3Wt7x1yUDuAv84wtxsvDcFtY3yN4iRCMnj
yk6NBRgLlqmcP42e3x3wIwSo1FYJNJh1KyjyiARmoXYTZy17SaSc7sFOJX1k97H5ZCSF9vP4E/Dq
/NrsUQIZ/cCtRrhcoyTT3QnkeegBPiGgeJ+Q7Kf/a9r0ktS+OKeY9NdLmqI9RqaCuV3cIQ7zEbpP
r8QkSOaPWxBgmyJyJkpJnm0hGVRONC1pmbCepjLbjF1Dy8WA3FW3HE6CdMvZbYee9lYuxrciKTel
AOnJZpPgv/P0ECE65f7nrjDiQ9OC/ALlcyWMEDqoh8LejtQZNXzEYJkrTUt0K1x8EqZbYPnMTd45
3yzuFoeod9P3FypY/NxVRDPCC2sO3T16dgwV9nYgXylYusuMT0oWZgVarH0uYctvglhLi4xj13kn
wsI3YcMvaZpYEBLLWI51a6MvFTvf68I73+e4WMeUWAl7/Zsj7Zsp7DnkDnfgqJtDZPsnQ1e9gNGX
7YDF/Mroxls1xdlmaZ09XqT+EnNrJTWd9aGD5E2Y7cFyrG/zgrzGksNqMohnr8zqOjQ7mkQuNGFF
p0F0q7QMv7otcYOzCzLF4Xlfl13zjhyE5lzCAGs5OY4vjz1Waj8sbi1lP2ugNAFPjsWuYzvetOou
ERFTK8kfu6Wz9kObPrV+aL5QAYZ4MILbxhX9hWP8eF0oKnNSD58Y6prn1J/8o9IAIWd8sGX1lo/Y
P6fmK6QaiTSA2BVJt4d5HgODMAqvnf5FZJZx7UT1GWC0u0vaiKlCVbF4Ex1qpizBasaF4S1YxtIY
6UwCd31+KQeGN1FLPFOCsndtVUzZCyIdi3uz69JDkQ7rjpkOJ1uwQ6hml900i3JjEtTFurIiVZ2Q
hAkoAxTPU5k1H3YxkArpj5FmKeGYhOi38U31GMM6aeucPcgxmr3p45xAVbJRI5Xd4DgPVezsYsdT
23qKd4q2YzWX8iaD1PHAswU4tn1pDJTMGQ1TayNQSqryY2LZFyatC2lZTAJJt8ZzSbQykyLW14Ax
ch1KJqGgBkDuvqd9/VQNigjNd68yLy1m53Cu8xcXdBvHsZHzq1MOzLnr5c0O6Sw48Rak0rwS3UA8
6TgcBQzhUyqfos5NjjIsCSsGu7Lq8JdNCR0R8K5EycKKXM8womasMR2tJr+yNnHbbKaZZcScQ29t
RdGdTJIHMOTurnERek4YIrKOhiYZsOwDTfPsjqRJ83ZSd6bVyai1trU6tUnkPIzkopvaWeOYyYaQ
s28GtZzLoW4jluuW6dCuFN5N2ajLGNIQtobZPsWDsxwAmtAfBm0DdSEEVdY1j1PnUH92abIbb9Ri
F4ehLD+PmbmxrFFcsDCLtfkddSmp7QbwLBiV1ixXoGDxNO2qFmdJmNe3pL6WT1AqX8O1ZQPO5BiE
AJYmc1gt7Az9p8hT2Ay5ozhnv7sh3KlOH64JygWJSpqOK6KzBeB81XnjShzJw+JwMYMIczFxdMz4
UeHFN7GkcJCNFa7YvD9S13sN6uQ2tcpiOzOMgKNaP1p03hA5ZCu4B4fQZMZGDcCxxxbgXdTGoGKn
LzMdGZC4zaMXaKjAjE0BAgB0mRZJ/ryW3ezgWgdsYYh0OznNo5t9+DXpoPTVemSW8ZKxDyIAPI+m
f4tw9lracb1ti6+VqeS27bWUhqWEpHYbIx+rmSxLpilZRR84uE3G7nUKrU+FdGlBcvTNUu/awI8W
AjStW+alU0irmnoIRCQzCtbGtWxfkazgEEeNvx7H4WsPzGcj8uwJoe0E9ofHSwzpp4UUKCh5qyDD
5TlV2b4uR9JnByrmcM72XZ/dJK5vbppKS62QlYB47lMWFLvlHSJzV1fH1dYsksMIXiqXbYA7xn2s
xn7NfP+Vg8iXsKeEXVq325pi3jVtDfpmgjdhM7fwOnmZ2hicxPRMvDb7T62+BG754WixhedAr23o
gZiNOdDagU1B/fOtXJqHYSkwptNeqTL40/BwYgiB39DpYxXs/eXKYnf0TGNbMnF0HeeWyLTSrOOd
dCjR/eo1R1u1guRU8dDMefWGTv4LktVtM4MiNfllzcbyr0QxopE0/MfJsT7ng/HVqp1jrGR3HqZd
UYX3njft+ewbg1PHuggSGGginjbodM8V/HfuGmnAjWBwEVrGI8gZtVqMaes3mFTGgSy3ytxi0blG
g4LRmQEXGvecVhhE5gElgt0V3/JRt306pAK+/S0Y7K+D+amBNzcw/Ni6DWjvqFXOuhgxezeG9VWl
CGhNH21+bS8TaeTmeEgQA6iPJL/Hl/Ca2llLe+dUjgxp/WxO9jVGQbpIoMAmDgcONd5kumfAtwNi
17pZjpAsTMY85HCQuxpkLq0mluwrADnfJgMJr52PBJm246MXmy8OoxcED86NmyVs3kzJkwiUKbaU
iPyIedqBhLkqwxX6mZvITld19a309nCx4y2RuV/Ia2SkXPdIKRav2ahO1gwAOWD7UPRpjkerubWB
oqecgXtAIYbroK8o5k9map4GNMwLjfldpLCkCaAsIfJuRHXxV4ZeJ+yhWOQN01iNhv+lJp8KgCY+
s7Dj/1Bqgn15sOB0VBP0oabXLV3H2yY5CcZm9Ny4RN1n3naZ/egguuqmQGEy8HkrL2BKGgIscMua
JzCJXtn3J27CBXkIZ3RogCOLQQIYzVdPQITb6yBiBbcaK9gGyrm1aooM0QwnoQhh8OP6ZsEqso1H
hHAKa71rVGtziFh+SaSxM+/NlHeoWo+5Nz3PMXK+EuvFVcxohbl53YDIRvuxi7x6TU440EEXKgVy
amCUKaQ/PQjrPe2NIy1R+MkJy3FXJN9YTgfGwRvZcQ8k/WgTBY3VtIiBa7UZB3sb93MfLWs5Qq4O
OAhB49c6uOG9BVxb4JBhGw9e0wKPhYdGWBCFdBzCNcd/tek6XqI7YIUJ7G+ZGZIFUM9PRs+bWCMd
BzD0SVkT/tayKZgBlXxDf953Y3rrZZSNA4qTaZyRJIYMbVF0r0NsKddk7u69fl9ZKmU2YF/pdG2a
db254aQXIoewPqMhxUIYd906zUhMiojiOZWBc+uiFIpHXEGdbX8NKjpc+HnPthUY+3HBf2Z7ubn2
5mK8o43VNeXJR0PoJuJryhy3D8M9XZvpyqMDeZhtyIXMd44qtOTK9iLJuaDkd7IegiS79BWK2YrX
XlgzYqLefrWd+m7uR7Ep8JTeLsT+wcw4RIW9HLNFmhtnhjqH+7qzzMcqCHvK9WjczlP9Vodtvo+R
F7o19zll9bsdkFNgaq1+W9wwsq2PS1y+KUDGuNOLnR+pD2zzLwu40ySxv8ymPe+9GZaSxX0wDqnP
CGBZW+5814gBdBgtgrKW6amV+SG4tGbm34lxOY2NDM8Sa9cGo2u2bqqsP1WVvIcP3d47GvIzew3b
4TLQJh9dfWRGXEDReV1KBevHcpytbxViY1pmcWpIeAbTR6uvYCXBe5DvSunI3USZUuXGagnRsCzg
4LZVpL3yFE+7qcbxrfxxWY/tQKS6MBTn6fYkReHtBlzMG4Pb/co2dMXkHDXSjlwHcQLkC2wCs+Oq
i9Hkd2a1A6qvrhAeF5exxQfYHnnf1MowBB+nF7aiqENibw/7PJcPrPpM4JlxSKcxDwXq5SvftaDn
gfNKA+ZUZREfa5sjmIng68qBAdpH4rXhRW4GkyauYcXWyTLQWYmFWPUKLTM558N6oW7kmlyitA1O
bpw+Je10TPKUhlMOEhawA9Ea8WPmMzickvwdktl2GoZdOuf3MZJ1PzL2KqMX0cupvPFr6EoqWo0u
jzaMKZzUapy3QNbAAk/0sAsHvos7fWsz55w0cLYHZINNUMS7IMjuxhKEnclzsLZi/8MKq+vRiWyY
1NlB2uVbCR585dOpxp3H8NtD/SA664sXiBFkVko7pNvGVuUhDR/EZuo98I1V+M1Pi4dsYUrW6KG6
TakjJ/Wkovg9kETh2BbqOjXxVBRmQr5PH6N0Yb0hvgFgWcLVhLjOTJylMTUsDJScVQz0NRgJifcm
E2MYEslCYZ5bm6WNYhukS2PSlHYJdcKBeT2G88PoxLiEojcVotld0hymZrSJCEzaeRTwpKS56wDV
bedaiPFJFD+OKa7x1prOZlmfICWizkGf2jMy/vtgN+cvwW5ENHoeXkkdREgImA51/iEEka7MYHwf
lBdUU4+K+3h21PI2o7S+whZ/IvU8u5iJq07MqpqNtbhvlAnDfubhv+MY8tBVVvnSGSiVUuEzlNYy
K5JvTg58GXYTzChGR/veqEye8vhBNoZ5D5bWZU1uyrNtOgCpiBLB7F8gI81pG8+pc1uE9GuLEmIQ
9JYnmdglkxyk2RUCxquomG4Mpy9WpWnVeyZa7U3lbX7Lho07TFGhIBz7ypnTuzFAEVer2TsHeCM3
f//m2X+JbfNMal4PxLctHNf+c0C0zY2NGsdAO+fUrg7W8TZB2atj6zOsB/UD7t+EmLM067kiaZ2x
otoWSGkpMOdjk4IosRnooYULt6kRcRIj1G8l6njfNCmBGSFEIzN2DklFOEcy0TS1W4Rqq76sqnUN
MOlO9jWGaWvaqdxxTnaZEQI8esxV81A9+rOxRtPr39X9VG99ANn/kL9mqb9Efns0UEzTFkIHWbrO
n+4eNIsgWmykuqR54agpXeu2DKJT0hnRs2TsTb8wZK6XM5OvsMy8NFn0MbYT4qCY47qZxTWtq4Jj
kgEYeYOaemZtKuZLCroFF1CIq6qXaFPpHX6PkF7gi6FUPUZEzuwxyrd3kcsfogX/5pQgRlLSba6p
LN7spnhvm/EFKLMGA7ZiPTVjjXeXSU4vkk+jstD0deS45Z27Vmbb75a5tB47w3K3Wp64CdGwXzk2
m6tdifIhS8IHTu0c/mjyXNuRCVCKpe8q9qrwCNsq4wwDjN+AqHhxxyuvJqTD0l/Yj7DMqiQzD4j+
dYINJp4qbWHegafJOyBHc9CZN/STl8M0SIqRshhXNedkHc08MH2AHLj0IT3qiuIv98U73F91I5G5
KjIRzkE0H3PCH/a1RXaztCeFEjh8LZ3omxgGfzv50LLaDJFdqAnvhSC//Hsga5Y6KcTlAdSLYVjY
7izr0pjUYg2EJvgq2q+0/54zWdsAUmePCIKg72OA//7tFADzAXlQXiLJAAeY6/tMJNi8dTWDPoKB
g9/Auv7+x1S41nWuzPs586LPvDgQ5T2rqj1+CtrKXY8ZLKDvAet1OQSnsnsjkuciUEDtCf2Kd4xx
1BuwVUryGblq1SBHWNqtqHg4N6EnzPcedMnKqb2zTUzrhSkQenjR3jAh99djJI/I6eTJqhYU2W5b
3EaDQOPTO+9eOXoU9sxiZj3Qo63+1Z4na9cN5rQeoJPdLc0XiKnX3J85oQXFchYirDaqRiwAThDU
W1lHd/lgPsdlnMJ2AW8UadFCo0tn5nvQLSFlnn0X3Zs5McBs7eYxXWoNnaxa+pDQx8GG1J9NlpA0
mS619kIvM1Lo1CBEkZbLlYhM8cltYc7PaK7XSwRzUdpLe4BoVty2A9DoCkfxuvESk0PuIFHuYxgM
nJHRSjim+AHqdPt98fuPL9N/hh/l7W+Bvu2//ot/fymruaFO6v70z3/tPsrLW/7R/pf+qv/7Wf/6
4z/5ot+/6fqte/vDP3S4RDff9R/NfP/R9ln3/cfx4/Vn/r9+8KeP79/lca4+fv35S9kXnf5uYVwW
P//+ocPXX3+2pCVYnf7jx5/w+4f1r/Drz4c2+/ip/PbT+e3ffd3HW9v9+rPh/GKjh2XFk2gKJSs+
ib7jx+8f8m3wMcpziG+EAumTPMou00W//iydXxzLJ6fSV7aHTUYHu7dl//uHSHHlm/JF7CWuY/38
f17hHy7Bf1+Sn4o+vyVrtWt//fmPy7F0PNM08anaro+wG42zzhv+YTNv7N7w7Y6OWxZCVJTPmnoM
65qCv/qHwFL93v2Qgfv9R9Ezk1LYvBWu+X1r/OFH9Uh1Uq/lRwEuPtkjMqsMZfHMUTIECCtiMJJl
ssMeeFRT+JTUzkPWMWOYjM1CKLTl1fsxBLdfmx9IvOETzM/Ie/Z0DEjHS09eldwyrVxnbXnjGsb9
Dxf297ftx7fJMe1/8+ppdAvkAdKEvaOjvH949UsFnZyqi+FoPTD+NaybHvvUlbPk8Zq44Kxgk83n
a+cGEf8XBxZWXIIdTeNbe4nvR3Gqq+zZrOxr4sQvSYr3+tXpmTIHcUhKAgdMA8MEs4dqH3nLQXqc
y9FuZ8bRsav7zKPOxCW7SYRBiV+x3LqIA825mEnRmU9hGGFgQfprmLmDRDc60UzcerM6JVlyS9L8
lV+4r3MgVn4d3UOPPMHUOkUpY5JJio0HwOXKqlHSpcZwxr8PYT1rjrOtSDmg2ugsRKNC0ZvO7A/w
5szfzOjkRcaDaqyPFor6XOJKnSOU6H15I+q2Wac6q0snBjbKe4OMhFrQ6Wl0GnduFhM2Qp2Kj2wb
mIBKTdzOdviZWea6oZNNRVyfqtS7xa91IKFgm7T098NxYzIyZA9MSSFsj8MQ3I0G8hJwnVfTYh1y
9GQO+Rw9w3HDTm6jKLkDFLFXHPxSEV0Qh2/0zVHM1d4qfWBuEhWAa4EFjKOdatLTUIwbBuZvqVnt
8SgRDEda3YSVoAzEpmxfBzNi5ef+89GklZzKu+QeyRKiF2ZlTMfGyNnlyNCnXCBMWi4JEN9eGo8s
/+sg724XUV8sNokqS3cL6sOsdU+QhjZj5b75U3RXheU9hjH4dIeCqPNExLdVym/U0edmYBveBwon
FDiMOIpxlcTGHmv8azCp65Qu8OhY16EeN4sSvPi4zOd6/Dza8pyjptDD2rWVIL9yQxgKOP3BE6d0
jXqgyoNjPc8DwqQBfN9V2S/vMmKm77r3qUMPCI6xQjGFbq/z40/+3FwCW05oP7hhWV7CrdBTJJCM
O5/m6xVBhhZcSQh5CzuZDHpr28/ISpOkCnaapkMSx5CtM1GW6D4xU2pGfMfaqVPntk1AX2upu89z
G34p5dcwWb41DICR+T60BmMUZ3mmb45XKRyZrdTzZ7fz95Zqx6s4MXd9nE5btKNq1S8AiPUTqmK0
aXVt0SjVmiT4OdciK56x3J9UZ73m6MXRE1UXgiehC60YWl58jpdmwg1BdsSV2Rl3GTWLN7uvAT30
xaUnlPYTdC56RESIJlTX6UnrUsqIdwJzx4vr1HtTqMeSK01cx9kxaemX5Mpw7PMfQMo8NUGy9kX1
JZq10/8zGJvbxCM2GjsaB79N6Q2QKiayZaqLTPcl8B4YZiuZyjeUI09NpO78KH4KsRsOPXAsZqEh
ZlBloy2gflqRsUMiFD5007gLnABqhPENO8rGH4hEr+KnefHv0Wzeeol8c50CsXx3TQCNCVrfT/03
xotofb3TYjtvBmjIGRJEa/kf1MN7bPJvnrMdF5ySkbjm6H9rdtXXmZ5i5Ym7IG/2VmgezNQ7ZeCv
Kpk919VdJl3AB+kTQHVU6F164xivfVY9+Mo6UP/uQjhWM4ZsQf/XC6xDy/O30Oj2PXuXVagamAGf
SvpNqs1u0hQeStDe9jOa/04zpLnvDAFyrQsPJYF5XRt/csqcML4Ig0JyUqNx643dCwv7W48JTk9N
oYQZvFbfao9Fmt62C4TlJb112ujedRscicZ1rgcPddde8jw5FUu1K5BYVfbyakHXn4munAJjXXvh
J+Q1R39GgomTu6uiO0Mlz+17Zhd0lSfk0sQynzOrP3pNugttSXlCnMZCgsaiNM8PT86cU8Ardxcv
ZMQvE12g2L2jnUvrLa4uTV1dgsAFhRBue3cimary3mZMN//zAu3yNnQf9R/rsT+WdP9aP/yvx5++
lc1P54ft499+5v9P1Z73t7Xe5aOLPprsrfja/qFG1F/1W6Xn/SKEp2yQDdKzBJpyPvJboWf/YrsC
QIeJrsPyfCV/qPPsX3AAYH5VtiM9k+yF/67zzF88aZO1btk+DCfAyP+TOk/+ufFgKsdxfWpJwXxM
151/rF8sf2lB3zV4Dga4qbQzeeYz896A17GpVXYurF7tixk7PznGmIvKBKYV1uMDZlnkHvnHkBN/
EA6tf936nFPquAbVD1QItqjahVkPxTKsAhqqhr+q4bmn7XCTseRbydAcxqZWu9bp5LptMkYHAqJe
cE6HvjwVEYZUbOo+CHhkDpZFNZAYH8Sqx7esm9QJmO+CkoSzNIjnY8Ik4LqxOeC6oP/0iHJHchmH
0k4wxdSQD1eR/IKx6IgZjiABSID7Er2ognuzSnClLNky/ENbx/o3767kGkml+2L0Nsw/vrsmdtIa
SwQ2ibCCw6RhMiXlBVlB1n2FzdNRSKW0xc830HJ3yYuQfc/Yv0NinJVk4Cb2m7KysyjHp8krpn94
fS532A+1N7sw6FHaLsLV5TeiAeePr292anZxQCj45Z5x90THSIY3+DecE1UswyT2LV9RUKD8Zsmq
sWGlaeXsFuTkvV9d08Bu1204EDaZtOVJvhhxw4QhFNcMssnw6klrVPXLHDMhAVzH9Y57tauq9NWt
SEMLUvfm+x2ApeF6IU1123e4BhdRfTYj8zB5FcaXrs6PC7TXMN6GhJjvpzFaoBzX82lorH1nQ0SA
mTJcRGJTpOTDNhzc7EG6kbWKcM5Vcu4Q8AA+MKv4mzN0xqWU2ESixD4HniducgA8uOeYL6thbwWC
BukCxFWTZbdy7ILj9xukyJkF/P3ZwRN/ffNdJXxhe9Kh4+foi/PD0aEIPXOA3BVQoWj0d/DAvCc7
uCGdrznH1mcpxpGtq/aWyXg1iIxtWM+PeeI92TKHYlXl1aYlpg6NX6LHwcyarHzyDoRnP2MCd9dt
SYLyvBwiwpwvow/0FfsmgaEgR+0N7jWcc/i3miEdNqYBhspduq+hR+g4tZ61Kn3OYoCwdOZeusOy
sNLxI7fslagu5uaAkrK8dI6aD0GgIzB6jLdzVrYoWkCZY9kkPV7zRZpQ1NTR/Qfwq+RcCic+p0v4
2elrd2eASwtV0aJRBcKAOQMSA0JmhqYIYtDkcHwI0f9WOvqyF2LftFaI8ySHZJ95nyJ3UXtXaWur
zCDXWLoeLjA+/v2F4oL85Uq5vqtoowEWYhWX+gj7w5UabWfIrK5gJFcyugojjMxtiT0JFxr9KZSF
mDWdYSAyAIrjbBEhOC454zT/7BNKsYG6uVz1bYO7ZJzxLMGtUfWuIp3pEkwaYCKGZoMUgLCnBOR7
aNjdicuMyhe8EetSmx8qVqdVowzgerawoFaV9a5VpvGSmfUJCx0uQ9ttrjwZVMxciTGIkaacgtR4
9PHJ85f26GJlWNU1xFZDZc0+trpN0kNyseFLbSeTAR5JsMRplo+xKfYOxJ1DFGy+UysWCac2T5u9
mFmZ+2TjWqrY5WV6KT00+Wrqtdil2S+y23eO/43wNzyYIRwcK56ICc0ZiJeFxbwOXbLjDe+lNABz
Bzg1Teb4V/A225xkiKpyvtgS8bXZML6VSQtdZg7vglL4pIrOpxwR8phJZlLKbzdpK8FPl1OGE7S3
NpbsmGONs9rEqCUBiWbTvm2JZKkAMq9a0arNANxo5UFBuF3SMzf5tJUNaktjcO6Xzr4vS/s9jIzH
NOIjoWs8ezBqtvwEJIhzDmWljXDbwcphnINMZDBr7BVT+jlu7egkK3erWifdpEZcI36wXFRq/MxC
NO1RBuJzKoIAcd/0AS9DrQGa8eAGGwIj0CLql6lqw79O88+LCMbd3PkfZoW1vG883HhBfRT1gpIN
GcPVYL1YXki8FvBYAnkx70isZRIJHedp70ifG2UGkO1pfHBbA2FCvO8Hv+DkFm4zaElF/7mJ4+pg
g0vMMiTFxMidxqrHawc+cJcnKIk7spQ61ZEn4XThqTaNx7JDxVGObrbF42SvYQSal5n1axUG5mH0
rCOoyXnj1Ck6AXgQaw98Bvbb4GvWZ5p7bO78utyncA3crqtJVIIcaVoXKBAcWQm0MUuM/sOBokc8
9LJmgKa8iLTq4o04IEQv2GdbDGTdbKBrc0V/KoK9cFrvphoerT7CkBYFL4s7fIF8E287G5zS4O6I
FAnX1XCgpeRu0DwPtcfp1vaJHh3tYk2E5ykAYbOncQ6hANVnyBSpN2bzgEe0OMXf8tKqDiSvPjme
3DqZn+6B+3zpHfWczsShItqjf0ou31sSE5UbKPzrbXPJbCzNf78Kfd8Ofuud6q6jxyiZhUk3Ch3H
t4jD+FMtgS0YMa4ELx3BKj1JnIR4xJdj5UX5qm+VOhSdegSJnJ9ongO4n0ceEU+dDfjAh75y2Vfr
8EzwO1MDx7zLClCJmAIJsB6uQQmtWH131EdMJ/seKGpQCQa0TNRJ6HmVqp0uCbXXmhrSOhPi7a0E
MHDUv448QomUx4ozTtzk4t6DstV5BCU45rhZlr7bDLrK66aaAW+m2f3XU9999JIIyb9/i6y/jCCp
ZGzXkZbrei69Or2O/7BOF/5gExWFWDcgDwV9X02yL9Jry2Kti5DGoKFjV+oTMe0VOMTIGfbgxBbi
XgoghiQXT/17J+QbooMLWqlgFTvSYIAtzv/wQnVX8E/Xkpdp+5I9HMz0n+uuyUbjsngCVfEdma/1
JsWx+2gJdpisXBCeFsl47aARa7X/e8xHdM3DP9xP+nTxp9dAVep5XGv0v54Qf+pc4qsJhdGP5NY1
9aGb0uFUBc6uVMAzc0tGF6+8C9L0UzE0xe70W/VQs8CsZRWmN4UfzjzdmGLcgHmIwVBTs4Hlemic
HtMcF5yx9bK37PCmCEI08Kh5V2laAnItVHBFWpVxJJzDOH7/G3d8S08oPWNOMY+z/mNAf3+sJsAJ
NSwDJEM2qvFkusH5ahwFdI3aYVprU1Fiyam7DUH3zPqoH0h0R9WBUrWNsWv7CLmnWO3GcLhx62kt
NVNy6XC0z2Bp/+Gy0mj/85tqUe1T7rtSmMR46mPgj3dgg7K+iA00cZC/3nMUtIxsQYOMnNy9srgH
ZYxFltNIhxu764nmIfa7WddW+lz3ycR9iz2izs/eeFwW2Ap1TvlgTOk1qQf+TjcDJxzGE05jj87a
ipbuW61NyIv/GEi6p1iTnQhJrqftypM2Lnfe/eKrYpXOqCFbbW6WeiDHPBjJER1yILqkYOPLpuGj
jdHZAHUWbvyXyrP6VQ1b6aockuM8qpjGPNZqtuZVoM3WHdmFpYHyHOH1NGAH0SlnLS0UpY3aMY5t
uAbt2tUe7h4OmYGr2wndmymPj0Nuv9iQfytBFBEucJDDb5W2hQOgJEYPozj4fCKPjOZLNGAid7Sd
3GislaMN5q6YOMrhOV+0+dz12D5Kxbptt+IBZvmOFENMlCPSPG1e97WNfagwtOfMwFBSnnysz622
vCfa/O7igqe7BwZLRtC3LJQwwJ24PFKCFtIGelEP0a43oxfScjlC0DXVZns4PUSumMwWmKRkazfl
bEf3vRU26efarp9q435TkK4h6c7nqLNKutiRG1j7VC4N6tOXDvc/k7cvjEcQe9SAAbCdnKbgydXA
gMqBchEGt3APV7mYEU1natj1dL1y5Mq8SG8lHWHcqC/Qy/ZuIc1bj3IrSkPJK+DyBTG8WRcVQO95
6dElcYmoVNVK8A9Mr4fWuzNcia0stu8y4MgrK0vUkUTAA0RY9zZ+Mmb7tQ8zrHPOdI6gKsClsdhL
O8Bl1j2X4Z1dCfuTov0ZOMmt10D/Ab2Xb5jTEs4KuAFCtkX8C6QqlZeQH/3svTSLAHMm7+OS46Ky
AvUWQINgJwFqpq6ojtoDeCF5VTqgIxQMicxgEixyrMkE+JxiDZpAl3Cz9PLgtVnL8bnMrjFgPTAo
obnqNM99szzTIwcLwhjcn/3wEYfuocwKGpi0dlemgQUpFQtRd7l/NnqEmlHTws/IYWEs5bHs7/ME
EFbKqHGlptxd2de1Bmvk2aU2NqOSH4PymNH4sULg6r92Wom4VDVj3ORqsfP5kE0ep6KsY1hePUkO
gkxPkmdYBNiTNOyj4PFYLRoAws17shHWQmlvz1ALtuzwDEY0NiTRAJFCo0SEe1tptAgoOqxD0EZG
jR0JfXFZNIhExF9tDSYpNKIkFMBKKBAbVLwCYt1VNDM0LsJsZ9MOXvtDDUMY5omEfeJqCIoNDUV8
56Ko74gUmt84C8CmVPBTRg1SyZwE+J6NT0BDVkyaJylPIXQaxvkV/iGGOmt8R5BTYbSMsFpMDW0h
QguFhgLkAiyQJGhZHWoNeVGa9kKJlEF/maB0TSXQ9tYnWy0XnEtrcVxqo95KDY9xoMgsY/sQQZWh
NXwyNGbGVuN7ocEzvUbQNMs7LFTsAdSvGIWyuyh/jZDn9hpe0yw5KePwbIQG21QaccNSjCeqfauz
LNxVnLXzcHyxjJnojKYCkAMpZ2JsZqY2dJmRA56jcTrIJIim04idVMN2eo3dyTWAR2gUD3LAYmV6
4HkMDeoJYbnPAslOpiE+IwfESPRPtik2uTmiuwX308P9CTQAaESQcEWnDyGxxgMFGhRUOASSeB6t
CQ0Rci7Tlo2LzNMEsTGYIUMAHJobwqvcnke+BWSsoUQc6GOqL//G8AAWUXTzVvszFp8BnBGhv/gK
aR8XAIXbaXlzIB+xUfBlGoY0aiwS1xxbqEYlyRzwicnYqtQYpQF74aTBSoVGLJkatmRg7qMY6zgW
qRPZKGcsXK+YYPhtW/XgLrCBI9hN1oxaboDm9MipbCaI6dFro5uBPQhLJOinuMR5GU/h3aKxUFID
ojwZ7tUE/3mp5DalnS3pCuHi6DeWxku1ic8ZxDeOUysfc8aqIWC/Kzxz9rYJjQ32Xo4gSMwPPhGd
MPT9lcoI7MwrMzrGS/rNHb3lXDNfQoNd/m/uzqPJbSTdon9oMAGTcFsS9KbIsixtEKWSBG8SNoFf
/w7UERPzlm/7Nh2taLWKhIDEZ+49F1zWkcyU6NkzxLS3JEFdPSsvWmpIJws6q1ggWn0LTmuAq+XB
17LgbEWt/uBljzuBTDzNUAgrnZfBMFyygGr6Jw3cvt2D7WI1sgk91oxWDLthrl8ycxD0DbxXUycq
9qSDvOuSTrCmPjc+7AUQlkMKM5vhqxsg60G3ZvBTUvAkC1iModdVhzQGQbTYmjSIyQIh6xccGaxH
jYJX/9YWVFkBs8xY4GU0z95V67fWgjWrchtlXcbQjBD6dD1DPzMKDl9/NO/Ifd7GDeFd+NWY6qAT
PKNIcldVgwhljIjQGRt0dMmCWWt3buqewhJySyNm9zCzQGLzy4rdbWkFoLQNaMz30gYw4bnTqUOu
4rhafXdjhembHyNHzLNqUGu/FIsJcdr0LemsZYyjQXfE2rHAdmt5Snii+dkwSkFEdQ1r1MTOxHwu
w9SBRdIAtth4l8Fz5B5RtgvhL3z43xgLf3MA4BqBX+d6f8wFZ9cTE5F2wExML/NxrjuYcrOSsRYc
PBMenruA8fJkqxZQ3jiBzFPQrwibQy3awdMLF7AeN4AXdHhaVyG+oX3aVEsHnH0VSf89hLJDnoPA
e25uvlPlGx1T1qqG48dI1zq7C9qvsXcMB37jxtc3mgP8T1swgD48wHEBA84LIpAT9+Qv0MB6wQcO
C0jQgCiIa+jkon2YKJdosg3t7jXTWSqYghpwRnoxsgzD9N3T39UCLNQXdCFe227jQDNMF6xhxUT6
5Cyow1idJ3ToTdl1e6tVrPKrVnBZICSqBZUYL9DEGnqisWAUCXlfL8nL22pBLGL/PWImrM+FKBOe
AUCMg4fZdVrgjLCCcAwj2t8DDySRanqRTdgs3dhhXuCO/YJ59BgdkGivLgYESACg8z2GCdn/Rfu1
a69vb/Nc/DTidm/ObYuRDJzkAFeSmeOttwBNqrSueBIJOx3FGiBptYRsvMfYdRdRAP6+doFWQrNf
t0VMPibJEitsR+h62XibEbsFHJcUrDn7Ss8khm9BYjLreEd9ghK+xHmlTdWfdAFoCmvHua7zf8wf
M4TNekFtWgtzc4FvZnDrkaNg0Y5n5ly59+SP1nzqJU/OAu+sFoxnijQ+Hsf6SB4g3tjJDkxpoC73
/He7iffGQgjluMlOSqIVX36lu154VlqM4lXl1FeqGk6tULiFF8zoVg8bb1Opgms6sYchOv6ZV8lP
w4G4UUF2pMivExbEFrFwdfNDjW56qvphPowtkWcWqxGKd6iZbcs10bBJ2wVsYGmEwEB849W3Wm3f
Fw2ydy/I9AicxAJV7Re8Kq6g2gW36tn+I14ArJncKmKUDulCZoXQOpjx8AoT856pe+RaL0arHRg4
JdtUIx0glq19E262tcCwZb0N+FMr1M7sgMKyrPp0sungIm/ZJgngWMMQr/pCkl2QsgObOMuJIf4t
KxVGIX8J2lWUrHvXUs99qZLtgNH4Xk5w/RIqsnEMyx3LBhobJcEb2HZ3gLWcrM0Xg8YriZmNqPIq
a5QSBjuSg5+Bxo9dnLOlzwYfcB0335AeQp2FcmqO7VOlmHLyHv0t0mvjac4l0qmguly1lyKatnNn
f+h+ah4T3UO64ZQ3z+3DtZnXx78fwZ7sd9QrzkEwpmIn4wX5groZ4ydACe4KXUl1woa373zm4D1U
nLXRv0f9xCakSk7jJLbKMP7g2X3zS9BGBsbVldMRZW1nxPqsCjP/Wbhxds7agjy0kFhVG6aEMpr2
wns52qS2BSmiUw6obYbIU7JsdnA91I55JSPp2RFDsTfjedj/8weydUZI07o9KyFmBOCAt30v/T1j
tubkDKBtpCXvnWc2hwpjYTbDzCsi6Z6iknPT5arv/u4Npv6CwS2/IkEO2jgeDlGOq0Pm0OOmtPoI
c90mG6j/TvT4y85/y3b6UYZtT85dts+aMCJW19fPHbFOYcS7fcKED5E2Pk86UMyq8nTU+ppz+vuP
zMwlbwKciQSmqIvdaW957aDMKfNXGU/apXRL7VLQXUMD1LOtXJTCcb6MIltmqUrVALsiAzBNX3+E
U1GeDMVuk6+tYfmaftrVWB7/0s71WNvwPrKCsJY0isS83MKuZRwbhgaZEKK59vogYK8CeyxTzhoC
t+Id80q2Y5ae7fEixYFQ3YEyTr6aHWw7w3gSPi33Aq0xmtJ6w9G8rbSJ0bOoug2QZHNlaIVxiolJ
ySMNhE7Bxsx0nsssfs1sYAhlwkuqsZn3TyzAen9jjYi98lkj2Civ/ujzdO5Mow96s1NPo0sF2jNC
NHnLtw61JTjEHTlD5y5z+tcmwtzhtAlm3Lo/tcyscDUlGCtgIsNgb05NRPyW1dXWpoy0bAdX2Xiv
QrrP2arUMUtT9GNJ21/NvHkngSG/5S3Jemrez4R7fixfojQ1dcNYG3RD477Ow5wcplo9y2U/QMw9
Clx75rXsQizkzWue8V+c5cDwJKXPWc2MPFdFCrawjTi08Nj+1q33MXbVOVogOFPAUNTf/J2xmy2h
NQlc8cX1Akgh5pdzR1AK1v1UpNU6S2LG+F3crC1CihByY/Ihka7deGQO4afKd+4wu8FshPsaFRTD
BUBVPWp916u9IOkdfYNAvBn7Z54zUIFAGuHgTVAas47mfyyNS8tEMPgr2+UV3VieOlZ467pad85N
NR5p9soL7SzecI5VHyN7jbn9dWrRITg62Py8BcGPqg3MIcIh0gPGAw44KNganHZSAQClgJ4CZAo3
f9IvqZfrvBG9ftu5sr/Evkk/3ZMfi+OQKnHUPqTwU3yVOcu5xVPYpcWTJUT+FHJ4MawK4S5ZAiYH
g6FBECPfVlO7ndk8WMM6QsO9aLHGmKxrp8NnOIbxn9iMnf0QmlcjRytoRCHKLzJ3ICMQGK03+MqH
QmDKscYo4Mk4zCQ1vlldRwgUUQBy5s+vch9mAP1BCsuD/iupnn234s1smYzRTKPYkk61FyIhWagp
opcp5fDLbdSPQkxfXWnQA0bc1Y5eXK2YWVDWxeU7Q+g+CFPvgYqbcjyW/QGrAjLNVOqBFKDjscBu
MRioj7yBV9CNThJoUw2iGXXeDYYBLdJAviwixR9t7V2SbFKvFnm6yu4F9pPUO9Sh2Z5b06x5FR1F
Y2qvurRo2yZSXSZhbZKGnEK8cvuh1um8o/GOZuKdDZaxGbm8HOYupKTxKEGb7cKauR7WSB2pegcj
YOggKofjurZ4wmsdodLgAoGafLxfA4c8MDvchvZUvrki7Q6ofBk8RmzjdLPpiHbxz2E1VKdZf6uB
2ET2ONHMGR9FpD9nfAE/NiyGglG/At13SNJKI+PM99euiwVQGGKrVWV9KFSDGqGoQLyzOUSbCc13
9DcVpTSo5mvj4yhW0Ee7WB71rj/+veM7mJYsbqYa24C9TLyHD+Jeh3MmMbCj82BkSprcynDZsDaF
m24bxZyLrPhVOJW0d8NobzpGAJ09JLsRPch21Kt621W1YGguh2uXy6dReuNJCvkN+qGNM/8AfQkS
lds0+78PoZowTvB3EqOu42OpeYsCg5CRzH2My/dw9JIQy6M+N8+o8Yo1R9twM9zqZz/5b1HN0nOM
yUrmTzjHRq4xgF2Gn3Lc68hBQYhYNzrGWQ890nkCHc0wAyRLx8ddfZOOO5LcS5wmeI8RdMuuWuY2
XmoHotDOBPNS6duGvuakgY7Td3ezGjm+Jy6bZpcejww8j4r1mTPM7Mt97+zlWbaxrai/Rt1CLV3W
jcpjTRs1eKjCujpZClEiJicUtYU6liYuExKy6r1omcoyos53xDRzxcLxZFrICcKh4beGeFmY+eBx
1KK9waCIwWPfMdD/U1axONglJBmCiJuzcPnbqctH3evGU+vH9wGryHZywLxWDeAFpeE77pmVSDUN
q8K+aLjqLoZlfDKJC3m1I+jANK3jr8NZfxlHzCwsIuXakUSaL3ff7D5Kx2qeOngrxBa9lSYS17IK
r87EE9RV7aZk6HQa95ZRTAjV6ZSmZX86jj+05UaHGHhNirIhfscBvOj6t8gy0U9aLFwT21fP1JbZ
tjTwnRYRHjI0DMlssuQoTXUo9PmSzjBX0z4f9rocyNp2UJs04q5Z2ZltPzrBxQzVK6MnlGiad/iw
YwTfDBP951TnA6AyBSdTGcdMZgbLgCFaD2ZCLkmfXLpRAAaMrV+MGNxD2HXHqaEPnhdEVQYLgLWv
xyCI4YKlXRg8VTyrdkXRqv2Qy05bifI9iWEjGFiE1rUCh9PDHgmIHiXQryUOhJjix9zp/rEfG5/b
C4Jl6NMhxcX0qydSgwCQaJUJonhp4IlzDDk8wrxDD1T73/DEZ8LULp1Xm4d60L6BoqAi6N6mKnKe
HT18Q6Ikr34KVE5hdQRIKGiOGoQzJnHWYFIAEhA4fkzw7t47MorA6aDWwYcCFdbZDgDb0aLEb22C
aacdkEb0k/EQpKv5nswOYQbupq6UCQ9BvlFuOBG054pRzMZWn1Y7VWDdgE5kNjM/vdpVICkKjDnr
cYQNC5Bs3Fpall3+/iPS9SJgtkii6JBy46TOCYXAo2URd2kOjNxOaZgRTTyTH2yiGxqn8GGMWb92
FmiXSO3vmfHFCusoXCmstQkrO9KOcnvva/CI5EB9iNaBYsYzaTJNZPwjaMx2vmix9ZKEDibPhHMY
zXXrjjvSs+mtbMtqN1ATobrziUdIM2seDKQ3Jhp4XbkX3pAvGecE90zvkUphTVdbl1+iTSfsVgaO
rNg4FaGCbFO1e/Lx2o1dg6oiNLI4hYOrdnZnXl002+t5JnUsR5u+KWcwJJwCazts5keYmfcmdC91
WTQnvXO6mxs2v0XTxp+NjsDCshp/jzLo244sGBkq/Wnq1YF8NmsTz51/zZBJAG1lTCU/My1/pyf1
AEv5gp5s7RtFeaw9/5RkDn7nEeoK4ZfNXqZ+uwU17QVMutuHZXG2CwtosT2/TpjJVoatQEmA49yV
/DRUdMbry1iDlSPw52A1EZR1pZWIZZeCOBmODdPTCxgCdtf5vqjgSjWDg806/BM2afE2m/MvUgUF
027GFJCc4K9727kd8eOaYg/Dn/sSGxESGtSa1mYa4+FYlnI4Dv1i6MWOExj+LyIDEXpQCQVdrdJL
JMx6PxryVc4dFaJwuHegwBpVgblOAAGe0zgYkqINNC18mZAiYslnqF4tvixha+M2RpUYSMlxlTkv
c5w8oMNE28iDoZtw3QMUygKykKp71PSrmdAT0K2gkDPegY1qSVrX1VHF7VtDhMQODvKMNvulcagX
HK/pd8RrRqexWpioIc+aydJ2WZdtZGKZqxrx5E12HmQCX330tvlEGNF71KqN4VH6xt17bybXbrYZ
D7pq447Zc5KAa21I7sHPjqfR26euyJAIxtN6gKBfUypIg/eIMy5RNSUw0bEKhtHHLJLA+iFVhDF8
Vv7oEoMtW0vTJizGMa4KN5Unvxn8rY3SfgprqhkX/0ho/yy5OdbLh0kp7vxcLE7Kgk9ZEzBl+S+F
Fb40+C4zRlaWSmFV9Za6yL78KHL3Sc1C7ZCXqjXUmHpv9nihzQS6haz0t0kkzYtp9dcezaG9VLnt
pcetvMYf3yAQdbN9qBE6JTgdkVYhnEp7+SfH8rAtYqXhSegPvYrP9HAhCZmdtjIY4Y8jiH0yqL8X
ZxARDAwY2zi6Dgnjnlg3bk3U/qhGBoU1MSGZ+9Ul9qOMD3LMPBIsUF50csCj4ejXrOlZXJj4ftrp
O1qc8ESzvQnyQ+CCD3cfSvIh94YrNrbApOYAzGYhI4ohtcLy6cylPRneG64JztfTPCLKaZT7UjTh
w2lNj4/ls1cfk2+ti15chkMrSR4mMTzwPtz5VumC5WwPDsKqLGosxkaqhfRkEzLDJn+Kt21bVQF1
L7gjuBTYYUr3zvx23XjWTZO8C6gmXSoMnq3Zq2E/Y31iR0sNQtM7EZ898gXJOlv3cGlabyXdfp1U
0SlG9fYv/qUa6WJwixblJyLBRYIPLdphhVkZu9FWh4FH12+vbZFc2uedR+RbbE23slRk0QEYyY/q
nGv47k1a6nmYvszMwFsp3gU547XXn7vCPOjzHxG3JJamr8TavsoISti/dMGEVBagY4n6ZZHHzLiu
nRffgsydp68pi0IzB3Yckp77V0Lw/9ULiWT4vyQSi9fyfzkhn6viq0y+/lsZ//f/+EcZb/r/dnXX
tHwclX/thsh1/lHGm/q/Fxu4QBPvW39tdf9xQAqP/8TS1nUhZwkDlcp/lPHC+rfD4tPz/tHFI6v9
vyjjme4tRsv/lsiYiHJx9SElcuB18LNQ4f+3miNu1bhkQJjs5WCvtb1H5YCgZdBD+yBlcS4yY4MD
jaNs8W/bVNGeJPZmzvK1NQ1y58FTtBN4OEjjJUOG+IS7GDW1WXyaqU0mkTax7LRly1mCgKbIWhAG
EU6mInTfE2/RdKmPVlIQGx7E7yKj4RUOuId3yzXYILPx38zRN6REgC8qp/sz86OPJHQ9swkN2rnd
ODqBxZKYR+Sx8SWSxpKjOlSbfPJfzdE/zAXveIVkbj0K+4np4XPhSkGhXgWzCalXpSnTBnShA5Sn
TecAZOXv5lT4iKOGfj3Bp143TdttS9gpq6ZKjlQh+JkG82WKLYsRiys2fbSwC9o9yA1ny0GqNjTS
z5GV7tI4stfSQTXSu5kbyPDFV8ZH3iaw2hVD3gjUyQYcBtTqJtRXkYuIv58BUc3WePR1NmxWau/c
gt8wYxmHeJnDWVfdvdYqbHB+GsRu+myUyaGvyMkcHQNonSGoatRqiJ2G57gvLzNHJxNut0Vokywh
GImhb7XwaNeDAd/W+2A4E21RsaIPIDU4dIiDi2kZdA/+93iMTdGfpwoDQ+JZm2ECR++UVxU3Pw2k
tOvchn8UtuKlbxBydBN8XXsaPjvzj135FVDH/p4x3A8TFpCJfTI7pABNR1qSM0a0ogiEDXLOt638
qbIuWk9GPm98/3fWMPm1x1riCvtUtRWuXTO3AvSzZ9GwRcg9UJdTrT+k8rt9UlKaToLDeSCEtTO9
6qQr64BtUKxH1ryBWQwb+MbWQXeGeNVZfrStikMqRLxPMvogpSNAauqvCPIHi4JF3rOQr9rsa4Jv
wx4TnGhRxaQzognV+18mwM4gFV25XvD1bjzNZ8s4a7XhXzzeGHOBCKSzlAgAZFITk2F8irLucwzD
lsmg9zzij4tCFeKkG9yg7fRHn5AZPSQDISgmE1ff1hk4AEJVJpNM3Z0Yxo1B7NhGMLPXB/+1BIA7
9CADmdYD9karBZTDNCEYlhq5j9nrujWwuwmNztCh8o1VHoIpzLazhPlttWGxlWjGppTmRqcIJcOC
WXpOrkQ6muZm6oeH2S95nb0w16P8aWhRuUt1IH4I0r+GUg8yQPLQlNlsm71AwAUSws/mBwsuY924
AydDY33orcU54r5lc2wexqp7q7mysVZEwCwHQCB5clOj/BHWDzbNn5D3eKAwrIZTtjamcD3mpbbu
EwQzeGiN4F6yQwi013zpn/OHNG3txFyXHqkWe/isRNkVd+lvJ2bL72GuqtVMiIDmc2NPbNU2wh+v
DZk0LNMZ/xFMdW68rzZ1CCpPQFQnguzsxfWJmOytrf0Tuv9gmOv5kGHpxEZAiEtu/qjJPj0jwnW6
6jjTcfuqTE8JKfFpinDVI35y5sKpEjqg3livowZPNndgpdpSPIgBeJrH6DZxMu9RQg3bmrF8iol2
XSp42A10N79yja0cNNgPg7OfAJG7VlnTXNkEm8G8ZVMoGeKP95GYYhTm8bZOGD5FCnN0SA4qC0mf
/skang12FpgQSdTrcv09wae8NhBfwlpkHwO74qJ35JaKRFHr47/IsOriLgS0HsO8Hg20uIDR7hMd
XE/2UED6ZhdgPQywfiZbbWJPP4LJrslMCOokppcT08b0uaVgGPVnqX+XDsIvchNxtSd+IEKb+UOO
vbMoXmeG5Leyzx+5lV0UtozA8OJfTgOcyPFjFF4RzS+Jfdy1zA+BR+WoDZixkpZEBZj097Y2zGvs
aUHTTl0AWh25UiLVvZosYu9GMMWiaDnmDcZ5yK/5fB6dOzVaTChK4FlFgX2BC5iyj95VbgRaxtVf
4sT9SMNaP2MPWJYy7h3li7H3TYVLS7Y/7aZyrpkXqnU99I95pl+LQofhA8A+gqOMh9VlgtEHex8C
4M5D/xrlXbq3gXd5nY6SsxdoIhI+U8e6asV2bDqKoWel7Eygm9CgXDJt4r4jNTqwjXLxBxHXxQtY
b6K3WFrFqyyZymsks4eeT7ZP2tRES0XEOBQmAQPc1V3Bq8eKMu88FfOr7lnVxZgJhGnAaeGbcq+W
bD4ya4ouM9tVnsv5xbVjwt7ESNh4+wEpMjrmRhxYroqvjpcgP8nvcP+oPAmY3IuJZW3ipJ+2zXwf
yod2g681w1W4JIMjtvEsPsck+qFXU31ME2ABjPecwtq0c9a+oXM865lKrj3Y6Fy/Sqesv4T1Wk2M
EbsJD0hsc9q3y7xDSdoaiwHmPl1GL9LbCmso3mAQnKF2pAMZ6PoaJZs4lHlGVex8E8mSYGoY5B7S
CoGODRuosdFdpnlp/NzxnO+1xty0XT8dujm1t4iUoeOaZD5WpqN+uA4zWxVtIjkPXxGx2WtbJhkB
ZqRdWsTt7fzWA63dxP2jauw7vY19op8wNtQl5GVF6QfUqokgX1ZVSXkWwkrRF04yMNQHwRjzl5cd
m2iWj5b5b9LPbFtiTP3Q7cgm1WN6J1k+qRocVNuRnvf3l22hc6WgQ6/b/2QbEwqRBkNFGz7WhQm+
0qo3nsOh5SOIgi8/RTve+p9+Fw7nWFfj+e+/icra6LbFX58O1XDTh1wrLzTFriTI8hK7P5Wh7JcM
+BrR4fkmw3r1mpjkGJZarG873BGVlSKXcVEtHLGGbn1yIkihifRo00jvy4ziI9E7DBZmjVuDmAOx
xTIhLpjg9cS093QhS9VVfFJXhnfUcEgI2ILVLdnBnTiQZjRlGj2lqCCnFVBedaA12w6ojlMhlLB6
v4IUXHJ8a6kJFUrigXGh8FLmHeTs70w/H0+AvD6w/PEKdXepCA+RmEgZQOonw+qlU2VQTIwMtPyt
4NRiHOHEgcThuDY7bP3QxerUJ0bNtR94nNgV0ZjbYviUzoMAzJspl9BMGKLMpcMsDAPRLpNG23kl
IcbZtWBkS2gapLk9+fYPpaG8wwZZGiX88ylgc7yy5iDDpwmniWfGXWN4WruUZrW5wBtxWqCBqsLF
5M3ikPV2F7gW+AXNqrjcHX1l6cmPmDhulkLGb73N9C1QbGT/RN0yMwDfiPjFcF/H8ivGDTJ60aU3
VLcS5nAeZHacvPxIIXcOIxd8IZuIOrvmPZkn0ttJ4OM2Z3s3uKDxw12jPXoWXngwtiXOcpVp27Zm
baNJm/UJwrG4u7gaSRUTai+OIr6ZM9x4FAdCeKVaTbgkkPSSA451R87xN70+ImMwX8DoEAutp46o
L1TOo9aulmDJWP6UBeoHRJ21fxunbj2BrkeZvHYUQ2JvCJIR2DqCZ+b3Wh+AjGFLjXqabSY7SC5O
h0KRYU2XsNZx1F7jGxoFn8tC9VhNgTv2bB4IeG3coHcyRIaMaoq579dplm8Tn+hts7P21dB+2+o7
NciWViAHqNqh43J6okNgnIBT1ym+2K2tWuqxZuFAMxdi+gWVlC+csE+MEAaZwyV3yOs0kErBl4rL
4ocy74VPvxF6IN1Hvd8ZToen3xG7tnpDgRRS2GZ7vXqbynOLHtWdcf6B9BxsFhIkSkQTWbPGKjlH
SK/HDNDbguqFnCIYo+mNv01r98oQZYUXKwhd/91R6Y8ste5pnmgbpqDEYvgrNOLzLi8KtIMSn1Ai
QS/a/pG/RGPLnkcX1ID6t+RHNHp8xdB46M1fHfseWzxKNEVZR2aS2cMTNjijrZWjwZloknW08F4r
tWt5MJeMKpcVu6K2IdIklcYO+enOwSMA3SzeDKa9blBXMHk9xSIN95YJhmWpuCNelLSM6mjQNGgw
txGKsD8pcrqCtB32YRUTW8jEfwaCvsk8aiuZIenr7A1Mtab3X0wx392G9WqF7qDoqCQkG02U0vGT
7bLplIt2n/P1MDjGG6y+cCWmmWvWmi9swZ79hUuV2tNzPtc/iewxgjDzWH+pcIkbKdKnxNwaLGcx
1BLMwdsS24NT33Ui7McyF6ta5HetK55ZZTjsLeW7M1Fw9VTHg7ciBiFZx+TzIlMXJCdGT07kDRs3
65/yZdmWOwTEm1+p3VxcNT9Y3Ue8T9bWAvPvpfloIFY8esdZTgQ291ObBWRHKFoHUM5Sf5ha0W5L
FuMaX5H0G5XCi0GDlG9EBTqPn/xUwBova3NEvUr9LtJ5T1jeRCaFiwKu+EOzx83GY5iqztyRm/Md
Nlhaoaz8alpn5yy3mdugtPN8Xl8dl8fvUPdGTfgWJf588p36Z1e03UHFxZ9Yal/zZCgi3lDp6UqH
WWcVB6HZSEbCnMPEqc5mV1ChTeW7ajULX7IKMgMwUGdr9ynz472pLTI/zdH3tOgzNokYrO1km2hE
Jx5FTnhzuEGxWykoaYFowmwjob3gQQH7JUsbicWSB0HaTe4pZGcOw9qkZ/rhZM9O1AQuyrgW3Ow9
S7J74XLMSLfalqXrbUnHpeHIycStfY0S8SoMwyPerBvJKCVN1xFPBqm87AALbZvCAScGLxf4XRTJ
L2qgK4ZGNsB7VVX5hBI/wAvvSXbFLh6o1RyPeEFIHebZyqwPv2DiQiC9F1qEMZAwdQBRzzfN2MAc
DeMr7q59cvLGHS+Ymf/u1y+KnnwkUigi/7IWT1n0UtXPyj02Tolem9Y1+d3KLzX9itTdF09Nf5vQ
rkyPoTzIt0rd2ega/rZFM+w4L21CsRn9aOY/Jqgk1mRkRaA8baKASpDoolNEt1I7CE2jhAiFkhCQ
z9Q56s2T1n3l09PQIr9kIlNVr2k/0QXvQSjwFePs2S5+VA4vwn7vaVdm/o9h/oj7A1wQP8dd/8p4
gp5/ceWDi2ZpIcPniTObqPvFpIqvwaWR/x0jqY7pQpFhsSx9jbKPInzpDRE0GmFiY/sV+YQGXuxq
TzZOxo5E+15os6P5MTK7cR1AIrx9eFSIkjs04w5CjDVtc39JHkUGOyFlQi4qP2x11MZ7nW5qAVwV
4fnR9vZj/BDlR+4+X1R00og8EKfSPpAexSLaRzpqrOrxfSlTYhzUhNejcgdutV+Cbsh3WI3hdZo3
dnQq8A/o43OeEf2bPhITWS2wbGbcqDK2urGF/NpqnKG80/dpeJrT14U6C+C6H8Vqq9cIOEdEo9ZX
gUVFa+O1P/4Z9HODFavxD8p5NmQbyJqZUfglrWNv4XjYK7nDy9gCk0XsutbqZNPUu8jAJ2xieiC6
tL+527xn/rIzzWM//Yj6LzjwvLyq1WjcPfZh8n2yeI6hSI/eKUouQn0xa267X4n51MEWTBH7F+aW
mbJD9iBHTHka4NQIRSdRs5QavzobPoX/cxjBa7EnGZ1uwxQnfUOoqJaH+TM2nlsPRhopJx4q4WS6
22JP5gXlmMXK9d3OPvPoHOY/w+QGb52dabWq5U+WOGW5C63zsiYyHzU37eAQhXUovZOBUIBMkbr9
qRdnx92I7FozXgjxAE4YKPG0iMOEjcxeczoyLrK0W9TahzpzVo61VuZRs096uW1HDi4M7Wts6Wpg
ubjj/HS6AIQHvAXO22LX0zuw1neyHyllL47D6LfNmIewKQ3gauGg7z3V5TaPTj75YOJXiuuAfnbl
+rsUJ8Ec5AOK1X04Ht3hV5Fdzbo/RL13lyMk5+YlQyo5w9C0EVRaH6PGDuqP44XHcPQok59ayBV9
IDN06yxraVw9CpVQaAfRhsgOfgzWAZi75hytlpfF6MH4oQC0v/TkiO6dU4joaOWta3/n4QAnMXFO
mVImyAKqWwjDyO5hcbGfEMMbvweTkqFudn/syTcwdj7cdwIj+uTAKztE/MSkhgHxwJ66g4deo3/l
jtUJsHj1izfNfeZn6P7VZQeh/XBrGxwDmkBGCF75TSSgke6S4l5Rsivv5lbPrYWIigBFym2PqC2Z
7QmeAIn/4ftHHrKIFbm7dYtXM3xvtT+x+u13ODcheG4Qoigj6KZbGH9o1nMpnv+2gZjj8j+tf5uo
M5ObPdyb+qz8c+U++dq7jmRi+C3duyFuXX+Ypr2y1n6/1j2Wbfe8pUxFISAvZXvUmFufXOctm56I
BuLnjcUG3oQdssBE4hdRzjvHmpil7D6b17C4jumRCepYngAOoJ9v17LgCDvr46cT8ZrbkwAyFl+D
WZ8mE+2cvTOhFHqByrdcZQ7ABFQNP9pjZaiQeltevCrFGbSMj8IrPdjTtS9PWrZ1xTMCra2nNg66
+jr56iX5TKeayyeMO+YQbH7dxY+Jqrn49aWob5m8dv2GL6j3z3m7J4qUb+RMb2QiDeNNSz47Vhzp
d7qkrQ13Yd2m+v5hMxuKOIeNrQqRP33V0Wc/3Dlo/oel89iNHMvS8BMRoDdbmmB4q5DbEDIpeu/5
9P2x0IvG9NTUZEoR5L3n/HbOL5l5HpL3PD4s871W39qKQozd2G0QUI7LLome+ngsucQGoKn8nxHe
Z+vBGZPne2zJUnTogptafVGu5Awapz3Ha2gx5NlWAux0WJZHJYSPgk+7rX/rcLMeyIjDS1ZC8c3s
EYwjA6v+6csOUkxBnSDMD+hdJlIa4nIKW3UfYSbYRqruA5TJoQ9G4UC7czPMyVlOvwuJxEsiSO9W
8wi9Wjur6TXPX+chxeFKEu8m6C/5ZNrEJHq5nlC6/m8M3/rwohaPXNrJVNDp7D9IYYAtabdi8eNj
zGnaGIA6CgosCN+wk/jDLDcqp4Mvhg5qjyq+K/FRUu4W1hJF+IyHJ+Q7CRog37DZ6R49j17/1NNz
aV+y2C/SS0uzFXWKgEv2qGl2SDBhPirbav5NdVcsftTwJc7fuohuFx4cSHE3QN6COpZaYvJq6cCY
NtZ0yQEPkwlLRnriUlbGDc+PC8xLHB+AI1bpg5YelWZXxc81I7+wyBa7E/K/dqhFe2O5c3/xyXQq
Uq8H38oyohyWtmq0N4eTFBzo48vjn5FU9hDczpq/ERug6acfeHyd66c53XDtmkzj/Ep8BUvpzcMj
g2UVuvVSzMO9Ou+DbDeP3zlXDs9v+c7dl4gc4rqP+brNtrPwpikko/sW0kXUII1nSPi+Nkb3h/KC
2Ldzl76gkrIT0vYPTfvo1wQEr6x4HWk0C2Y/kC68dDiYFBPhya6cvwZzm8lHyiBTc0NYYMCcKfxg
hyCDgGI9/lKh8S3R5gnX5h+Jxb87LC0iaQ/fUIjkhkM0EfhDH1ngg6gxscvZmedVAfZrNhNoCFV7
KKnE4clxmlnfS/pMtGOyvtyGX+hIA08jgwmZU/BPm4naJRTN8Vq9h9ezwEC4UcTvcdpnCC54IEik
kPlhI5IO886t42e1msjVRWOU3PK/yqjAs/9EiEcSnG1e1NDgVU9pkaIor3UZrFWqVYdTo+5G5SFg
EqUa3Gky3ZNmtDYF7BJC4ro6Wskl1ZGkcIUmZ4MUC2O4tmrFr+vIwy5FojnRc4IBW4DOehjBkdWc
bqKFwXmkU/AzJW7O4MciibDPfwbhObY8ftWNlpdC2lgl+EWbu1p+H+lik44qKA8MuXiqp5yl820e
v5B+QZ7Rbbvl9kuGa08l5DzRhFLvOx1t9GYcn2T96+0PDYFdt+tFby3AahzgtHm+rcU4KIvN+J9m
nDBH04PsQw7yFCvBS1ZuS1LqyC4Q/bhhDuFCFEj3b/+WaBNOJD/QPMNiGHGulR61jJHmKe37kDw5
itOCbvPAabBDGi6vrDyiM8WF7hShW4Y7Wu+3OJDxLW76E84jIXJj4n6WXbCcsLXBLRqoYHjExXub
Z2i7oj2sS++vgHNumz5/VlGfyKNwAabqAmfsKULDr1+M7BaOuzbcIqHMqfIK6qdQnPrpRJ5LY5BS
oW7FYUtIFbA9AU3XRHkmGwoEG/qt9qafNLs546B/VNp3Hr/pDeExVxFbcuSVoqeYezrA+UH00p+N
g6Hd8fZQRe0Mj4qlcLUXZ7hwX3phS2cy9IPdsYOgG8U8/DGm16R9lPKGv5LNjCrJwyC4GUa33ld5
D1SG47tifLX5gRpYImNjeEk5J/7DLfpdogAvJHaGxF1hox+XyzQhhXnI/Zem/GCu62AFU5W0pGKr
VfBy10Y/4oDPZFf+U5ZHor+KJWwV1WBt8kcGJrUOgfqi19cppjLmGVRnszuWDbEnNm16ylFnrEmO
ZnePl8ug/ktitw6BWygBISXooUq/NH7F/cncNdgFfKSHJAw5ll2zXrhzdCJfUj+kykcl7JfkGIin
LKa5lbjf6zL+tVQwxihAwoRSBhF1sTNhLWfuKg9l/OXJkLgKq/erVDmkBXQxrvJXVjeZ9hxkZ3ix
6XtxNIE/Fm04JQSvE/9jVN4WLXZYmhxVfI8cyuo4ZW0ukZao0V20nGPrXLKeEZQSQsdab11ytPAK
0TmiXUxiFCBH3Fx6t6rdaL1P+bFd5UXbLLthfeBV/jE4IWPhtSvfFeRShvVZKz7P+VoVUlzq5D0U
jkTYQ8j9KdapEq/Ic4d+D1YREAJgbRX9Eq7oPGKtjJzViFx3jd8rPMYK+9Q2mzbZ6Mv9MQAXXj57
g8+I07Ownop4NaVTzCNT7db5qyU4wTiwqoDrLxe8RPyZgzt0tRvMiFRd04Cf2NBm1U4nRnftMcOF
IFOaBtluWKQIjbVwPKPwSnq8ea90YiD0TGmaJJoq+IflEVDvhQ88H1/kkNfwUAkuncW2Wp+rkc24
+ocm1SbQ3cnwl8svcnQq1Zex9ENjo6r7UD2k+2B60bjjc/GdV7LNzhFMXqifxfzV0mlUivdZ9zDD
vxyCp0g0Wx4/8NTji7/SPtKvZZMt5Wly5iDYsfsE/Ki800FMsBF+qj10e3gA2p0dwe7ljy4KnE8t
fmIdDenURKxWekJ3qM1jRppEzK+FydpuiDAKmIgLzPPLO9AvCLb/XTqwUZjpiFhfHxOubKeHblZ/
A110yFN2xtW0fhI4jrD6lSe+LDXckl28RC9CAdFKwUf+rxcyh+cOsOASuazXg0dIiVf2roryk5kY
yyiXs/O9durSrrxpk7fK2FLHra8TbbvNrGfeljyI0J78J6j/6fkr80hZ3ivtJMaHTnhHiNVBup9W
4HqfiHcDmxNYtMucw6LqzMstJxpojP5ELgHa2KnbLY4WAnxRv5bmkVt0Mj8WconbcyE+LWUneFQn
QamK6bXGe2KvJpGNtBE9sf4JwZggNhw1B94fvkidhYUGjAfi7Ka3Ijhp00OrPjQCeHrQI7av5Jr3
HyGd9bnwu5a2ztiJjfkIkbc+OliLRhJiaXfJ5Ou6AeUEWkTIIa33KtEcQvZxcmxSi7isvZJ8iNnV
HD15/NaC79gUAYELlwx6u1UFf9DhPpK7UXzK9Xlwv2VoLJIv2Fbf68DTBN/Q6Vw6SuVTBlhpP+Z5
Zz5F4SjK+yjwGaGZRCt1h2N9kbyy/MK5K5ZfyXgW9AtxkTZRGIhN4/AWMmNUTUUt1UYLrD3PlVDz
+W47fS8Pt6r7S9o/xXiIQMpYnrCbwlU3rBvFYYneyvhVGn+xmNgtN7DojFHopc1XK2MkQePJR7GV
pFdz+VgAwJgiXEkDMc4/BGNn1bcwe6PBD4+3AI6OiJtmkHWAhh4ECrOKvSa8r7gYnhji+0uPpvhN
syxeOL/wdkiB3xH2vCi89bwiKxP1m4FHW8Feql66ZcPLEzHEGNdML6mufMzGm2DtSvs7aDb5vDWN
Fy1+jbNTqu9L9cT5limvUXsz8s+qYds/EO5LO94UbE3zY9bBc/Gec35KAaAGMJ38MAWWb/EmapvC
2i7yN9pf4C36xUBv5MnhHGWIDC40h9mdgR8VZojjF8MIfmSOoivMLqVsCj7Dyq1kPC+f2pxt+UiR
xVbVXmPiGNyRsGa+J4lqYnOrYIbOiLM/z9qLtBybal8JBy0mHAzyYqjXmUtfg68c3lfpB+xk2lC8
3aKI6r2x3IcULFLFlmQbHRKfsZKTXntRmtMYgPdX/LSyywFBuk/9Jyb7pt8hESP/0Mi+B+EfmcPg
PPcQq5IBJ6CQvSYPzwSLmDp/alwq1VkJ/abaMr4CBSWEBM4NPYNA0BB1RrVnc6jlS4BrQPvXKh9i
/iiaU5Y8y9mTOu5HVx9/mvS7I4Mjji7sjzqvQuNodJYcAQjFZ1JvGUsFa9vOt4Kk9HzbRu/0bYX6
Jkoo2qI6HXviuLmY0ynIzlbwElPlF9uy/L6+9xakI0fViUW7/dNX1S3eay8MDn1OHUhxnBpvWMM2
/EyW3AxCB+ZaTnK/6ffS4IPLiWCQgVsUW3aVxdiU/S4ob6b+LMVDSBCsK9xrqPb2U0lwa2bqRuJY
Emx+L55B4oaMQx2dtFDc5sZabflRZE/RS4GQ1YM6v6xSKYHRBnulzRTuGATHm3txPAE4QRERKbvu
AW882GSQ8Iv27HjbIXtGy8NKP/GyEDDfKpe/V9H8IKQdbxaYaHdVJ29qtg2Lck6D0gT0ldqd+lqT
NyFkgSPQmBcvn5nxrRkUt0k33bp2NSDj8KAWPGGT3fF04ryaptcogV/IZVTsNzX81yMCQ4GOC4Af
mb+EF3VMoSOUi8HHGdvXSGOopg+SK5AiM3S192l5LJvFxeE0OuQ/pRvdGzaj5Y42ExK1BwZedxnj
+9xyhUOryJJpCzBhk/JbKgAQu7zyFfVY4woeqMB6ZkxhQR0QE7VWPejeZIPxQirEnumSE8QMiISF
YS1VfNFpbWLdWm+i7e5myL+Jg4AHM6GD1ZMXZRlesvXlhlroJuhr/djTVIAjXLpW8yMUvdH7rsUt
HYEA8iD7fYMMjt1f3igGNtztqFBB6JByWVx79n7xWxhfh/yUrSAArlR9fJFKryIcB9CTHgU1IgSC
6rQCX2GPVUubPuMJvWEF7ZC8WU7rNvJl/XVSNpDODlF15PpZojwJBBFv1qGVTu16oRN9JwdvmnWp
VUT8ZXIs8337NTSnqn/no9IHcHx1LxO1YlGaWL1beLM1ipF63g6HKj6CWf51BKDm87sakSTjCaxB
/PWDyFpNXcNhVH8X4dE3F1P70lIvnv+FkQm486tuZOp47rn1nQtfeNT499k1HL6xeVf32+6g7nQi
8WU+UQv8mm3b0wLs68SyImG3BpAv9Y/skXR8hsC3lrljxprlGx9DnXkWraCs6fi4Vyxf+hJ4JIq1
Sbh6kHefE1flYv9ebIIgNwkbCPGd9BUgrm6PfbLjKzPie1ifW/kkhmSdsDJvQVu7ao9BpWsOIbvB
0BzUYkOnrV2zrW6DHRMjCzsXIylmBILtpiRwygHpgoqcan5M4XcYQFSTeTsLRD9mfH6kuAJWxQIF
lWQ+AknX+XVAfIbcPcW7Jwgz9jzdJtPT6RjT9eFZe6rfJ/vIL7dqua/8EdmLP1o3ZX5R8ReQ8UfR
7V0EvMjiXzkH/hv9tMVQ+1XJZ2SxICAL3ZtK/KF+kfck+9z3dHIuNnFCpO9AUMOZkrePZzPBAXA0
tXernwmUeE1e1OoazW/r6UPlrFwesHZ7Yu7HxvvaiDGlJpJ7untQ4Da0DG9Aw+tb5dIYHPuGyx0F
YrsJvGXe64FALQd3iPGhTxdk8kPLWE50W8KMilqNSE32dDuhv0/2motFvWK1o89ELO7l9KIKf4Hy
CIJXZT4qmLJ6pJJ/BGVJ5Y8efyrSDHAAjPKWZX+BDmV4/kfqpXUFcgCAs/DhCQdmjHACo/qIi+9i
FfkP/5CB2pETIwf2oTP4yUtP9uPkhusFxxiFmH3kUs9ut8UfyBGzvqBeRhHNnT2xaO4pXrTj+ER1
IWqJqwg/R/uReBaAhQhW6cF1KNLQnRASdGJVLoKfsP0nTs9avMzKbcoFr+VRWe2guLxgtq6a/p3y
33LtAMCBseLYwG+2LLyoW1zgUaA7xyJda5t/lMJpnund3WSUcTUmLEv111Qq1C2d7e9Ncdem96W5
BN3GRIagSL8yYiehJvD5VHCwY5Vt1Ze65fcsbyIywQjaRxLkg2A0PiejS4rX7NDXWgEEHNXyyo3s
ol2kSNhkRN5FfkUxZ78GesHHDBYjfXGi1rAPDlN5ylaBBj3ESWiyqj1M8hw2kY+hMXfjzfhr/Zs8
zZE6zksgWEKa2/6dcpIAtdToi8V1UH5ELGY4rty4uMq5xynaf1HZgjpzTYENyHEmIBLfeQtAtgjf
Uv/eGXcm3oZlJPLENYvYAtG4C4IbSRvJfNXZ6pWBUUrzFb7ArjpSya04Iry2bOOQpj5UJ6nrPahe
ssIvr2TayCKQU1kwYayAceo0Y7sVgn+xdgrjHcJ4ngjCeIT+gObXzo2rhYqZJ3V4cNROXFmSdTF5
aYMt1AxI+zUp7v1kOTRZZgQW0MLOX589CA+3W8g49QMKCOnNFB45x0qSb0uPvo4q3lXCkRhJe7DZ
V7pToex0AiZcywnljdDJtingTULuyVnC2DDRizOJD3KYbBVlLpozP9oRxwOe4rf6qV8TUA+d8qM2
36vSTES11PfcRhJg6NTzRXa2ybETvunk+Kw/uAR6Mq7YL5xfpBHQs87Pee8ajeJ07LohV42ArjBB
W6I0zb4uFk8Wexafl1z6bFNpA9KIDmMrGd+Z+i8Y72l1JFFdLT8rQ9yo0xkXdhAfaws3LJqg+wqY
iGSrdDmrNdFycv1s8vecGEmSEpsGm9Qhy99647c3fqrhW5TdQT6hcnRKYU/SGze2y6cIiuMKnuFw
TNMv4vYpySiIN3QeAR7b+EeNXvP+dn8bkpuKIyH1JZfwr8ldWPL0dE8ELG8h1ndG6Q4M1nx0SmtD
2rL05DduBRN4r+C26/A2K0rsYEtk5fxJYXlRZ3Hg0mdBHDi2Zr7tCNaTf2h0HliPajroon2ErdBG
yBE4fzEBrd+Q4QY0E8WXuiLcEzoF2zB5SI8iBlvfk+prNIRUn8L8DN8BWD2wLPCXOhbzEmSdDMCj
MvIb3Xt8N0yiF4A/Wk900H/bIaDj4qXxbfVkBwPpeRgYYqY9EYt9t5G5CtFBjMQb0TCTXUPAzsUn
XAqF7lCegw1ByPpR/iA+Dsk4YeDo6LNvYrH5eOPE5TrwJesDpADi/CXIfgggPU4hsojiLnRXkC+s
2rvuMUN9M9xyTZq3CfsaWlKnt8mhkX517G4+p29HxQcxfshabJWKhnRTEQgWat/klfEvM20F37Vw
WDqMq69E1DOmc2iIh0BlO60edaCCq3DN104E+iBuqsbPEIYkIwNJTJ9rT9RBY5fKe2b8M1rQQPHa
sYXH2iYfXRDj/BvA2U4+68FBfGEbvBpN4UrjNogvLYJta9H8EmF9sxBEzbka8UM1/EcHR59JHAlV
lcvesZRnGfypIV0HwXa0Tv28smIcLHlP5A8qY5xvf6PhoQDA+6vqJLAAY44+0NqK80T//n/ByK9o
gpKd7mfj478LFbKxwH/7U/GcldOPUtHeJO3N4lBZu5CHuP+L1M/Qhuq4sKITbMZf5Fj1KbcvFjKp
JvySjCdSSDRrtMOEfMHlNlxjZkfiLWgFbdjjZeFTS/aGRfG1zQY2PCyLYzvjAojvcUSU/UWxB4jn
9zz7B47tCsg14Mmh9QVQiIsy3KSryBwB+oU+kdq3TaiQsU20NZ9qWP6xxa5xM+uFMoJpO60nIWng
bciGU55YxKj/GKLO/brLtxkC1wDRjSfQdhn+M8MtzKjPxKXNh4m9m6eJouKEoWswcje3P+f/uDqU
NSlcrZtouwWkTCAQjNJTMLnM6b4NaHAyXTzL3K8SzQxh1mTAuW2oDgJppbt1eJVoCCdQnpRV2ZnK
r7F6Q91iK9FZYEQxuAY1l6YGNjFiKsZtxDWjV6CmuGwQp7uCwfoLGrngrQ/fe/kWz591+StjX+mn
T118abApgegbrt6cmdqC4h7Dkw6IAlbwTSdmpGCzE4uvUNh2Lcrj+KhPmy7/G6QP4hGIGwochGaA
1n8tjwBxFE5ff4asMMBZsviu8utpWNlxLyytwieMgB/QTrEJmqeQeQSTyYY37Xeu3+QhxuC/I2Bj
Po/Vq47xsWopLql+sSg1lq9FMPunEfUJ33Xdb6A8QslV84/KPMc+JWvGy7Q1d4H6EIp3meDKjjBA
4mzXOoxSQyJ1nziXWYVKPDDA8E7Me9/fyumyIsJYU+1VZaOFr/JA6Un0M+RfhDmhNiLDkYqDrHzh
k+JEXhG3+cMw9vF8krWXJfhWqks2P9Y/2hI+TRAGmssd0iB4CBHJRneLfP2ZpU7aIamyM/3OlkDN
s0Dgl3JAHanjvIdehyJNw78p/viGqdV30gZpHstGLu+5AHYdEhCia/mR91a7nURcnJtGCTyFIwqF
Qdl9YiUHpeL6iR6k/C1UNgARrHjHDB08EbUAgiWoMU6sp1G8sgsQ3eMR6Dht6ZhIfUTt8FKMxDtB
cGosKUiaka364r7YjdDx1n79VSL81ZAcRfTVo2r8bGGoF7FzMuW3RyFmRJ80VkDM0e8VvC3vkIdt
+ibx/WI0QqCdRSw4B0Eo4eQ3GAQIALLjrLyUXes07XmYvmfW6dlf9yOFn9TjMiQkwJ2QgcJE0VYR
QC3MswdElMsH/r+G6WdAcrIuQlklgOSCL+vX9erWhvMn8jgVhpxa07R5DctrK15YvtX0NyJsUkxe
o+XOri9FH1PzyJAsrfBFn9/hJAXcRtiASJMiRnG2Nhla+63hjbB1e3Y4uGzCYlMu8ZYjgbu1Jnur
GX+0ZnDXnwWAFf2aBGzZX9a5vl5RW3oW4QJC6g8o5kKCq7b3UL61UJoSJ/PwhGFrliNmPxSwwvYb
uFJjIuBNHAn2lseGVbIARAWVFdGceSaRgyaCV19ozxLlAf1NJXatmhDDd1+EljiyYvMz+ryJEuBz
pD3h4kXzMFOx2+fnRnipZ5Fo0Y+AfBKi75RTN18CZsX2XRSvonApWP4KdW9QUOaiYLYug9NDpd/k
fksCI/Xuuw6IBzbXThq/5beE/1ixJm9xyaC2c9xGuJuIojDkPzl/NOIm+KiFO8oog895mu9pRxGD
8aIYG7JhFigH4I7YPNT1WRd3a8p2uVrwaVM2ODJE5pDlMcyP9XxUc3/d7SLLJjfa1eIDXZOG6maz
j5vawwoK9kZs1q7OfTnFqXxiEKqre5ry6KK24L2TyFbT3gz9EmsPA8lqmsqENr8q5kdPzokBJHkN
TS9zoRFDB4JonaHQnU3pZ4pKxZ02dbzL1hfrXSKHyTW9enHJcW4ccvAUol+PofQtRL+d/IgN1ptr
knwKGOXoCgZRMJERBWC+qBlCoL36I0LAwxERkpj8WcKaA2G4mrUp/b6Cz9q0xcWgcJM2ETTQcBjY
JdanDC0WmIeXVbwluxKkhIje7NgMPklxKQxy2vyyBfLEJxaPe/yDSyyKNr11kTREcAlDKB2zd5NY
TDt20wL4Q2TMdrHOWuq+K7azFW1G9W2EYDJfItzX07Gb7qW+zfUjyBE804TcDKmLtcOME9+LZaPL
t4R/vuRrPC7BOCTIqWzsybFrt/3iTJvZ42dBb996fNt8nuZusnbCdwWUPe274ZUpHsWNrRGJzSCc
DiDonB3WTLRxyQA/E7Zp5g4pDFwm48rHChtYaWwlfAWUuhMqwVNfsAANjC4dIdNENDaHlmpBDhAN
19QXvjKMuHRRo6YTgDVMzPoN+kTS/UC3l78ATdSIVOdOQhhuUIqlGcGS6jHGZ37EZDNsk+lfe5Mk
jSFdddi2U9IqrVXPkU6eLG9mYwZC5GWu9wvsCtsYFBM6qwepP+gqTwaQvpSfmBiwGvpxQYUlYtuV
4BpZLz24mOQoCZ9B/T3rH3NFCU/ae0Yg210L2IaI5jVl4qsiSjtxHtYGW+QCOoQJ0xalw8zjO2vT
Vq1Vexh+DRFr05HDFesNL+6w1XeD5tfMJ7buz141PayZDaA460S/wb5KHxnzGbS1wuZBzDeq8M+M
KhNZ4RrcRLTeN0dFfqYsQ8tdGX4TThit2q8rn54dJoCIEQ2mEiNtr9nuWyBmvn9EdlH62SigbtZp
VkCQ9cyN8WtNw1soEctqo2CaVrcZ1QY/7QgrRw42y6WnJ4eWIQKKbt0rqoX5h4EkS0msg88WPygL
zMur1byvA1f1yxHXxR+JwZJtsvsVvPIrDD+5nMLQGtOo2U3FOgJTHiYIy+glCXn1WO9QE4ntZ7t+
KYb/Hac+9xCKLhLDd0h4Onxu076l5lJimG3ohhQgLewC3aeffKvBPwQSuCgNaMwzSvD1Al8ha+fb
gCURa7IlVgStPTb6d0O6YC1/KCnkOD0//jjceQz6zCd2sX+0+VlEmjqWd2Jm7QwNf8vBCTHlKBF4
jxO4UXQkYxWo9b4SR6aJowGxuXItDcSHrB9Gh/rqW54dLXNkurJZZs1j3dNaRG7IOprFFXGgGIVp
7wkUdEsg3esx1z5rGVoNlHP1PxPwspGI2DF/Y3EfFbeg+5xh2wuE/Ot7Ypkog1iRalqBfmbS5tFR
x+qDIpnNzPe4Aa2YbfQDiuKFlafF18LBLru4o/wk1UnOYdbW45TYVp7qVRjCxj53nzGMx+TEy34l
vMvgteKBIH/RXip4VX53XhtUdN4E6gOHEPX7sfqrS74qV4x2qnGdUPdo/EzjS49+xHrlhW2LL3af
WrnH1QsoFTYgQ+AAo+p9uJLuJ3P0Rd3TVL++ZqDqyFHVV+zYTqj89ZsRVLbEgHUO7Z+aJbWNIKLH
1oFBKinOu2XRqkUWJdA/FXL0GfafHVISnWKkVXxu8etkfUqa1A80/jJcm/zUVbTM/hXFbx+oDLfI
7ftvk7Q0plvmN6lVne6r4AzeKbwVbzGSe8yh/yRIqCoIPcMEXeF14PES3jlz6tlu+m2inClqrbt/
CYna5ZmlUjkyK3C3/io6FCgpQ9x+h6G+TOJjZf/jrVjTDaGBGo43CEyRKmE9QJSr597YIDLU9ikn
icr/3eOh4h1axRqATNUu3Pb6uxZ+5RCDIy+wFQMo4P6FQnGE9JOSH5e8LztTPGHYc+ap+tnsCzDu
y6ptmFoe1fHVkrzYpCyKHJEMQd9xGTAl8ffzRmxynzp4gpxYJsBKCRIV4tVQAciogOdsGU4BfaTm
oFnIHIJPU/pbCvYxHw2HTYkZKjQQl9z56VR/2nbbcd53yzHFaz1m5yFaB5AiRhX53ta7VPBTjiTd
xSjO2l8/Ovxs+W1lXYQCgJPg6h7e5w1VAHWfNR7BevgCcCOgr43fANTGhH1T3SCm4m02K7ivkYY+
fiWL8wfZvdKTVgxQXuyK2RWKa7HsunRf8x3K/7Iu4B+Rqwmc1hXXWDxkqLX0D5hoe+gOTG3xrSkl
N2pSdiroeST8YUbK43LjQ5uSY+1xm87bFbUJ+lcxQqFBCqGMsrvdRhTbR9iZIBNC7IIonLiFQuNo
lRBqnM5vKRLd8aHPcHsua0A7sDwF6BYh7Fan35lLeUHGJTQvGegJq1jAXuYO87ZBSkNgueTrPbIp
pg+mrnX2Q10+ekJ4hA5dT330rg1pVAoY0HCvloORHlvKqhyGw/k8VCf0Ky6wsgi7C9wkZN8kTODa
eqNltzfpeXN0rUIC+EA7DPAvYxPK+nf9Ty7Yk3ed6YvwjYtL8zT3noRrnDxwJOAGHmdxKhyluzfe
4ozVyWz9NvEmHjGuPsxNmkFg5rsqnFOZn59to4UHL2L0OaQmyuY1k78j88YjOck7MhuIttE5xsAw
bRMU483wiOwYjzGLoQg5mt7W85SLa0CsMP5F1U7mmGLRG1yC2YDaTvQf8WXz+Sm/gvVlNq8W+b0T
RIc9FNtOIna/+xqQ2AMfR2y8Wvmv3xD0EXDeTw7QByr9ABgRW8AQmBzvJla1H/yXPuwi68nsca/1
x1UX1xOPj7xhiJtTW/4oyCKIbiTUSFY+V8i+T150/tZgQD1+5+gnVwThbAk+PYJ9YlRYGQjxHjVE
LMl0GsioZsMVfFloIfSj4ixaKDbB17Rip2kXJSrxBiHtoeNbrn/hGDmDDRqj+RMLIENxqlAKcMka
TwsxV+QnDOrZIYn/hdZNlmb7i3QK5dqvAWeHoD0FP+wX/U8oHtKSsdfk7wDMWzjrsNMHhMGpoPtg
xMy66DYbhjwmxjEV3TVqAdMeIPd/sB9YCrsWyZescDaBBOuySuGCbVUvbflvfm3ka1lvRshLngXJ
I2NUWk4aWv/2vUG1Kb8aDjtedgfFaAJ0R1/5aS6/CjfaaGSwIYzFmjmlNw0BefBjWT0pK6YNJ4bL
g1P7nynsGJVlvqYkQ6hCCOMiQogKrPXMZ+khQd7OwMxcYP43VmniFbHapeEJE+hWQt478FQ8TaW5
mt1pvqY+qk511/qlD4zCtY/V5cTMEEhY4yNCzLdDPfC9vZKDQJjEJ7+bOJwCghrNjQZeWBJhwbId
fUXUa0mf/6HT1rNDtEa6iB2gmcMswsNdx9doYznyaB3JteD8utGhhyn4LAmnyWXUmKpLjeCVmYkh
QcsuUwAs2aB0zF64i1KgoVwKnAgEmPAcu6EnA0RWwOa2SrpGVCcSteefscUqj+8CAAPpDEEULnrS
bqP7dChg4GD/3rIMbMz2kLqhGy+4CX6t6iu2PuZkz66cxfdR2tbCeQWU+G9WM9jryNkdoZRLEigL
1UkAcpoT0w1mZdrV7l3xURaHcisicvCjf0R/41V2jS9TIScXxU3yE/dnoXiCcRBpOH/N8Tsxz0v9
UU5PsuFArmdGmISb8gupBseNgjgNML9+k9TACY9EUVFNQD+Ia1q//+3+IPKp8Bd7RKbQs7lqN1Co
M1SBfbfeQjYt6BsEflI8Z15+4ZaKN6E6zemWAU9HoHYOhg9B+5TzCWp9tiMzcOfwN9E+hbx8WONv
2UMRbgRvaFaOeRT+1skwj3/F7tL+Y9iFUuvZwYvkOQBECeOj555etDuaYZUgFX0fxGdFvogDfT4f
xJugppl8NTrLuififl4Cdrf4CnvAPZB1BHxcRuVjJU9a+q4ixm7yvEnVYDDKd5iUHTM9xaL/h0qa
iNyNhlYfWYZ6SrncaqidkNevQTTU0xBjApLmrHirwG4xv1rxhW3G0Iji8EcQJzSBlUtORohjSBle
5+hXllZNOP6at1o9W8VuHX6m4raKwJAbDcN+jm466uRO+LLmQ1aLdpc/Y40II8xpz2F5FRjvaZJy
VbCa2ji2w1sr7PXkbmXnbNGARnnzxjvwIg4BKOGtKmzWI4CR0YK1aWp/+i7Jeq737QQkQRPRnzBe
p/ZNQd2nXur0Gi7cfNtqoCyZseSYzR7cUG4hJxhmp0AQ10MheYojA95J7TEekdsEm7C7LCIT7tEw
773+iKO/OHkdoRJ65F3AlzwijQYLxoqr8u/BLZ9zFZOlxyvELx7Wv0Pn/Y+ks1qO3djC8BOpSgy3
w8zg8Y3KYxAz6+nz9U5VLg4k2faM1L3WjzD2HBhfFQLFJuF0Lk4j+XDFRArPJjlw8l2H2rMQxwvF
bVxdTaZz3z8ITk4sQ050J0cOgcnZo87XXlnDophzkcCSXyOIFTbqOsd1YJ5i7VoPDBHRO2h/ogZ1
+QkWAK0Ta1uP+c0oFdjhP1NatdVWQfQMzltM1WjtZC+xpsvVxbWuPx+9aczcOXCF8VkGwM3NL1q2
AZ0F1cXzXt0lXO+h9BX1X9kBlj/QGLen79z8FhSSBYYzQntZKfKAMkCdNkyEbbEh7CBwtpqQWhB/
CP22ssptGn+U+bPBZJndW74aTbmfcv9lZfa8A2NXmbWbv8awxHOukC7lLy32TrE9LStmmXoHxERn
9jpArI2mlcPJ83i67bnj/RI8sYDeLtFFo0zGUIi5pf7zea+JCEfZdGd3Ip1QUt64ZqwGSFtBaCGM
8vmnQ5iATeBrgcV2UA9ScHYKmHvOAgE2dwjCN3V1yqN9lS7SbOMvmE65APol2AZFZwP2uZyrRWAk
erfC6yAIcnSbAlnR+EII1JxkKJPqbuMCFgiZxpTPq7rK9CuP5Zds0vYyg43WT0WKsvweh8w2MS73
BBB845F3TrTvgFFHUD9NwUAHNqjOxIgBVYgiuUQrxsymZ/SnrMCPjPLTLntGiR+F5dZ604kMj/Gt
1ZDUEy1fg+GFUFGexAmPI2z0D9xeDhizj5IG5C3QUMWsCvM9WG8NsECNaNmSji3vjJE/gF25HJHT
FlNmX8JoWa5buJE+/fQ6DW4un0j8DabJ1wgrXOo7mN1q0vanWmdQn2B/tPSFXqyV0CHLFRlAgFmh
+mNDQIoyUYpkZlHBNPKD0BU9qWgCLp+2TlRouB3f/P4CdnC4UNi1yWPmOeAILVkrJsZRdU5EmDTN
D5GWbfmRUqlYr3ySK4AxkffBj5okMyychvZn5u8+pWL5Bn0wVaB5Go6GMuelgsSRS7B3xBklLkVJ
fgzuyUx/vZJxJ9oZ0qYpsK4gqcFbuCCn811MBXzhXT3uiZabsmqXA5dFOCOApT8n4Y/YgS1OQZu0
DQVi2OV3jpufHtgoUkgF/STBeArjTOQ4gm1PWxAhby8xhYOsu8d/CovxFDCWEjRDqyJu5oOsvSrw
HfcGlZqSETWw4MtzOhWmNkd0mNaUIEHMEBFGL+TUsgFOyDcbbWMTj6i9S/QnqsKx/NHWzYKdckYm
TslvXBEB928McEqS8KnYg7s0r6G8E5LCPCIzHFYwqY6udvGHo5dQiEqfziaSJIZlDqcpZDUy0qk/
L0nCm2COUDc1wiVBcsxMuZv8fpcmipWKFBKZyOsp2GLTi68lj871cAEZy0BUfevcEBY8+W2Z/nFR
IxsCN1oUK3/d66c4vxfuNnIOKDX56MnDwfgb9dQydTch5R5dEjfjD8u/Bfp3rd5GZHv6FLAgqFfU
9qrfMZvdDCFLgt1lZhIAUoodk+BoxpiLpe00ImSjGJ24MSuI8Sq1HWp/NPLYd2oLuozrVqNIhaUp
AHitRIU097tOsVy9VJUR0yCaV47xTZE/+Cp8h1ub86Xsp0mBLHYAzukfBQogvmjohzlEEwMMqyCQ
fwfQpzQXh1u0K4+Ep09UfxZZkH2zDhoPbxa7FOTAylu27W+X3wPWD5uM7OQWWsjDjTPiZLy/s5CN
1xPnE1N1KU/0jF15zppN2gQgFkgbIkMG9w5eVvvs9Y8I4qglzLgrbvbwNAl2lEmyHn8Tf5syac2H
mZb90EKPMI+nNQVRYMQmuHXuTZ6ErRRqtqAuYiWeL5tVNMgpCbPHNc8a9RoHNTtDiUD4M2it7RfK
CnGguQWf7LVjbVLHI43fuIbYF/wcN3H+EbVHcb66KP+Ic5z+Sugp9PjLVX6jkDPJR/lBTm0zB+VF
xbczy5UBI+T7R0RQ9bTXcqjgFrV9O48ti9Kki0YxvNdfrIy2wjPGhBKrg6eTtXhJe3g/SBDrigSX
dDGOfnpHSHyUQTJrri483LPYIelR4P/0Z4tPLtVWvONzmwlbHIN2ecAHCPvM1QfMAV8gcEGdW7fY
U6G2sIaTtJBxdM0T66XGf7DzZvgkTsBDri/rZ5sKs2wnxSiomolDgC4DoMv1kVPyPlTFghqvKcsL
dtW76/74Q7po8RAirtSlH935C7K7RyQCNz+fqxYuCH6bDNomQnOjNJyZ5GezoWImHpWHmBq14DOe
MrJUpx+0ZRnVfkihov5SwmQLQVfcHwAvGgQi9U82LlHniC+iLnDq6SohOqTDUCaSABx+Sy6GbB4K
Bz1Xux9wXkfkNhM5BT5pottls9hmnIE+Jwtcazkn+kXMYGm06o6cMJia3PHx8ic6eq/Jl49yjUt0
lnN7kwAG2G+TmM30ajszGpI4AeLpuhfW7nLqFWDx3ktBtRv1pAJmGB/YaNSb7m54y6Uvnjaf4dzp
f2JwFwfAywfItfPq2x2BtSvihXjrfXKWhG2EUK2SPQTJ6EuKOOOpmM2plQS6ry2yfZ8ouKUplxHU
ozCsQBl3K0Ec1MG7toTD1E4elSfyiRygDKwxvOrVKGTzUIcI47BDLk2KmFrrrKekG+JPs9zpN0Fv
qG0EYWme++ijF2QJZ62Ab0XbWUy3DwB+/8WzzqsL2GFuYWpMWL2SKzz2xeWqFXAXX+nbs8D06j8u
Kx6iYF6FNDHZ6lRDpRJh3hx6sA4mVLX6MCkhXHrrSn1K84Dg570AMop46S65deH3hEhIIdOnQZER
cSU6EsIWri7bvlLdAUoJpkAUHJipu3DLT5Ume19Dc0niTolx69R46Fzsv6gmoEH784Aco4cVnvjS
ZgT6UX0MfgfJdS/dQzulZ7H50o03sP1EBXuEXJshWaaKhzSpmaKM86Djx+H7I/8Qf99KHBo+0lKI
LIaNWvvlP+G5wwsG76lZGzvY9gZQZQcqpn5SSJFIzSqzLBQP1bJTC6RxW/KoZ8MJ2JAmQBEty1Hq
o06cRVNzjNdajnKeh6O104nJ5K0Xd/2rNb+Fs9oMnilmPz4ZWdStiJOC1/ORO9zsGSIhVjMwDlJc
+UkdgN7q3KInyrKtOAlKiySkeYzUxR7eascnEWGLtz7Tkl7XCsWS/pboWDFOoX6Qkl0u/1nZTRNx
RtCd3kdU/PTUeaYxz66/rZJTxV7P8klCSbExolua4P5dDtmOkRmAOpBZR/kcE7ToEa8wUA7v+73I
90Vxboxvm3/xYRzpnuGBVwToVbKL1AgXmIAnzrTRGLK4HfkjhGtK4WiJsQRv07W79GLC2i8E+YQI
lWuC9s+xJsBV8mT9kXwC2MOCgAdkPR5tIlaDIYgboPI11nZy18do1sGPFXAC4YFuD5JFyolXxXPL
Kjgoh6UtS1TCOehATPoYqZwPp65EXkLnsFcw25Ny1cPx1wzzMsNVNv22BUrO3RaQICbeH1iwAa0t
gi6KkxsoRG68qYLEhIgkhrCX5WZkByLao5ZVKLlGJ6UXCW8GaF6gsIs8SIUzyg9XeTXaJitPEPV6
fsExYzmviBb3nlbKIWTxaP2JJk8duM964bFd0umC+WyY2hBMbvfETQhwDCL3ySZLmhUIIxPjEf9w
gc2Zn9nD3BxAA6vqzTClfxpvYwSSO5QobjNIOppiJs5OayqoJAodSW4rtmITckesQhsaRCZwxtPB
2JtI2+B4KnWVh7tIXhvSgqRf+TEaK/J6TZvtF2koz6Q+flpIQeNVusbNoe4IHhTLESbjgagUxJ21
v7Daeu0EF5oWJnYNk76K+RGpb/BwzcJ1zzvxs8gc+Qx3dgsCiiq+zWPMvbPWfrHuCetBxrcs5mHV
Z1GUXlK+ihKfsflWSVfip7qH7R5waHYBEZkDJbHovZ1w4pho/dV8rsXNDO3u3AIJAuJ3DcYvLA8z
2VvrxVcj/eXhDTicRsQWLYcHUG4gFVRgYoEM5l29dy2E5Ycu/qIgfdoS/1mB2WDXFKoqi8G2HH6Z
Tfka2Xchds2vPGXh0vYSJSNtxdXeBkAsNKnVF5fvI/70Q5QyILHtorF2cfuXF1cVtQf5WDxbZH32
+ezE5U1IE+p1gh0ZtWBhzRlFRrK0dPBCovLh28cbxJxGeMlKpaM54dsngkK3KZDMcIx+9fgFJ+8u
/cP0DpLwU/JvGto7TZLi6yjNRxfsc3iYaOmUS13FZrZJh10E6KsJ/Slcoynb1G+ziBH2G7ZciNmz
JDlJ4o7CGIkcMKV770nehDhOFWkD5+yQ40J0NjjyIzXwgZDuDtPp4Ykn17rALJfTb3fIlXegMVY4
W0n+KtvvRgN9TEskSiT2Vha3KTn3FhJSFJGe/22TJ8Y1iTTlGovruN6qxcVV90V6dRESuAR+CUrW
46rt2CvSOSGBaO0M8xeg1csvABk6N30815wDKbDItkTWozGRvwf7i01yypWTuAB+3+bwEapfhlzP
jPKpwRwQkAMsOexaQv4N0JEA8aqAPb38T3yngfQke3LaY/MgeAgT9ZrjmS+i7jcy8CeOioRl3ljp
wSKhwTb+sKWP3Pkz9S2nQiY9XXQVVk5lZPrkk5HqGhMOCEV7ysKDSZ1LW7PRRGSSLKN5uAgJYoCS
0dDOo8wJaNqx1pbxzuovndkl9y+jBOBAHA69xGtwcQlRYkO66nihQYD0NsDNEO1jeLPTHX9FwEAh
esSWicHWnmpIyy0jjTYjUcrywWFmlr1SqnXE/gsuY42HrNVYYiKU8j9BgnIcRQfzQ2zvYwRncb2F
ZSD5JwV0DKUWwUg4rWX+J+Y1tb0KGRMHfKBzoO21+mYZfwGMg1+fIVlcj1gwpIT2iUJt3z171R0r
GoD33BWVaLnEn8tm577IvBOKFJBFiAmugij7ctu9b+615lQCBCU/EZmmw6oqGStre6ZVwTRRfqn5
mtvuDwLNacy6GQY5yhxCfkIBCSB3pi0jvYiNt63oBQwx96VIM2sEzyeV6KxC+tQqbVJaH73xGsdy
bZgakspxntroQ+IbEd4YAmZA5kmBfx0lHxsFmvDUuFS+iuGg2sUlWDX59jkROaJdLBrpLq5+8+DP
MW5qeaMIyPkbFsMMjoUhsp7ALHUC/nPcLbN6iYOMY2NyaYmEfQNwFJvQA1l0DPiBvYjBCPA0QKyJ
+DDjh8p7U9vgkgjZpSe6uYOoltwPoV632oc2XlTjKfx8IyeWWn9jzRILO/twmHxK/tsfHt2AVWsr
Idrm5eChVFEHV3bKRICTDOu9cw0qnEn7vj9bdCAnXTe9w9YFfxUa0eoRB+e0DMjN+NITwp4mOSP2
lbhwxCCY+lbEW7t/qBlJJyVe0YQ0G25pfZXLT4AF5rDFqAGGLTsk9pn8EXA5D3djW9vngitaQ7WH
BxHlOhezdKwvqvz0qx872vnpHI3uruuWQSuQQ29uzqTy6jtn/i0y0RYFfX7ctSoCAHyNRnAme3tm
4yxxO2jzkqtpraibjsRyNLqkYmHX4D6bKtzVX2Rs+we5O7hkpFgwgRDhCCQWdvdR4dnkohL3MmgB
Eq2FnO5iepHQm/kEfHo/qtUDnmPM493ozTNBgt7kpCOAlbbak6Sg0sXs9Zbdg5wf8px3B2Bd+rbq
j9G5g57WcC02G1g/HkowFvqAzUecnDuAxK7E1jHeh2ItDatWvSWY2cJyYlBYUM1GEl4vzEyz6oXO
i8BNwryypTMXKo9RuQyYKoHZ1dqZKmo7cyD7UwNaeG+rW8zNevSdq2+LZaJA+sifmpI9hs1fJcIm
nBNBKIe7pFqjZGrzbSgdCMeelJhplVUWo1XntDSoY0AMKL53LXCmmr4wgrWbvqrGmQyOt7JAsYTg
t3b5qqQ5H5wYuzIiB4TXHDGD9BSYFW6HiQ31oLsH8Ul46iuxttlIwCSs/7DPgnJWda/KJH+T0cty
tq654+sd/BPeB7TKJUq1EK13DS9hS0TYRXMNuYWUH6Ro3vQPC3ULGe2TyH3doa7T8zDLp0q0LvJj
qrJsHcUvEAZPTUaQNoPoVe5QYoQHw2xwZCBssfrvfhUAH7HMI409ASdPI5IaC+lU4dlAHa8QOj7m
c9+GX2D7p7vyHMPmnMDgNI872+EBSb4kg+DEaionr0S/JGTG0pM09fTvtDpo+XXUP30kbCqauObO
QIUWRPog7i3oZgxCQb3QecGLfT2TqR8FIKEoQSNa0yG+2eBFl5Hojspvrl1qfP1UWIEmuxiRovim
AOBWOX1qJ5irO1G7E8N4V/I+xU9c74aU88r7GIqHitZR3LUqD2OqobA1kK4DVbdw62gTUMZxmBZI
vcN8bWVHA014sKSYgqEBkplYQNgbfxsmszq+JjJY7fTLsUPCiTjJh5LRm+3d/XTCPYWwxN1t0drN
iDvwi42uX4VwRQ4+xGfrdJiPylsdfDkJ/kAgu5LYmRmJrtzsn0P+VqxNQ/BN/C7VVT9QnHwfumdS
fUjpb1i/U4NbCL5hKNcWt1PoInc4oqbCfbSti2cGPk0fw79tUVFJ7N53BbnFzMfc7VlxIvnQK39s
PK1pfRvBkljeBz2FwHl7yjErtoY+gM5+RvqrRdskN2852wI4cIGnwas03X2LVMTfUHM6DfUdJzea
1d/CprQOE+nCIhxRXdF9WI2nKjtK3d02aHYicCA7x8nKnrCs5MdI/2tkarexEn6byPvu1tyYk+cn
yF/X/+n6M2LPUXyk1qZ1bgXGFhofQFe+eM6KAkmytXQD9kY+hmojwCEDnQSNHSxZmr9ATzGIpx3V
QPEMUZYP8aFKN2YuGO92eIoXEevHAI6JgVkhjYoNRAe8td60oE4k5VHAtLb6D9/MKB8aFDWejWpP
xSOxUApxg23VbK8ly3A8ytojl64a3oaI+Rg5BuzSQiEc0ZgnO8P4yNJXPO4tbY+hsIw+Eo6w3D6j
uiF7dcnEoKtL00JgdGrrVd+fcgvlgrOI8jsVCClKCNbyiszt/61YECQc9km8Efh/zfGkGwvR+BLR
PjJv6k87I3jS+hQySJSkjblALNVRXEKkk3TEezBgdWZicnahci07godeVcljJ3Sigovk+JqPBusK
a0QV1is1++nNd462OQJ8m2fzpDn1GRUp295cCSdf+KnhPsbtS5SuuxTi5Mjf9+1SapdOC9FIigbK
4tw70TFPmOX4bX1EW0/bCke/Qjspf3BdrW155amrTp+k5VKT39RjOPUpIAkb1Q4BuwvZpoHknsGr
ICyflOhfgMpDdfXLrF9jUhKHNDye1f5m3pXcfSC3QIbB4W4IsqttIUiFragW1cOq1iEQm0cT2sUy
jjg14ndGBIkMIg4AVXj/kE3H/l93AA4pH8m4Raf5GNSloTKksDMsmvIzQX5LLHd/gKht1Q0NBDAc
awS6SBngnaY5o+mdxp+pXqw0jUFk2ze/jHAISUF2+WGD9BKHaDE7AIt7mHHRcFeZXrAAayIjg87K
b64HP7lZJP9I/zJXom4H24qmKgTvVehnm/s3T97nPMQm5LDV49J8DaAZFhnXSnlGPJXIq1QWcaoS
bZULlpja2ltENIatzSo+TnXvr2wPQhxAIgRybT6nf9fTUWBgYfqy6F4QnqaRcF56gLXkZXQgUViu
sXyO9O1d0vzmGgRcfdelCLA65IjUTVC7Sid7523nJw1ptbSx6A/yD4CaSbTGYeMHpIsda33HrJRU
HEIYk3Dx5kv5S6YgCPmGIxIfCP+hFgIE8EYaQNz/5O7WZhKnkKEERZK5dmpIn55cD9hpJrsUlcq+
DEgkEpgIrz9aRXy0fJ6L0Tz2xAuhPM3NddbuLFq3x7vDVEDKQM4U56hcBZD92iHjwaavvdsA8Ofo
9xqwMR3gTKwzca8vaSJuogx3ZDwbqydRYm7yFg90QaNHrAFszUlLtONTU5ES56dA/JSV4XMDThNZ
rOWASaTaeQUwxEkzP5zqzUs/pQqRWkFxQNaIQzXls2wwBSyb5s/DZM2w5MzGGsUySgdct4JNTb2r
xqfjO6deWQ8LfeF42OUztEMU/VqP32+Zv5/NMO5+dKHVKO152f24cGCoJGctyrlO3nbOhvTpkCan
BFG189NZf+JnMMm0cAtvWlXnKgNmnLuMiLdihuYx+xZ7Z0NoWHsLwSol9YscZTnf4U8ni0gdyMpx
eOW05aCfe+k+EuZsaY8h3njeGY2iLe81TTipgUS8bSBaLpa6twG365V73Txi51k5iE+vmXzw3HUe
7C3Aw2lJhNwaBdukzn4iru+xuhT6XNd+rfQv1YhnoLNnUdefYXF34rfq3OSJP/eaM40N02GhTaPs
JcMqCJ2jia7B6lOmrQzT6rNp9hrhNcHWCllLF7jr3PTegg0opfnvMdJ4NIhcoML6pBkYMdadT6jm
DNHyjOAXTlmsLKM3p94alAIZ70ZnJtDqpfEN5UpmDRpD0oCEYdyc8yJY30BAoLmocugLMPcW3XfJ
Je6+g+GUqT9doK7r6lKXGpQycUCU8OjWV9ztxvRQwdTG3HojFEGu3OSrif4hWf+7OmHGvKtIvkrM
p4HesF8RJM0jfSDkTCuvdrZrWR9KJ18QeENIFjCy2FPU5lvHsDE8RfZL3S2r9ljHZ5kgsGwnA4EC
ZtkzA+tH6IHpcVa6qQhfNhi+eCmTJfd12B7aYTdW6G1jEo55pcDNZGKwDhwBJjMYworg4ht/HApk
plj6igob1/vlNEBQ9zsi0ugBdRlUXOyQ+m/LzDyCHnYQj5H6Im3AgIakvx28bxtFm2ZcYy6YBn9x
hYjo2bpQWt/UgiqQdfjgu3mOPE9/xvyL9dMQvKVkq3JYdEQM9tcWBKWQmWaJWtCR3Trpj+Secmpk
R+RIkF874XVVMe0U61bivrY4sw//ZFTSDfRomhZkby6aeKt6a1t6qAY9MUusGusI15eBmqPhBYrP
hPxpDYp5EUp7HoNjBgTMkiAyPPCZCidAJxPWt6NHK90FA6GiS+SRcxIn0vbZYXWv0q2l7IiKK/O9
lZ+bCZmEaBGIh8lvanWB9c+xnFvozWdhsuAORSdVd4c+PA7cL3JDQQ6zI0Q1aXcfDRNjVtyq6mNg
nq8uVnlxuEQ1dUV2YAJIF6HREUBVIV0M9U4/kNUcAr+cJv2r1Tmwxm9ofhHaXaOWQZ5vtxVOuA3p
7eYa+LtrXzQsTHEppEB9ABO4A1kJteLsXN0Bf8EqRCDct2fL/bP1/Yg+Ou8Q93FiyX4/8fOjWi1y
DXECc9dKD7dOc3L6HdmaA8Q7+e2gmVH7jDzOu+pgs8irdEy0wdEErc/TGvnQU9Nond4k+kE4sMdy
qc6TObZnoVnwDhJah1CICtgvokWSLklHF74ZrX9awKwRERRTJDEZqDNZx912NFeOuTLTk1LsQ6Ra
0slkg8sRmz8M41MZLom0Tp2tQX5XBUCqVNTRF6RB2QRsoPnDElgfGAmnqfmpcApY7kvwZcT1ok61
0o+gOxLSMdGS/VhsIkwlMdodVu95p53tr38f4HDFUjun/y9097Jz7dovkl64YiR3j7Q6VZD3IWVO
l2Jl0qOr8DOHvDgyVs7KfSrOV4DUpSIWmVeCk7FbWAYeva3n/4jEuZJkgGyT4oF0tA+vkpfouZ1N
VaOMIvvcsab5vEmOfnXJK+EWMjcNVo5BpbL9u7J/kc3MagSBFnJvcaro9REaxA5Za2fMyKRXEWOr
9aDpOJYVAhFpYXJRHG96DaL8UvPCmLvEfuTPPiY91cIxxH4hE7HHt+2TpePTR9IgYHF5LHudtAwM
Jyn/1drZlHv2Px0N5XaLg4adFYsZpEpJJqewUCfbyj6MPfLwGVNpxFPlLtH+4Eriz9aYEGA3AvXq
KVudhds2TiblVkLPh1CGdFx+3swn1oBip2lrbhRzkwA4pMBjDbhZ3tFPRhyhufCSdYbbzd6JY5Ta
dWUBPfNRD8+wWdusR/2NrMhYItLegFbSoAHGgeNxz/ySgL+h9Y9LIuvPEA1TzhfZ2uW0PcxQHrfW
yxWLOglQ0E9zhzRkmVzZrXZRg0eKP8jCdgfLGJxI7RuCQ94sKvuBhgbZPa8jllZnuCjBjXRpB9xU
9d1Drn6JshZOoIZRhSyBBrCU8KekP0vNQY4e6FVnPjgzMVPRFllpYJ6qqb/AMm5gMDemg7vy6hlI
nb+oV7Z+8Fm7V7o9D6MjM3tC5AYlsIQykxXALdGSrungoeOK0BvCE3G4Io42bB+JMLGPL0gzLSDS
gWnMfiJD545q4pNuPOOMV8lCDhwd4/iGkIJMX5UIUJdQAmvnC+IigoYnlYohmTDhf3ohn1c6OjT1
AsSKLS+JMRMsPPfRa4TyHoZmRQxUhKKpK1fWXs/21uzOfmhPxnlGACNcCWYZ6nOWbQQWvCFUQ2NY
zzatf7ORvEvOrHNpVfpEZBhOASSDs9jl0ZSpALPqoTSAyh810gdvBWmX9zsx5eNElXjbeON5OMd2
Iw1bYmp5GDUy9chPM6zV45OqQHId5Q5x9ilul5lI2CKVyLnHyUK4//JLl8EVrbk13r98EqNzAxni
1SEym1zbf4F9yHUJtYWItJDPZDKR2nO/P5G3gJXVM2xqn1HaEGwv2/rc5GY0tJoqgwlz9IRVckFu
Hsszz2TrUDu3aqMzlMlTIx+c5RkRI3kRnvHMeEP88TsKKdYTPgdSPnHDubOs3w/+Ji7ZngUkS5JS
e6wsxA9LrScYiewQqmqInsdbj7taaZb82iTSdMlzCPd2vEWC7hJzYK9shE7mBefItKph3HYeGnkS
wRNtExBAbFBSeYDIAI+X1UNYgfTCiWREeqQ5Scr8AiDEMSr/juGe3mPkMAKeRKLSRcsx+UgJvHOq
bTBshAFZKebCzKzSLF+dA23DIZM7iDuJsOFxLe8V/lx9mzCky9RXFqwLG8diT0M9MLBZQe1zVKnt
mS6OfLhkTUgTNlykCKaAjJAMzgtE8/9LoxVGIr69noRRgtTzufTApdyWy/FGUqSHyjTtr6VOXIm3
D+p37yxb4ZiFf/TeabJQ8qOZUO5NhPMSvykS9duYzwTw4iYziRlf3Ufxs4PUJKhAVZYKvZkse+yK
BlFUQsw/KLfG+BBerPAzQ/Vtj2exzVnBQZqFU6Xde8isPEpBHl6xHpWV7d77RwroKh3pKy+LreXs
ZGMZhticCcesBwQXl1iouX0wmPD5IFgA5r/XvgPnZEI0R9YrXPpLkg7H4KeQONqotu+lv5hMv2xV
NMQ5Igyuctx7ziWVt3pHdyBbHHG7B3lYO/JMJhRiEFo/Zd/U7z0fQ81cWpUnYg+z4VzQ5dPrxzDe
U9Oc6SfEL3FRT0ACxPUbamte3qL4pJ+GrzqCMPAooRLxYj5PazcXvsqs+kqoHVQZ+jk1iUPLEBiA
9hYMhl62rFlghX5SOlYIPaSr+AUbkgQSeTnYT48q0wDrpZogYSEVMVohQG9KtI3DyogWkvrQgQIo
QRHAS7GzkJKxCFn4HP01fXKTmiUQ5VkbcJe1T90nEd49htlSI8e1d7BAYNtTkLsRMAie2MbcUPbR
nJGUlz2lKJraHKIAkyK4QCBJ3OcJdspgWEKNcZWC4CybYEVvsFaesTf3bPR2+SaHTyjh7esoZpUW
mtS4CB1z73yLFbtbF+R3VJ96081T7Jpv3hL33DbbNtkr2l3YhkFsvWhr9htVJ/55Ru/KWP/qxUdj
vj3UDhliW6UigRnowygWgz43zI8BMpXoO19dirUtMC7CvaQXM8nbl84BentZoTyG1iGmQMzJin3u
lA/AewttgEcaHyQwR2jxyIxFl/4W3Z2BKL4y6YY1uadC1xsEf7VyCdxH8juGxzdNxN0C3WY6/mYt
a42Qs25DyhvSdcjnJVNHBeymNZs8mVYOLjAZsnpDMBWJkCARmX0aubShAanabB9sx2B2ZnIkayQi
QBPNjpwe6ShZxDykfXWR3T3pfkLTRcYaczT/WIB4ZQECSxcHjxpfhRjlNJVXbC/SoYChc8wyBop2
KOVnKr1q54aD2QB4UK+p/6oIbTVv6AwacQMHOMvRR290m5aHuxytGwENmKhp63NcbFKkM8QW60zV
wzurEKE6M/gl77ejb8UiyhE9j5CGExHH0GPxf1Ez2occOXDUpGjBj5On5QUHMW/I0RvCn+wPVKvd
GpB/TsfDAKbV7BJtWYAwqwyd35W/0XOksmi74hXsj2PsCZeks34j/Iqw1wLRZsU3zyURHEpIaLH2
0Mp13YjcZCNetAk/EB0jf+XMJn1WXcfelyniR7w9wzp/kdhuNPRHrnOCOTtY2XuqiFhNiADrVquE
6t4sT4VDg4zjPvYAkcMsm6ps5CYZwp0jArhQcS2iNauCi2qRhT44ydpBrXndUlI+dzYhEEAXvrEX
humo+hSPeTTnHy+6OcsP2chqBolB5CL4cXkkxl2Am1pwoaCALbbWTg4huBlTgIbAgSQrwSyE2q9a
X5KORQcKG9GSv57luyA9GNYR4yJVsXcPVo55ZtoWrFwSnl+LZYX06zJ4SNqhdtEmdtDqn3q8TD3I
qQAjFIXXRDRIOlIkEDllN5hwLoBeRfrTkoOk7oDktODuG5csWpnqppCuVYa2YmOgdCE50t7YCUIf
bQ6ujFuRM6MKt3n7OzD/JuEhblGCp6yj1lcZcUgX656aINrKxIalKV9lkhIj84q5+ixKtFoIU9K2
9GDAXuI+SrP4UhW4Tuqw1+jBoF06nJHhtjSJlMpLPsRZ1nm30rAPlRT+NWXxSXMJd5WX6jNDUk7j
KFxHzIpJKv9punPyk/GRyARQlQohDeD5aoh+zJe2NRdxma+pez4o1mrQs3c3fna0Sdp8uVpPL5cn
HUyy5MfMfFYJ8Wh+u7TBc/zC22Zk3IdJsi+ZJAO5gVJV7ujFpw0ufmJiuouNkpTYVaSF+N/SiN4N
TJYF6RfuuOt8lcsUG0ihrxzIlKblgSsjDs1hwWq9QP8/VQNtv/f75tDKzcFylKWX25dOTWQIl4bz
d56jDdR8Cd0MhtA2uvj9uJQUnbhRZylHjJtSf1ThIpFk2JlDMpG1aGtz0bNniazNjrOmlOsfWw+h
Gqyz5Qhuh10ipv8c4ZuDbmxIsrUV4Bcl5A+ZuQ/qZOaXQiUpdiCLzuwJX+znYUaajDUssxGdC92z
ro30imhJ1yuX+QgDDBVVq28OY6ntVkpC56A2bDpZ2sd+usvbgOKwcRUjE2wQPige9yYswpB0dK85
vFRIf9Rk0eTasmHnLAh4DXR24yw6jYl9bx2sHq1pnPKx2/thvjQ8gn3RI1uxMusLUZuTs9CNaA1j
hI/S3gw2esITwYSV4HtjBXOSjxj3Se/1Bw9TEGmbO4MMATkq5rVFpii5j4LGyELlXDnEsNFRRj3x
IuI1Cvxi1/FoMJgQoKfSaVksw8zCeEYsEdH25BYvWpsgLeiLUaG5XoiASrpoFG5KBc+33e4U/UuS
/+PoPJYcN7Yg+kWIQMEWtkPv2STbbhBtgYL37ut1oMW8JylCajZJVF2TefJrAqhSzGfPj3AB2LhE
ENTwtGqWnkxMfSoKiwswplJiaQvS8d3/mcuSBNmKzV5/uEYh03JWSxFqw9CmTUIZGEsW5TZrP6iN
7C0s5sZWdPaSt4K+avTonAnaGM5ag/6BYMjJgU4DWqvB6GwzUHVYE48TOrEG5nMaL6OWDmcA78pa
vUithUE2hQQXNnJnG5Qb3qeHdqkkHUwgJewRKMw/x6LDKrx3n2K/LdpVGIt/NoYrTuBApzem01TT
2p8OY/JeTvWaF7oiZnOV2MjrJgrd7sdqmCkxJoku0j366pDh+mCYSqW8RJpk1uzWOT9c/ArD3I2G
j9DeuoIMMDaXxNZTEX50042iO41fCjy+LRlkykVkx2wCGZrS+mUQppuadAfJO5Lg9UjIAPjnMyjz
dRnhsXMRIow7C4BbkK5qtJ0WgxAt1Z+ZKLYci/PbO81cG6IQNBj4Lupq1+JtQzs/vzhFQ5vknA/m
a0eGUT/LL/kPFg6lSkQfOktaEtIGWYyRaDIGSN6xe4zUVC28vRH7Ndd1ly+DXlsZCr2tP6wzJHgT
XgE32xYh68ea8RpNJcLsAomCGqlKQAMZ6NkzATAVE2UKBKqbKzW+ShVyLfQCEATQPHS851a2NYF6
FX58tCqxSquRboMGjsHgqnTuVcEeTP3mgI8dZhgG3/CZ7mU36XJinZvPEZAefXTNG8jhDr6wGm+q
oTOmExEuYzdkpjnJGR5ShwLtugvFzoVgHFIvo79q/qz0U2IlnukUtcE8mGXlXLGyvxfJa9WBnDUP
MLwekOtrOmGAQJSI2bemmBQzIhc9lxgT7aKmNHTRgQ1jvQrA7TWfTXpwAaANzLtqdnM6t3bOazUB
kZi6u+07/Z+MGpQV0QIzFq6mnCelqVDRfnTiKwxgiaa8zU+9JMWUVrJeGQO2kIlwgN44JNVb4+AK
Y43QN1+9/9oNZy98TrxLYb7kxqlWb6J8B1ohq2ctOfHlN2kvxUCVYtOwMOZHmlAY1IM1mAH6j4aW
YODv82Hd1hZXBhKKwd97nc966sfqwQD3vy2itXmCOs9E9Ogl4Z4pXL5A+CmfMj6UNL4OJRt94zOT
zB4S8VxE4F1hjmC1WEaQFPwMs0FOKAGyjRyK+KB/z1QLlpm2cxIQpUYX2PHILfqcFYj6FJ/d19Rf
XecjRQ2dTP5qNn94lkJX8mVDVPkLjUfbCsgWzNxChrEQkxpcjkp9qpqpPZFQRBtkf32LeNJB7SDe
a4wGBeAQ8SviP8lUqvjIkIFGNHMPPf3CpcAVQDrkkxZfRAXT612hqp5NeMZNRWDXMe+JKl/GBmC2
9N9uwhFafnbWszM8eCd6vCCsjEHLxRqBXGqR2ftBfwqKR0qQLvCj6EAErHDIEeIJZOtN4lG+GxkP
6eEmZTMbX0V86SBq/WuNN13Q/mvrkIVgwmcE/MKljzNxqJX1xkbPNpqLVPkLySagoQoNS/jROiEi
WgFHDAOpznuBo7JhW2DLN/4RQj+sT85nyikz5FQtcmPypf9fip2g9cNkbnJjtzJcm4FzyOh3bbdY
hozifEi2cVKzV4IYOXz43YwGTP417IENhgo0hQiGCUVkoc2fYCSJwM+3Q15u42o554fQiLhs3JFV
XBhVaTFhKmeLGDbajHRL3hvUaBDL/9yU/qE/kXMzIqHs1/ken+OUrmEzzxW78cy/qeWrcrw60TFQ
Nw28Hpr29qDjXsTVY+W73IPb95xUPxO4Vw3sZ8uYwhaP+UueFh8VtpSAl5x7A380knUhiLAPJ0JW
MXVK6HKjdNpGqIPQVRh0T4kOSl+hULeezahcmt3V8vO1KW6a9ayRLmkaX8J/OOmXCN5ZlU9O9v/R
U4c4wR3KdqRQBbqnZvgs7PesOrduAP/IJmiD9vDX5ATJn1RG1NufEZ4tEknnxzJLf3X32XC/6uFg
+JcC+Ix7yBDCCJPp4m9SFevReInjoxbtSt7fOliZSq4dE02E+OsYfvuvsM6Awlb+gfdSySPTBNZ2
LGOag+4dieLBd1/LQ4XdMr2X8zWrPi36vtF8iOI9TRHZ/vE7e+Mxt+48IeP0lnPNZuN3j5AvLT8A
/SbxHYXhBBdTP1uyJqCbtGRj5w7PNXVASvphbVonySKFmX8jOBHfda6fCGd75V31lhnVyS9vTvud
ldtykBh86VsUJj5C47OJa5/NVFk8G6HLE/Oc5a/jCA6qv9vNba4QhI4Wd51j3xTXLE6XTng0xK2z
7w0zlARu8a1zSDfby7URnKPuZlC8j4eopJc7k5DOv1vKXQ/aYrqGzEd8427K96oQC5s7NYkvGNrY
J3o6u8BLxelV3cfwO00/Rbplp9latxR9N826PV2MZocDzzQOOmkhIjr4+oipdlO2r0pH7HhM4qvM
965/Cxm8QbXr/UPFqrI7F+XaqoEv7Fv7ZraILPXnyXn06BdEdoaCXtEySsHwpr7kGHZ4433x2mT7
ujgl4l1NZ324WxwErXrmKyM4BvA/l96v4dlHMSFm48acfx2TXrTOvjrWum78YGgChl0Ff1r3wlhe
jCcVsTj9V4BFoCQLzKPDsg7zIkuUAMMhs8s+fxTiQbwQAtiLE2FBwnc4XTWwkPPS4uHIXcMwyDom
eH2jdeGxrrCP7LbH9i1lI9/j+KGznfWu1I3xxrcv/EUVX3Xv4TCKlTYjyowTHWlCcrWrZ9c5hxXM
oaewPKQhKv7dMCGJ3ALXk+E1RL5IZIRnXiJbLn2dKnzDJcda3EX1O0DL7/snJ/kC7JDwieYtujyy
XIaCWovTs7sThF1kvwl8zfIn5vpLT2GgVi2KBRm6S+G/+Na2q9CgrEssS96nVn2NwecUvToSb6p2
9NIr3cFyQwUSwjauOEtz86fgrpF4sAbUNHWOlqePVortVh582gP50JR6pOGg7cyT8xiSU08HGrN+
CMVnHL7k3avjPBcjC5hVla0wA/njoemORvJhsZ3PLkF4s/lvkLLNQMFoT1b30LlXom8Ox9peGgGe
hIViLQVGr7kU1okBS82kGAMhMlMECZ8pCkrp3zwWaLV/iwT1E9wN4274PzofQP7MN6JMb1bLB/pX
MCtDxMhHbyLSBXPb7i2E5QHf2qscDoH/adX7QjAfyz/G4LvRN3bP+Ls49cM5Ii6m20XRBZ4xDbzs
t2TUYa7mgI9/56epvdbtKTCORvVGj61D9IyiVw3+JmWUZX537Uukb0pUk6w1vEOSsyHeKeOF72pS
fNfVDlneIMkcTf/lSJAIlsBJQqoxw5MXhdlGgLUTTyXOyZSzuIMNCc4WUvvCgfOcQg9jFLqkLCxk
sIikZFb1Oz9g8/CgaJgVniL7kIkNR1trvRRkAKBftNO/ijW+ImOSDnCBEgW0Dq+sEHvCkANtpztM
u1CkcprIfl937/ggmokZ194XR4aHHq7qKHgzmHFTAf+re6zC/JkGa9lG6YKOmkzVnWwJHDV/rTlQ
gZqmR9sXw6/V5ayy50R13SeZ3WwGC8U+jB5zm8aL7aovutQAnrtkDDsXRh2KUbciL8NHfXXMkl8T
R1LH+FdhLLTVox/faO9yyp/oGqVPBLVl/rosZ9NDGrDVPsr4biW/rWC9r78P1ndhf5f5X4mgP1uI
nlTBfdj/OPGwwOA694et9jNnHqb0YV11t4xXuGA1VYjGMD+8YVhljP5h6gg38ZKSJZXsfLlPm51f
gzLbCAJ9XOBVm2EiG/7WxHcpGXa/hd45eanIXYCqqMO4Q2JHJZ/9Jd69RelbfHOL8sv3wS2HgwOo
ZmbMQjK+FkxFFMvEIy/XcdZADQihdHjiKOz+8dCE5SvPQGJeNIxZ+cvIXC/ZGvZ2zAhHfajg6MKE
pkap9hV/UZKlu3q2sMbWJ65j6o8K3DgiXLLRIZPx6ZQ4EtjQsI/6xwYP+oZBSpDa8BeR+4gYEHFO
jC7KlZ1NviTqtKYA9qHtzBEXBQdjEhSsUWouBB6ZESm8ct+2VjGurDFCD+J9dOn06jnGS6FXDJlY
VhrTp/S7mXX4JLkEDBTObZqdR/4k5+YlZuqmXOvUmdhGewk2KNrXpskjmyPm+PYrmwpi3NkxjDhv
SHepLA/OQG1Q5EcfFX0q2RJLYHoaom+kAAOoyjypro7rX49Fmx5b253dWKtQz2z0O841ci2Uc+Rb
8UfQ70WQAhplGNsk3pppfRh689hrMR66f5P019NYrDWGlJ4bgTBERRlCCAnfBp8WxcUMiLYAR+vG
tptN2hFCURXEV9tiWXQ3CGTbyQ3Pwg+eatk+NQMEDm+k5T426T0AKt19Nt507iiOmhCQQKyvWkrT
thj2pfrQUQykI3UtfKfW2GQqOaVEspcZ2hQb4TChbk538TnrBc263t0xCBTuZQyGbcporwmBiCC1
GlnqmDCAouZTz59m+a7CBROTGpfFxr+SJaJmPOJqhAM2vsZRhnNnOrZoOMSAabI5etOzSoLllBGN
lJPIQ55XbI0LvWhQJY+7Ov7qcIUxsonJlMDqt+WjXOcJRhV/tsbl3wEwZNrRAvtK/GczDCETFKqV
gbwu2MT8oDQnpJZGdwSijpF4aRkIuwDXa9249sgvc4j8smkNbYqxAqGja+BaRlZRkzfTlUD53RXZ
zJxHfNDMYg3qRn8APeGXEztcAoiavrvrGva/NuHcqZ3+hsmtS29aNW1yRVJZGxxNMe5l3d7xJ075
cESeedSTkQdKXLKseaIB3lik1OGswTUKKWIgpx5+Qh7ddLL9Sqm9JmN/15rfQapt79rP4HVtOd6M
IDl0RbC1yNFqMPY2iXksreqhldGvlhB35czy3ro/es/uUHyWPTG9Tv8V1dm9EHx3qEux+feyvfba
cO6FOGfOdA5jJMackk1IzB6bMM+ZbcLm+F3Dd2pJNpo1+PoK4UNGClJSJp91VXCIsLYYiGSgoJF3
DzLYQIuOZK7zbgKaWGmzJIe17GbqrSlZHZ0AnX0yIVgJLf0g6RVz/7JX8WMM9b/ENAF/xd259v4G
0d87aT3llg2Jtls61rTtSf7O7H7p6cMFhxmqCB3amGkhxKO86HjRaWezU0AFnSMBtVW89PlO944G
ftZ9R/GAkyf9NP0jcBm2W/YsgbEgY9Ye0U0CXon2aqjyTqgNTGjzmAblvfUwn6WW8ZaPcXcwLlD3
uU3L/C3opwob9fegjT9DTzAKAsVdCXbuyJXpMZX3GB8mbfuvKudyA5FOkhPOVsZSHX1/enZVSnbD
qJ4IQETYpFn/clJ9wwZHXM8JmpUE7JrsWwW2HCJpNnBo7la1jaheFlPBqsayq30RvZmEVHkI6wEP
kNeittIIt9bk701Z7aoRci+0FSSfTREdDFraNkH1hf4klazbZbqfQpt0ox5an7V1oFN4+qkjbco3
cd/BIClYj6Cu4h3ayFrt8j5aTgVO+6Z60keM41EI+CRY4CzZuWZ/dAJY+bq29EPnXQHlSvx0oXqe
M7Jv9b7eVE5LZCYO4bqjC4uOioZtVPkerM5NEODOl381uViSLYEM9VFa7XZssT61+l5Er0PHl1tU
4ja1w7se1uR80GpH4UUX4rtEpJsdpO+jLAQiXA6rMml3sxSAsXzLm8bckew1APJD/OkELNct9h1R
dQ2Kat+p6XsiIYFn/OpZzm5ouStnBJvDDW0Vy6zrsCvhjUcNI9LpVGt83vZ0tEL9YAfGoXWheyjo
+hQILtt9K/rooV0lMJZSZCrhSI3tQPrpj20RnctI7XuQk4NAcgsaAeugX4yngWFjaDdbc2zXWgCt
yc43EYSAtPHOdDX4s3aBVp7nv+0ApXZFRIpwz4pDne3WvzTs5KthWiVSY8g37OqoRiPU7CdWgJKp
ZwkKn8j4NVAlokiFs2hA7SeBuBoVYJ1LmO+TcO2bZ+KT+d/Q2sF/6NqrkdNGM2dpzmSBVmCPlPou
BvR54M5H76c2X6u5jUw/c23j+m+F/uzaT3hrRPgYlGAIDNDCP1bMv6vySzGOCuKOITuDLee9qZxl
wvBgvIacYyGsyVJoCxdShxcKOKssMCFlYQPWBQ4K74p/tvX2PQd7oD5a8zrD622fGYq+t3B5ddnL
PNkMvJtHv2CC1hjqa9fML8hiMlqSvFpX4M/cz4DDtmF2zoadBjtsyTmEZWKqpwb3GFVRM6JvP5Ge
hSefOugYEjwRAM62ShDE8brWPvghZC+ELzJ7FFw8BX5bl5jdZuFxSVq1h5j8mI5Pbrlq9e1EO0vl
25CwbVUvsdjycdTJXvMvIvisrD/DRF7+cK3P0ro7Jr0r9F4d5a55N9QP3/c0gHj9kYK1DNxXmG74
jqYazdhxrWaS3CkHSliGagmivx2YljGbd9bIxjHB6KyI4/g8oPKyQ+jjDAoyDAyaSxpLW5D7xwPu
af+cFi4hfpQGCkfjQlvHmt2Tqjslb5HDBOmPX4QRkKcxjt0bzx3oSINrTJ605JEzO5YdhhCFL64H
2VzP/ui3mrBRgwKJy7qcZ21Mhe3pywSEWTBRI7LHIsZHkx9ujBiNfVEaIHHyq8VXFA4cy/EyzJ1V
QhBPxXrO0RIyqr2Vfx1MFnKxt1VjixkPTThvLrpSEhd4itjnDE22sf1kHTWzc7ZaO8yvZUe/MO6Q
fpCIxoKYbI4YB6/pv4FaJvUBJGwGpDjYg00emLD7kYkWqVkEDgEa2N69Wy9/w5RLUWcbBnnHYpRs
BwNLp2fe/mitELe1xGflW5E8acazH6XsKD7T6Fc33kRLQ3H1hx3Zut464qiQzjmSH4UNHCj4tsar
TC/4TlghUshPBVRi9TWj3Qwsbe1paK8ZO5iR9dX//TadnEzfA/WvFy8ZsL+JbqmDg5CUL1mA6/uN
MiqVP4H+6hjwRJ5jjmpxbzu2MA2efielRUJq3r847tHlYwj9+uBoP0lDnPBLGD9NtM0EZUzmM0+H
lIdQe1LTI4BNzQAlMT5jlg7B9Bbk2F/hVLPV56RZRI694EJlZs7mWXsjDAox+j1McTdpUELeBpay
EmEfj6P32eb6eooFHq5HhU6mSn4H0lk6waGr/uzUZvHH6nvUMHIuNIugKmakRfJAB9+geLGdjyjh
pU0BEE3yrBjKtr+xC+EeaQfrTOwuiOmXqkmW7PDWuePdxibZzF+lNixXM4OsEauAWmMevdWy2NoB
GsYBwpfoyIMFmhSjPkUYa6wmI1wxVcIsE2Ljwf5nZCuvMHaeRuoget7B4UoV7XK0/X3ItMnvrcMQ
FyuHfWqhATQjB9XxGEla/TriCu4h4lrRQBII/6yebfh7UeqnPuifBrZxic3Dgvk5JcFzCOMdPTPp
RWQ5dZKV9T2IOC8n66ysYiuQb2g+qnlKDFeEa6mna141mePZOq+olftyk0XOapIJwhfxXihYJ+VA
cDjkO7kZe/scVHi18pANyCyAYCUTPAdQLWSMUI+xb4/6g/JgWQTRqinvdhiTykiqXYjmRq3DiS0f
dmXfRmGHwDehgdZ1DdpgvDb4FaKBJ9z0D2V2UTI7YoEGOVJqa2fyXvhXe+iehIriOXUWk44qwIAL
YkDEKmPY18RcQQqxLahwgBBSgEyTgR544ABGHpmwMMp7Vm1YcIpkBbdoUcMFs+fRc1Muc0ocarOw
OQ4kwERZf27UtEpReWQR5LuA7X8nln0zrvre32tMgNDmCuBSFT9v6N2tAuFpJ+1Gji5QT1bspn5p
maVNfrryFhX5JZZvrTQ5rkaPfHW6bAdIJQ3Oyi767dhje0GR0Xhq3YGO1JG6KtdAvDThwjk5Dsp1
dt85qLegkZuSSRAji1E+RyLap6Xc0pe0er50W6LfNPetrr2lzmCSOp0/BFXwNYm2w1TvQ0n+52LS
jg4NnUNZFbN8HJmBeIB/dGrJgOD0355JkIXipJ8tyn9a/KoXTJ3iYdnji41d9kMYFT2FHa77KmHS
FBfItJIdnOks8nlFHbcIi9nvEtEWxm9uSUDxh2K5P+IUdduL1b46bIlyf1c7t9j+trSPjp4/1qlm
xFMV3yO8u5jzD7aI1+ZTGJyCPGZLOHW8pvpc2NpDRdWO+Uy+ikmizmp1mlvDopiWHn6dgZCU/GYC
lOnWSXTpQCok6t0YHpX4cpOT2f3a2XZQr7q2jsyHJMEz28T6taq+U7mbx+5j3u90OjlTO0b9EoS5
L158iMHlk93Gq5RkFVF+x+zMVIPgTn624jibjgJw6ShAdfmV9SjCbx4bDRuVoW/NkpNg0bT5ynMJ
XX8PTXvRM8qL2c319rc+ezMxMK2ttN0rDd+coqB88fTnWhML/g/gPawIe2N5aJawJdhPZYYHMT04
guwF1HG0gQ70SUoSR+AQ1GvCi0gKr4gwZgs2/5g0xTzhjqwnPRqMeeK9VQr9udmRs343vesYwdin
uGyAfeNAZAOBFEt30p+W3bgw613DEarFNqt5tU7YRnZ4jbRzLdD49c0+qEhhiWAbBAEDXLj7sCJz
yBiV0Swr/HvWwDrMec64D2uvZf9eb0Q2bQbPXPWDjjZ1WBdFfdfMD59j2mXwCqZcef3C9CLUX/XG
K8115/hL01dr0VjLLpbrrijRZH+YI20JXBzPO9fq2TfCf5N3TXIXqb4L5XNYV3gPdOlzqJr4HpLv
psXwFvPyWeUNNXUgaHWrJ8yHWOrkksfWldGwPia84XOpgd2DjL3eIzgFFXGJjJRNLrhJWPVkk9BY
Z+hc0nDcpD5D++A9Q+4UIasIrFcDrTAqq5L0s6nMt2PjgUexV0MMnwm1hZrIdxwHAtsR32N2LUqy
zUjUIKc3NRBtZRjW2VzlrOE9jsdOZzLdoEL5G6hAe1KP5vMkgls9sPvF/zav2atu5BZ+adgQZZI1
iz2t6tFfDEVN7B9GSl5cg9miJWMyYeusULQYByPhUaa81hahwT/gqqMV3cTqpYhQv2HkoLxrtEPX
gRP6KdiQ5QbGm/TPaCi9xfvUtoQnBUuUZvNAtVh3lfvPogOfBqLrNLUt3GnFnUUu0LGB2+2QNFoE
7bHq5UHWWCyMdqMIzhhT0KFWIVhusIdJjl0ckgTVdlwC0wXk3DtSkJSpsz0a+1xkJ8OtL4oXTkdc
RfR6rl1fE8v6HNPyVAAFm8TFErBhXB6Nf0aJL2K+6O1EW08t10zNqKQazknfboqWXKVEnAMvvJed
eJmdR6ZC5GhE6iATHgq9wBZCRL1xnp8AERnbbtR/yO8++XkAzkxuK33kQWtgfDlg1tTZEVDv8nLf
T851sk6+F35NcX73GUylWv3KvI7Jcw6JvwEp4bc/IBvDpr4nuYWCAuAcP1UT4/c8GGyb9hx78JWi
mRdQnQPiq5NnrwWy5aFbTp5TL1q52KLiaHhp8xrMCdVK/5YAbak1a5eM7MhRRCGrwlwYj+s8qC9G
WCBST+oDD9CxEw46E4szDUmyLd4FQozZZqBV77rL7sruId1OB1HEOwapKLAQrXvVVTn0mjY32FhV
p4pGVEVk2TnJW2dViDMC86eW5doOglcrsF980d98dnGe/iAA4JbwJo0aqC2Pedo/tTEczhVJ80jA
63ePpqGxmJIlzsEe8YFF8UaveNV5dbbF/D2g7MzEI/cQw4jx2dOIcxkM2qZCJa/uFG2kRWXsWH99
kO/0pFyLXq2r3r8NufvCj73HVnA2UUQFJWLBHu2mlsCqSyn2Hae/eB42vZZSno3XU6VqTh1UvwGG
w6qAvIiUOzS/w5rksIrcIFc7Folcy+IJhv9SkgcR87BF7Dnrsj66ULHo1OetWXELUI+PbNHMtsRL
fDOn4TpFWMWw82kVKvIZbxoSJo+AiGF8lAA7YUXZccMJQ53ybnpDCkd9Pp745qNNfNOxOyeMN1lb
rkZS5FubZm5y7zECCt2IwLnGJ3zUawlQ0cnuaZBucJZrwfjWIFKIQmuNxpVFL7nyfvWYGOO3AdGX
hnEcY+9kN0ziWqbE+cGfCAzvYZhCV3TAijoDwh+TY7E0vyaaOYE5y+/1v0pPVqK3t1FnHsbYfE4C
fW239q4o2HqS0QroH+XBOlXBQzTNGR3EX5BbSzNsdg3ceLdfd3zdOiLUYbQnTbgrUYqEaLMi0sVi
I1lPdvMVNnLduzckfsuuTM4VtY3Kj6OXsSBi4cFUFmb5zsXKNdoB49D0mndkE5T+8zhk2pKC5NI7
R+EJIuMV4B9B08b0SndaSmaypNFFm0N6llH9NORbYmThSA6+dk4zIKEmgpQvKYetyfM7pTgNgW8o
tsaSaNyYyz6bkLhM4lj22OJaHSGvfcCH/Wq37t/w5xJsakjmUdaJzaiAfsGEb2HJS9U7t3G2bzb2
7zxdM2L/YLBfKMPyWk7uUff1c66PWDHHTTMA4nJIxs676yweKOmqem2CCZ1dZQZdLwNJZUltbTr1
VhT1NeiBMmDOFl7SrGlG/tUAA0TgAyl0oTKa6wY0gRi7Azjh1p2WnSVf8worqM/+Jo/rBTMJlG/T
Sp6zDNm1pF4NMCfgW4ktdFFNcfdQqqkUtQHaQvPN7qr1QOYBtxXrvshZxLLdd+ygYdiLMQZb4xF6
josj9tiIt/6tLekiorZflul4HFgJkfj+WTbkxNUHmaVb26uP5tDtEhM6MzPLzo6OVYg0syXMXZ7K
AY/eUYTokzL2V71NQE6xazSovlw6mkL14zDHb4wFeeopvr6cS5DMg4J1QdM2Z/8lQbAYjd9tka6L
0VuAkjOHZptO+TpGOzUqi6grCVvABDNhLLrKWet6ty7Ar+c2H3zKrsuvN7qF+CUflikE/nTY0Ezu
alJ3G2b8DjHfNR05PsxjSTCVTldWYljI43cXdGKNAQiMqfwoJRT3Ny3K6aTQRggUyUG45CNeq8Rh
+pcu/dk4ieKvrBtwC+8D2Qz+kuh5D79eA6V2BDM+V90Fg02So3oaUZupgj0TF3DVKeYk5ixZQ4Rd
fjYVqizkW4qm1iSdNVM4NgrYjhNjMDbzCoOtoDlKya+eQhzUXbR+dU24OjoXduPBvCmxDiJfRSRJ
zUBkyndXHTMW3TL8GKOvenrr5hFRCsbQwegDz49f8zPT2mVOkcvVhUsvZ9+Yr6WJrdM56KyhVCWZ
zzBw123U2Q9DhVtNPBkOSX2VaqBpUyCGpiBlpzXIfU7nsEEiGvJ2wofg0YEJC9ZXoRXdLqtx9HkK
GZDdArF2YO0P+ZtbyXBpmdTr4Ws6OV9m1LwnIGGWQldLd8Lw2xglPz8KPkwjovTKxEVVZPy4MkZR
KuGf9BqvFvCRESPmqC3jySmBnKWSYU0OaK7kV8hjmzLQRZCd6TEkmrQ4i7K51pAgg1Ih2m0zd900
R83nCjOsQS7cFJWnRqBqN81blYQvWWjBS5mULNYZ8SNmIoytAnfilQWnmkD0LWN0mJGVReyLKTsH
W4Rbh8uHNFSKSQi/fhATt4i0anB6l9F2vKxdvz7mmAsN1yK5Eyuz5lpfZe+Cah0IcvSTh3DJrNDi
9hto37JLnHUsjJU0MCszYFpIGoRMIRtwfpxuhoModeRJminIDkDbwt8aITwu6l+szWTSSw8xrPpo
3OwSF9ojtmxAOwE9f34M++YY2eU26QuqaAchQT2NR4l/K0y6HW+sWEcpNY81XGXj3qPMh9Bh+B0o
uujuheGTK9JVnOLVnxyTVr3RWZcgDsDzD2gSIWCvIWcQkrC4YUaPEjygHPghgXJ3AZ5mQ+DYKBt5
SmNwWA0oe53Ajd5gbG3YIarA+X+yLGJl6gIoCAbuEB1Rrx3JfdWyVg2LuzHYf6bzRCIHcEbNJvon
uE463PHIee2IsTUc6P688ujeGCk8puFzSIlMYJOcbzILMpoZ8iUJyocZFdhQ7GFjJTxcZt0fNLcz
N152UE2UHtLW30iXMXLq0mMFid5vhzQ4lgXoFaV8ZONLyb25GAI4n5EOFD9LCASbkmQtxhDQhzIB
v/vdqqnwKUom1QtztNpNxVNUzolHdvUVtG68CsJp1qCn29ie6TXQHwdjmpbjhEfTmVVO5HKJVvXr
JtOGlSyGn75MvxuDSA5H1LToTPENxvR69FyR+r1LJkkgV2L++mApS4dldeuzszXrdK+XiMRc5oel
LE8iLlmqt9BwVQygK3YbaGE4KSQLgYX5Qgn9EzQ5DpZ4Qt4gPrMeiXZfLKOM2VsV2N91UfSrCiSk
bvM2tfC1ekglYiJzMSWeok4TA+5NjHbUY//uRO+4kx+T2xoY1VP6J4LQ9Ik19yj8dxshQD4F31WK
ojU2SaqLEG97afpWdJGzNZV/zHIWaQ7wrHIEvFi5ztZnxbLsMho607LuOoQ5dn0bQbZo4QLWZ4w2
bYtG/0W5MSWPckI4NAbgFwc1mdTD01n2zHTqrsddK6iFiBRK1aedwGjt/UdnwMwNWW+KHJFlJ4LV
EBLqofHcW43zFRndIapIIsgmmyhFjBNG+df7/t8omAcM1AWqQDxXxrSlKAeyQMFKds81rdbS1ZHj
e/qHz7RnGJD0RIaxtMZZTW1gXFamty9NcOdCc989uHkdRJrauseSZsK0/V/OmpQLi0FFfbPxmohu
/BFmqYE2IV4Qapbhgor4j7Ez641bSdP0Xznw9bCaZDC4NPoUMMo9JVlbypJ8Q8iSzOC+RHD99fPw
VE03qhsYzE3VMSTLykwy+H3vygOsiO0FRqRgJomeR82dUU0/Mx+bcbbQC+t4wW3dXHLgKT8bHCTf
fBxeAPxnHWqm4qsw8DeiTgjit6kWtjpK1hyrim8SbGqCRLlwzWJb6hLKpxhfh6jdScKs4tJiYUM7
3Scuk01t8N4ODZoK3TItPEZ5fR14BF1rarizPCXKZkA9G9cBWqRxP1UehOacETyxiJspJN3CbdSd
9N5SQRxAHBM5Gq+67pDaCBISMqKoHY93oyUBIwimRyOaG+G59rZdKDOF3dIBKTYuFHDI0l8U7Qs0
7V0Z1oQCx9bJJVI76r3rmneckxPMSRfx08DFQ+YnqayWwMEhdbtdgu0UM8H7FvxZld66lrdQqfLQ
/vVOtF62cztxzntwI91RltYbRB7Sum+R1RWMXeCneBb6EnvXxG4ThLJHD/rYgjEUiGewsPUUvUi8
h2OL932dhHIjf0QacWc0nJykwXeK/L1LQL2czjwWDmYf7TKslN1CJhNxPYiuHK9+81QCizYlmOry
lDWqI/WL0qF5MSeRarGtLE72FlednGMasYFerArpzRj+zDQixcmuoOql16IBuR0WCkHcMAKWt0ic
Q4KcDLgQbdK61/eREvqtjwpM+92jRu9DzhLMkhfVr1XcwYIJADp13wX2F+TAU9h1FCxGe6p9Ee9H
Y4keFBed73O6Bw7KwThIjilMTq3pIctLqh3Srj9zX2JWVBjS9JqoM7mkYJALOGcV6uYhCrcoAJ4L
29w4RhJbRCUIZ/XZQ/zLsvZacZvCjuUbldL10Wi729k2NcMm/ZQDrQWz27LzEccL+9ZuOvDi1pJH
7jiYsolLPZ6IIR/g/YssgXbA0OTW1q7OA77uOWj40L21M3VGUfeBrBZkVZPjmJOUq+r8x+CC0lo+
HkPJ/hQkMZJesKGB2weM5tErqmI7YH5lAK8344ixKMr6BDbCeSJGtA5SeyO7qKCgGFyxopsWxSJK
6gygvnUb6i2diACJZdjhMZzj0t6a/lNWMUOgN7xKTqlWk2PTw/PIznuqEPkPoiKofB783WxqshDC
h2QK1oLxhbSBAba6QLKhtP2aCSYjzxlzhNAo83oUtczdy86tzCvGudzLSH3wkwfRaI+DDPlSroJr
v4f9jaHG+iXvNlykmLKH75kNpO1KiW/blcRsFWdqGDAbQmgNlr6dXPkZL/APg/yyZm3Dt06g/wUw
mefLY1OcypEEeaM/GguByhKtGftsKr39ivh1gQeUUXGw/PCFgYHUuJQr0Sspy7XSZyefI8A95Exz
E31Pu4fCbtcOEIKhVI9vaBymS0P2gJfDdOMip3bIzZbN42LyAs9njI3QQ0YrU/UsQ5EcfQFmmQ6R
f8h0Aak14IGIWu8U80i9sUiNK8rsTVTyfu5s6q7bT6V5ZFq5y88wv9K6kVxpC6kj6XNTOfNNV90n
dcynYYPT9BPZakFIohQr65DUmKvchIpMbBJ2CiGyVCl4IFGYU51Q60uugDO3HAfUZoYLAFuur0fX
e9ZxSRCPh7c3rexqnRW5bmDgs143+BcnPOlz/TPI1hLGEp7BxUNB4i5wup08Crd5gXeZfcY5KyOH
Z+gkgGL8UIQixjXgXNwYvLPNp+9qCKmViYW3G8b8Nu8MsFWY3rn5hBeLuStJ4R2KThOe0fcUwYBP
N/ZPuijSTe27DfflhKtq7D4xL6KOXbAa2bHY5YEy57jwHxpj3ushB2lDvXfQyBqG3mcrm/z7IEBC
PNY1tijWkKgInUPcM8HZoG0Nh7pX0+FrsmTFNizKV024PkYJvpui9Ifs1WcgzLy3u5slxyLUMyhf
+RDMbDgETRnJHQkYUPYsk525tZbmbrIC3K0iD7duRiFbTLqIZkPM4hKMaMTUJDQIQx6hwZ3PvjA0
9jgReEto3+U2A7xIyFutWKC7AnUk5sA4raD2kv5IG842FxZJLg57b+9SqzxmmwaZ9saZxK9J9NCk
GA2ihTXTysSu0cOZuPZ3V0UYrTsoqLyKwId5oGAd8gTrp1mlcB3dA17S2IQH+pfYQ9+dqvAq1CGW
wGYpt661q4L5dVC/rLZ8q6z2zWSABXGEk6VO9WuoEsxtho8/0d6zIy9ZRbo3aa/UBQacR6PZObn7
e2F05TbmiZBZ3UbRdmomMgxzIyKkNOWhSOtjqTVJh7gMsH7WFh44O3L2M13SWB6vtCJ9I75txo7c
VrI516+PNWMiMkNKO27GtRjPeCDlOcK8LdHScUSar26sU7YqLdSqTVYxbh25ztcLqHKzGtx7rX9S
uf4RoGGyl/DaGYrt2MsOvRrDCPDKth+osAxrJuR5dJ6mBIKcFnewgw9Phg7hWvx2ZfTLLydqCWdK
KVWKBAhAklwMqm3TdeQFR4RkoncgcO50KH6ipPzVLO2Tb/f7DHxpU4wPlhhWdaQmGrB+qSYiDBS8
lk4WZAPFugdOGKSFQ1+3ITMlNYee4AbUJXokbrLMcJL44z5KyPKYU4va8B4CNiBqqXdvaHIbiahs
M1Y/NbBCuwq6WGeGtDUHqYl3crMmwIlSlbvK4u0NMnzNeegdHYunyDi6E+2zyTHsQwTXtsAnFYb7
pcEZh+jrdSqrX6oGb1o6SBIkky9hrbGceQdryij7DCMoDzDHtIqPf32fSZMdNc+PdWlfROJeYDA+
MKhf95LJ2hWshWX115Z0VKribYaLHNZ+d5eMSjv7nfT+nW6fMoACAmq4yOZleG2t5asSqGJsLIpx
/jyN7D5eZ55rgaO7YizTC1xQ/uC2Hu2Axc+aZsewrbfRQiZABULQlxJNSSQPhkTZkp9+5a//srBI
h7J5msywIZRjLIBFa9JKnm8bx2K/dcdDaFEzIAQWvCxCc2DbnFb8LfCqX1p5HyVq1jRVr6qMSK59
kiM+Ts8v/G0kkd3VKe7JBpkhDy7IX8hOjoKuD5Ntq/RPH3tZpfAPtwJZpvKHj7GxnnWUqUP90sfZ
RPfaDV6Ad18trJiakJYW2kDVQFCJGslUjPIvWjzcVTXjpuw+YOg/2FmPOQJIJE65x/i36XusnQRo
XHvDkOwIeCUWKPAoiLdrmntvsBN+DUY9pJ59NnmPuZsBppakFbi99nAiIxrKpyjZlT6PFrUzPq2X
AWaEJo6ObcTi0oxhuZOSB3ewXlJGXvDt3rnxqLflwGcWheZZDAjIluDDtqQLu0XiOGeVnH+aBC+p
xK63SQz/JE+fgiio8rvIWS7n3imv29G8ltFzmXjnvKo2BTq12c942k0FMCCm8BoOtKjqebe0bOLF
1Pzuu+DVSY5dLO75ja7zBIPi5CNsI6EY/Drd1/PE6NED0Yy58yVoI40N/N4S1ec0mlcUkjg0awiO
IkAclY+kpi8Mg71Ipm0QMySLgWFbJTF81LRtyTX1Av+1Gz3SVIVXb3kiTdD7Ljwmjy54Pc5cPcwb
wa8EPpwkO6roL9IGxITrfE5I86EKZYbnWJV8sng1IeBIN9Uj/HQXbcoh5Yo3s7Vt2dmXxomRL4yf
rsVZ1yUsQ9MyH/2GyMcu4GrrGzZ/z4fi7NW1LJg9pjRsrxK7aHj16wTm7Btl/bAj5sBKNawyjjga
Oa4pHag6YuppoGayDcgyzmWn/r10iDnK0mGZl/ri58iJEAwc60ncRhzqOCZ5Z9qYd84XBVa/crdQ
30KE6EhCZxMCnBfE+JQgom2bhoeGDMypwTlVyP1EmoNQ9n3lIRRvYou8pImyyt6Qk9KQJdvYcC9G
zrupoy2WWdBJq12gmhhh4c9CPy+SsT/PBY45l9ADgWUVNyj3moRDrUpC9TUpGlVXI1jgnm68+uxM
lDybBO2RpYMTq/U2KbkcCw8sZMzIK1IJiNFoYIuA4vBErJFvSYiAsZrHH6EbBOeGZT/IwKeByLMF
pauPlV73VXarB+vRcI4d8ql9Fy10mxPwc6Xf19cTdL7OBJ+XXTOxOvNTEtT1KZqC67avV4H1XVXb
wTmFwNzI2rmeFWdVo5LuyHx4tDo6oZMKkNeOLVYFWqCKhHRaOXvBftEcX6KY3iIbbasftOoqqsMQ
AB8bGsLfncy4PVKXtOO6J7tj5MqE8rLvyDvItlOF4ayLqLCox8+lYdQzcXvfW5iacmjNOqTrsaZu
psrR46W90Wevlw/hPNRPFWI0SPweCus7uw7J+jZxyLHC5WEOnPjzzq4oFVuaN7AtxiwRgtkwos8L
Nk+7wM/IA5/qwu4KxQ2faPMEDBWyz4ZvMna+y5m/paTDotwFmxqRwgb7zBFIEkfrflCUZkx22yMr
ASxamgkdl6TVMmdBn5Q6utInoM+x37QSFsqC/rzE3Ve1aheyU5CxaVYFUb9BugZ1jkxJ4iquXaaZ
OSaVoBl2MXelyE+5z59DlyxxMjm6HXp+zi+6RNvce3FQavYWt5mdyhm+tv8NnrOg4SL2kaO2QhQd
lTeGbt1wdPZlUx9NKT6XeqEWsOSEj6xdkgePdkmLizetUY3K/hgNQUn1KG5HB7mvU33FSTNupol8
ZIHp0CXoUTopxM+MGFaxEbdOXdB12xwaGSKNzTWkZ5VeF8SAEKOMo6YJgouUdXvIvWlLTkly1EzI
CEai3zl32m5J3kTWVcdkyNdfmTWZVeuhSQTU6Ohlh9oI+sEpeEDaZblbrUp6aoVVHoWP2K01U7Fp
CGALgY1p9mVUnsMPjFXV4JCaExYfXFVEhC0DZ3+1bObEI3xeYoJL2PaccURxr0tues3h0mkU/NzZ
VAEN+D0mFmZLTihtWVbIsEbjFpdEd+SgKVdhxwwjqplCAJVrbN/NPs7NT7tnN0oH9WNRQ3dMqeWS
YCc6AKRN4+a2xEenWmSyyYKsYJ7ncTO2NObk1qWYQG9C3Yojzx74QKfaJVSHd2W23Kaeg2s+Wc7k
vexwU9CLWkUfWfhjakmg9m20G02S3yfpcCnnkBSr2oV+Qc1bBZxLS7XKM4vyvXG62yGFkXFKLpvW
zYhDqR5UgabdjVYrvRLPxs8Ok5h/9JX/UTrsS3GOItOb4OzJYuopqxkzLkw4kHIhtk5C5iokA6if
ftsxSemloIElQNIRRdNqtevTbQZRd0iiN45Ms3FYvbDSAE71Vb6Jwu5NTjy/heSo147/qoztXLcB
ejxXo5hP3XeeVfvJI8BTemQI5KpBS4VkrrDUW5sweeXDXoS63tbRdpTIJ33W2Lpj0KYcN+RJFo3U
3yjStxLCFa0OvkCFhLevzxYcMXsPGp8m1Ou06Ofjwha24btPskKEWXKekO0hfyNDLAaCWMYKJfhk
0C/Pz60f94eMe/Uq7NtTLmOwwIjtF7fkfRX4z07hm51ccjhH5e1UQm5Mb1G+GiBcN8mS7SLyOSYV
E//oe7B7Sf+YF6hQsWBM9UwqZvA5CSBYHdX7TmLamJP4MilJ01LBg8br1VfjagleaZ3HJKaGPsMg
Q62h6mKe1jPgRz5RvekyWZNWzyrX9cCO0aNbspbGpuDdVyh9Bn9uD+10E0fByBPdJgLfCyliK8Nd
364sXlfEh3kBOJsrPBVhXrbH2N4N9Xw7R3j66so7+W4/ngg6uRvsH2apaEEfKoT4NQ8QzFhAAEG9
JypINtxRHUWdmnIqIg8+JgJs26L9DcGY7URiHeXokgEcga2yD3lHdgec2YDFaSofAk3yQoMJAH89
esr5Tnmtf0ZFOZyWufvKUH2QZVpY23lkt1POMwhsh8LScCIwCw9G0mVob+M5pfHCV7tmNOjX6SEW
VhDzPcX9Upthn6LsDghuMhHvJ+IxKi3GaieU81KqptrBOlqBH1Hkpx8nKtY0CTO0YtCMHaBCXQrz
lTL1nJ1geLBo6dh2RfSax/GvRHfZjTB0RSSBik+p1ZCAglCu8ChEw0+Hiq/mhFcu2KfvJPulqIGG
BhZ0XXygXSCe1HWJb/Cm9uiH0Wc++qeM25FzSd+NdNX0dkGcp4WOHooj2PbRdenxb7ihvFYhqSZy
TgUMY0DokWUT/7Z01k6V+SWcXcLqZyKpa/XRDcj6qnwgdoy7vbBlRIj4dPK7a+WNyf204M5emGYR
4hU8p+gJSnL45gQnTFlXd95ol9tJAVzG+AHO3WTwD/IEc0GysPLNhCagXhvJSDgEA6HepvGOQTiU
W4mCq/DIf3DdmNChCpAabMIPSGn1mw5TKYQojqj8zXcYIrzeHbd+oKe9KOvX7iNdokMi8LBoXLrD
0OzK+XGJ0nQXIizfurybYU6mQpLSF5dU6XZpkC/xQH7nvn+nOCxnqp6+Zs+jv8nCH7TAL0eO1dwo
iyHVIhEihwDK3eV71QVb89EVUuylry9eVt0s+DuXHmodOxP8IM1i3i8Hm+gu1Dmp3Nb0OC+3oWZf
rNuF8LsCMdOE3tohgLFOHPEUsdV7ilIHmcmbvGfBTL3x1lgk4opVkj1LZNSslYaOZ2bFHkkbEGbg
btbcEMv9LFdkG6MeMTvFrww3OGIH4uh48K/KY5SiCm1mZEBhqgz5lfaFf2TTUBHurki3y5lT/pgF
UKrgoyBisnrQrrhtF8H4OaLEWHeYAgUmFjlW+bp1l60iS9Vzpnu8V2+eDGrOQIW3XDYk33VoBkey
3SPemFoPpzJ2Zu7p+6JH8r5YGGhM7JGbGiNTN4SZrjIxO+tiwgKnfZv7BgGpOqNxJc45rgHUnRDX
wNgR946CO0oo6/GQvPcx71vp5BVO+Y7M0MwhepEkwVxyPKCYo4wmrfU+6zg+xkWDTIQlx0UM/4nP
bi869FNtC+JpFIMo2bQIP1mjm2mkPxCVWOB0yWFuzHPektCE3XPYlh3/NWr3uYM3UVpXuyGovlsE
xm27bNciUdsiq04RW/A4SqNS39hqT/9wcjOQLs3J1aFo7ElJ64B2rPTQJJw+kV+Ox0yZO28IOKYq
H+WkH17ipETEboBG+pbYlrmbbnI3WI6+DbmLE9m6+vbHv/39P/7tY/r35Ku+rwuIxkr//T/48wdm
wi5NkB3+6x///v19MF/tX3/nP7/nv33L9ul/X/74XXd/3D7tL//P7zx81d/fyy/9379p/Y3+86fz
G/zzN9y+m/d/+cOOp4mZH/ovIqy+dF+Yv34TXsv6nf+/X/zj66+fcpmbrz+/fawbxvrTkrSuvv3z
S6fPP7850v3rzfrHe7X+/H9+cX0Bf367rYvPenj/H3/j612bP78J+2+OLwLPdmRoh44t5bc/xq/1
K67/N98JgzDyA05ZR/ri2x8884z685sX/s2LbMePwDEcz/dC79sfuu7/+pL8m+eHrh8JKETPk8L5
9n9f+b98iv/1qf5R9ejc0spoXgq/S/Ttj+Yfn/f64gJbOiE/0Hb9kH/IFuH69Y/3x7RK1r/wv5Zx
ShrAM67LcUyIzBDW1jUDgTUWEVa25BSvCPjZawfQXEaAvrYAu58ale9NC5wiTETqXo+bIehaCJNp
EPDWIFluupizPzt7HaNe4RWRgByMj0C5WP5Wqaew+lsfwAJRjQawkC5PX6OpZQruO2EdTUAMrl11
26yJzG33GgWBf05m2gTDml4+rwQ+J5cC4p69mn1cD9PJinV7XoMWXStODh3owlUdhC8W7b4LIz4U
GXueXe7aAc5rIugCcIddmgAC7rTgFBlrOk55ezIkGPnD0n9HV/PlSRKnLDo5Yqf6rAsCtMKpOVZR
cZsHPlzUNL417XJM0Bf4i7n4JnrwHfMjxQ/tOHD+dRY7e8oTmmV+5f2kg9JiawzalLxKjfG0wMCN
gnsqALQsL6Q7CTU11h74NARgRceYma+BTLaF7wjBLmdlcoeWUGyR+RFpnPW7irCfOqtetarfwqxp
r0pgcRU41dZdqCHu7eF1wIa1r2ibgptcziLywXjtZScnsu3W9Lm6dwmg/SIEPlmU2jH44uaajk7Y
/SizkK4KTkoemyRUuGO3tQb7AjtZIPPG+zy07pb12kZn0H06cfw0WdVvQU09Bc3zrzY077OeP2dV
9Luenj8UZPTFTTAUdki8ncZcp1ri+7rhXFcjUscFKqxjzMVzso+ilW2xJ3xABl8MgH61RS5oh5A1
gvWOpxgD7UQ4ol1eq5Znr90NVDw6bDJFmSwHPMmLTbpQTTVLIda8q7V5BH1Vecjd6dRnizgpmEc2
cjjzKS8zWhLhDxiUJchIlV+NQItXto8om6QxjT58Sb4HDQwmLcLGkNs21g3YZhjcg7igml/yt0Es
y7kIwr3lQQhJlwBvi5e1Yf7dp1ZIYNPyq5JoSoxTYbWpKEpVFjeS55J4nmZUEkv2kF0ne3IiJJn6
WdAdSyjl5+4m8dLrhuc6+z9jUp+Zl3GZPjIwqbuyXJBIexMmh8XNru2l6B69uP9J5mS7TNl7DoZd
rzn+pRXRd17N5CG4KNFSQle7qO9eS1O+LmQVtjZ26LgusNJN5UtXxi8MmZiM5rbbwtmey4c2GbDU
qhhOIifxuJnrI4WGVFeMc3UCY82+i8Gl63LcBXH5yC79w8XAS+6FwDGHsaQwjP15bGdXahpYUzHT
O81w0xGk4o79E1L5fLukKICFDxaT+yMVTxRAjH54FnLBT5mSmCbD6mT3aCqW4GSNXko+TQMZJy8q
66ggjQ8w3rSwQPxe+aNmv6o4osKgGKiZjvp//I8xDUHwq4gHuzfqpCA6ulX9bCqFrH4TxThJHHrf
+7J5dpL0q4hzeuIGSQAqsu8mi8JdOAJw5rYEel1ngDIufqJUOjMdIZtkttvhRe2dgKYcpK9X7XiI
ueavuoniH28CKPbFHZbOpygc083cJ0ThwIz4C6g0ymN/q0r/p8YLDv9zVwO9Wzj+tD3dLE7Nm1fY
7z3984vlNbv2M9MgjGNdEDGbsYArl+YxnUBMocTvu1+Bz+6eurALfX4OQpOc6Zs8efhQYk4PYZxf
5LSKlegyrprOjSruWFD3TSJBaWWAQtSKj+WqbglDNnlEDOxiWqFiETYmMXzWDD6A1k1+w+R+4pJL
ORN6XJW1dya64m7U8n0gkQVtC4p+NBcpaPAE2W1keVFu+lM0BI3U5jeNOTUnWH7qOpAewler1Ou3
SizXRWNuXaqn0iL8wQMJWY+P3avgXnL4/XvhU4OTfSyIQbdlRXtkUkWElXj2b7clMdBbY6M8WAiL
Hh87BK236Bc18aHso7cQZHAT5AjssjLQu3lVP3hDcu8uOQGgAktek7n9xkug+IBTljMxRGjO/OxV
+7wbCyY9UdK3iH2a5PT0wzBYX6z6GbSjple446+GqAlHdEvZGsQ3DB1S/YW6AZQCO9eUv6fUvcTi
6EdT8kgF/CEW8S8PZ9q2G1zCJjgzTVlcewydmGZa7wh2dJzLHkMx4L3VFzflWAJ5ebrcjkG8nJPQ
vKDEsXZ5RUWBboIfzVCSP2ewQntt/YCnEUV5YGFIt8JTW9f3/VcyNsm2LMZgZ/UrhD0Qd++nGC9n
17xZg5tuhjZHvyapgSE7o671zwmYABpvWNWgZtu0CBgIcKtLVCYlS+VBCfE6O/Kh16s5YWweTN89
+6D51Djv3djctVN5JkYU0cAqbRg4JYCY7RMTrtizNxJYD0lKuMxL4Rzppr4fecHcm8ONN9sfbd4d
fV48AaF5uqXsHNPRqmZU1zn9PC4ieU+Q56BJNSntFw0j1xibMO7oEYKddNiIGIfPLAaATwf5K+y8
g2BTQlxEY0bmxQ3sIc9ddY+MPL0royeO/vJuaim7IlmyGms4JR8JC3BZdGxEx7WKvgr1ksUepp7m
iVVJqeBBucudFPFLVOngODWXuXPWgmf+pT5i3YOSpP/ckFkipglTYUDKZIXAAdbHQ1PslTeiTg0X
2Hgps1GeW5Pu0/Ze9FoRVu9voZSG3Wq5zS3i54bme+YNTwThyQ6gERvrOtEQE6iQ/wMfw1ONHmrZ
HGU8kR27xgNZqHV90nN/DFX3YOB7NkNCH1Kb/jIR3l8HlUYSR9sU09gJ4u6qVNFxTAS+DVjoK99d
HhKUdTuqpxxSTyVBo6LEezi4axAJNgMHa+MaTK7ZUN3QuVidc/H0QKuTCXipDcUa9i8ntT5Jxr3J
w+He9etP0dFo4FXI5zDJRqBISB8ea4Qv28osPcbgQ95WcpsDqJ2AG+4rPo4sNpifMTOjysLJi4BB
BhZmjATucLIpW4pBTqpwh0gOmj6xsbI5PuNt5yF2CziFhY8aNESPoLObJXi2kpFVMFS/o66mWQDt
CAt68tasW5+dfS0Bw2UYWqCmY/+YIANDrFBjpK+XcEcIs4dBu27vQ4yeVL1SP4NQCTuW2M94aIXd
uacRptaP27VNiknQGrPLndTgI5NDJWtJt+6Y3PHQ63ikoTwLktk79FXC9u5mn3mhcFLZc3qWHVIn
YzCIdtaI7ydwCIgGYG7HtypFfdE29bNwCCPiMcBs5TaEHdUodjLrs4Zim3Xw3M/ggR3S9bL9RUhZ
4oZI4rIc9blek+2JY2tRSmZe/Qz/al111Av6lf24zErtJzC4KxOQJIIbZlk5/5hQFC4Cra+qu/65
T5uLluiEc1qiGHig257GKr2LW/cN1g4/eDF+LdVZ+SaA37LpRIyQxAWTOtYFu7uVcYO0GdR8ks2v
TU4LAZ6DiYDaa5Ll2a65fqnw1DdFCTWNdK6F/DpTOnft5kG0g44jeiMhX2OAndM2mYpW8BC7HRpi
m/C3yQGAISC0d13+PwXSHJb2UljULNjVSAEqbM/6TPLRQA3sBwsm2200jT6Vc2C9CZVa5HK4g43q
fe7f7QwUvLnYHtHGMXL/ow+lMMQyQgiHWAl+erlKenkdovOd8h7vGq8B6yma0C7ASJZMVBsmY7pr
+/jDcUV5PQtU6NgJqR+c1KuXZk8zntCs5VCYe9KqOjfjQ8xpaJmT9tVadL73g+w51v4NqtwKgs/+
mL37scMePmnSihM9vmRsaZy3Htj52J5Kv3tJEnQmOWG/QSROMsPvrfzph2WQ20CzJNlw22menyZk
fcqybG/5Q3iq++TRTIwtV2R5ExGVDtskTok4Mc22dHE0evglWt/ej62zRgfxfo8xn1lb4iCpooDG
WZLSxnG+KAGejjT4ZhRRfmd1/q4VQ3UvG/XDWP10XqRz8hpIxyBoJyZn/+xazep5568hziVjZGBU
6tNp7w/57z6696L518z1XiO67jvwdR2AoiREuNhujO/CyqCwe5LJGIQ3nc7okyiaS9aQBxY1oGAy
7J6V7mETW1qWI3LNBKGDpqIZKhFPlebhkC8JVXcZVQazxa3a47TrzW4Z9QmTtHsleqSiuF9SAsYh
H5h28Hi8Dwgac1yOpgNPmktiKFLMVrYhitqSbHouJSJDq+5Hv5+vQgigK79kZh/HkiJzcS0zc1xK
BA4KfPiqvvnrO5xu/LIjCXp9QC77uITzD6CijR25r/P6YxbRkJcYwZYJGLRAIOwM28Q59O3U7Utr
F5ORA9wWEKFn52Bu81cf8XFG5JBgtxJEWMIoWUnib7TKr8Vc94eSZp8EASryE1vAdMFsV2TE4klq
tujj0TDPPgJDn1NQyLt6dOSVqFncDRzVEDqPbSfUduQDvRppdlNWd2pWWau9BuM2QTThCZHHggYd
dF/0CJl6eJ4lYQJe2N2aAG/AXPWSSxSnkZqhXwyJlRP2IBDBfIaTZGIjKmght2WgWzYuUDyUybuN
RnKJLOxNdU2hC/+5aXKGIHrKEdl6z32fvWIsXGtPrTMpCZQQKF6Kk7Q3PpKgvP8KZfs0G+QJU0lH
J3UPxg8eJkyMM9lcAY7KqIg/J/cSzPp73lX4FcRNHrkRZy7dmLkkgBobyRzUzYEhzWXs5ITOrAz7
2JXdunR6yfylWEtCeoxkrYO71w/oKm1N9gUgweFS/4gBd/Ahsu2gRc00BVeye2MZjbf2WDyiU3zP
PasDPz+4C3mXsRq8PVTfIS6T5yl0vmZ0i5RKZCRE1GZnR/VHHiBzcG7DuEy32vPTLc3irz7SVPRb
5cVCBrMtgugQL2QH2PCSjVmefd8n9aR5c0o87KkdHxuEIxRK+kh4bXJKWuoYu4LWDiaGkKT/sjf3
LZkbpDT1n2WZWlczY7LiCoh8cYV5mAsO2SJrTB5tkGNvOonlrBoxuyWcUa0maNmA4V5NqqSe0Xh8
a1xgiL+0HOQbL87VKSFEMczjDy+kEWpeUJ4TTTIsAfLISznW5Z6HI1G9UDB+1r2ahEFyBZJz10EZ
573VAYL1pTkYm9jNOpPo/EuFpCTFyJsF1E4Ekg6/Kf4hjEFRjoJzG0wtUToNnhRSt3aFurZKbA8i
IOHeQnhK2TQourpJBP0WgpUJVZHaiWsWdgQoc/Y7XtRThrU0zUexdW3cB01+lFMGD+BUjwG7Yhgs
p577E+M4rUUK+zBkCC071kuM7WGw9bmS0W3ZzzTrzLdAYTfROBGsi+4VGa25qMFpML7eqk5B7EXt
ndeBYWDt3qX9pBhg7joLlsj6PySdx3LjWBZEvwgR8GZLAAS9FUlJG4RMCd57fP0c9ETMYqanSyVR
wHvXZJ5cZshzY7SQlhmWm1K0Y609y0a2MSr/qjQYQJFIo/ogVWFs9mFY6uu855Wm5v/XLbkBEnVG
wWIlTUQJiKxC/f/W5pSOg4X5tSyVRzLs1GTCYoU90KlxwGcBWrWUz3HwQd0ODLKA7nYyC+bpJ0jy
3aSeOg2vPUnRlyRT32NrwJ051Kob82Fmo4aqmfQ3CzlRMMZ3fQZrKYYazgScyKVGLz1NpexoBJCJ
ojiCoCsRvOPowzL8bGNF9FT0+auMJt6akL41BtkgVWm5farivEp7aELM0NFUahcKfR0FvjGTEIQN
tddlAn71Yzblf2M/VfgupqNSj3/szlFlsD1NJhhAY239EbiE8+vLUsSvUp9/pDIW/kvfGaD1BHPd
uoaYwuYReWM6SIvWBGagXThXuuIahQYPHF21EE2PCaeQnnS7URYvbUb6GwUiYkycQoj++AzDHbqD
0mt8/SfyqU4nOuhuxvtakJfg1JztvEGr2Ahu3aC+aUb2Hpti7EmcDREE6djft5XxDLWI+KSKfVBh
qiR+6iCtTHrfTDOu7AHx3kE+NAH9qeA/i4kOsZ4Abk7s/mu2Z4tU/C+TFw4SPUoST42N6GdGWBJc
RU2HqAgQTqgtNH7SrxKNb1LKzDTAuhON1VkrFCBgifTUuekX+hiDxqT/S6LYSzL9MYjdvWYfsp6Y
bK6Z4r0zeMLgjDpza2SgSZepAgayEsCNgYRJeesGkGoiVst4rEDzjjyK9O/8SCn5raoF/UFAKlJU
/hqFXoGyE7H/aMk8Qq1w7iXKrI7zNxsna11POSChKETP35Mvky7hqyDTihqg91xjwVWl9jBPChJx
hYlgJhdf4FAid1RpWRprYNeKnmxI0BxazGUdzUQ7hg1io/virSsRrbW8rKsUJG7Ex2pFaJO1pSIe
a47kVOpulcHtP8K4boleZHmwSzT5Koas0IM4wffLEAcJabHXoQuuIiW49D7DTlFmesYgHTgSFzkE
lYq0S+3cB4xV4gpwXUa7adKJEZakLPW4v9cItNM74SMrmRJNRQGyUJpvQzOvWlzu15of3p0ysbdF
I3ivCGtxSWWa3a2SsZZgLr6VyF8PFhM6K9mCnkiF1MRCh7GNku8llp2gcvAuzIaSbhm+gW8U+FeY
DJMZxsuQCMOHrmcJycDkfMWGCbOC7IWyAuOQqpjg+xEHQoveUWi4E7IqlF1VpRPoRKbH8GsrzJYc
MpoANtMIlgRMqScRHvjD8p5iHur2QnjOjBjNrjWgC2xBUgtTvBXi8CJb7bCLeIGqcsJFVrXbOFPz
rUloE2PFXHaE8tW0NAdZVZ0KKz+xU2X0YnGxSJZw7qTwrZxSssY0luRZehNSzDHcWlKPUBu19Z+c
kKFaa3weaYkLpMkSYk0wDyAZi2BhEd2GCsyNyrDypFGGSdMt14OUEXWpSd5kIbUV2HLr60qM36wc
tlXfoQ7OBXQf8L/xhSwiNv7mpOKCmAZAxvkSj9Q1P5y9RFiEliunTJqHurxFUnHrNXkvQpzgOEJx
lYvPg1klMpepFm1UGCiMMkCt5aKJeGQZPcxFQjLTzO0oqj8IBHIYeuqfpBSoP7tqP0sxqRtY9UhM
CnCQGQR/Ti1RhH5+78OYHs804QZlQM9GxBdbFljEMoU3iem4a4LyooiqEFBUhUCgs4r+bAqtrRKI
MvlbAIASAaFOzXOe5+OmYQ+GHYxSUxD6ry40WRwEH8jkS7cUOcFVFrGNjqDOVwyP7L2zXlrBPgMX
hcqZcb4SINZVFbI6QDbXhX8wulylgsFznhrSfpSvVm6NSG2lwOHKZFbIODyJ2mhHNneJUnavEyXU
4UNeV7P1T4mw7XQd8tEYbM3aZ24rdOAq6zbTHOyjmYBfsJtg4JLj08GHsmglrFUDwfc0KB1F22Ru
85LBT2OMQEnVS9lxSCvWtFOitoOJjcevWIypEhADs6UORc9qoNxZY85H2d/4yOwkoMT5yNWHa8Pv
qks8w6xG0UHuC283jitT0MlSjBGHRyr28lmlPyQzZuSNBowidaOyEQNz7YuVQtuEVg0lby6fMbb+
aQG/pcLIaQpGUqOiPCcHFh1lnXf/RKke3TSOVFLPsFljxSIYyklxtQb0AK3ks5ySS8Xh0zgmWWRr
kaVDf9BJBM7I8g6gIFlMnLvArEkG4/c9QI6k022eE2tuajHxIpJTuWnjec0mlUpxqR4tevAyAnlb
pc6ol//aWfkZeb79pGJF4n9lsvooG+OGpAg0DctylCnsQNBsR7O+myXtvWoJCSgZoRk0k6YEMiVT
nk1uanbZAtdTCjhB01zeideRHJMRj414bgx/ivpeIbBszyZZYuYh7s9JclaJmKiwMMrmh0VINX4h
0b/gQcBqqsCh7skuOyVMSo09ClVBv/nVCcFIvxv0ey7dUjpWTHjaXZFuRghThicluA6yx5/lLejZ
KknazTTvUzatrO4VFg+Jj7lkUwFOKUPVUpIYwqaEThb80sjuC32Q8G1Vt0I/zh3K2it+mxXbBQYi
H2aIJW6BBT3FgQQSpDlMlVzFf8z+dgglW8XtPPmnPLo1DEGH+wRNvfrsl9yT6SdXyY2cF0B8rt5J
9ujUhz//+epTM96j+q1Iwo01f+oDyzz9Jhj7ZN53vU3CxGyByNj7qBQBPHiheRiDXeXv54g2ZW/V
77V6EwmR0NH/zFg1E4g3fm/HzRZ/pR6/wqFaW8q/MnnEJPgYyaFl3lNeRH0vVz9i8TSkfznDo6JK
XD07Tc3foqERr7N6C8q/WH3mms4BggBJOrX5Zxh8t2hkRAoIgVzcZMZAyvppQuQy8EgHH1r2Lfpv
svztMwLy1Ycs3ZCQrmWGlfAQ+aGRUAK2g51BSA7Qt4hDKiI6JzF5zIjSGYnUabA2T2wJCNrhOFkJ
4sCIjjTx8lNCidJGjwwVEMxT5sjErum/ufBARqvhjcRCQb5U2O2TDNSOp7a3qgWAc/ELHvCjKQNN
tyv1kKNpEux8l2BfDna9Aov8iJAEt9dAL0wy8tqI4OFtwN/n6ok/mWg7wzjP5rlnQsQgAIE6DO0Z
jWpVob0tSajKbYHByjB8dnSiEqKTBovejOjOr1hmE/LF6S4y/LcQIwZc0Crja3o/FJL6viU8SUZD
IzFAmrHjNsycDHoPOd6kGgszfBWt/oVagoqUR7r6GHtrkYWvJEqpkNimlvimZdhuCcYKbyiOMeYj
FpY/Xj5eAnNqvWrGmUVmPJk1BCoy/F+WZ+tZem/ld8SV+lkE4Jlc0vozwHM6GoeqwPjsVvjqqNAm
BdLQOY73fXSqpu0gvaXBDS4zHjk7Fn4saJA+miGYFeNVG9/4PWsVS+37RgMQEJNLRQBWwVQihKgi
yzd4xBUwp9rn/9j5hKpfFx/coHKuZd+8IiThZNVdKj/N+D6Kf1n6J8m/Ces8I/6sJ6ZsDBtS5U9k
M0ny3qRcpwGla8kVuyT71Zgo+fG4i6XowcUpoZOcvk18ESHbHCg5boq8Qtc/p+FiMlAnFnRJD+Nh
nf5GamkR5pZKvyLfuN9Wg/iTs8MuBlpAssgsMskiKHEoV+h/2iV0kWX6A9S4+YbediDRjI+RPbHD
R7HY8oxdwixxjp8KOWg5hnAwIato+IeexI3G30VdGJOdphI+5k/EZKvr5Skv+SUt7yX4ZpJ5+Lgg
GYawDWX/ICINliFnqf2vnx6N+mFUf2R1meKLhAkQtuTAkLgT56dgfKn+V81nETKhHq1XOcj7grld
5/OFnSiglCpEWPdXHneGdWBYv4WPButRrgGDIWWufOBusY14GYGKKxknk0y/npNMN8Mirkmqw5LA
3gRRXs9T/DW0X+zgXWZbK0oCFXATtB2m3WVI4J08olr+McnEIxJcFECz1GTlVcq+QUoRzi8ITbTG
xFylpNbGK4otTPfLxvArav8W1V4KfVquvpGGt0yBNRkXH2cPvnyWQXgTSPGDgMWw4NbCGqN7IXTI
Vvhecw73KR7YbVLmwgeSQtPRIj5fkgLD6F+FHoT1cqG4PakPvG443opSdK2C5QZXc9CCWWoUt+Bt
UqmSBLTPKQo5qCUoYBse/AqJDvLuDts+XWMIAqXAp1yRc5jy8VV4s6iFdAgOISIFMhFH2I48dqhE
BBeDr5PE2TZKZrs1ECGjoAUapDVEDYcY3x+TPO1M0FQGpVPBvh9PETcbtlNSGlvllRStHS7ZjUwb
WBYh76ttnVvVJ+ORjFraFSa6AK+ZTzhJ8YGu5KH2ZARBKCX2RCMvMuYL1vQ8whIkiRD3mi3Rktmi
QscgY8KYKLTEi8IBpdNHQCJlSDJlCxID/irxnk+U/d18E5rPxMyoS7iKSLYMMIEb94G6S8f3snxz
MgRmeTxMZGIO7ACz7tci1ADPbnwetE+F97jofyc2CHRqIIsXir3qTmoLuO1jUvciGZyVshXmcMM0
z+HhDxJp1ZLXaWHNLawPBUNwQdPTc9GKHKAlLj1oL8xKvnFV6RNPCYPWDByXBYNFIcOB3IP1UiOk
cYqtqeHf0Z2otOwWClXZhesBAIDChKZnClhHvCjwQPhEiHJf/h4zfVcQcfCmLB9vOwWulambluy4
rGc0S2Fc9FwnJVHG8jEYL2p9T6heY0op67fuPsyBc5rcu4LVuNwb7EPRByU8WgkJqjxSGuvAnmQo
nPmT8eaL36L61WSHsOT50QMeiQXYhUqMo9lnjNxxOzCeowxNwMYRX00Xk86V1+JPYBfNPh6/R80c
HLZRIi2Zjd1VhGAWRPNV4KpgRcJQJ7Vntvgq4bKUswcEVXdcYqeE8Fkze5cHmbu6xF+L7Dt7atFO
JK5W405tkEXAV8WOgZAErXpOvK1KzG0ABrQg9rbTtUu35OBORA2hp+cOWt45ed0SmNuWDMAI0EUD
6IwCL7DU7QoEEGLQc7rj5cPtCcZgUxDEKxj5oehI9SrFnUhQLxC6TS+9N/L3DFilZeomq6VnjdHe
l8Q3cH+7YuApmkYPLQE/6wAYbLQFrDclIcEa6EGstSLRwYYE5rz0RgKFQ232ejXxIC54QUqhIxNG
l1lXzJmrvB5+h27aC3D7Bm7sjmSEGT2dCOWX+Bg69ZMZDWcyFO6FaXg++8mA2GOjT24JMchApw4A
Ey+V76pyz3K4F7cqWUI6fHZDa06t3JxcuZSOA3O6TF0ACgQu97HTsf7TZsOOfERWYu4u9HQ1h+wW
m+txXEZqMUI7sNQZOgPSuEoCnjFnUrWj+J6Jfg7F7r2SiYLOMvDADUkPwd4gKlpRW88MmfeayqvC
ciUm1qlu1Du6yJOaax7W3CjNvjXy04zmVJXbxsIdFwp76b+QagbvFKapSHp1QIy1rKJUJtZ6XPKt
aQKOqiBdBNaiOJo26a6tq8+aUOxKg5dHSDaeW72sbxXR2Q0R2uDrmYLFx4BobUlCIlIRlJkSuo3A
f50Swo1KTUeyuJztg/lREdQtS18SI98MeaWk8HveVkR6F9W3yB49Ieg7Bc8EsKTo/9WE6zXwGp3M
WmdorKyFzL4D5oGPdrK2ONqj+R4RVIY5hphA+Q3MltQcgC9H6k9kcJwXYGSaQ6+917wumUraQsDo
QNvPRYpF0zORja8y1gWfgQp195kTcw4kzkGrDCGGh85mC8dUZaRY4H/U8lk3j9JuJXmS/MF8xiGr
BBfZrc//Qe2EwNS4C7pLBobxoFoZL2K/y8VzrFzZrRJ072XZOVqzb9DtZSwR/pXjFcJTQdhk4orK
Iyarz544iI/Qk2AYreVjzKUtYU2YlZMVXXSXyZQXNCdeJW+malIHFuUIStF8unmAogkIT0+pYKJb
UtBiKMGjkTeq8ZZyACMeX3XKQ653EgPSZCvlHtBYpHH8JyIHEH+9Nn6WZC2Ka9qR4k9JXnh2Wkgs
5gbZwRwT6vfkrsSMTt7O2ayORP06IUgkG0wOjNgVmbfakdPFtDzONFspCTgnSv0nZXSCGLb3qvTA
xEnJ3dgtnHHYxphYoNc7c/LN5QWT5dQywPMjWoejgrRT6u8lMHk21jKaj2g6ADCzY5txjeH2rSP8
ysy8LSdvSu6Cb6W/Zla+yozPhOMC4ikjg46nAq7tOD6Gea/7W4KIQheVon6h4jf1t3rcZeHHKN/V
/ok1rbHeMuEj0p/0R/XstiK0uUdJOZ9LxxpD38qkndmw2cfUcOM7X4faJUuOMpLUeEe4oB3pe7M4
teqtLMuVoc7rZjqLduuIsLHU9TSeq9Lrxf3QP/ljiQLYk0SJiwmurFlr07kzt6KDGJQXgTo928Uu
GdryOvV4cPJtFB5GtpQlHu4cV/w/QbtXpLPZjwkR1r/QfzbSLYz+KNYHCxzUFQvnpN0g9cePQP0d
QOZaD+pw/ME4S066DmDgjcNYNK+GI/Dc/5aO74rGKd6SUpGfjeoImopz047SO1/TbjGegLTm/pOK
D53B+LhuHRbFcMAL9jkFV3ZX/gzq+9T+q4lGaR1JPWnjToj3c7XGUG/zmBPA2JHk6l9z+4Ej2Fa6
wW0bkiGorrZltGu7n55CzWhvEcyJHC2c2d9j9SiTMmt98fm7hoQS+jpK2+VX4SXrAeFy/Aa8OsX3
xZlhuvh+87W2oi5lL+8Tt6AWr36tOWZ+mSlYAWFRB/M5GI68/HQF0BX9X957yG0CisXOekkdqVv9
taHLlbEo45HTwWEMnk7iUl8dNIuF8oY9Di79Z+u7GXWivoQfcdd65Z9PkGfF4mjJB4z6l994C7gc
5fLKuCbAolLxLKUbLdFXrON0LJ4p/3WUCRll+jfXTx9gT/jKm6/lScvHwTWj0GGaQOXOgsvmn1KU
lNWnXO8jiHQEvGirX1TlNCbvuXqZl9/YcVDPZTFjp75aw7kJLiHOE0NwsSN+BfWRloi+iSyRyWmq
bdmcQtJuUFgOh0LcL0Hu5chSEh4LokbgsVC1JuHPQItRC0zbo99B+Bd5CXE/HxMVZqdc2uJn+QE/
AI8/azibGhLLsbmV+aWqttAxWMZonmmxtNzX9VtTXWrKpnfU2L3F8bJthCfIyhVtXX+kX+QnPhH2
YCfdFb+uM0sfhX+U63ckN+j9Vi26fSoXjqJTmG66zhvMh79ivKU8g+YIctTn87JFZ6LTv031ljnb
OqUtrvxtKJz4FMLp67/9NDs9mZC6L1M+KGzj4/QeKH/+tO5vxIGjCIUQxayVmVW7j0hFaDDuu9Ha
AFKXRpBId9GylKGnpkom24G90nTzozepv4acLzr3XoeAjYKbYq/QdxE5a8TRobmO1T3zaYVeEEVp
oW/b7lvObJzTVnDtSK5ffYmVi7SB5oRAtX3G4m3K3nviVF2OVuTm64YFlVNg/qGzTJq/xi0dbOi2
imJD0Fi7EuU6y6cZ2e50ELQTqbV6Rsuzq+giB/WXXkkMb5jb+SxvZuCVIjpYlod7I91L/qHQnkrC
gGszEvhhnbTwFUo7Ec1H7w5Eu+3jwkPzL/Vn0iaYA70Skl3HcJePR4sPvhD2UIIE+uY4/gnmH8iK
K0GFxOth5zbtwJHpxV+czslV8Ted5SxyVH6A0VE9yjtbO5DsgKB5rSFHnU0VLxY3uAQAl8Zp+TSV
BwU6AOqhPCtsd/vxAYsssrwvnZk4VZtnbUtPn5yJ81z3fh/87spg2yN/Lm8WlIKF+P/AZ4XlC0m1
15eXpnYMoHKBd7rwUwc2F3q7FtN1jgoTWFS2AwWWc9H5mhfVnukKDvl2s7DpcXgndjQ/K21r1aeM
kbK1os5ZhVcGfBVtLzEAnyxo2BaXEGWk/G0odry4LasgcrKS40hyJCDeH4RUKywQ69lcjatvE3f8
UTlTRjcQnkDJjcT9KYzRt4L1TCzyCy4xV05g+9m6OZgrYBFrVB0+6yCHYR29FfxcxkYXyThYHMQo
sPgkACEQmKwn59FgClIQxq692vTS9SeFgsd46QoVkuX07VoFVdRSzjJr9xCc/H8a0lAlmv2zwzYc
0VHNkPfapZUFlpLVXpScYQpwLKZvBhXVJljDohAauudNqdkQT9gbBWv4RVy+nAbJXm8hxbs07DQx
yLlP6Xg1ykeLtAtBFa3EN5ZuZMqbQv6SQv9kMoXrNNKucXGSCb4eJkfkJVe2tflEwThyYuSHNrrw
ZqKuzxSylaIn0fMhKc3Au7jbeD0y2HCUGp3xIZDw6RbZdjYOWnyCT0EwAKfzfuSi8Dmw8ECmx4jX
12Rvi+DTToR8FWnneXwzcOyl2zB9tU/qGLe2XB7pVW4e8nArsBkmB6O9s5hmCgi1daKeYXohIqjT
dwjMq3KXhxsQpRMmhewExZgHckSCcVEofQVxH8r3jHpHzjeDssFHQtFryR4PY5Kt0Zv0xd4kxNDa
zTapVmTxTkzIbcDwttHzghJME4y/xrizjEMA6CDwnQGMFjsVG94Eq6BFp4dJqKJUQog8c1BVKu1s
eixeSNAt/dCAL2AlqmwUvogP9MQTx588Bf7Kfkf091m/xmYdOAb2vqrdK+25I0BJR4XR0GKRmmXX
5j/F/xnlVwuewYzMHVpA1lG3bDy3aw01NnwnEWWVnO2Rj9T8DOlHRmKGXuwqllwuvN7gl6tc17wG
gA9Uq8htIkcHAhj2X+bwgglCEcSgjM2Jqt54Zewh8Mx6CwidrnxjiMfxb+Q0D7+a8S7MRyN+TQ6p
Ltl9KeLmz6C5mrCGsjXs2lUMmhkI4lGWJrg0Zz1/57jU1N3ywuv+h9gx/iCBiRcKxDbpwhoy2xiy
8nLz6jovi8+wq39Z4YGUV3G6qdpnnyw1ZCWeJvGSyzstOOrmkmqtTJs03wNMtEV4XFxhTckyn4SR
5BXYPdce6WEeE0/gMuR8neOa41U+IjakTAfS70y1RzWIffjkc4wo21h5QQq3SSpig3ReeiuD8TtN
Qhy0VL6vYTqa5X3klz32R3M8mN1FifedumFC1S2hKuuWN4tkookkmFZC2cbPZtFAA1/pr+ABaGE3
crXVrrVwScTTwg7iA1T9NUaLgCjMvv+w+itu88mR853R85p3wMK7f8voVOg+kvmnU9kGjx8smGy9
O9H2qPKjFG7IFfAo8VQ65IXws8mb5XJQlNuo3nRtn+jv6gK3Sld9Tq7HezV8xsJ2Jh2MQmiIz81w
4sClxlVoUWQnZDMP/nO6+MEttO6ET5J2h8GXjujS08VLB5rBxt+Ni9s1fIksTB0muAza8/O8Iyi1
bw9Fs2UGDVkZN0XmcGksB9AUnYf0vwpZXshNuyBF7c8n0P3F1Hsbdqkyu2yNquIpBWTMEA3vzsKp
tEsQCG+w9KDCnIh18zrhnYaXXhm8LnGS3B47k8hjfH3VtVR+VXYAKXuCCc9/jPBZtu5qcZILHM7D
3i+/S/WSQAnhGkVHP7gS0Us5Y71tZH7XIo/uc4x31Y++Ihq23ooGDd6+0SiVcCWIyj9GiYM4Uu51
K6zvYGv+Zdq/IjhZc7YqbZo1nEBc5Vbwzwh/dagM+M76XVoyyL+CdKySw2PZkh6DdlMrVw1HTZKe
J+qhbjpE/ckKf1ECiN8qN8Qsra2cjQzDDC4JtaGTcDrzYwYtOhYHVolNiszirDfeSEk6py812MvC
d9NwdXFkFjfKh4ponuVQMQpyw++K+M4VleuUo+NGbbxUf8UshwXhttwyaAaabKvR0bM8ePQqLhw0
4SKjbLJeBfEwVN+L9y5mMjiy1CnVmzoqWwKvK+uSDDCRbziQMxaE1jrSPYbLHOVfSoaK2p3tgcbH
wZZMYUpczNecearCN5ns/MaBQUyaoMOhIc9rg7wJZ3YLlGshnDtyzMBlXoB3sz9ho8ODJDJFxdvF
RuJRGlgW1nqM5m3PtKrtjln50i106uh5gYatUHUCliPeSv4ATunNSsLa9Bq5aDutNz/9TqpH136a
7Zq0qDjYK8rfkP+hVepZLlLHasrv0rBlBC6ueods3LQ5DtkOcEINlqD51qr3pnsO0oNfiBLs5sQL
64Ok7CISt42AtL3qyO5AFS8R2gRC9jpMS9MDXj0tEDkXK2J4XC17ZuV2Lg+DsfPlLxKRMfWgGj3U
DkWa8tO5PMfxQ7ZHbgvODOUq45qvSJRjaWwPuNiH5p/cA55mMS79DdmexrjTqU6nxLFqhFrDL/R8
V4G+BIiL7sqeoQglq19Bf0LacWL5OTIFCTa6Z1lbObpCGmeifMdoage0J3boiPyB0XLgS4XqueeN
5T5hLZZ8jUxil2+DX4cUuunMtM74nouPQLgM0lUj9WLizKLMx4676pkZS7OX4ZDxF9FNCgBmLQ0o
8L91k2QBB/5a9p3ovA+veWRClRRuWNwSNDxLs6bISyZVZxMm5WWrP2nYgSwE5jcqp65/mjwdhZ4R
dfM0fdQe+UNgbZEeaAqQwXEtXyf9TJtPkexMPo0RX7FiG1hFb5l6tDZxeTQYLlIGI7jQEZmylIkZ
a1VHKpjC3yfjL+9lPr4JDOjorzXjMimO8GfO6+QjizD9bxptC0WSaGFH6w6VfGpNZ/7LzA2biFo5
8iZI8q4Wt6Z/5gzgVJgwaEh0rHRf5RILUP3Iw94w7yTamuVx0Dd16aVciYb6XjNq1dDw0MoJGb2s
9m6yyRqKsz/u+WJ9sA70zUQvV1GCBn8dc+moN10dKGNjHBnYgK4w9hNNf3nqGElK2xIeLr40vZUY
nn6QCaIrOIFWBjkER+sqwGzsgDsz22fl5YJD/u+LL9zZZ5C9xdMxzH6q4bQUyf/x4JMBXWZij8VD
G4geYsGU3ywuGA26z1LlsyXvKNYNb5g2LbVNzSGzYupBmkTDWwrcRMr5mISdmnmReYpgaPWbtv6U
I+QsL1V2q95rrMfXbGfVmRMFuB9ewytdJPFRmyF5n1nK5ZyVRvo9bHTtzBaTEFB0yQsQ640ck+Uz
Z2ERmTfMLHYowlTErDlt8uCu9/9avlfuDVtGzcYQIIR2YZObNrws/nGA90wfHmKy7VjLTCv9szNs
s0Uy8y6L35TsPUCobsMdSiYSmzk829vlaRbkfb3rn8Inp7mWblrprDQUmYqHepojGcQjOsDDMtY0
YBJna7PZzuk9lD6oFaRpI0f7qTjk3QXdEqvbB6hxW6q/AYmbCoMSdiXLAgP14ii4rXJd/mKR/UE8
f/CbEYq7YR3YFwMDHZXrKJ7RmPOJMHJZTtl2jWIZ2dWngaCnbT+5BiG7ZdY2mNdLOOAXTEXsG+gM
KFWdnnUd6WJ2xMWSiTdVPcflg4FyYaAsHS+YDSPhPE3M4zwCpEoPOZXvAGxeRkhV8s6wTleOpXUs
SJPKP/wjXGqsZGlorCWUkc38GbOPleo3M3kJ1tloPXk61v1exMlBhTyg8YlIyoKAyquShse4/J3U
iE/wqTAqSZvvCiunxbTWqg/6Ci4oN9YntxRKxRe/dj3YLz1eeho20XqqXkvnPDJvozYImTWiJcNM
KG/RlXGs7mouvWz8bOJNxihBSL/i/MuHDlVizOnog40dADfeuE0/Xrmu+WLLzUlaLFyPB80O/l+Y
0rDwE1IJAvG8HI9EM4fFtST1MAkAPj2S+Yzep5WcRN7o2KwJU4vWJRLJ5N+UQJPtDsvURQt33bIM
8I9Z9NF0K5ZmIrWO8FXzj5Pqw8w+ESezjtwX1TkLv3UUVmN8zBnQGMFbg8JdNX4EcUuivc5qL2SP
QqUiNkdRvkXO18jKEn+d3VSvxt+Tl0kCxrlP1sudoM/bjNnQ3AGE5kAnpUF7j/yX3j0sfVvJmzb9
bgOqo91InnD3KQiIf7nIw/9m2SPFmvip+fcQw/kyHUik19LKK+o9qHZ1cGfUbOfxnv7QNReZ6hcS
MBhRDQUldYXIxcNtmw0RsO47c/ki23fMICrPX+CEFet5npuIo/9USfkWHyrg2cxOwSYaOKt7Kl2f
uYcBileW/5adQjdSDlqPJX5DrFcmSUGIbTjmqu8hJB2ofGyt7tKWOzlEbZO+CbyuiHZt7I+d4LU1
6sx/CUwcHdqbBgkohiqxpDQBOVredVsIjgOpNNmaPKolPRaj87NHg1+tMUfRcizP26R+yuU9a05F
/msRnkCgMLLluyhCMmP9oV150EZEP3LAN5zf2uRC+uV8NUaucOacm3EqcO844dLzIGFA4xYwzeev
L2W2IYxJkK1z7o0/qJlZqzLeRLhYxp4qPbplUAQare9fKLsoC85GeItEnIRbPBBuCszN+U59DCIC
i9mFW/8MSNURTwaKp3FMXVUJcPOSgaSSzKu6wKJwMIzhhcEQXa5u7VP67VqnHB8wFALmmI6SwlnD
zzXug+JjeRML8SRajPDoNRtGpsn0ghFuN8FJBWtFy700CVwTPIjc+QxyiPtACYnZiLzxD6vawh+M
fctefgCZqajOunlYROHTI7aI37sjVSaW4TxPHBpIfLf0BVlGiq0rGW5pHrKlJECbUHZnnauqkKGx
kWPzZsj7KgewtwkxOopy7yx3Qy/PDOG2k3QbmTeYbu7RHeYS/K8DTHCXnLfmhnTXtShqSxw5GS86
FZqhb/RpW+qPvmZ/xMefZFelfSoQtZt1Wp5M+W/5JAzlTRke5C3XX5HeAHLkihaOtIScVIK0Ze8j
vxJhz3Dy+TdG2Lyuk1+shKG3JYPGI/gNlE2N5zVJ3+f8wOcGgdvuZDYAK8IH8oMxvFfqOpzWVBa6
RWHtScPJrE/4HlHxEcZoURSzj5uSU43JF0yesJt2E/jMrqxtEzN6glFIja78eiU0fA3tA7v4GfFl
Lr4H1tWv7ywZHB3lcr/poRYczaPVuE13aI3fDOL7W1VdMOKb00ZbYVDkTxOHZF6JN37kNoMwkQEs
QpzGo1KySGlnHzTXn1l7H6c3nxIuHtEcULzm9M5etRk42JffO+LCZbZXGCJqz2/DwJrZXg3tKZp7
Nfor7O98oPGdGC+MuJSPlbjVFr/eMaSRr4kVlmikU9odIzj7pAbv+4mk1ulZz1+C8tHpf6jy/X4n
+99KiStkxfRPe8nzTe+fyz7H998ZDys6mzckKW5xj/odaKq2+i3xGCFx5watVUQC5hF6My0b+SvL
Mu/xP5bOa7d17VrDT0SAvdxKFKle3W8IL9ti751Pn2/uc4AECTaStSyLnHOMv/Z243I303RQx17P
AB8cguSG4k5wPlbqUf88b0wfvZtMpIr+MuWvdfzUoIbR/js8IQr8zQILkja85izfTaQS0WHckZit
G+XYY9tWbjMpd/Em8wgQpVad0ApLWzYmsBlhpYxWX0VFqxgZy923wgUz3kiMQ1+P2ADzcN+qzI0h
ftW7bYBEy8TRo5vtGZaQQKcSx8JaIkz4t/O4I9KnhYV1oYzIJiG6M7f2dInU39oihBna5+QMEAff
S8Q0xdE156U7kFgdBp8K+QlGRRhslBE6XG60Gaf3axjcGBkWGx5DdHCAw+8UmGlyvKXq2US0r5/4
uaH4AJbBEx+T17hTGu+F42XAJJrzcvQktYT7tDukqOlS+8SZSKwkNiADwuBHRd5Tmhxd1bm1WoA3
f0p3EpSk5nYIPLFcw3wWOO75OrT3HiYiFnoVUHdEF/wLUsxKAO2ATWUNsclCZu4+gM0aDLeZKNR0
0Vlp6l5Rbjprpx58SfU/mk5q9Ti6dHf3R5ndl/s79rhQjP92GfAvg/CYIjmnw1UItIOO1LtqV5tv
ZOuD2xLNPb1nwTsdfLXzdKQPKfso6K2JkV1sJ9lLF5+ReYvxtUW8NO8Mv/ck5OeIMbBv8Aq8f3Po
Gn+oAOHMydrH7NULG9WM+4tovC2SJL1512UKiNRvY/4QeyHORKe5iL2zbv61z5QTxADSWtAKNeVF
a9gheVgOUnlX6kPW/BnBGSyKtDWdFD9xdYu71h653Fq3tu7Qb0p9txHxbjCxAj8AVFlUXUvhj0ob
khIOnjLVyNLxeAo7H6IlkcRfDz+B/G07B/rcMLn9K8wzvxl2mJizFgewK+Q/oH4JDR/O64QiLeI2
EIkG6p6QExcHi/qex56uXar+FIT8iUhTg/KdBgxcwCUxAIzjMrdYxARIFV1SYp2dj7q519SDTbAi
JSMaZpFjgdMdJFHLH2b8qo2sduYPDBWxEX+v6FGtD2f4jo1fcgbJ1f/tmbFIg6E6k/sL5t5YS+zI
/ry1sfxL9HdBt25AKBmuiA0akLAb8ur01vW1W4GxWXA6wUCfbv3AztRZx5mmNwZ+rHroz/rlbEZ3
vlN7gZJjNEpE0013ymZtVX8WnFhTQkEftbz1/GeiiMlAWev+2rD190jvFBsiNiMYljrLK2AmVYVu
RBpFhxRqnNCvFcO6Wa6CC0teOulJE+AS7gizBNzEOSaB0KSMG9TtJaCsCT1YRCGvCx6+sOZVNaZ1
qACSHlpaKV+Yg2jjiuVHO0CsVNtR+lQiGGT2h0LkSXJRJSUH46dJ9VCFcaAgMXSYNwkndVYzgVAw
kqLsrUhA3YKrk8UVKVvmKfFtVNptiFrO9pD1g91JaGFtNJUQzgnNOmvLjwO/sAmS/so4SFaEWNoU
n+B+N7btCxHPVFUBcDvGoWP4jq8Wfr3FODkMfDVecXPcSwS3rvK1VR8AV0x+Flwxa/SnDHa6yDJh
wwjITi6v4nnPyOnI6xfR4FiO5NzwElQBz5LPlx8+xL0s9CZwV+q8E19+H7y3pKDFJZtsNIJQEIIA
suMcVKoJuGqnxALUYdrhqjadT3k5atW9ll5K4mb6fVB8cihomq/GbwvcRsvklZSu7ABhVhH9bBb/
yYgblNhpP8lGYNlDAAqYKVwvOGi16oodj+Ljg5i6ot5YU7YBwgCNxdu5kCkmRNhjI6xJfPCSoJsR
kh7dJW4/o0i3emhu5NgBHpe2lb74pGz7ekuIuiFIPQStcEAFWT4axnpiNDsCkrkKxJZl9s66OGJM
AhirJPMQgKE6zEz0WtGQqu2Av2FB4MygISUFZfRd9SxfDQ+V8SIn6B6+68YnZJ1DgnNdqFcA6+2U
3PqIdDjx2IAoStbuy8YNpJa/pnKrlxORTbrBTEGjhhClZirfESro2u7XmQ9sNyQ+0jCd4Joa0njH
X4Ejusmvjb5fwHQdmdvP/GF1QK1k8eIO9qNLnyHXAtSBcQ2za6eDuaJRxcsUWV81Fn0NQ4oz/xOy
qLHfcDqzP3ultA8YeXkmq/Cy5Nt4fkzOY0aWGA1QaewD15QjALsqwrznsnY4EQ6z8tY0BEA2P+Wn
Vr8aFdIQkDRzYshHHmgs2Y6yW7cAFpNtMiFS3vKkcKdrE8EOBYcBzGwAIS4s+sylHqzsmgVfBrAj
qcco5g6qRRcJotQ9vSwOxmKyuzPq39OtEjzEYSp+UPdbbhsIHQooqHxtHAfIEGUU6qocjpuzlDdb
L0k1+lZB5KXy8g8T9AJ6SNoo6U0uYeTJdU7fdOUyi5JBpN2R/ezIRpCiKxfOEk3bUPtSJJytzVcb
eJqIunq0KDxiAnDk8RELPwF0v41GAmSLvHnmcgCwJm5W9Ih4VeYzpG9m4xTB7DfqOy/xtnbOvfnR
IM6YicNPQtTjvCKzzQ+ZzLxx8QatAYqEp2Qyw/+Lim8IiFbfMj1IAZQSh0sm79rp0PJDKOuemfi7
FpCdddBCli76I1glRuYF4CfdvNXjD2+ynLnYqlVpnf1Hrb321s0ICl8mmqXCWNfoDKNLBgw8urgJ
CfHB2AVXZ+XwDqfWIs4FtQoaXYIC3GgzDBTfbBoXoLPzR+e9IYxWamlW4rZrt5bBbzL9YoiMKViP
rqVxCnPIKJ4OjYnGWXrXqtqfEEG2zTeYJhURhb/BJvTiYhd8G0JLeejAlvl1Jsj8kL3IlgRe8imh
L7ZCPmHgbrEnrHsp31Uo/238KBqZ2YPGDQNDMG5Yg+jDBaREmvjBGbiSljeiWFQA8yvZdIs7eQOJ
SLzkUPqLWwjM7ZDO7PesyArttAnT4cRoKPUnu3/r+KiLbHIaZYrCCu1sjFnaKACAbS2tHd7ipDoW
C1qTH7Jl0ZNLzTnBESJxc2bT3cDsUFE/9fPXtFeIWf6szwwHyFC+zc6JCiAjfUQIr2gzwjq8F6e1
mnhcRysa0iRMJTjUnadG1BBRlwzrIVnYTvBbyq8CHVIaurlIxHBKddPr3AT8dDItylwKCRal8mgN
gIC3saDvu/VmFSSacMi/wvrMh03rhb5WXMVREEUn8hybNVIbxxvmvUqIRXRTY1eOzgJiw2Mh9DEo
I7eKtmIeo0nZB3eM+EezO8xEnX+0QMAmXW5htnfQaNvFm1OgSODLR9JEfTxKZOH6KE6qfTPLXZnd
1aZY98o9tSyIa/QniOZHrToQ6LlmEYouut+gOd+q3ZGPxKay6dVTzhHYMk+q2VPLvgNiNX5rrjTx
PTCErzGzzdWHovDLzAlecRVG9PIizo2ufDj1Ufxiq9S3PnnexBWQ9bdcvnXquWpGGrKXXVSVO2uR
N+lCwD4ugUotvZG7a/VcUnqlC0IAap2hCUWgEJ3qv/Nm8iidyXGQLn8NKjLL2LXhR6i9NAie065H
jvwpa1+Izv771YEroXh1SJiWZzoUcLZ915hTSLCQQKbjABoPbGmy3ufuFmMyKvMXyiQLn1eveu2H
P6KZWRQYlzqvrN7GTb8hbHmFl4TsLOjSS1XJ9LXcRU9k5VxGgIz6PQmfRc+5j46EMzqf3gpe9ows
zKnBJLogdVe2TbGp7dey3SvJLRqeGq74MuzIlCC5h1LQbpuwagxrtExa7IPQrtTZJH1xYqlCnN/R
Jo52ZcHTQc3UQmVsfxxutDlzEldrySZFz4WuARJvN4R/KKv+WbeeKW9JNLNZ5vp1lLzWxa8ZvYTZ
x4xTYQE/GsaXhObBaL4xPjh/ivwlz+cGnUL1Sj4QasGtTbjrUw/9+KO3b79YejRaQW4k9WD2OLfz
vUxvBFPq/eTSLbCO0ZcPrezVJpjC6tdgujNxpBRvXACKtAfu47DwIOOw5R5styZojJeYdTMlXjp2
S/nLsS805GbtRYN4x7aM2YXtTEaI9QgCnPGqbyQ7tdlpUP6o5BGq0iJl8dF7bLDO9GGoOBKgwMTj
NdvGXifbzLRD/rcoLsTGS246SnGkkJSqEatszDJiavKsLmBwlKs2sNDVpy6dBGblmOigxLZwxcVG
BeclaDdIMYVcSFK9MCIThtTQmzjBrOBLNl1U7atU2D0QabBmWAxXJp70hiMwS36b6SYG4ikHQGwG
oIcUF/AnXKzzV61fF5NsnE3FxLSgZDg7SB/MQwi/Vuu/9XK1ircC82Mtk2HNSz9wAhZMPVi8AUiZ
ydc2IaqkaJ1U3Ew2ugu+Fol1Fadj4Ks5UNIB5WSj7i3cUTAL/a/dfkL6OxjfiXLfAv+31NF809MQ
nwiqWnX1cf4HZmvpDL/Ne4M1Qaf7GLmaGcEP1rk7Q6aJJdJsnxGfWIRnE126DpcdGVRY4NDGcLn2
0xVbaHbXehwdqDvRBpJ2y8BJHoMFIWx8NtC34hAcasxliLHNPfdMmOwc9Y0SNk+trwGmIxFpNtc/
dfWj5ttIo7FzIhkQkZHEj3caNKLQSVtA56IhBUX4o1Y7FsEk33btz4KNcoC8JQtQ+3FwI5vN11je
w3hrlFvbDTfURHIjFoh2vXRXTAiLZoCe/04zaoZg39uNhFkv3kPF0Y7N/skwpLzU9iXWryEdIEAj
ntx8KwS8ZO1/RKpR7smJX/cwBRvdrUgiasCp+WM35JCBH1BBuCYxD7MOOd0O0huGHNzJ4KoTM8nO
QFaVl3sZS3B6attrquzH8UgYMHlJryTjnIL4NnGs1tXaYmGxGdAdXISM8qWC3LXHEAaJroB3H5fW
m8ZXbPyrDDY/6vDiQkN4MeJ8fW3lXubl/L1/zibyovBTLEJsQUmx1Xxjo0tekBxbydMIybXZpokr
8SIAPCAjCFG5h3nk2IItK21KFD7fVOBn9hO2vS5+q6v3PPsANyxEZ8M6UDZcfCZ+X1AZpeGj1HBN
JrMLSXsDhKjQL48MF1nz82ri+6RLSXuhNDr+HsbvXHs6RLrNG/Uy01FG41D/10LiJcYXn2RDuJR7
hBZ/2OEd8MWNrA/V3lZreMVsI7+DYhjStomeZN2sR5Vi1EfE91HHvhyRo/xMhl8ZMT0YUK49avPa
M3jzG3EzbTfdc33DoQZo5E3ytuy2cnMjNo50zZcZ8EPMio56Ip93nbYPRCPcjdQTi9xc+dXQroB/
CTMQmlxyeQlPliMURNH3NxWx+FvMH7ZXkKlo2mTAZfE5fHZQtAud2gFwGwFAfG0fee8NzluUvEXR
szMf0nin7XiWGQ0vsy95tXGo1GOfY79k/CIDqQF6N9k4ezgdCX5H31TKMcaayr02bqXZr9KrqV9U
+T62pAZdq+ipOUfArbLei6Djf3XtE9uFsW7LGOvC0arJjuYsxa12ln2n1gJXubEOsvM83EkXse33
yjpqpPxBeEIrYbFc3irzxZm2qNsM48UA5DKqgzF+zwD3tXq18r344MxjY3ETUj4SfCv93GiACneF
43mKflWo1AG1mLMJKnIS4CXWOMNtVK79m128SN33sGnofuPUpcAs50jR2LR1ntOYwNZ0IRZOPy10
GpOd680dz3a46kffSU9w1C5eRHRIE+narpgYUxYz4JaxAqS4TNkWjRRPuRFfBRq/EA7A8KdFZ7Wf
sV01mxibvH5Q1YsT4wjYa0TEgHB2d+JjAXkfCejEor7we3Al+Ggm/L+lu2Txr0rM0yA9nWGLUFpo
ogsAG3v8DXIQZuNrAu5HC6hPpM1wUQTGlzN8KidDXzmoZhziBU8yaa1IWqSvtBBvyXrhrWbapHOR
2wnGqNwI6r7H04WEKpGedFP9x3Rbzm+5aUtK93TSmU+VLInZBUWpyoEhYvG8OfouoVlRtrshIWlj
+qrZH0AksfIef86zN9I2Ub4mpKEnPyPxP462xZ24wSRHAukfKo3Wq7YlUjHjA+wKXVjrMJtGpwJu
jHGHXLO2OSFE5YWZCN/QkURxg5vymf9GpsZYM5HtEuczqL6T5TdZ/nj/KMw4hECfar8F6qUYyJ29
ChsYIwA+UhHanm0F5skrlH3JxmnAWs5WDF+XEtLr11q2jpiuQyEmpVCL/BUkiTs1e6kbjswS3XN2
iftdaRxrAlic4LxoN3485WQhkUdzEDs3GUZdGZ2jYH4rCBqQCLM+qDATXGiRwIHqNx2myki+Hfvf
ODA2Y54pN2Ti5jaZBKtlOCHFHIzPouOqlt9Ii6JPjPb4SNxdiuqPzYkQAaSKh8JHPq/v6i39Sler
O1lac22VVx4XmP1E2wsRv+Gcr0p1reSLnH1BIiE+F90WVnoYge8b6TnLTD8S1kguFgWdcW2/WNKO
bE8c0ZiND6Nmo4weEBj/6MZ+pJW6XDepq2sInzFaTeV3dsqYm4N1R6xDdhdHwJy8D8GpNT+cZmc4
mCFd2qYIsAET57MVzbV+sfVfAI6Uo6fnKULdgqJ0bWR7VgXhQPOhuKl3cgs/JiVwQMdbZqda1cjA
2aX4DUoeIwABcrqlDKxyIa3XyH1rx6JfeoiO86deXtVnwFHrHJBKzvENBG+lKexJzi2N/9rsoMWb
sPRhWMLyLUfgv0wc6DXTMYgv0lT6BUIQbeuH4hksjtiacfbqxoUkn8hP/AUPfYf0DXE6IhMXiiFR
IbnVwQsbQEv5XjD0aRNKs9EjEJLuLYzWRCcqyKqHN4QV3IQvaCNdTftyeu4FlWty1Rr/xpgvmC7o
XvLEhDGnRwgnt/+VkQYKGGP+sfia+gC7Nuwl42zKrxxs38WTnnrMQH6n/3XAAALz5PrAgd5CiBMm
CouJAj1St3bw2gzfTvGbgssb4KObbKYpHvQEgoV+rlVY7ebx2evko6MCIOMlvRHPFTFRMFgMqBkW
1MG4enRC8eUOLDJs/FHdxcRb2rdU/afYVzPHV0ycvk3XjhRQaRWDXivnUH53mmdvr/rtvB2nI+E6
qeyPy2lwB9iLuyy+Wma6gUADudjSx8dxQ+kpHkWA/UjxDV/VnvEvpJqgbvTgsjAsivI9MtyAFWzP
HjZZ9y58LmGOwj8EHzhN/NQgQ4uEEO48ulBG7W6wKMM91Mk9CT+GEY7ApC/qBn3IlXTsRsQp0Qb8
G5sLpdYbpo+EGEZOqvHQmP/ZQgIOJggw4PtHAduMbIprgN852pGTsxu3CPWyZCPx2wuuKc+6fErG
d5ZAu9xIJgEcoIJgLuXMppHtLJMKPdbmLaiFphBLzlUo9W8g62uz3nYbyowIJ4FWwphMIx1lbUxE
iMwbTrBScaMbwvi+O2Swo8Znyo0QyYdpvgqJY8IdF3WSm+ZPaHg6qcm9J/ECXLUsaE7fqz0JLuy6
sYPFhkhMmvdk1DSNdZCtLY1IU1IIfTKhat2ya23fDL9nJBWxdOJKyfJ3Nb4DwCOLZ7vErZgz76zi
+mF3CAjJWG41vvstC3Y2feTxpZLuffQ5ZGcaiDiNjiAc7Xbctrov9oMyc1F6DfVJXaNpL/xC+7NZ
ZcruuxvhI5tDRh4RU3y7NQd1Y7Ynq+fD1V4gHTi7RR+oEAE7svdB6PFKApTnmQRnX0XhLiJ0X9mM
49sI3DUOyDXCi8iy0MyzYxILt0/JyyNIkwJ611I/MzhEgxNwInug5KKuVu/d/KW2H7rn+AilhGiF
bH6ATjRWQOQJLZfGfmjQL5qUVPLXY6eFVwYbvTVs2UsdYr7chuMe+MOSzniNAbl45EiqSFqixJFT
dcfmDQ8WQYdNh5rYS7Vz2xOJxcHlL2/cRWL4MUGnS0SKMkVK8fDH4IVLuXxPdvy/Gjf6rQpjbQQw
rgjIsNQ4SH86NzeEyfFXmJiI/M9P83CN+/ds+CEzEPNACITIe4ausqVwXOq+ku51WjR+46eg2zPH
NzfyskcuuxE2hbGhgvxPV89IQ43Hseirfgh6SxuTF+bvIecNgxsSd1IqXhMX7gFp5HAtTHyr0jZu
V9QozexEyYOhkZzTBP+i/daxp48vYgMeh6tmXTEEipKXyNeNvy7bZ2ArChuF2KtzLFCQaUSNBDME
LrKWIniLFE6IZR9xxuEt6r5qbLiaP2GQ5+7lY0TAk/l2HjaTyodj4SqJqL9G1WaZNqFguVe8gRua
GGPBfugP6j2ExmPIfuqaoTw685iPCtMszY9TO62d7itEHyP6+35lY8vuNDdsaqPbO1vGhKl9xTnJ
8cwLgIiM/Do3ltZRBU/O14iNsuprP7OP/IlohxQCKQGy7G+7o4pWyJhokNOubDgyDCKeK2YNAQqG
0dHhIRCjIamObtNwSRA/Qv82STN3cgRJIDnn/WP66jJa4Hw9uTM0qO2O97kuPyWWy6H5VydHwU/Z
CAtI0F8xGOTRgedL7NZqf05N6sPhCLXgL/5Ht4mQYEkz10d1m3Qa2YNoLSEI76/2+MSiICHSSGY/
Sv3X0PKFn3Jpv1RyhAgi7ZnvbfTeDE2t+Rw0ir8sIg/YhYQLgGE3ofq3uKs2BxARwm38KQRc32ac
r8nVzp1LlO7t/HNi6m6rBG0DXsDsXaAOBWQxvwkjwYwaulpNJN7YwyH+yDwOXFz1A/AYJ38Wv1Ov
sxppSY6p0hi4a2LcVspnw+3V0l7PO6gbhDmRVBViLhcjp6DAkEDq1T7BFqwOwCr3pH5V1VepPir2
gdY6amFcxqo8+yqYuCmYI+HyXkEClcUnfLNpbmWHwVl2M24nBlFEBtUXDL+x67dKvy2dA7BYgUQK
LHX41WqgA4MiIbixRQFJEWN2VJ3jihVA0TEDN1hjWcv7N9Pt23xt88zUaU8dLY+G+Znb39X0VUCc
reAiWvDj2bUogacIfs1TIFgDXhrTxIs0nsQpz5EnzMIl19A8H+G3mGGISaLXR/WSiTNlz5nT6n+Y
NoVnZlJ1t7nF01+PTJLXlcijuHpwRq+11sLL5jBX3bFpYPzLl6d4S1CRpvafQR27RKRMx8Ntk/qD
XrphYh9xma+pU4+aA3PC3CFTGgDvwLNE2Cv9ZizUgSsxuwGMZ8pNbOmpznlHuBXVpesQEUE1U7wm
YpFRc+D/WPOPBUIivtThjR+RiTH4x60MTzN3++8W76E/IToBVgl6AJRtYh5kHoiZKw1JhYbLSXMg
/5obb3J8NRCBKzvm5RHjIOoo4uXNYxnD+dzFnJOA6LwIoaf+Trmc1xZbW9/r7K+o+BF1ErCXuMhZ
DB/wqEbkybAyhX5fXgmT7xRviX9iB2cfB019RodCldsaoXZR+ot9gNYch32EyU2IiyRafrYIZtbM
XiAImBFZjQ9FQkLsBegflqvwoQp62VV697P9KAkk0ZCTqxTyfUgNxgliGWRUjsaEGHKKeC6oC5B5
/K+J9dKTMBf/Rsq/wCY93Uu8lqB62H5XIBpqfO6nDykEpWUGQdZMiaX6yVEqZMk8qVgjxREnWZs3
k46Bjn8kQuvit4SKCBPULTIepnnR32XcAYp2yAmRSkgDqqp7xLOZnHBy1xI2ll3XHJzaJEyqp2rR
t3W3Tq5mfABPJDt5NXrWGniJnwv29TEVj4RPrUbymkau0cpdPRHBpbs4PJsAZutvhkcD+Ybl9dZL
QogOMIEJAkm+A+MHqTidp5p3KX8uBpt3viHlhVCKlcbRPZU+lKeIL4j/8yYveFeP47xzFgrPmVnl
Ww/jxnIBir0Z+n0i6hdMzuirLV1l8yOA+HcukAIUpjjTfuQ4m+U1FH2Xn00ZTn45cL6FBmI3ajFJ
/GPz/o+LsFzL+nbo1QpHcG5iaCo/aM86NytLm0g1dJXqLCXAFEq+yXWCioDysDCjDOHReG0caZuN
FAUtxwQRd8wFR7RbtGJPDqN712KNpslAVY96eWHVItaOi1RFw3uRUQcVO4IJxCOmw+1DVVYDB6xB
L6S1ScBpgsiTEnyEkAB73Tc3AK7Gz2wEXkU6By2pq4R4tQxiIr/LAujl/B2bhwzEFyGsvBPzFUrM
MOkvj7tcXULnkgavbfSvHKg5tr2zPuAVAKAyrgUoS1pRhsDP0i/8e/ppMbupBwM1aksHQMvOWqMA
Z7vH3ldrR4MvDTdt5eMlmn1k2/30TxysHbUOUX0pJFwfdFYUjIi05JJ9Gx3x3JqkClT1b6q91diP
38zxvbbQbRO6oS2fAZSZUfxqFtw0zZRntVNW1vwlFtXKMrxGvTnyHnzD8tMdfAftoV7l2GvmUmPa
TdOniG3LUnZEJOW2xw6A6IkX7m0s3gI8lrnJ6qbw12qZF5GUQJn7rG6jkQZ7oKBwXTO7Fd2XalkE
i/ER6QVXvVF2cQVOTEHs9pOZIysh2LvbFywmVH7wh3J3v/K4wS+JOC9t/DSUD8J5eOsClky0KEjR
+jvI9YoljwPCIMWLj9IyYXTgqxavgk1IzfT1HyKaPxKJMq5/ORHg88m09tr8icq0tnc4/Q3rEeb5
ag6B/cROmH+H8Y8mkN3wLUIC2bcOnnzo7/yS97eehlD6BEoSLMQfjc8Fy4HevqQz6jFmwbkjrCVG
vfLh6A+Lxcm0XoTO18kvuvw5kn9k+XVNcikxw4qnDSdq6CTFhzeKzZ+MM22OdfjlV4J00bLkO21g
9K7fzV8M9Tpp/W1MQxC79RjKPDStS4HZWmBJICgS45oif/AeipkMAAPdB/cTwWDUjlWYUFULGgZt
15J8VeqTdJGgObZty5W2XYrvHMLJoE9TyKl6oEMk7ZTV3MHIGBZ74SPdDfQGlnTvfKlIDWLjx0y+
gvo2z6h4Ga965mTZHxzgFDrZ8N+8x+yL9UjS8Aris3eJDoW9WTgS9Ohcm3z11ftcfle0viXoENWu
uijD2yj4ka04HRX4nWhEDms9gVFoZUQNEq/afym+/oC42CDrNrNKMQFupIGT9TCM6PmZtc7vVpC5
GkIP/lfcKIhhb0p1aOR1BRZjhVvpN6iZYOglC1zgmMkvm10hGas6/CkSh5kYkRSC/n7bug7A6EnQ
YA45CV11LfU/ZaJRjU4xffAjdvRggXWsX1LbV6/6cOv0S0mr+E9JGFW/Ez4mlWxv5x3QbtWWF95y
S72ZzUBkHhjKw6z2k4Tuy+3afd5/18S15XnJ90R4OLpJSuVKYSbfyEISezD6VwwfwsO8f4dbFx5+
HU/ztEICCJUc6jSsP4nbdYT5ag/pqvP9V9NPjSI4kH6UYisAYMD/KH3MnuaHTFgv1HgJ+jqJ/uLx
mjmHwafDHBqlxmDDJrQarA34UJtuJ07ZxGTU92PlpjpXvTiz8mjIWxAwE7GA6kPn8Y3tgEsbpAup
I4J5qCAyqm0yAjl0g0XEgTFxxxeVYC/aM1N0HviikNGkX8OK+JF/QHpB7dazh5+HTKCrZrK4Nn+F
9lF24Lty781SvIlx+CFoIyKC4YyBg++9x3nWiOjw6iGxdcjyQVMVHPvUPDtvcke6/0H6BwpPiEzc
3sPyh3ZK/ip+hWs6enn2W1C17gxLxJ/5VuW/COCQGNC6JJEldQlRMvAwMfu2D1ZwQUAH3VXwpyHA
yRQfneynWl7+H++LsF1TnQsUS1ihlP4ztV1If1TFpaB8Mionu9m35jOIqQP5s/iR6bfZtdCdtWYc
yZbrFzAuRis/YjtV2s5zBlqdM7Is1Cv2NkDvHEBMaIMEc0Rf8Cq+orUvpYC5Ef1VvLcF9MvN3I8t
396LZB+l7EzaBaynMDvjvdYPtfJQEZ8uQIVN1W0SBEEqT0i4SUgP4tllBet5B/5jCEdP1EfZbkVw
lYQYtcKd2dViQVqzRDMDQRskQnou/RCWiyCeDQg2OEemZ9lM++k5uxHAn5ERkkJ0jg+h4wPPUVNS
S1g5OI+FAauFw2ICRk2hcQEmt3x1Y4TQaL+Jf0iJ4QofUgs5J+p0kqD4/Yq5EqyF2jVXql3G1U1Z
HgQuTUsl8FIW/FNrXvi/aXknHRdWiCSNjB+kzj+U+lVhr2spEFiEJYyLOyNqC8a1wD14VPmD7XNH
YrVWfpWYM6sjjO5U/hktRk4f1qQNFi/Iv1IZLyNLHyydxRutLSI7k7IwE2sxYVDDROAhalKFMKyu
5OY1WViRr6hcPP8JMEEzo3eWcM5yTgkSuSZLXqs6sxhNOymcTuh8V+VPzBDZHjrzlPsEeBU76vG8
wSKIzxdcHFCMAvgqdr2cpWAmvKfgCUUqqHjCmWNIfq7tlu6E6x2fMPxadSI+Cw+IWW4KEfVMJMJR
MpHaeH1NiME+w+8hG/cIBxBppwhKnfUwOSy695rUDAhToLTW2pFDhSl/086H/oFv1GYNy6wrse2r
oD+ALhmYkGzOmm2CbEv6a8d2G1Xpmp4xcB0U5Xg0sDqUdw6WXn2JzY8is3cqX2ACUc7DCVzo99VR
l4EJDF/nCbBQP6n2W4xVxYF4vnN2p3G+otidEJrXZT0N9ygiivmfTZp20aoulV4bSqqJ92KhMTlg
PuZ2C+4U2xeNyy0ly6Apf2T7Io++pCDzdlP7o2EY7nueMe1I+pxXg90xHnoFZa0b3kvP6d+S6kEl
BUl43boi0XNJ4GHIutlWxWl0JPSjoJyEc9UcjcQ57xz5dflPxSVuFN25QBXNATIiDlXBjCMstURy
qnoIccQuMzBweYuJSLUb3LhYp3GCyKcm2WqyxQP2m7ICSqTONBdz+mgLkuU+4LWlBEG2/iw0qm0A
IIGn4vBjrM7qd1Rtidsgvp1rgF2kJBrPa6UIIOyIkWcVDIdPZAL/4uUKZThDnLccjU4MW9fe5upi
p6+j/ZsMP6O8bCkHYFirMmRe1t0IOQcUYpnOcu+zZecBgzn1ITqOACQr/3fBDHx/Abej5PJAkDCQ
tJpI1XQ7uskDO8JZdOs9pr3gihI804CsmekhHtThLyfeJSr+lfGnRAhc8w1ESnKcQX1xBZpws1a/
s30mUS1SngYdrs4jkRc3nr4Mss+7k+Q8jf6kmnsVT0Dw5mgPTXryoC7FPUkR/exsXLcXVd1gJNTw
h6uuNYY7LWMIQIVIma5L4EhcXDTrM6Ss3UJFJM97aZN4deKzSIoLVWx1/OTowTZS8FgQbrQDniz0
+oag27sPWfKESUKV9nD7KkiNkhLee5FumH0rZYJC/8jVo2wh9CFS40DROscvtBACJZomYHl3yOni
dfmpQkn2EdWgKxvGpCGQ4UuOj/roa0RD5vGvomFEV+5m00OY4YKaXyZYosWftrWPOKPa8iCauxFe
P05eBXA2M4zG0J4W67W8IKPVSSnrvAppMFG+XQbYETNcmh3I+ysZz+tYOY8yIBQgozORcPCwuAlK
HpUM7xy3JGIaxnLGLbAeZzdvOaPFDqQVHs5oEazZgpQwvVZ77oQh3gLSp8t72xImeSq0W5Y/erIE
4iPuG6n2DB536JyN47OVi9WIMHsmibZ65GzMlPtgnPvWixSt3rZi3VZ4KOGAXEIokKtP5G+y1LXJ
K+EuU/mcQEUs9gzhVOlU0L7ctenPUXj/DLR+2q495PO2oY+N2J/O5uyGNwm6f3n7M5j3aB1up+U3
iuhQwX2QbhzjO0dF27z8l3N3QB/YiwuIsdP2g4zZ44CIgeIHgMi/iF3NpuuyP7csVba+TauPaLor
S/k/zs5rR3Isy7K/kojnYTXFJS/Z6CxgwsxoWri5jhfC3cOdWmt+/Sxa1vSkALJm5iUTAVc0kled
s/fajLxdycsXdQfNf5mCo/0inK06BQdLr1bOSCTWcw3jdm5Q00lmop1xiWqNmtI6KQ7C2pnkxk3u
Z/DTLOCkp0WCFNtIyJz+W0p6WZWyv2ktduc8HSL0IhoUgUu31iROk1p2zNYC1B5UAdz/eGG68dKh
4s/piBXVhoqRqbuC/k7aVmRm5wQrUvmsN49wQdsVj6woLyYGLWjp8tCiP9e5oymHeLV7UMEihCj8
xuaI3nXRcRz1LvPpBTryLG+2u/XcbakIhaxM3kPW/0orKBP132NE+DVKXYeebKwwMME9UQ6cXG4V
LAJRbwURhfnPSoDNUBBesXxNvBKGZFwGgpR0ZfNBhZsy8woE5G+YHCHfZx1dQwAHehLq0HFzH7NZ
8k3jO6d8EKuL2sAg7GMiggvSDggwOIYQltB0rwaKoeHOABjuE+zRD08V+P4CR/DWeMoBj0X3pk4d
brzoxZ3GGbxgqxD/mEAGovFl34mGu3qayNlhn0Od2mBOd6KNqFZDcxFzI2LeINqvF/6YAVFx39HE
1V8dBhmOOW0zNw5iFjDwj7b5RCAk/eY9/TzOVcfSJm5+WcILnSsXnuBUy6HOGB8Ssaf5oJJs8eAX
r7fJRx1Rex583iRnJjxwfOZJgRdMhKtHFEEBLPZb71rhyHczdY/qtlXvsnY7StdrYEtuSo9ft4QH
QJXJSHaejNdmcSo4iwyGivrZpfw6wcvKDh33M8ALiD2EQ7e2VD8SqIIwvCB8H2fJhjYD6gMTLZ/3
4CQnORx3au8C3p1xL4gzUWgEBTmRzz47GO+uGolZ3aRIUcrN9Eh9hvykYUn1nfmIg1wUnFuGXh2/
y/4jjJYdxq2assNDFRxV61oXr1mJXmo9Qw57l91aS++prHtQfCDJynVuu/CqygLRuet5R4ohffzD
mL3WIZ1mzLeGyiT3ZQ7XqQe3odDUezdofmgYQ7ex3M49bRcEajIsa71iy0DxOjiO9YONWQOWOomn
Hq8JYIYEisTO50UUx5plcAWnM3ijOJTQCCCCA8sQMn0mPUE7d0bcFDtMMmHzUGunUTxJaBV4+1CH
xt7aZ8B2lPK2ebGbhl0WPokx2VjiR64/8nbqGvYqlJzzCXZCKlSytktcKVBqhmkD9hZcyZneE6vp
fOSa8ML0C1JDvo/6e6Xh63Lb4s4htTnU7wftTUdrUjO2w3Y5WeHCsV9HNoIxoUkbz9s1wdEQr5p/
B/5V9XaFOCbWLkqOVvjkyAcEbC2MitdJ2yJGDoL7mDq+Ji8+I8DY8VoXzn1AWcWnKGp+0Csaq6PS
HEy2zvAkVG+LmbmcyNAaNTfzkR6JkZIoqkvlxSY6dcCd6FLoEjCPKsJul4IDUYJcRhhPg3KZpq0i
XnTEMAmVK1WhSpu8DvlTwWkr3wNNi9t5f9EF/or286J6HJALq/1PbqjSkiKxz5AjqcDrK7Ig7BAS
WP4QqF/kdYNwrK1dF2y8cpWLBaTqHVjIBHVfjoLTUi8ekNtmOwu/POsc9qcJoYm5zvK3UVuN9kMu
2IkvWWTpcNnNztYO6j0gTL1+NcIHPX+cQHHRYFHWoVglsIfRy674A2x2Wx9I+St1qCkhwK/11jnP
OqWSPCLPd7p3L2AkrKaEgI5XGyyBtVRTt7cwJXCdZYe3D5QDFa6ovwbVZcA7hVKzQ0nDMRLYsDUe
BkKrK5AjFFaVFiM9hqvoAt7Abwe8tCtHvmgJW65jEOPYwiORw9CwsS76b0L/irjWHgOeKt8ptRCR
485jvpAw/C4JCiWKjSvb2KbqI0GRY3MB/FybR8pYk3UhQ5EKLF4qWPc34XbwlfQM5gkY7Fs+/kw4
8FkpURnqFfksWpr2mHnNYlkrL4CScIlk+VWFc5I+tfLnxFugsINPZwlj/4g+IQzZ6Wg7gpJj/WmW
1NmgVR/5k+RwwlimKUdPgCY9EJaiW4FYX3r9eW5bpEa6iPTPOSck0p7G4AEtteEjz4UCcOy0c5VQ
FjmKZqc07LTnWl3+M8Xcwkbfkhsmh7ml1YYAOx8dmKjcam16SZvvTt0TFESDhvk7CFgMHEq79sFr
9uTQ8LREu54P9frDKUhhBED75zfGxoGRAxLFg9V4njlXILGaudOQlN9rCmRJbS4alpXIPFHhGYAe
af1rGpnfkxmM4X+x/MH5GSKySdIn0J/+FJLRcLKSu0R9EROQr+Eh2il8uH6Xk2BLE7sipP3A9ioo
LyO1rIZDbm79dNhc9f7p9uJQ+mv2mk8hnyFP3OVDghR98D4zPlYPwn5ucDfKE437Es20XSJt4URO
nbXTvw9aR6EBeMV96lbDscxIk3I5xTFdtWytbmW+dtlS90iB4QHCBbazj+lu0Kv3ii1ND7JRp+JS
9ej5WQnRXsfJD7xfaYIYe03mjifmh1X6BwEDIsT7Pc93Pq0k7p5unTVto3NiwyeN6aSCacDEcdTV
z7kQDBiuil4M+8TcVgMRhfHr/NCxUtb5S6BQfgfSPnwkAqMh4LdgU1Gudvaie7G5Mu1lbk3Kee40
z4FcmJyrrX3Kbg37c73rdea72XF54jWZ4i3dJSY2ICLsaEjLpZgzgtIkzwaRIozhJwxtwD41iE42
U45DtTrbaeqeG54PT+SnIQUKuOsvEVp4dvdH0b9Nw16riGtcsQG0VQpxxD3Q6qt6fnf/VfbQTNcU
ebwS9SINsl3MhmHYm0C1D9OAToHtM6VNCiUOIsON3AYMue4+Tz5N7X7oVnBPnE8qrzL/LPNzHF4H
az+266Y5oLTv0QzWaMCU4yAeHMqgBMTVD4JhgSc3+tJUCoA5Zaf6acruvQ+zX9ohnfaDHVyomHTZ
JmFP01I0CUkKyj+IsaVNnXCOog8kBJJEuNI0Njo4VigbwQ6k24jQwSRw9RRN5i4ivUS7a0bKRe6U
rTEdtAoSHMiBSKaMxwxxeH3fxZcweh2RjtQxBYep+16Zp0ZBFPSQIXsA6JfToLyfs14o8yjNtRz3
M6ydTc9AQNGOrp+US7uiK34O/aunPjXle21cQ/2nEsJKR2hf7GNOXy5/MoguCn69qltN3cYXm1Iy
bGNo8UcvA9vymJQoJrFpUrPutgxImGF0wEEWg68d65eBDX0FlKVd487AHu8vmvlCrC7YVWAsbPXa
gclhMhqpzpy8AiLy1iKrm+czfG/wTLhzsm/jDZuMYEdKRLQgKcJg3tUPHikP6jEM0Y4SUyI3Un+I
lGeH6R/U7Cw33GpU9eqBQdOvR8I06i8RFW5Fv8QaN/Q5UlyHPXCgje49DPmqVcncWce9AqznKMPP
CT1cV7jDyGuwKIoF+z+8REWyZfa1nHePzmT0aCcuQS1WuSO23m1Yi0MoAnAYkdsiBiN6IwzfSmg3
GPf78hi2a2FxWjxgRrXS61CnuLRmqZ6bBW7B6VyyTx4fm/Sj11mIpcmpaUZD0etntxURQU71NT/K
7t7CwV5X74qxsodZp4nYpYJ5YXUXS0dJE51Kwatl4/fEGHXQgAPEEJfxPmKtBj3FoPPQwndI6sUW
jibHB0GuQ4dAEisIWJe565ieFSUig/Ew0CFp8QqH3WPD5U8mPs4l3KruMYoJQqUUWIPom+S6g6Bd
rrthB4zLj9xYXluHnQ/7Cw1nCS7ADoZYgBgTU4t5BN+byrUB+aHrDorxULTvqQkw9LGvd8qYcDp/
oWEY4Y5hfUpOCGEb42iir5FXYghokPTMnZDH05BXjT3JniAXMX5UxcGmwlxxs9b9sDemYzGcR+VD
mVO93xPbpX5PBv2kbkT0hlZHqoBNsHHDcD074zpnfswwGRgYuJ2nsr4f92H20lO0oEatUn3nhbKa
L5iQFmDNasUCin6DilECSX585o9S+QCEG6ocHfsvO3/BTtpSAQvePYcXfZcAyBAovdzC4jfB0WBj
GZ3Iz5R0O6L+LIe7oXzM+6eMEVMXkI3Gd0VCYcR/n4QfabGCWCt5ZsHOazaKTmlGftjW1aSsiI6c
IwPyGeJlCw6ySz24Tu2bCbhF0x5IPGjkPp/2jrETWb1AJ6vWywXiIaJkVMT3c8kXwLxpnwHX8DZk
SC4IemkQSZwKQL0+5bqCA54lnnr1fso+iNubdzm9sVFYnGasYIQth/51RVuUj0T7PfMfxvjRku/z
kKUWGz3PPmriHxcl5xWaRdTazepamXtNvyP4a5rnCDwyMnfD8LVFapWywrec/pOAumj4Ou9CcR1w
+IVx5rcoLr48jtlQLrRT5z+n42diRcs+pMgy2ITunU0Gcb4aAGolKRDwS2GCKLar+3G8kuyaEuAR
v/ME4GkT5NDTpxk4WOGKQxUCMxTlprVOAG3zUwzsBGfOfQSnobAJ0932xBqzIY39dwcpHrtR5O68
rhyIeCiVDh9GepQ977nphLqxe6bLkfKZWpO+szlHSrzV3h1k3rRmttvGzmMJaQuKjP6zyp4K2hQS
Oa36wLmxAAJJZz3f8oIX4pmrT8I9KeiM03I4w5FuMB76rykRYB4UZbrYD46P8x2XwJ2B2xz47dxF
iT7q/pPb2PYXae/D9FF11hRF2W3a4TXVL9wqWzlSIA18wB7HzIFqfcSOqbh5eVdS6/X6faucqeqN
VJ/sapV1nqvUVxC/LWer/MRUTDA2dWDEwlU9t1swO88vjo8tkDnA+Mk0yAnbJyY1XNYm0NTye6sX
+y59myhJYknyN1MPXuEQmk8a5ZSWBkMPnAdPnGQFg5p2CmKQAi+KtUv9nGIIBxigvgadBhpDKz4R
jFaleey7/bSeoh1/Ohke590XHxAGxcw6oaVXAtrf6uJSEZbcfWrjwVOeCnkenUNdHKzujiYCUNR4
vIT6pxk3jMC7qr5G9VVXn4rskvTLmDpVhqRxyRjxBzIivjTvyUofepa7YK1MGyDzVfGcxx3HLtpa
PvBeTCQNPUDj0c6vo30pqPhH6Z1ODRIdr3gPYD9NeKgpy8PZ/9FN23hCtLTh9INvJ1fvo/I0Z/Ka
JM1N1NXYVaFmhrKsoV7u4I1uWvloouPlLjOdJulOHS66diLgx48ehTetnaJw9TgiTPfcI103qKBF
7BT4G3xPAFGsL6k+6ixF4S4335JULrzePun1wMlwpwHHNrZm+cMAYe8IZStbKvPyrqT3XWCWY/Xj
5IXWhaheZhK6vP1Xp1wBd4ngPCIzwea7Kqv7ok+WSmPT+G63lFmt7ifwPsRXcee21MYb4F/rGOCS
UjVImH4Oxc/CgAvhNsY+wUE3jlixvgRCgMz/RJWveFjvf3TFa9tQB+ajU5I9s3E36WqhlIvXTvCi
wufTqQ6zmVxNmVtFhwbils3QBjMqLQ7Wdz6n0nFBg2KAkyy2qsbhIqYa693B1DTiEzaAujok8l2Y
RKWgY0wOU7HtrVNJKVrVX2LwIbD3IHYaq8R8z2q6WFQXEUM5MG7ZzsevQ/KkSSjqeN0Eu/yR7Dva
JlpESRYZvXYN+tde3zgDZ6HH+C23EWk1zDoBsKj6w2zZtChvE6ZjgaZEzkCgfk8uMWImu0K844Zc
slmxzlcIfz5quKsR5qEDE1BRoPpDc8kkU08nv7zLgSQpJkci5Uca/0BpxkGloGKBZI8qjEPyAL05
DHaoEspopdI/UsuEqWvXk+rVbxrDHdtd0b+Vc+2mQYvXXoEcGk5HkfnA2udRuE7Yv7XGm0cZbKJu
s2h6GvAco4L4acST4e3tdFO1G9JVWBRZVFm/ggyBhoHCQ+c11J7NkY1ifG0hzrBu0Vr21dNsUsyQ
itCrZZDplNiJRHdnQDfr5jy/+mj2Z519am4DkinYQBg7zsjX3nqaXRHqBlYYnBv6oXwyf7izhl1R
PudsTJQOkc/wPktrotolTJHqP0uDh669p4hvIRDvgtno+6zMmAzlI/K+JOWsHP3RMe9eJkxSCtXU
lunIG+6F/iTlfa5SzeDeaVRkmABJHi0RytFSEieyimdMgMeflU6DOAcR8kxJIhQgeakVcuG2Ufqc
Ts80q09TuvHNgqPoayPu2FOhmq5Ze6fJFcz2AfQKyj+BQ1Do21SdQ2vHyzSLzTUfF7fFskvqma2Q
OY78tCJfnJfWaGaQRknJ7av3f1QhpVsE+il1Zcd1CAAg0+kRzVo0vgzDjoObLc5Kf9ePP6vyzQk/
Pc4gpUV2gdxlBfaO+5yvkx/SOQCeVZ4cwtV5FbMIqFg34d5vTqr2RhlsrokRPf1d2+bz1z1j6Qif
mLMYkduzUmnIfjhrBkA6FIpF9EToWEUv3375j3/+1398DP/pf+aXPBn9PKv/+V/8+yMvRi4+aP70
z3+e3rrms7z9zH9/zx9/4p/L+//58MtXXv1yvHcf/vY715/56S39rP/8TfMV/fdv5wr+dYXLt+bt
D/9YZU3YjHftZzVeP+s2aW5XwmeZv/P/9ou/fN5+y8NYfP767SNvs2b+bX6YZ9/+9aXtz1+/Wfbt
Xv12q+Zf/6+vzdf/67dt9Zm8ZT///AOfb3Xz6zfF+oeqqpbq2FJI3TSExu/qP29f0tR/CGk4tiNs
y3LoO1jffsnyqgl+/Waa/zDAVlpSt1QpdM3mp+q8vX1J+wffqjlS1fG9CUOa3/73J//DU/w/T/WX
rCWeHiRA/es3zfn2S/Hbw54/mSksaZFDDQWTv6FJU6h8/ePtGmb+/N3/w0k9W3fqBr+5rWT3Pqvs
EEzJehriduMXhrnPnRrpd1hmKLBLtidWEULFdD79NDGJpGWGk9jzEVLiTLW6mkHGcc530h4F8Pp3
9/VfF//7i3W0v1yslIalC83kkzu6Lf54scRxq1mswwuKhvicplO16oKEYEPbhB+OZndo4xHm03Dp
A0hUtjfaSxBidNWSy+CVxWvX3HkyFMumoZo+f65WafWFVNV8qWj6ZvKti1+QLpfzf7NFDhnFbNE9
tIrRQAfKSVNg04berr1yo2aDuZeWsSqVVFv6fe6Qwr6xoxoPsK6dHSOBMD6EBfvj8Kue6abhLNg0
ALGileg1ZhdPBbPNzraP0k9LRxVQWX27MYIKPJp11Ic84lye+PswwNggtOrZLyGeaY2aHx1Hd65m
pTibSY37Rd3oP1h8R5K/II0ps0CJX5KWMj8RX1jGvrNGw4vgceytgzmoPstBaVNVpu3oyZHFyYYA
ZRbmvppMc2+V5GFUyHS9cKSG49vptg/IyKQhQX1BiYV8qsfshzrEOyT2JpEFk9yVcUXeKuFLf//Q
deOvD90WquWYmmlohmbKPz70agik4sQ8dK2rmf87h+ZmmSN+CP16f/uPXoz1vsnVnVdaBUnc7bnP
DAKVe8ekc0isuuepA4SIim2ND0KNjwKIOtiifTiHw6gfpsT6HkjpEQYzfP/7y5/H958GGAU7S3N0
qWm6VIX5x8svbeyJkx6hatOMGqRNNp0kgPGTpeOBZPeU8UKuxwgNFJkbNUHU68COMeMo1ilPCyoj
NM6SmGKi3ioJok30zLnIFv8fVymlrRqWVE3LUfU/XmWn19Wo50g/BkAdCnhZPy4J5bUwGRijHm4H
9W0K4UXibA3Lod1mGqdQr7ASUvviU1BD60v85kHI/pRQ2dsbHn7of3ONf5mqbMtgppwHvqrqqvmn
a5RqZJckZOfwUgNkUDWH9Tb13ArRERRXPVrEGvdrYEgqJLS7sUJxJpaHJGpiuvd8aYyBI9kBEoko
adbs6nRKFVYGI/L//UqFNk+quqkLVZV/nlQdheSLJMwXWaE2GyNjd9YymRM6R6ZrBkXRHoYPK7B7
cEf3QZHuxpqQRYv+8OAFYtuRTCXqHLO8UpKQZAAq6SzICxSDcvfvL1WfL+UP879tCU06GvdVcwwu
+Y8PfqiVMTIGj9m99n/2dZs+Zp3gRKBnGUBEZXhp6jRbCj3Bt9906jsqOULhiPpdiXmeystBcSvO
WIg/l06EbSTNjF1Wqai4SPfwWyf5N4uA+Zf5wLZMSxAPz3AybEOdB9zvViyZhL7haBw6bCEpchfG
oxccTa09aZwycx+r1di9dCJKnhqtYI6r4698pAzu9zR7fQCVoVbr+Ho432S29alN1Rdi6Ym1LFnQ
o2KTdxZ6icmGN7zX50m+I5EgqLH+R403o6WgO7V+jtMoy4AW2/6DmgBLwwSwNmGIUIjSaagnhY1P
DQxQGqSXJG5HNxM9rT9b3Dlxb15S8vvM3MBz5e00etC+bK91gDXMFOSUBjrnf5rKShz+uwmJXcWf
n7hpMZUSXu/MG5I/zad53sSTUdLzFGM2G/00YitDrM23BVHteagTb0HrcPgokpLmPFrr2KIYLvx0
o5qtgxGsd1bCrWHBnf7+ddTm1+1Pr6MJuEhlX6ILoYp5B/C7h2soleKZgrDYPOuCNWtwshWBT0FR
O3eZBmZRNbuDruquPUpAaULaO92K0UHGdffvFp55Zv7jtdiaELYhVcxdmqbO89HvrsWSg/Bp+BFV
2CqShlYVnic9HrfKSLFz/lfTqvpeGaKNVdDpaXS8koqpPlH/oEozvyBkXH71Y4Q+z0sMOh5JuJrU
0kFyVhVwGpR279v91ifpZNlamnT7UtmIrAj+zZBhVPz1oTtCZQXVdU7owjHmQfW7z2L6Tg15LYkX
bZFTGKiC7GAn5m4U6lYPcMuEpuJQFaDrEjU6GVSqCRyioEXSpvTkGARGM73QY2wIN2lhcfQmBm+1
LdzOI3+JvphVinyXjHBy2rbcAS6EqqoVl76AwYeb08YasO/yztoWTkm8z7zvIiW4cMMiHl0l9hss
bew8wCc8mvAxWRHFh59Gh6gnZrJPunkzBX7MeqsrD+CNNzqLYPDf9RFpskatSzjd1Zkm+ywajsYJ
J/lCBB/dpCcbnbB6uCDtQZQcl/vcMAhwb8JTHTEr1B4qr6THQ2I6ke4qFAdC2cijZ6fubSdmSaV4
zZ3sNeoQapecunDph/flgA0nSeGNVubKk3SmnaKHfam0ISUo0BChfsQRD5rDO/pMvK6vNAWl1nRY
ab0BRzGP728b1H70w1Pk1Wdp2WDP8/A5GGFOOQBLVL9QXHNm5PoO1YLbDQpJIarsLj/GDo1NJSNe
QUWaWQcgC5PMRtKeghLI4rdwpCOjFMpZdClQ6KjfmErANjCVd4Y9mkvplB98hmA7TQMmg8FHAh8H
j2mTvaRaTy1GxOn69ohtC8UKVwcHmTUsyLP325X0vXU0HDqePOJ+LKhpJs4Ixid7F0IZLqjXVUof
qCb9rObvWhIlwWQ+1J7e7r2BTpBJwLfHM09D2LPzYjLobCNir3wwmpT+IaGmoH5yRBSKI5MlaFao
ghQr/EivNtKn+SBhai5sjV8fBFg3mr6r3dtcH5Xjvdpo3TJp0qdQD6cVOGUNJI1J1bp11qMnjfsW
HYZMepyTiC/4sO0t30B38Eh0kMbHpnNWQwXtlTRwrHGVK+0wPHl+X7hxTQxNFYzK0TdRKeYRFuGy
rmmpDuXWgU2H5DIyXa2yN+3cJ2rtgYdRUzsecg4kBfQ/GrSywDLOyFj38+GlowsSiNlJotCZl723
FyW668qaQKzY+FIze0QzSbuA/CpgyoEHbc8vP2QnjHbRKzsVryNwGO3jtouMsPgwtxnLom4j2hE9
hWG3THM0GwpVTWWy37WaZuntJfe8Kr+3VNsNSo2Q7ILd/Dy4xxglBqmXtd0fJx/9CzsebRMmPgOa
Q+XelAwoa0J6bOdY2G9HSIXCpO6nGEzt8VkvO2INpllFMcht6jk/uy6llZMjIqmCiNJ/wBltNDIq
mdZLI9LHvKictVHbVy0a5XkOtgu1QzRV2fp29wtBtk9BZshkVhVBNJV3b5f5Wzx1p9yihF9IWS2d
nFqiU1T6yq4k/tDe3PiTNHZRgb+lNRjwWYUHCc6rUWhPWhSCZZrfP1zSoNtVgRgHkXKW45VMyF9f
G77nRjVm6jqEjm/ne0vTivPgr9IIyUMsvzg7HCItyVx/cFaZYs+IIlzsnmktzYKqXlwH1u63uzNY
UKwdn7b2yMQXU/PShyA4J1sziAgkDMLTbZi6BnXphVnF/dJTaSQHMY3NDv7t3vko8QE2EABgi09i
hTWcKly+vG1+ias09+2t9Bjk9BHG/N6w7VWZpcZ1rO2Tr3TDhbwnytMtzl/d410OqpKSLzLRKknf
b7f/NpNNnuV2ealdZeGpjDTv0qYWSZselorEs3KuwUugz1hRj3E9h7R82ztESbu6vUSW4x2coi7c
3wazlk/pqS7CJXRc0HC+Sh8XDzIpFrc3rZrPs3TtbrNzybh3KAGsojr6UZdVfY5YWpv5bIRj79TS
m0UGCknKy0En0qkRqtMtMHwjAWbFnQmzkQ662uR8u5QWizeHSFQEknCrGMqVxMpieWFFbkWQ7cpy
BPUoaM2Y06w8HKjHswguEhsj5KRkyvI2RMIISRw2AotmnE4Ln/P+bSCZRoD+RODWFcFaVvj+Ckmp
HIVuMpr7sAcKaWlVuKrialzdfozDB2LqLpfrWuumle3DWa7d0afjHreJ2Nph8jUipBdxH685S93W
39uKaRW4TzogKPYIlUVMQ7YLAbX30p5pYWjFA8LeZ6OON0Se29tmvizt8N6pqHr+9hja4epERbcf
PGTVPq85LPAET4DfPdgNHuZ0/ABtuPLyMXoKzekhrtn5mbFoqbhh7vNrTez9wlp3lgKrLZIbZUg5
lYa0kf24S/cUr+uVakvk3TSLpqTbTnZ+GOPWOUfhk+73zrEDR7goTU+/ky+CiEe8/lRitA7ViubT
aS/qEFaSqi1lBcFd84BxsWOt13JOEnZkyfNLmuFSh+LNDxKadyWoYyeaBpqymdhqOUUax3A+QrWg
wcuw0UOCjgKaboYxyuVtrvUFaJGpQbrP5Xkbc/Q3VQLiphnVHshCxwHo9qg6Y0DZq0E8KQnSi5Jy
aRN+htAzE5vUYWIfZqRACSR5JWrcB8k8hGSq468bbLeUDhngGp/UGsRyKKCu19PEdiYu2AbR+Gj8
6NlEbSv6MlwkKvKPSIWXq+C6SzF8O/qbEqlY1StItimi64D2aaaCV55Ps7cT+u2NMBnAVZUkB+4Q
mxmnRs+ggqfwoVjkBqdQq4sWTYpGgpVi3LaWDkMgrD7CvEPH38lpNbVht42K8SVJORtN9nQew9ha
3377rQiQkzuiVbgJ4txja1igFFZ7DZ6iXXJc8IeVqoxyFVLvWoHGfc0lVGHhxSggBh2d+dBcvbiG
+DtSVSgc+DwjYRqC2Xlt2ts+xB6A8AJA8bxOFomBOcrz7pPB3JZYfg7CrFcEfPXbIo6C+6kcvic1
edRZKoxtXPk/1B71oh7Hz23CqpXU7K5jC8FKoFOLDJoJmrUWuE2CgalL6KWVJPdGBcjeycSMADAe
BxKUJq+lS91EhhtnmIJbPYvP5mykupejaWy5+6j5LOvptmQrSGfJ0qGtZ5OJnc4Lapkt+xJcTovo
ztVGKBe3vcZt+Ma2P61ESD5ahJDVCrTrb6dQA5WgqU5AV0wnIF5DV+FFkksY+SEmEMK2lGzePVuM
8i4zVRd1AygtQysJyOqrc5L6ewsZgEElK59Y2ILUhpCYm0xF82Yl8HrTtX0AuZ7hKMff5u1yCr5y
B7uNMjczskZi4x+BVtwmYtURHnrq9lTVzJYcKJBzMqfezv5mAGY66JRjnkAliCIia28lVgcwh5do
6cJyio6eSEhI6kJmlAxumzFLs58dum80mvCQmQmHBiM7DHm2qruQxo7XcVoG4Hhbg426RtCbknl5
W5xMsDgwWMAMYU4zCuRaDXwlUVX7nI5zAjvkdoldEh84XiFhUMfzXHCN8Q3qnoT6DOZ+WTTk3A89
fX72WTWZTK5DGgSEPLFlq9w89OOdTj30ZFs9FFMI7vNEcqse3F73vGrNZTv5K86sVJLgkfZSkPvF
NiqNveqUTbBM5yWjaf1zWhBeqD7eNjZmHhIWCtZfdSawCnF4kdQbt2aLzbsbLKAmwehAJkKHhD/P
IKcEDGwxPSl2QnoUnerA6Ha+ByMrEhjzeR8WjTDHY2Ej9cu0rMCEwv6pjIjN6FAJa2psoNLoKPRa
yJ61iBiLebvbVyWr1Ziva09tyeMCmzEXn5tOUIvWgOECuDAZBGZCkBQPZdvXAItKwzhKKhReneSE
ogQ4Ym1NBfmM7rejqvFdDkmGqNQ8U4V9GLtqL/zSexy88KiN4oGG8w/Fl4GbUz3RFmkedN/9rhPX
yum6jV7PzEhHJQ1XHjzVQPeIqKgxR0aSzyPrKdQjXXeilbAb9EU4NqT1Qy/ZsbZF5p9N+6EsM+07
B4+1boGPbMoSUDoJAhn9GIBh00Y1ugZqHkezoJ5VXLTrNZVQgho122QVaNZxzPdTYLsZbY8xnaRr
tF3lVjM6qsbNSnveJMcvUvHIGBrtcotCf46Oy3daba8gSjejwsC7oOMlNDJixPHYxpwcF7cfSTRE
0rE13ScInyZtQjHoKUCX1OF5aPx6KWz9JZ80segNEeFwhTHjs3Xs2qWhdp8mJ6OR4gID7T6rBSaz
EDifar6bJdvK0htxNEOIDvUuW8UWMgRr7rcORvkceFmw6wqcSqknV34hjTW7Pfy2drWza4XuSXTQ
w88cdUBGB7/W+WEltMqFuZFJBKmOY6Iflli29RgjPUJgdcRTltY94sHc/6GbKmoC3KvhbA6Kc9Nl
TDjLMaTvW2nz+myYrIBeuNEzOGNpm0eukNbe4v2ClgEBsEKZ1fgIh4V/SHXFOIyYn9g/g8XU8CPk
5khTpKzEapr0CVT9om/iK4WLryjHcmuMNbYHSr/w6nB0cpjC5oqLy7I8WjTam22P7dpp2VmJTtlN
hfMaRLAVkjAE8lOZ/4ul89qOFMmi6BexFiZwr0qfKVuqkqrrhaUygsAFJiCAr58Nmpcx3T01UiZE
XHPOPmfjwSMrOnlsCo+kXQSGmWeGW1Ajd0FpEAw06nVUkyKS9/8VNvCVqbZ20RRjwInlf8Fov2EQ
hIi0bxKKFmb+F10jz3MFkx2VeecmgYGwfi6pDnErLQh6uyV7byHI2G45EwoDibE0v6V8BmwCgstq
HXywPKNjMUxnr1/NO+Z3XefJuVU2ktTQIUAIgbbXSWjs6pNut4CfAf8sr5+CUvsHbct/WWux1Mfr
OBQNvmMbwMRUQZJvIbBA6TyUrs/X4cy/rDEuKXQRTPqZ2XlBnu4jdBxYkTV+IR3daid7KMfVlN6c
phQDORNDmvn03fC7zDkLACVs2lpE976m0RDfFuBuYpgfOtlcJXoGZIZB172MAOsrCoc7jckMP2hx
yx5ScMyOQzgz48/XADDFHF+yhVNiANEUTuuhPSTYHgL/NYyTKwEu5WVAQBXAlbrkyAyKMPurWzs4
QxT54zodGAB/1WAohgadHf82vvjR9nZLPg9MX8c62Wl+8Mv/fL9hmFfHH0OZvKXewNQqSi4JeQG7
ErcPtdKPgISPg16m7zbefNI5n5Mqf6HAfJAq/T3HWDMjE7PbL3babjBoOaY99qU/Qcmxj0tEqMuQ
4L9WQ8QPVftviFWKIwX+GNI2TWj6k6z55Op+KiokjMyPiP10iL1wUdGKge+qKpi4LsyYyN7Mlgzb
hh1bx3KCYhKPyT4obP+9c/s3HSscdvyOqhTJvqrQ4hldElcB5aGUpsXDTHFfu+2H65OgylQ72HNt
vFY1cLqiM9ZBUKNymFOVZSJ6G01yTppwX8BduwQ8OXkSnaI2u+8ITxMxNLQld167HP11G1x0G4wP
ao7+DoGHtVbTmUVj/ZkWLqGVXjHulQ9pSrsD4tA+QJ+SuMwYbYu0PBf/0NLdUpHMsG/7YOd23aPx
3MuSlgEWA6qZJmx8As4d/Nv9rUR5sdeCzFSr+Om1mCh9RXpuFxOLnFMmVGp+nycx3wSK7mZBNNzU
JHVODlYowWTxs1uPssgQdpBhT4r1oB75thnJ0rxSojh5DVNoFc9isdtaxaY4SHDt18pccyYRIPrI
/POqZZ/0yQ828tNBk4pXoJ05KF3C9iPcok5yfLE9QLlqaX4GgwD1G7ufrvvqum3OARm4Bzs/qbD7
pYxL+sXKVi7ai90nrBrolXf1rOajFhPhRGY8einUi65KnwrCbqTLOTuERJWMmc2yVR4ajDhxBwYM
tSL1BoaHbk3+tpdrHGblPpy9B+bMB8+tbYqS2RzYjEMmK9lxK5BQAye+rhBBhTMyNHfiwu80KKue
KUDo1Z9i1E91tIq08X/0cDYHB9MlX+JeVgNAJ8SvnNHmtQzx+8cRguuGqWHvjRd6cOKJFAzNgS6K
j6bheNNdSgOF9tP2/dPoQ5+mHgJtn9jI98bfuW0MoJjxOhqWC5X+xhz7EYTT2e+LgieelrsIcKym
o9hJ2f10eVeLFEJoqCUo1jA4W81L7aFucur6MxwdhLYNLNDme6flZx5X/j7PXH11LQwX6DEAp7vk
wae2w1VUohHqxD8mm/JFhX6IcZdCg1mZPIsmvw7FlVkf6yIPbkiRBx9VxIlmlPvNlha0O4J44viX
NnEFBKgjDi9gqySW/lDFBJ1MiaVvGKbm61T/wHyf35LsyY4TEJEW99OEGr+3yl+LXvX62kOtm0wD
cdX6VDvkUfAKhFQQLlS4IOH4QLxlE1hcYEWdUQGghMNAZftIjFoUSrnw33o/IDM1GCmkKv/aRtDq
LM5oV7Avn1N930R2gt2cn9qPmKIbGuR0uUHF/2eQiNpgO3w7ep2T64IOADuxb/GOUrrrSrYIpMvb
wHDAIBQ4FqUN2OMWzgHu3QaoDGOMB0tQ1gS1K4CHrKRA/42VR3k3kkX9IPVyL9A4tlat93NBMPOS
CtICBEEHtb0A2ygbPjAyHFdFkzHQbtSMF6mLl+PkBS+jeApGoJzj7yLT/1JXvMz16EKZjd6HhRbC
iPFDBbc64HxTcoC3YYiicTGISCgASLjsY9TAFA7igOUWfBPAz8WTUl7zGFsQRO25zA5BT+ZqQM28
I4nbIS5XsMUg6cNBvktDdcgdv9zj9uH2Z38MzpPZWPyQdVBG/Cw75pJM0aKGGTm1gX1tsu7vMEos
r7P1XLXNdIvj8CXMoOOZrvyBf+Jb0RCu0bTic0CbdJcU6a1YWWMqXD4omwgSccm4jtp3YVS9q3IN
OnxU/7oQgWmkbBKxDCIObJPhYCherNI/5WNI+l1uggtR1e7edPZHPiBltcL2IYJE5JKoUXLYkZ1k
aF/ajya6JM5gDolGjO+l9t5Oi4P2PtKGKBYdaewK9iiZDJOsW5Bad2YzTcSP+bO07qvINOVMQj2U
MgToU5/DivM6TPu3sWfMBzpsaq+CAgzaLliumWkdf5LCEucIuJ3oOf0Vt9a1HkYEhz5BAAAmzPUw
k16M86IYr0NQAbMHWwK+wK/m/L8sk0i8IZJlWfoSxM/sZH442dRclaQobjBNhy6u2GgA6ee1PbNR
O5n2eRsQkxgZb9+OXfh9aXz/qjIp7vr1v7IFtx6zqH3Z/ibbz/hV5/de3/YkmNv1JSyz5Xn7JztF
YpwmSApd6rKi95V47td/6SD4A3kQ3TkfY+/ZixfxbHLWba2Dz3EyWIrKMvxemwzeGJFBUlIq5gir
1FxzD62t9oiRWMo4fIhD79jC6e2ifLhyOGNpHpcIPtyqEyFG5twzL9yRC3AwS1mdYFfJPMV2OsMh
COv4yFFFjk6QtnjDgOBliY2xvAl2W1dPXvCpqBrzlKza+r72mN97OJbzqa4uTvGz04DbqEqe4RQR
u1LO5ijWTXbtRcevxTdL5JNr38KEI2meSGutcmAyeaHaU2HZErpy6x84c6KJa6lYkB/NLX4v5cbi
MK7NaLGQ6mPzl77UTtWH9GR+osQtaGEWsFWtZ47OQkWMuSQmlZwgYwBFfIgZW18dHtn34RAICnFe
qn+6090PLqZNe7a2/9UEPwZJdHuMGxRMURXUJ+Ms/405vzWjObo0HLuBf8fKp2T6YJBkqOlWjPgZ
vDmdTlFqDqMTcFP3f9NOglSNQv24gMq03WyGvAOOrG4p8upklPek3kf+JTAZg+cx+be4HjcGgaKH
VFOIQ2nO7kTh1PeZVQ+gfJLq2gf8+KKyMR3ac/vsdqBF7QzG0Oq0KH0QOzEqvFJD6QgOcmytg2dc
F9lN/lSXs3yLpncaAjZgQi4ssnCGKcgJ2D4Ocdn9tKLBvHiaZ3sbKzX09kWavhUy6B7EjNrWlu41
XdwfTaFjAliyFptW/k/PxbS3Vs5XHA7hdZneyWT8/3Yq6n2IURn+10KwocmSGGwRhsFtDj8HqcPg
NQtBlTGP2KY+tUQwESawLIRo2z0iOUiIFkmbvUd76ctLmgkWgOtE26l6HmE3cZ76Ah4rvcNOtE51
bpx04qcwzddjm4JJS40g5s9YKJibBmTc8DMf4u67LsJH+sjwYeESpxiV1NNHAgHVXJGpEKf9yWpZ
ti1ew5WQfMaM1iGV7qKUPTfooKxL54exjXgKrLE8jgF4jwwV3z3Ji+4hNfM9JXmGN2JaYzbiE4u5
6blw9U9ZOKQ/Rz1YQVLIpIg+GX0fl26CRbMu6hqPtUKJZqB16/xIhcQ9uY5AMUNTGc+UN+j0/qJq
8i4dlTliElbiuVYsDkBWMKgKL6VkSl0O+GVVP/EUZ69REcKe8rIBFXnPdWQzxth+a+pmyFtsBc1M
5qlqghxf1oK1oCFdhPnWvvGjgU+P8Nn1/8fPSaPVcUErCO2KqQPTDJLtWoTScrz/EioqRq+nMIvv
WpFE521+1pj0LXEIpurYlGo5fKOIjM963ejHfB5XC/5XYxyWWVMuIKCByWAWC0FhoRSYeyzyEQcu
4P9O7aUCV5JXBfX8wPTS8slAjWbYSWVJZdNAuZYze17P7tbbm/064gKUEwT9ZXmXH5Mi/Kcd+zkL
7fG+9CuGpwG8tbhfH/GBa2jVWomY+N20iI9dMt/7JKocI1u/9zWEBIpleovMfhHsmi/l4M47AfxE
o0K82Z0g04NVCwaCi45BKzELY18wShKoxyL4to5F3azLL1nBsHtw4f3I3vvsdAS4dxrms9T8IlmS
QwlpMpLdF7I45/DRwU+TOT/lQvDK7AIJ7gfffImrmEO1QOU7cCvrDDtJpX+KVQNHZRYSvoBzDggg
uCrLB/2YludkVs2xtbhEc/r+Z18G4yMwajbJnL5xkR9zcbfN/tjoEvG6cKEvJWKpRLyEtTvBLWHG
G/7KWNVi91DZVUXhfdcihipQ/WgTQL+36qu/6ivD3sOrxhq+1NjOZpPftLxYUVThLIYTINbYM6mu
Ms+qp2FpDrlfQaL18NXMffDqGoalUdv97QOIJy1u4cjr/m4PzTDVRHekGGSH5j0dq7fYAEL7ehO6
GPZOA0ix61IPzGJzFUP4mMkOlVf7CJi0L2P8mMTLis4H/7GeIUTYpXcegtvzxBBg13ri3YtINvet
uT06tW7wxQz7OZqQqJGt8zUTj3sKUtmARcwqLttA4D32BdtLFVXRXvu/XfbatzhIz3ZS9ZeS5WRZ
CGh6AT03zTf87BGvelqFD/7c47lvkt+q4JXbhtp1gfjBBTT5BJDjJQvcD4fa9zF0JBmmCbS57Uti
aOqcPDMC+GAVUq/bShz73x091g9B3f31eolxovwPgkJ3ErHzGsihvXizvxyryQEeWkbhvhdu+iy1
+hs5102qgI8IEQFCH6zXeNrGxZzDNbpyBt+WOy3A0Mh9QWcyA26wE2nQjFQWSD+GA5DLpmOpuSZn
OYQP26+Sikhh2OKNsgngElEcHdy2dXfFnAfnlmHw2e/0z5J37cXxo8Pc4qWt10yqTFqXyGOZP84E
XxS9dQut6EPVwcv2FKDf8m95Uf10lf/dUM+DEkBsUVS/09EUhCTirxogKiTtn6oT+HFhUez7mCX2
hMDP9uzvmm+IT3OETx6CDDFDhssOAYZJUDlLQJt7C828Gu82xGkIAU2PyX3tIQJqI31wXLu4ufF1
O4M0XmnUewuhw6Fa9kVGY+pCGV9M8dkEmbdrxaqHGVg7Z0gzDiyplrutgtsutAqLz4Ht0KWs2qet
KFG9BZ+2AVA4qAgEdIq4unKRG0ZVrUk4ZCsWcW7Yq/Cqk8mDHc+fKQHjZCk3h02KuBVK2zG/XRfN
0H46UTQ+Yw7ZUVbtRhUlL5VwBkaTvDUWMdj9MPi3ooN6FdfMZqteH4KIuYKzJHLvJznlfZn6h2iA
wVU2uG/7mexG1NF+KOJD42f/DdDe18831xhfm3Hab99VFUXeORvSi2jg5ad99bIdV8sqZcnIwa21
5dyx+hgYfrDVr/3qQk4eWDq/Vatb7n27R74E9CijrF+OlNbVKpb/FgQKFHQWJ+haGIQ+8DU/N+Kp
jgEnzczU7Hg4m8oCZdpJ65xAbGK2T8iNNRMZUCubTMIM16R910lctBwyWOWjglDd+F8UWJcxF98t
16BeEC6i16IBSBq3A3i/dIBPHQlMAmt9GmqyocqOE9eIgR0zlZnAd/QmC07cTVy6qfZ82/qWxQ5R
zkxlTqacpyd4udTIjOuHngdrJFgopnfOGUfsk+QXydv/tv3ksC7tG9P9nSSoaPx/lba6+7Qh81CG
wfPo8Bl8qYYoKJTT1begrxmtu1B99NjBKKnh5ymbmMU0648kUIKhjWw0p6uShTsmPYVN/KTMuzv3
oNCoSe8q0pw4kRuKZ7b/tS7VDZk2K8BV6qoHzcZjhEerC9Jrty9h8Jg3mVj8MCkCyNx0B9O44PkJ
Z97+/noFqj99kzIAG4SLi4n9WkBpcuzCRB5Qf5i95ZXZo2tuRX7LU3e1TajzWMHYoGPLDtsqvxwo
c3IJkH0KrzpFmOstnTp6S/60/YkpYqhT7fJgDQnTGcmSR7WgyhacJ+egB1hQgR1I0E9MqqjomzLY
9E5DKilVtccQjLUoTyTzpvLRmmZifVrriorjEZ35Dy8t43OqrGcxrCAwv6C8QxUnTJmdti86mIho
DydWM9560E2QF912BnTkeiGDrO5SKHc85Ga0KDLRQPIgbF3WVnrz3RQcpurDj5TZxxocYpG1KCx9
CsgWiwmVMCmtffxTKVh5eC4e67CDMthP5a0IMa1pmMJ8zZgsOA72pd/24Lzz7tj46lEnHkR6PsbN
urG0lJ4ZKIagbMMb2Fz/scx5EmnLmqOp4qtMi3TXMfjDzcbjpTzN36yS5Y7pPtm4q/RcLHjQvOm5
5gcdok5ekt6SmPNahul+ke+3MjLdsQuCcz7P1mMBn0KOzsWWhCVs11ht+S1CGVSLzcIuRy1/N/E9
uV7I8EEB9hyZVJ8RhiFbDARnr5+qU8KhtqaR5Bsyn61oZ4co7KKFmLeuqJBYOGK++gKS5pQ4Z6QU
Lz2359Vtmvd8FEcJIzuT04MjSCTd7ile72xPX+cfEIJVuPkgKop5W1cRwALkY/unYnpFq53+r5zJ
S4a4/swil8ILNJt5jQs4hluLU63CiNzy8KOn5mnrgtOhPrV+QWpsG98zx4mfovzFL3y1C3XDwDbu
433PbHR7I2eleZPCnfL85GG7MavLYuXBaTvN07wDDtLE/bXqIqCOU3UTbcYkMK5ft+504gJjwpig
EzKABz2izYzFi/4lpAXE5hXE0K8n13aPzE3gn2zFlpqalv/jJbwEdktrlS3xoaw/mBt7l6E1UAgH
ZuyeTHGGphKR0GCO23GwiXM5vk52ax+E40+HdvT/RGlzGK3h0uYy3E0aqMIgZhYLCqsq83CBSqNf
M+7Nz2XpMUsudUTTfJrmSV08rGx4cliEZxXapzylCKmBBh9kugKmZIr2M03f/ZiADyuiM+4CxLg8
697JjNlj7rUv25NsN2BIFD8VY6xvcmnar1YrhaNvhx3i1+72tdgmOp6SfnjY/FDblyBYtjK3PsQq
dG9oqOArF8Axcl4xVITWwe0AUHURjFrLY9IWAiAax+xb2I6PVWa7h6RnFxkBI4U27R03FSxSbPdb
mkSHUPssFDxcmCWMIGSwjw1Ag6+ztbQt66Ab92U7Xkgl0CT7hhYURVY/WV7yztdISTv1y+4JRLN6
m6CGEuL0KnDxYSKGq6pXyJHHc3CjAxlu5KoSUVvWnnmIZ9jyjKpXxXm5Vszh2rVvb2pQmGk3CCZ9
Ydind0ER4lkVaBPbtdtUq5ita+UZfQSkJjm9xSnS+3Kg0Mz1VKAcoRyZa/O3VC2CSdKbdp3DMC4N
5lNZTNUnc3n/tv2neo6f2UNySMaUv0lf//NhzhmP3R7LMGzh7m+1/jZ91EDK0fNjgNiOTBo85QWq
rEH3H9srFqxF93qvLIjVpfE+Gk6gh06xFt4sfBEat5v9TE2McLhVzbnOsdGMOSjaLlwgmUbFfJsT
ZxdyFkD0D352FcRzP/2HPpfd78SfKip1XyFd3nudS9YkzZlF0qk1ph2xfNERzMCf1LJRdg9sd7Yb
f2GecDdFGP3kzEDUMhbNqlU/TEnY3byJSETbWZGjjf+C3PZ7YTxWuJOadxUyGOS6CHx0Vz4vRf6H
JUz5qNouOaoKtkvO6K+Omx8db+zRdCpmFe/si8C7CtKAD0Xk5GebFvUu9RwYIjkDI3TQVHwhMb0V
TB1E22IfAAp+NEmM+Epg5SyCzxo1Up8a4IkBAAmYlcycV/n3qsj8OjR8ezxX/URwV+L8FCUrG8Z5
wd4NWXn1Q+bsDcNx+kVmY9nEXqqynTUZWbNjXGHrrCRWWdwEDgDMyNgVHBMxPCNUwps8bTs1I4Ln
+5E1RFYUMOKzfdEGal+uo5FUV4jxEwhEo/hTTUn8ZLmaYQyKVD0QGjUghGumKjoxtyXcfKA/+2oX
Vff/QqOJ5V+/tcSzIsYgIAYKs3lzJiGjzYDOGpGRsaBSRikV3POl1y+zXv6zPIvLOmYi5YbuzveG
7FULaIsqAj5Nz225/dErWWMSg4M2LKjZJjnVtzLTUGQ9LY6tKIEM4dhY7ORVuODYulY9DANUpILU
y3QApmxQgTJJb066CrrD4Jh7b5qj69ICkFUKpiLSsh1KPdVmr+KKWSq6VE7h3FGuomMzhN0gIQde
G+zUYmBfuUxbPe6mdqK/6pbm1M7Fy0xIoizDl9nxgdwE43haXPPN5UB+7Ct+CUdeti/PytOJjhLh
DNPHnrR2TdeMNNVNSAeV7FXnYtE7j2rxCv5j6PN9jB2QQ4iDldP1voGBGwyXAarnM17PABJfs7SX
FiXaXZRbxHN6qAr8MHtyLD++fulMN80/ciqEh+Nkx0AwEggZLCUsgXxRen+ZPLqwsAaeUsGKhZ0V
csA5Xg8ZKrWpGNAwhaTvCHe+2nyMBGg6YBhR11wDGYBgFyh3w6i+d2OFI4cKR3vTq51oEkXXriHS
bnt0kXHcsbTH1zFGv2TslRfs9Ntkbj8UQAgGwF5RNKXXBFKv7uOKNGINSjyoL0mTqwMLeMBlq5Jt
u3q6uuvJNEf4ExBcGOdrt5z5HxNDjYeWYfSxd4LDHBtU2XWVEynEjxUztbh0KQLh7amZhrO9IKEE
gvHra0DWJ38jomAkQqXbVg7raIT6iUI96tBVLIY8gCCAseBnLGuTJv0bJ88IBavLJiGso9TcynGR
9+2UvBT2PJ0aO5jOJMX+LGH9pjkCodhNfjs24FU5O+c59D/zSHq3rducFvepa1T4XAFo7myAYVGO
gDqN0yf9Jmqvfd6eIq+PUVbairpdo98Mkzq/lmGDiYdhZf2GufYXUokQ5BqTk2msLoxQeiL1mCpM
zT9L3Uw9SjTwRXUhXnInImTxoRDIM9GlHTupfYYdsb/n2+9qWBkTcmZlTYRKC0hN2/PaVWyEvfzB
9AkT1NT9O6xG525UP6vRa/cIPsAKDkSgSpXfVOG+YP6hi0DwtJ1FUid7O0zFkTQtQq1cERHr0JaU
rQl6QsK9mFBtleqAE/hc5umPXrRYuNyCLEGKv2wYErwi439xAXus8iXh6kMKNBItbpuR59pQouys
RL6qNngKmJJGgnWKbyERWueQcvK7Exuj183aK3EOxZpmFt3+aRtd205Aclp9iZRmnhtY026r52qJ
8hdFLIPBbZ4UI1VgmXSSEByYI5fLLSUrFj1Q82VKJH4zpx8A+pJkwXD1SpYEds8uoWw4VW0k4ZaA
7y6d+bJuSrwGdYSPi/uS+CjPtiN2+3ULTYAg+8HD7Fn2Obb9A3IvWNWeP53TeKweGPu9tVa840sy
D6g/Qcd0Sh2Xyssf6775sZTs5ZMBdBg0DJRC79m0lvRU+wedpNmT6/0NqtG9SlX+MeVSoMtiTZE4
v1GztV9feRXmOel55NQySq7vaxuyKcu+vcU07jAMH26FXH4r74rBQRHhZPqIhnLGvBSnD36qrrOJ
6/sAOyko6eweeyGkWNkgVlnsp6T/5is+O3edCSLE+yUdzHCMsUelSYWOunq39SZ4FQm38K1btgqu
CsKnNoNEgi5yVyJsOxPso7hXdpgg/tsOF70+r4x+4dVZKULotSVXxc9sztQj/46N43tlFsWhzsvS
V5iVNzu+K0P/UhRqn8L4uDb5lxujRydI4GVNoKckzMAu/fkQe6g7AguIrknutw8AQYF83P5TN9po
dgv6nRHVfSDLiGy38jUewuI6zNl9mBhxC9I5gE3FL0tHoG4N2qNdGNKzGTVWVxS7t6Igk+WwPQ/t
6O23ChTJIzlJA5ReG/BQKgN1vwj16OL1ImoBxU3MqvkSh8trN4AecCBYhi6j47wtjtvOZLtiE9se
Hyc8+SxTcn/XEVPJKzny8lXmUmTjvYqQEmV8qvRwqOg1JQ0gpvTchHK/jQfiklOk92Eh+Dh1XbTe
OG+B3m3e6joDyb6VgUgf7mPZJ6dpse89XbBRXJesPcoff/mlIImHeAD/U6a9k7k971if5WcTJ8B7
oLhoB4pCThBUwRhgNw1OeYn86V+UpqgjeY7q2PZ2ybSEL80qbXe4I3PTZrdacY0kZplvk/BOTUlc
07Is0z6JRXeP5H2/lfcyabKzF7KrkyHY5lX9PXa+A4iofWbrTzLh+uWMicvqdMzuBjvmJrXAqo8r
RK0dQSaTP65uqBLk40LbhmQERdlUe+KSGO/fVmNZrV2fSIDqdo3d9ZjhdXGUWf28jRGz2MidvzTz
Ey/3XcqE7qujafXwxhKxP7Nq+IWgpGFz4zNHxE9/8NnPIdgmNQ/5ALkwg7aPWeaDqunQXZEFGQJM
b4H3+6ApN19HoNI/zDndH8VYMinu2Qku6GkIw6LTspeZ+TtUbHfpr20SwBZg8yKt/HkbUIzQzJ6n
dHxqJu3uF01UkDNZDlmtYriFC4X45v2bY9JyW6TsfRv7NxSNcr9k+r/tLq2Yi51NLsd9AvC+lbU5
KDeTSJuYWxWleIzWqOlFuz/i6kSCXTuEXFgrK4QjzDtsfyesPuOO29wue4IQMaDJPreuEWkiKbBI
bOUR4+AXL9cpmu11rgIzbduHuHF67hOAZoNDeOt6h9QyDW8S3uE3kZro2K/7l77q3mKLc3noze/U
sfDRaU77FCE5gmooxmNqlXthCOTM1h1/1zsMJCm1jtZUfs/6+i8rSf9Og4EPffuiDV+MmkxNqYXi
PVfvuP/BAddWfF9nv5u0O3Uhbw33rv2qusp+Ten9KgZadrPmo8UpRVdvT49JEH/3bc9cC01xpmyE
CmxVgKLEjIuNh02OEr27n+r8Y3MONEQubXyR1s38/faXUqzZyNZbG6wUXMSMUTrLVI7gtakY2/Sb
xu6NmA0L8dxEj1kc0titmvQRs9w191t6sH7+1ZsF/FX5oKHzBhSrd4i1RrKGy59TNBKlYBHgzkL1
l0mVvqRjZo5+1j8xYL0ufBCEAATpwVro/NyJ/AjPsjDx20F50s0U8NDgLzMLAUZ2wALRTbvoXq0/
t195OxVE+6mOTmxNSOJqYHlCvTE3qZ0Q0XD+kpEx9lT99iJb3RXQxKRgt0FO+HEYguQmv1fdPFwa
S/JiFMgiROmyDjbVz0w0MBsn+ZnE3QTC1kYoxVckyNjMR6CvcVp/4nzxz8yLo3tMQ3uTNmRBG3Nq
Q7EL3DB89eyqvbB4f9ju1bZvCA63o2e2UukDYwRAAmGneftjlmaBe+4X+9o70v+2PXS1mesD38J7
xc72vgvBtPux04CL7J09KBZJE1fvOcQ9DEJg6VfRe1YyXyjL5FQSdoWwl9+4sgngAyHpUMkdROos
5GB24sV/EEtArTAV7wg3/yAA6Z9GNPpNGs3XsCJLfRksST9I95lZB5RpmHKchoQle2CIazj5tnOt
X/GUZT6jsV9LaadF5evVy8eyeuW29tQPWPFNas3iTgdQheS2C5E3MNetk1/b3g9ROr/KuXnNcU+c
8PZIwhmS+C7JjTqlXukgFnYxkvaQ5ib33vFblk6t+8fORH7Wrp74UxqCdYLhmb20+9IBM0tHaKDC
hL9SK7puiIe8Ebe6YxSycMKisEbPKFROGsLogVVcAuLbkF6lc11zqGJ1t+wKw9Nsh0RvzMA9mHNt
bw4WMrY2ORspyApL5qVP+eL8cTTp0ygcHpZu5kFOfc6jgLFVxpZ7q0TqDslxSHavTYPj2vGfwp8R
8grzGhG0LlBrbwVol/XvURt210GMCP+QefC/614KT5EZxA4XKNhRzlVJ+eQmQFIG7jdHh/2NBull
nHvo2HVVMXZrp3PlQbyeMEqcwwVRuYPZ+4BJvyACVkNmmwIypOqqu8/n5Ju8iLXu6sKqvXJb4SrP
CoVnwSBPdqOXcPhAgaRO+Fa8Q245tyBiV1loYBPrNmwDMdVl86NJsJ/mXK77JnN7mlSOpiQPmfYU
QBX5vVkyIh6rvpdxNF2WAc6CQEoQRkYe5tzHdTX2fG+j5ieNTAeGtUDBKFcOptdjdGiY1JeNGJ+s
sUn2xg8/tlWg5+X/QsSe18Iff2wLAcvwGg4O4EtOTVJVePFsvN17z6oRCQTupQyr5LGHUwIE3hoO
Tst3n+DkxaOneA/T3yLs1XnxoK1vQ7taOgwh/fHTlPxYbBPAwhJuO9ceuZI+mbCuuMYLIp3GX+Ag
eBz9bVs91cKFCdzU3zYXvYNNfGs4gzZ5CpiefcvZ5a/XWec1J7NuBz3J4rSaS++Il+Se4SyeopX6
xUmJ3oEtq8NFApEUGLsC1X/VKLdZWKNe1fnPOC/LUx7gyK71n+1/Vrnze+IY+6oob6uiTx5rD0LT
mLoAf9txfEB/aP8GGgHFXrN/bmueFHz2UxbQzotueDM4H8hOBhA+s61Fw8zBAXVYlHaJKRDj0vYL
TS71eZCIFix6uLcbD7HsgC27mPvX0vPFYzAU7sHoJSBpL7kpNPwPScb42UzORPe6PyXs9B+wt/KF
tI1/6/vovmAZ8tAJI+jr2M9VCXTVzAbMud3OmNyGF6c6RfVw7SVfsK+Md2NteJs9lb22lnWfeMxw
uoqBnBgG/Tz7/OpdEoLz8L8lPdySzu28vc5HtjPB1DNIQ6bZeTOvJGKD31/3HAprTP+tGdkNIK+A
+PZ1H9VLP56m9Y/k7h7Y5w8wBlh7mf9Rd17LkSNpln6XvUcblEPchmQoiqDmDYxMAS3dofzp5wNz
dqa6emzb5nLN2rKrujOryCDg/otzvoP0ZztFGmzhbK2dRfHk8tY6OREbgkPlxgDns4GIpLffIIjA
fPgmbwBL8Q4IVplazcqFQJFlG29CsVkBnUSMCDMQI1phIpBno5UfzBx7VxLiyQiHrCVjOS+9+rVB
GlT5kXnlx/ZH8TFM2dEizO1oGeqpGwLsHFxaeJKdYxGwrprfukDNd4HZXb8r5Yi5PUUt5MXYiKH3
R6O/68HybRONailPfgNwI2dIOKTN4JjYufPKnYwP106BYGFrYsXJ9ur/LGTDP7S++z9Al79S5f4H
5gxqThtDB1w9nshvdspf2CgALcap44Jf2xJLhyxd6vG2cy5lNRLC4lK9hH7AdNtmVjkquPfdbKZ7
f9TWqf7DuPpfURb3//+AERcA33991P8CRtx1n9WPX3/lIi6//w8XMfyHcEM+ds8VYQge0YHi9J9Y
RPEPy/GBDkIjE37gWQ6smv+LRbT+YbKTFTQklrAcGEH/hUV0rX84IoBC4nqO5dB1e/8rLOLf2T+M
ngKfR8H2wOZAEfobZCrHn95FDaErRTnON4MzeeijsQVy/+P+TFWC3KxzdnUPYL4OtpTbH38Ec4FC
HexrPd9OczPCkiWp5C8f4v/0vP7L1yZcx7bw0Nm+Z/Ip/g3gZJYG+5oaD9wfGzjKccQc6r5NSAGv
C1S26WwT+Do6GUtz7Z/DdjBuqq4zsPkGPeowmg7Vi5yweMf6Ny/T8nP7J2iSL1yIJ67gx7v8x/8b
aKhuRVpHJkvRsNFk2UpHrE09oMKoWMWS1azMZZUXltu8mSAQNIb7mBuCkKnnASTXbd99NsWEb4dd
C6EhRxAaznONsGzj4yw8OG0GKlbKmKFiR+zYmKACWJqJdDblvnDjtW+M3tGZko4dInIPFpBbbyjR
e1hNeHasMbn7/iUMY3hHjungKmrFv/kQvhFafyVH+dTKFh4CW1D3Ain7O8WqpvrHSEaiy/e/2oxB
/WI5Z+Tzmvi1f9sRlwkm74kG0XkOMutklUtiKlOwPyP7UprphTKV4iwj5FxgF/9/P0Pi75wtyhCX
18RiQRGaIQzQf+ZB4Y/ws6RjZYqz06jX35dtHNeXuHH1pbY7osN95CtmoPhomVqx3C22g0B8Ugjm
KFMxW9gK7fo209DptHQULskeGUg+i0cMDl9h590VqGS5nrpDF87+RRjFvZMTZxg6CSFX5XxKMrxX
383BGE0CtnSxySTYzMSu4rPMdH6LAtR5NpkjfQsYdU/MH8ao7mxN8fq7em8TTWJ7heElbbeB6aS7
yGEd1YQiu4Z5mNy4cUFCUWZvpNPDe+m1vvs3H+W/PPHsOEM+SY85XMhptXzUf7k+3MnF/uphgkyw
eyDgV1eJpmMrKf9qbunj3Ij7CLP2fdclaBXRst8xMPpttgQQ9Z68KXJVYxsLs2qPnOnamHVH3kP4
wZ8lK3UmMwu/41etK3mxJumQLtIuU4fcW9UB6oQavP9//ziYodoHSjWaO3Qhj39Kpw70lWvcMWk5
O0kqlnyuQiMfERNtA0FtFePzd8Q0DlnYVMxILPIdQh8iDoPF6FYdWDXLq+9h5xym6q4ry8dUkxrp
gXu4XQYQIcj4IpisI8V6fP43n28Y/PPDypXsObaJftbzkRU7pvc3nGIZpF44CUpP6ha9mSE8rjp0
69NkP7S5A6HVgklYzsIm8E1uIjsJaffRDjrlCs9TilV1bVgeLuPG+ggIWxIR4+tG/OhQz1MpMo5y
AVaQmaO3OHj8SyERq/WWYW+Gxvrq0OohQ5jZsib272R5kbUdvU/sVn1f9yeNl5XIu3yfVyPthjkT
5d6E3Xlp0ZxEzySPYgvkd51r9s0nEBVPiWGv/M40SNUT1yALnoeMzMPc+GhNvczRbKYOXfbcKXMf
N+3R6Zf6iyRlppdEIUDAabZinLcQlJxVmnRXbHiXNCFD1HJ9hjd2vsZnrl15TcrxocFJQMxie7Y9
1OJu5GxhNX4VWcaPrHjEMf9q4I6h408M1t0BU4BVF1vPMu8efetRN0WFZ4q8+cKyVokmtEnY2UPp
4baar5KmutccuzK3JkiHv4cxdV8sSAx+abETd2mJQ+s+IB2FwNw0BLtYOZT2Gv4BxIFLV6lplxTY
OLNaVg9VRTJTkF1FfjcFhtL30YCktbQEHvRy8KB5V3wRnAKLJwsFSod/F03gbNO5jPW9bcbIX4zP
sQTIzRrgLs9n+y5rqv/8Rdgmqd/EataNTeM6lPrNZjrit0t2nkuT5SKq3oSxG0NizMYtvo3mzsdo
s3eYS54tZFo37NXvhbCC/diLdC96omhQQxrE3hXy1Ur076QIgp9wC5A0MULy7FtpWMnd9y+hily0
MHzKcAUhCiA/JewbJhWidaDfcJnWJRnlfMzfiwKkJM2Uu7/c/BXv+5JmBWEmn+b4ZxMV71nY1x+p
QG4DEtV9iUqc4SCl6fmxCdtV6p17gktuzSWasLLKJ2iNsN7B8LEAOFrsLZ4Sc3h3+2a6tZb5bCkC
oMDOyQ8ncnkM1T+lA+msXuu+5mju01jpXZtiA2/hMzwbfvjCyMLfux0UZhwkCbFa4HlCJR46oTRx
yIywkUDctj2KfCWccMOEHgSPHRxCrEzrMhBM3GEagJtBMIhE2H7s1EwaLs8Q4Qvx5+Tb9QfDmId6
trJ72l65Rh4aHuuqB46kut/ffyezoBF//g/Y/lE1ukdtYrQhLNkxGLwsv9jGbevEZcLZIVzWKLzj
bUpOWuFXDz0gETsvq7vY7ttz6+Ihb6skfA2jW3yu4dZsVLTFjYP+OFR3ilUvk8d6XLsTuAJH2gMP
9gLPS4eRKZ9rBuc/vwgEwotQGCEYqCfS1Xt1+e9fJLmLNwAFJR0pP5yBJUVs5+NbJLG1o5MEs1sx
kzOGNjrnLmKjsCBWzMeSkif4FTKTb9BGLYqljI2LH7ovRJcYqfqFbK7bTWn+wISvu2Pk4p0EIraV
nVhnq7XsT/hj9ZQMX2kLZchWmphGlxdg/43RbRpXHMEerL7/Dn9PtGncebrvF5luNsiHbwV3NohL
zT/+QbXuSaZKwVM0l+nDjM9X6HbT9bV9Y4XZb1na9lLgwOxtxWudJo/NbE44ZN35rdGYcO1oFiCo
F5yYaaJOKDuljoOF3NsKhvnGLMtNZcisZEY/Xr8nY8jGzP3U41MKm3dTjb+sTn6l9ihxZVKtWGJx
fdtmgfuVBy9qSlRXsjo2U6euGKBwOnX7cLLlNTc2plThtYibK1sTcsDDWt0Psanuuxn0gR3ZxJyD
CzgibYx3zC63PpvTI7OTaq3n8kfNJXwGtGUf7DGCjHE0Z6vEYU7IRzGk6ZsQOKcNxlyTy0BoRRB1
8lYM4fwBslhVTyxdza12kJ2p5W9zVnYUDIF/Def019Dz0yu1ZicxxQeWFI/m0Myn71/YT9uAItvi
xcHes6kAbJynrlDrDssZu8OwxR0wV5thcigs8MWqdZai/cF9+2kGhGJpQ1HpeYDQ0TC5W2+sCHia
Kanmzh2utj/Xx85VTNN0OVyRj5TnOCxeB3Y619ro+6tfUrqnLt5vg5UUIdMJtJplVjfneH/aDF2T
SfF5Grth2s8J1zUbmoy9DlDjlbH85ffff/9VUGGJA6q1neo+JicmBX60fGsR25lz5752Tjt8WhnS
9SAYd5If6Rh39lk07GGalPi/791/FIBvdxZXFm8HInTMdijVQBM3jqZa5TLalTA28RXN47mb826P
hG1BFDOY1gyPg4IQMd7j7WBr+0Kl0+2B4L60UeU/GMuKLywCsdx0P7+/T8Cch55N9L3PRbL2JWaZ
MPW7Bz3kYNnaZG/ZCljpwiZGXkYTWfUkxeKgJLfFZsa8SwtCmr7lK8OsOPT1cDRgM0K2BcnbziML
FgKAnqKW0aGVIqKJVRLtYj9m3Z7gZSk9p33EjYaXz7p+jynnLS5spoiyS3m1kycE1Ax1+XFmWhMk
F4QdoezBQ4PKd4XhvjokCz2n1U6/H0N92zVm86CC+CS9vj+npbfVWdy8l0N+FMPWsYfnuWqCozsF
3U4FotzVoAFXUOPJ+NWAxRqjqXaJmh9D2oULb2N9jatfqrG819zVhGtNU3Hf2U2D9NiUj4ZA3VVN
8U/c693u+7eXnZ0eY2+pPtiDsc5H0NLa7SOWso96xpAWqrR77Mt45wToRGhv6l0f1A8mJemmH7Nf
gTZrtI53uNqmu1Z5K9xQxJPZHDml/KEz+6cz1smTI5i2Ja67jtteHOU83HboLFa+1QQXv8jrc4cn
kqSccxEn7S4e/fc0Q4vS2OQzA4y7r5hmQMg0LfINq33hdFeXi5TtSTOS+wMJWw352QxZwgnMKUmT
sl3L8Wanj7jhssT9cAG6HkYbp5cPOQiRtGKpG9yBoAnXNVvzcmLVn0H0wARCaVp0lzHJ8mdwpBc5
1A/SMnhZRqk5LJzdFJFdULf5S2bF4izprlcK6+AK192jlzkvDk/9ic9u0MXOmyKxBj54at05JYyG
Je7OHxosE/N8YX1JmpWwwP3q4SvknxMTZxxikifODotsaTB47I2dage0M6uxiYzL7Bnb0KQn9Pty
OHudn21TNc3bZacMsQxZnSbw0sQY5PburvdVdSMFaBMoabtJiiNIMrC5Pfk9fXxNeyva2aFBEVsZ
lGm2cWqcYNrX9Z1JqF4A5ueBwTp4vhYanEUP4/SPLIdrnq3fYPIc+LfHyEzOloMfAxUDnUJuIvxr
uQXywVjQCR9mzurVKeGKFGxorgwBfAL4HJs9DF9Kn4xEZcnd1DjNaYETK/tbbrbUbCapSD0czrG6
oxXhNuzsadORPwCOL10s9YW7qWAxrdMpevRYthI1Y+3ihuhKL+w/RIX2W5TFr36Ob10Ppe5EYdZN
fbWzoWYRvbtJm06sU2Xqm6n4qcMGu1Ji4k/ST4QW1DeADoYN1CVwJNN0k87Fucf5I0seS3/maQ8S
lpmstZ4wnpAEH2I2dJhXpQ0SD98NbiKrfs0KcD8Dovd1nlDGIGXBefbROeHI9xBl3IfvdNackqOx
GlJZ7nQx/wpxBeNQMdcIQF9ECWwky9LulBjNpTeDB3s0kQY7UYNkqiQ2ILxEnfXsK6b0I+qaPSt/
8J0+8iHb+91ziGwTG5/82FGtzdZ7hbgR0V32ls4gI1xMXru50UcnIKXKjSbYEC4kMg9PHr3pAChq
vJf5j9HrblNUIHdz/mWQC8Cs3J1g25gf5nPPc38TjlOBtAUQTChJpiMOb2xafb5EAyyICF9e7yNT
diuPNLgJKP/cVOCe9BfsqBvJBoWlDfYdLwVoMLHtm5tlK1bQQiHdLhqRLzKMaZso52rNNGggKQh6
JEm4bCrBcanIy2DpXjUYXf2iMm+zPLhIq3kS4dCyHHFA/YHJLlh19wOPs9NNkt6IlKUKBWFUzSdQ
29PZ56g3PaiDuFFWmHp/ZWm+t2MxHVzlRizsCbPyw+4kHTzFLcUkEIMa/nDwnJbu/Tw1ejf0S4R7
Hf7KZnIz5lbsTNjF++rJtwtnnZAbEtcmtuE28TZRxnEakxbGdoVVPnrLZtbrfBh8NIsjDjgv9jYx
LWahm6c457uNgNQ2MHLOIaAGetys2wwigwHSHctyIFqsyZ4rIwofQ9Q8XmbKK6hvEjo9FRLQ/DWy
8l7JGO6WlzC2m9jkmSGQp6UnyjDTrEYTErGX8ZLkxpqhsAHUlEQprXmEQ46jlWNFBJ1zeXtxdM1g
bZwQjyHvaaabDk0p8WZmvfdD47OKK3BIvl6Foi1PhUQIUIYjidt99TtltrBpkMad1GSwqUcAYBSa
28BBj+xGD1XjPVBUmbZRfwKKeZjo4Oy6eNW1/5ABWVg5k2An5QMpxkUJIxQPnEawdpEFg9hSFiB+
RpopaJN7bNgMA5V1Tob2Rx2OXI00VDyT5EYjIl5XUUcsL9EvYMj7/OKFwQif5tWpQ7UJyh7BZVRM
N4mafrRA9DkQ2gOifrlAkd2NDG5FVrpg9qqf0G2u8VyTgaYpsT2AQiAOSuZCfOVrYVHcIbudHFbP
PCGS1RofK4Qf4q3rc41XmxRU/D5BVh5ISiBE2EuApikyKWr05oHnw6Op2ouVwRHUeQ46ARTvPPIz
Ex0aU8cULVQue+V2cYUmWLwzFKhXtv6Q1kRMtlH0OxUbBxSqWA5FeIgl5MzR1YBmSe5qRJRfK9AH
Tf+aezGGoxFEbqDFQ4AllPa5mNeTXYlNYEf0tyKlVYayAUFErPORpMuZSJIVQ7tiZUOCWlcmnwGU
AQbfVpptbbZuBdgRnCrusC580ruNEVVbMN1YQ1rsk5IWnfZ507H0X/cmIXjdnL51WFeGoflSEVSL
3sDXPljtmt11uGuo0KdJlweDkJcgHN8HoI2x+DWnJVy97+3dymMpWHduvY68R18ntDBjhjIb85Tr
lPOm8dC6JaN96MVrYSP1FdCR13kg95lJ/donZK+36QBAIIx2QJRRjVrJ1W/mhxjpEblvVr4pPY4E
UANioyPOMjbfSZ9dYred1kkeKTBYjNhFy1WEYmUbZ5NeK3j4eDi5uz1DHfKF9tQsATPU9xjv4UZt
rMbbmlUXrL05SsAniAPpG3eelzCBZN2QBm10zMg3wjBaPI/EGHRSd+ugYO1sAvTYjEQGoN5aWebY
XDq5ty1L7saST30qQ9SoUp4YDQGTpwkdOEhT2653+KgYVrFZVEGSbn1rep1DLvim4rPrycF1Alq0
tE4RDqEKDFCS4Sz1kCNm48Z0erXtLCqjHPvTVlDWjmxWsRkFO6voBOcp5v8hHeDDL08lsoZpCyzw
wy4HBOfFR5VKTHnVIruCML8qWveCDHlTDuwcAu9RzZaL9RmUpgwg+xHOZEu9TcRyoDE0d1EnjE5A
Dnap5Dp79UTyZRo+iaipeipn/1H17UuCl3FVDRX0KWy1YuYnLLRv4UTEWGLHXA0Ru3Aj3QUkLgVq
9AmGAKg1i6rGWm9+2Yy+Nm1nxRg8lrLOZMyNp/wRTzMxy0iJMw/ga67oHfSSe1OBs8ZjTP40i/K1
SIMBw8+8cTkdOPxjei24tJEN0QRjXbxRE5SDsmrPQWY/G0nkI43QbO9Hv7qU6ELmvrI3lgHDk5hr
40gMV8v0yeIdmvuTnBLS/+LC5hvE5RQ53KllGm8Jx8rXPKfmLjf5M8bw7ISZOiYx75XQ1na0ZM7+
lVa3xT8bCzg+/PkbCdUnRY+wWIeHYx1hZNKU1WeJJ0rijeFId0h1cfi369rQWzHpbYkxlkqfcaDL
0T5ixOoVceQlBx/KzHGl0Dk4C2+ymRA9JRAXUwVGGoeK28zvbTDemw3TlZiZLpMY8SBx9mJbPKYC
X1Bj2O2WehOTxr6wE58wT/fiRf2JJYHgSMvlPkhRMwk3nVYem6md5Wn3ljH+lnb2KbQCzTyNu4RH
qW0RKgm327Q+UxL6PXk0nJrmosMw3AUx3PiCrbzKY3ctu6A6WVDqAe8DSOxjDsBuxL2qYQ6NPbgJ
NwMKEvm0YnY0bbM6AHhudmz2Y9ChXVZgKmrf8ZYmqNT6Qy4SNOBVvU+NxMaTr9fDXGbHTkIytdp3
NXUzGaZGvmo8wiEtE/2EYR1pI+cXp3OJkGiwTSGRBC/KASzRKRKzlqQ3WCCTHcKvYDX4W9+IrVv8
Loc6ZLVPmgGbfKu4n7x7UBwAeKT6HYPLWCkP/rEdb3oxfhmiu6U5QOuxpey9JUJPbZKh/gTG1W+7
wLml0CCEqN6F6pL07ptsm08f4u5q2nljBN1VbrPE/zHN/E9OUd4E3nwAiXPoETng+H7qW/GDauya
03tysQ+F9yuSNwmbgfeGB1w67jaIhxcpInNFMM+5LVtFpcA32U7VEysea+VLH1DYjLfA1NYSovae
zTmgeYv+WGS/YKNf5xZBWYa9CitgJLbDXDBWDjM2mWg6G8aS3o9mdL/kYLG2jAkYhXXOvLa6zj8g
67brsphercUERMnwpCRti5ghPBUWKRPRvLE9gDrUZegb+TaJA/mZuOhMQuuJERjPHef4ULbQa/C5
j0ZSbhOPLzKbk80ouYRAOJLf2mPjBfC/YWjS5uazquHPCXN5MdI7936oq+YYRTVx4AXOaycrnpSv
7ozyIYMVufZHfBMqJOgiCwZxiFrzscirlwKww6qYGmLIkVLjZ9WUfrQV/WJYNV3pbuJI/chb9eIT
h7JmyLRcfi7nyvAIq6EjuNwgDbj3djhGHS6SgR2K5SCqNIoFf18fRwl6rR6s33AUSfVgCYj1c+OP
cpezUJPdhMSrzdkPu37P9Bsk5jjEW3wrYpVO7he1zrTrki/WSWCVSOn0f0ixTFo85R4SxvKwbPEq
s34BgUFdavjL/ZrdgntI0Xizg6u4XYggiDjtC0rzIpyi27SsfykdHRD7XAxz2mWjeFHMz/l6GlgC
zugho4zg1JoRqkeQTFNZx7dRYtcw/JzhASOG2CT3s1n3lyLuxb7lz6rZ3vHdlmfgLzgX2o8RGjQW
YHlnSqjDk1v8Gk3GCWb+GdGeUpxPb4ivxSqQHlMM9vSYVt3yZmRWvgmBhGYKm3THLBwXP0157cD5
m+35VMrIeI2cfOc7khoMawhGpxHu3ID6BWWdASptl+SMgFtHXWebYEPDggSTiT5dKVawZzk8c5ej
eK6DHdJsxOZfSqbPoO/zq1nRX8Vx/tJKtHPafqmCDKNWMiMEGlCmZ5LPpAAIQJczpTsfFQinRP+S
tLSvcBfumGane518uh3z1L7Lc2D4xBCxhfAr6PewwlPSZRh89LZsz44HlEWQfzJsvVSNX2a2KM4x
YRYxrs+qSx4jmxdHNsAe+byDR98vfsoALUFb6LesiE7IjEmIHU9BfbQZK65M5Z8nO3ubUDbB9XmE
JW8i18p3ddqCDsByhGeSMtxF7yjtfjh1dXVFae4g9grgTEBe4S1dzwNQ0WSCiWURfNBJBH4xxn+Y
K/VMoQ7O0cn7I+qRbNMKHizHd/GuA+YJPUR5CEtvB988ev2zX9e4GXIN0t8DN6jikMlCQLE0qA24
TX/FiZUBnot2QY/qgpXxpuX4dUncXfaMkfvmxA2AZhfT8hzLnXaN19YnIjq3wcUEo43MO/ytkIDd
lLPxbFf+bdEP8YmlO/7uihahKpy7zrg4fQ8OlwzvgXi7ZjI3En9ME8HUJqSlYee38vBcbUo/fop6
HGl+slTM0e+Yscxoc88PMEc7g5NFUKma1kM5iLfa1dxFuTutJVnJRi8WG25Gpc74LArFbrY6tP8P
2Jyhc1scQvxwr3PN8Jk69p2koZki2Af2D82xbK91TpwLip43hNl17V2slFwdaMLMyhymWLq6CYhw
2IzzCOnGGne2Cl5zU/0o2u4lDxrkBKgNJaOj9RTYcg/J4L7CnT2lCi9AhIWlHKhOpjE/DUP25OEr
oibFGkIWe2uKCLNBBFQMjsvSPzm5B0N3IUYIh03fCGCsyhAGM+wqV2GH/MF2/GFjZxU7TxwegJyK
hbLs4tHABLPqc2e8i5uK6Vim+XEh3NdQWLKKQ3fSWQ6zMLutKwIlzBmJrj+QqzQ17YZl7ypntEo2
CPprkM1AdtaxD+6sMNvNHL4mCWzKiFSpmpEEY4k+YzC75GxmUPFD4og6y35EABEfS4NNpVvETyHN
2EZgvVnpGeCNy5LPUgm54SSXpoUD7x0hDu8vdBpTgtwlU3BjcsxfLAZ7pFEJQIFMGonUme6bSu7j
KbpqHxKh05a7jIh0RH+Ud1aqXw3oaShNmPlZEukx7chVGv6HZ6vfHA0EsUvsvgMjrVVYWm/ASRkU
qirfZtnJ8tkrT0SvkpdzbM2n2Se73WAU4M0uHveify/0cBYFutlxXpUZofYMQiuuKh0BXWOMmRMG
Hulj+mU3hYUKt/7tDYS+94ZJuCriaIzBV1mwXw39AtS1WloXzzwkePxh+4gVYjaINnnKuVkildQ3
hUh/xw63sJkygkNESwYsp1NKKzYlyrvRDYBPe+Llb8uhAIfS9HQd7FKi+xEr59CxL/NrxmiVhySg
iPW8j+X4kZnVth/Z9gWiVUc8dSc5F+XW43E4Tv10rLULftlNiTKJQPjO3t73Y4oUvNM6sT/xg/Gi
mSxfsITj8WLVUi+q6UNb8ZXM6gcKuIG5BC7g0OyfE94MYVHl+fZsX2ynOMOoy8VHwWb6JSnb+1bi
Fhot091nDC63LYzITe8MqFdMb59PKStCCKUi9+3buLaW2vhdIKI+DPeRyrM9SlUMTap7ouJ3uag9
sNLSw3vroqdqXB9BboeBIK6M29gM73IxEdWkzz695DYuQyRX5FywWZI2hqwYk7LslPtYue3Jx8D5
/d+ThmvCo4M0u3slL5ROzIXYqFgfGUOpjmLuvH1YFY+kMz3kOWTTeWY7ypZlOwaNtbVCZez0STOS
R5jKUoxYdPjorNJ7ZDldCHrJi2tvrSKCIGT5SgVVnfpxOJauiSCdJSovb7bTo3GoW/0JChUSsknR
rlcscfAAueVbLtkD5/YtHX07hJeC5tHy4h9JI7kDDZI3POQHwI7kpu+sdMcWO1qFSYASqnF5IksK
FfcXLfdGWkzwGYXUxkPrvWWxRTpVhMpD9UQ4THGx91w+dDONdmEnGJp5j0nJQMjzCbpfdHyhquSN
2XOTQ8ZYy8B4UlFUbIOwHrZzMBJRTD8LZLr7RW4kozTcO2nMVjFkIs1vf7NUUG+t3NCAjQZj29SI
ILBQbwL2vYfuqcmT5mI34SEv4PMX+O1QoQsOk0+C7e6DycUvMIw0Wx29fO7xtjHC3IaCN4V8LdQa
1eTtRdJenMIyzmPw1so2Pts5tIskWkK42v6uGNFxhN7PUlb+0e/kZxw+JjWmNGSlwbHoPPOCjPpF
dzyXqQhG9BnJcIuj5iHpmHBIszffMrt8MYR9UzRNTW4WG9/m3qXuggoNWZFq+WdebZLWe5UGkhRg
Mo4LLNFu9MnMRXaGbxMn/VcsYgq5CAEcOCODGML0ZzmvMwwsxGjjueOzPHH/nIvKUxsz56xOJXkT
s/u7S4LkkMCh3LL1WBPPADYxHW4rIQDe1cU27sf7zoQr6Hul3vkY5m7CLjo1/dgdXDLqwwIFgCPu
KjUbn3POiCyIqafyUsQPE+jMJQSFBbF5JCJhOILGJDhpmra98k+2Hx7L3lrVg40wwpWvXsXsWJOf
Y2h1iwiO2DscQ1VPNkIQAxlniQmqrWIiDKtM70wXu1YemNUDziHAAV5F3qo3KiZOpMgatB154SCo
T8KL8jnKHSPWIMexa0mfSM3KSA9V8N6yYjypmTwYQXvV2Mm0qfHqe9r4DUXq3pqT/ciDvTNbeZPp
hag4trwbesmp4jZUE/QKbQvg62jo9bgwfKHYFfo7GPPU5NMHxxVBKIX9UIUt9wBWWBIlhQO9IrAv
Uua3eaH4UjEbCwyjAq5l51EGOCbjXi/ias+oaaUq8KZN+Tkr7WnHJCHayGcoeU9zWHzNVixJmhAX
whfcDTIn1FLMiNf4ktE25VIz3F9NfqAOiZifzXo3A15Z5TGkRyPAvkROCMTXVZEZXzBh0cUnRDH7
tHRJG1IVzAGBSawu8hRFBDZ9XvTpIcFNyd7Y3kOk/0yJygwZOzGiiZnW2uye+/pau/1FQkbYOGaL
+AQiN+vOr2nK7ufaMDcjHR/CYtpB04Hol82gocz+ol3q0Djsbk3DPJlZf/Txt20MfIJnQ0S3KKWu
ThLv69yj7PL0W88Puk5AcIdv/tLLgshojX7lLnYGsqrgfpQ2RuOlVVUyf1FK37ZEb9U1Myl77J4N
fQRQ8sIxIVcBqETFCvFYSTJxhOrd7WRyWKV9AI7q4rrhsZhY28qs4xqbL8pq3lMSR9KCDBIWfk8a
kuDRbbtTP2fhAULOzxbH+sYiTRhCHyHMQ+kTGOi4WI7i/tWzwRcCnjFXWRoka3L+kORF6Gti6PeV
yVg8zY1xlXgw5AI4BYbhXoU4F34Ur2YdMfxtMGpJzE15w5mEbOuG/ncdoTVbJZMDXd1D2mPOJJCx
JYFZldb3wixugi78pDjTq9FriBkJS8RGFF0EQHIPWNoEmuP6rPWMnUGY+gaGgl6BZPtVeGDy0g59
YRe+j+2iPVsmpyi/8ULRPfWI8ip0MFxGC16uBHgvfeO+86y9NyGDxB5O3cg9hoTg6DBGYtxonKTb
vcZxyEMbxpSpfnCYtcf4BB1MKmaQrnl0SONxU8Vs2Qg49ddlqBK0loJ4+5ugQKpYtsYPiMETUGgy
Rog8ZrgT0Qlwo2HCHVbjWN9ZjD2jtCLQpAY5nzEcOKVB+sIPv2L6BSLKHtzrSIaGVRF8xpQcvBPS
B9oPWHucvNkSVGVNkNxYjkYbluHrbMI5P40pLynReuV4ET1yAE//KlPrwnlMpgfiTN6Bj1z6r0po
sjdj55D09JbKyraxbFuq9pIKMHkM3BimeVP9CEpxnzauuxkAO6/aGSFS7ty2RvYwKA0DZIQgjQqI
xA9D53tGPKVp/AaS5N0zkbVaf1+yLi0MCmnFRNgaarZTEAsiAaKOtKISLnNXcnOoRIEoyaJuP1eS
AhGnoB0NvPC+fc7EmG2UF+/o4J6sMvjUffGLFUyGlbzqUZAs5lXrSB/lQipw/PV/cHVmS40r0bb9
IkUo1aSkV/c9tgED9aIoqlHfpHrp68+QK87ZN+6LAij2Bmwpc+Vac46pB6ByKvnmDCUzZJMbkKHn
Ngx/ejMNAPsfk/zUJUjGCdpdTKy6K2jLTVn5Qhu8G221JTESbY/pI3RNhmb9pzWNjUNY0baR4Bh6
l6C/1iU6xKCLyOyHZgSBT2w1Xk60I4+rpbAD6bTUpF+ukZ+zh3b+siHLnfu+fpcBxEEnZPVWTNe1
3r/FhkBtNRenlvtdmcMpnI+rHgrqtdNOGCCrI7HjfyNlOpu6b4ieONahfwnx8yyRuPzO22LLPBOE
R41ECXh+ZxEWAqyGbpq6DXH8Hcy9ArYjsDgomlZ+pZi8eBcj4tyK7Ie5TzKBciF+k85/+ZHQZtTJ
MNjYFe3xAChha8L3zQksgShaZDur+/ABeq7Ra2MRLnr2IC/fpWZxHCLK0owBUuPo2NMDCC8ZyEp8
kfdCd9o1DNERdrj6IusReC9ZUMQPNScN70St0ffUTAqfTj4UQ3JGZJ+4p/CrBru+Z0vvwu+xngos
/5grTMf/xYNob33yCRZ4+7VFidJloY3JX0VaJQwsuc1wPhautkJ2e9QIVtsMdntny2ChS+a3yxIr
WZq/RidE1eLyQMNAprIcUHvstW6ePbcT6cFhO/vZwEOF4edoQW4oKzL+QkH6iXtrjPBPC0d3wsOC
EsX5S0aeXXEjtE2LwNgq0CoYHOcHNocVY18cnHMTWc9/WfmtemTWH8RM71Wvn8CrOAwgIT04bvCT
kV7vheho4/bH2HiUqkOK1F4l0UZWXr2CIMtEIyaHxjOTVWxKNLXJkRYU6akuD01l//RCSk3sSLt4
lCGEgeiczQ3xJo/Fpm9awmyc4S+wQ1RxfvLppoHcbZyJX9geKo+DkrsoPPXtWvpXXQXaFqws5UXp
rWHq87hJ+Z0wPIIsPn1MCp3AQJdLy1DAVkNcUCGJn+3QvPhIEUXlVJBiUV3RBirpgoUPcgk3AuXT
SuP5JMINnf44PNqOMRrWknp9R+L8mQtszantJBt4hvMImbbrqFsHevEk1cfa3RiAvvJALybilT6e
8/BaG19FM/xI28xZiNhJ13pb/WH6/+BVS1cN+pulpIDm3yDX2nrhY2vIxHI5PErTeyFE7xI6ibPJ
Pdp3eWnvCxMnK4lEnOALPd1OkgMtI95yxbJ70AKGXNStBsUMxrqZOpFNXbg3khh+EHdECAVkFblW
iwNwzLY1vw/FYbhMR/nppRoEOFa/otPf8qr43bGBk3bk3iqDY3rr9Y95qV2MZ9dM5mGEza7IbMd0
mg/DKsO1cJsrCcu1W9yNhv5am+VfWkG8ud+1v6eKQ9eMC9oqlppzoQps24626DVrWJXEKyfhZCz8
gpjJrr3EbvBXBtU33cJ73+oTzz3a4sqc/IWWmdpOnXUznlvDfrIabTkw8I3XzoAsCagO20hhfdvi
rS8kO7dT35hotcus7e+Ru7UtGZxcV258zuRIsTneJSQX+X3+7jjD1ajtcOs2PjlmEcEyKK7zJORR
0dNVCq0l0T6yPH91C+HQdZ4494w8/b46xtOIRgaLvsNfoDKWVaVOeRDMYss05PzU7Coi272Korg0
jZ1Rqh5ZGWfK2sNH7YFQRUpw1UnJ2DF+Pui89lMmiZwego2Xk5cyCHq+plLvdWV+owJjaQ1JPx2r
nPlrxtRIMouAZ9+uI5I8GAXROtVAkA91oS1Jlzl1qOWaLmr3GumT3PaMYCpxG5IkXHpZGJPhhSgn
jlrgK4jE20Dew5wEs8nnDFFI55qjvbcsI17hAedU4al3GvD0TCce605+q4bkEXMgWsZW4g2nAFUG
Jtgqie9Ysu4RdxH1e0UXcXrzDXPdlcTsGgPdE1xK554Z8qLzqS+mglaDSoJPUjTlph+mS1TGjyJZ
Mx8lpmwm4zJ1O1aucdAFLTeJT4Fahc1VugDVmng1alMGchJaBAaqaFm3UwmLLiXRMkce22rgTpD1
k73ssPxph1pRPdn6+Gbwvuigu+cShsjxIA8uMykAlOXOrBSOYFejiGEfxHFsjSGCfrbt2jLBcCaM
gwwOlF7efgtzklvwOPlyAN+qOqpQtvZUR3c9BvoSX+QP2LrRMtZy2t5JYS81BzlALNo9GabjQdr6
2QpAfgJr0xRu/D4Ov6WJvKWcD1aV0VwbwaHLZTy58CeovfDSgZCWJ8ccvgxn6HctPrcuaMZ9bqtP
ElMvkogGMmhz6uYNxZ4zinNpde3G1WBUs8qs4xEaJFKRAZNK9aOcRf1ofJdtSOS3tEEaFjEhk25L
1sO4NqZsPEz5wzLzftPFvNBYDa6ykt02cciaMfPfNe4e7EvZu+1Or3UPgNZw+cGTPpNygKMQf7Hv
xn7HCfqtsYzXaapIj0godIqm+WhGbztE1QvBYtaWLWHt9+IR2t1Hp+DkUtothkAr90oyX+q6YEXK
wAN+0t/Qmr7okYfLKGkuadG/uH68ZKXINliI/KXLDQkDlzdBoXy3hVj6FG1LvaeQVdXBr9oP27G7
M6oIj/DiOQKI6FZhFbsim8w1EPAeZVQdLcM6undoh/n3ce2mOnUqHlGXEmIxWu1KstIvSqoDSrLh
g0oKwxgbWRmwm3Y64u0Y49w2B5Ss1eIvgzeWqShBqGV9DIJgZGnGiKT6u4hodtIuyk/ANHe9d9Eq
ZlyyxX2nf4dpfpOJFdBnpsvYketSjdW41BgZki5daIsq1T4k7qaN5RTfXkh5bbrxOXQhCxamdfJo
puzsgdH/ZIWLgc2YFhIpW46CdW5b595HZt9ULSJBMqMJdaLSIGZiUVLFOjEUgpqjamvzgHVAh+mT
SkEnC2tgg5SIcnUqdzlCgkDrmT6hMQHMa/4yG/cSt9zSEsaKxbQjRxWKxBIhGtLTlaMolIs6kNt0
3rVxFSbQAxx6ECBIU43QPfYeeu4THJ1IdlemN6BQ6d0tXY/IWY2wnA6oQOy3vwY8rJtcK7/NjLTW
9K90LIiQNTHnFRhmzLORto6dsKWvT+k0l8+ZxlkJ1hpc5jg64OpnDpaO9H2tX9hYtDMoz/PI+X2H
Xv+dwQ2DJeI5mgRxYnoN+/oSNjZVoL4ss+GCOSW9JVNEhlZsHcwyfu20y+ANd6cFaaG06BgmgElG
Qq85Mzj7sog+e8Qt+yGp1lmVnGFGcptWIaGHaxv+RRH729GqQVXPkh7N/EiMMN9Sbm7LvFljMDyN
zJRTiGlJCZYaYSMsqfC9kyRlwpdpBvth4wqDUsd67RHODdUwwDk3vIDNQzfNKwXY32oCHkc5rSof
YaUt410UiG5lYVMkTEfxoEfZPQttZsExVrbQ+RGn5s5KspFGEHKv0Z3OQ2+C3RiGb6fc+tLtjsRF
HHqa6fO9fycXPLrRCeL5c/f5cIrgWKUOuG3ybkh5iR/DFNVrFw6dYbnLoHUheyKuSt1i33XIbBha
rsOwa09uRuZMnMVbBycbQlNn6dYRH4g0eA3Qk49yXOkgql1a/TTfw+wwFu8RWBxGfRKQWahOIyJA
0YbmSoOegmH7pfRFvrXIg7Ya/Yi+J19LGTf0+QgsrH0q0Il27FBm+9DKd3wPh8i4q8iGIVHan9XF
alDWJhVs9rHrnhXV+iyLsQ7lPBYou/aWhChmGabO01KgaKwBi07DKGHWS8gwPBg+VfIwCMDTrf8j
R/+ztDT5henFQzQ+eH8dqEmPhvGaGTsr+NL2Nm2RD0SAvgDUXTPdortTRXP8YP8ytPZiMEHhdC4c
Mc8JXrM0kcQ8U98U5k8AnbQbhK5twAspJEfRPsMruo7V2hiaYrWtsBms+1x5PHetWgDxjxN9kwXx
QWuiazp5EbtjPM8recNcyQuNHUxcivKn3tu/UxPTckyLVPOtlNAFHW2lbeQ7EmlGDvkYUuDu1YO+
q42yO6I8gdOb/1K41fdDZa4DSzw7mL9wTtwbKrxNzda61Cmwba39SZTm1M2z9cohOqAYxLrzNLTD
AwUyFKZxMWZvzNHw6c+zTDVW31VWIAb10JaYiurEzFLSdUBlivHbNTh0RXijFgpVAtOE8csuqxxR
VwW9H4+G3wIcZ2eGfktDpcHZUdAEX9e2Vy3jiTljXFCe2WnkHzMqTSz5SICh5BeC0DfbowOLmNDc
5r0gG8ADk1KXSAche2y0YtpMNTtD2YDcnuq0Y2wm4bo7/DCTkspAb2roxU9+mkUkWRFMCYfZYad7
NQ4dcmIWIT9tIczojLclLdE0GonxWwuAidT+IWfR4V6btrp5Lej20V8CrIaGot+UbfjeVvJvmKgr
Agx9iBHJa10FGQl6AKuC1iMw9Yaj6jlDRKTyWADIa8YaMkx05joNHCzjq+y4eXS+bYrbk/Db06gZ
JKdrukUDmlIsaapPUbjmuvKiMy1lB91UO7Kno2wc3gS13hI5f7jQXHU3GDdsfQuKNsbMN9x5f2LT
CvcWvinOwsZ2NGiu00zFfdj37kucmEeP9v8Ox8OXhnQMOZFrxJeENsjSHYVaA1pJLoFgZDsk4VUA
d7J2Wo61pZpdo5PlyoUn6aokdRW+5ERKlgn5U3ZX8L56SX7rO7wiTad/dxw0aR6FB9Qm4FVbHwGv
pW6977pUT8mtsJqzP4zqWPpNDaixHN9aS2lM9+mPMKo9sMWqnUZA9WZAJ0S+5DFNw+Lg5RoTpMCY
chx6jQczaiDSJ2/iP1niRHvbm0hTm4jaMm3kBXnT3Tn1VMgC+nyJaz76oZK+WUy9NYBENZtL0pg/
LMbieXriXgapmFS/0AUG+9EeTrbvaVdmGN+lHLDUzJ91UB5H2/AAupb6uY68YNPR2SZP1tg1GNrV
0COatEukWRVtnBDB7ZoOCApFIibX3UR8EQHFtYGSM0h3SOK9DVMMktcTVVzM+fL8qBN6cKg6//zf
1ysyA7YY8dMd6WpJWL8qicVnQsG/bBG+CEQ4d2tASZTow7Z+YusaI9jST65BAXj+Pm2qcKs8qgdU
6FhUQUKsMvCZVwSFLtZXvg/nEROXJP5Ze7axpuQXa40m6QK7jYtLMfJ3ejPzlwBaQUhY8Txn36j+
WesQwBHNJN+ILUcvb87n79qx34zc+1FF0Vz/GNPDTBkY6IIgHQtm84MIjV0fEbAa9Y58N0Brz1I+
xpvRzQTL8fxPCle4p370oO8a1XiHabA1Sjs/ODYqRFHl5vv/8ynb3kVTzqNqje6WVXszEPndni8I
Ooo9Yp9vHaGEObbWxdfd4miO/bYLBmRqwgM/KoNLmzXOpQPMc6kGf5Ojwjz6uWftE0N/y5LJlIsw
cw99mKPFn5z07DWEwCookYTY2EeeeF5YEgOhSDmQFf/vMnSJe+xiqGvCiSaofqwUpms1e0x51j1P
WvLGIbd6KgPKmFX9DuRz+l7ibk/8wbwPvZ6+A1S5EBRnvnhA5y/S6B5q5I2Xeit2VaMNdxsSyy33
P5JxGu71SLq5lQ0kNBixc9aMAksvZg7w5/fSzsh8pf38G8LW1rXS7GCBl9knE9wxR0Fxn6RDOI/t
+jt7ljI56EbWDdXJLk4T9VXGbIRulX1gMDsUnWdvE4weqyyMxFeEWRyOfsYqhc10MXrCQ19XM7uK
6ltqur+eDA0EerPN9x2OHkZVIAUORmJa/yOZ86vEsPOdCiHNtw2crueFBCTx76Pnp4IRAGiscido
hu203vOQQqFE9rLu3RvD4Ox6TLtspA+r1gIBFQodGrYkdNVoZP8wVBWhiSauSlrNOmzL9piZtjr/
d3F8bupczX9vvheuKdCI/O8lmOWpvaefK3TD+/xpkUcZC6a1h2YgLTMEz8pM6RlSmQKgA8ymrVuk
JZckauc/twR4y8hxoRcYiWwPxTjSqDQ8yazeYUkPdpap7INWh8JdPz8k5W2Z4addwgT3eNaLZGQR
ZIOwwbHUZX0bU+R3eTlmB7D71U2T/jcUoXIrLFcc3ZkNFWufRgk5Ye2Rrf3Oxq4teJabGwc2dCxx
j/cHSVV5skfyCnLAvhrNWX0w9CUBo8mLY9I7m5g5CHab5yRBRc0hw6280dPyhLC+/WOY9tnJLHkr
9OmzIPxzSUtHv7usb8jT3XU2TNrWsC8O/qEHf1yLJWPoTza93Cy2PkCL6XhWU+wSWovuGHzq0iUe
fejD6GhjG2e4MDIq9I1Nl0fjvsNCQNkQcoyB4Ti7WPagfpDbDcJ6Kcvc3RkZlXj2DMubUYHP1+F5
CXQkOK0aNtDeKT9ms3BnyDOKemNPEvi8OtKjfbLXhJhqgNeAupPm699ikeIegN/JBh+nDyYw9Alm
CoxCUbAiIKtbPt95fY4cgUspeQtNBP5YidSR2RUoW6MSjwRnEsMvM7syaLTWOY8kFZFUq2Qw8Ygn
+TnWoLm5xKIfdXw3y37uuNaMZ5GaeEe0vv5RGLhepzgnTdbQsQgn7R0BOVFeyg7uKOb2wxCwgXtT
di5CSLWe5kRHDVVF3zrRAvRqKS+yEtXt36UvypfIKZAP50TC+ura0wO5xtU0py5F3hbw55cspblr
bD/fGpR+dMqca1Y7SHr1tkcxPJUn0GUFK9mwj0szffBGhYcAQPYGT0C2S5U49KapP1ZW1kBTjBTU
/sKPT0NRKeSK1ldS9jQIpdkzd5JvlQy699KBd0tAx8FvLPNDgC8tErZUK7e7LUiB4lXYjI2YLERQ
ih9OQru37zI0L2n2aZK5sarrMt3bTfyIzAkExGi8VqKHHspNFMxQQGB415h27T4QTHfcpE8+LGqs
tTbW+QaZHDkTU3o0JzflIOpi64Wwg9KcT13lqt3UNztrAM8KbGXfT5yBkLuzahd4ZNq8w0Q1GqvE
cexroSx6wn1NEmOhqm2LEvySIvK8YCLhd2n13yCsyHmImRZKjgjEbUfZqSL8Ez8XoShPuFSSusGV
th6OUhpdZDeN9lsVDXLputi2sjFLTkoj+aqKHEqlbDiSscoZZSShFGvOeEncB+bF/pzr5GmnPTLR
LNHEiaew9sJHoxfamUK0ezM1MjBVCWvTNdZP4LaQoHQzOfbJbmhrsXze9iIlF7d3m5+21tivVvy7
byl+bRrTJaIL6D545QyEkKwTITa5LOagW8RnZerJCR+qcfy3+CTgF9oZV0Tj8I2mK61Ev69R44TF
iyVQnRemvkABNv6QSD4M00vX1XyUGGBWMvInfYlbM/X5llYwj+n3YZbo11xrfosUWVYZmOJUkWpA
xVjZr4ZKziHOa4RZYBssrKuOsnF7EPVwABuQX6c4TNegsVuU/hgNbNH8dUoTLRZ/5XnU8+zcQozY
VZl57wxsR3WV4xcqOv8Y9uY+kunThkwjrwNmIl3YqgQ1U8aD6T7lMlr3JIni68sJovYTaNIzNcx3
u7up9/jgVTYdfTmaW8yTGVWaY65ZsH0MRB5H4LDVTqEJMZfFgTaoXo+nwaICi6WPZKIuf9UGm3zA
IeC5QrWshRsq4L+GiKC2xy64ksnBa9C4/l6EubbEcUTqVt9jgBhrjNhh9BVAuHgtAhrYFH/O3uF8
stQ7k7Cb+aJlsNlRA85cqw5R0otbexy4WPo0Ui1wigt7RYYWyP6UDnkJVW0IAVcIWoLPxX8MyeKy
a54DN0VqEXitOD4vg0EoVudlOU0YclNXiYiY01caNEyr/0TDgTmsCllDPBs6UtigZXYNcQgZJa5H
OUynfr4MjVsfGlqdtg+dgXO0Mx7iuaWXEAYg6d1JjZooYDL0wkZfLwZdVgDus88URtkZd0l+yNH6
LGpT6jykYUavTnVssigobNx+27Sup8tYzGV0H1yB/XjbIhAkvM1nn5r38j0HfjGbGh/ADexzJ2R9
y6ddJan+nkvOENYHu20UaYrpiz/6zd42exqDYTVcdAjhQCh6tW3m9NZ/AYFz95h2GKMYUsiJCxHj
rg3Kk0IPcEcCTuIcPFAYwnOqZp7Lba7kgpiYBiE8gXHeIHvOYulrxsID4bfrHxQ0apNWU0h3SsLS
6cYTZhdtS8KRvcEA4tw7UgZoM89nejvisCnDlZRGtDVSuWr8bmdVpFHlPvVDjbu4iJ3lpEBw15UV
bsyZfvHvNx+i/scwr4DId6+Tbcz5sRxwQEeQUf8s5zTkwSrG5JYT8bnS50dGYOTYpfOnZtqF21GL
1BKpiX/kA4VmPSGjPY/BXqBqFnbdUvEVsMugvgYFaZdZpBvINIJpK0tE3zifEzDaMoY6mn8UFo3K
IXTNQ5zJ+MT/keOvKq2L7qT+6glqZ6r+cHHK7XALphz9weC4I8r50p+CcwzBy5Ppqeu/+ql1XuyC
/oVOpzLAqPfyfOYcoxSr2GmcM/EG+SHUjfcqNg69NugfPYIqQoWsV0y01YtFp9qQEswXVemCX224
yjRLV0oVs4oXr0iGAllkwY9sGmE4eem0c3XFk8oDS0MwHk7Pj8iTGOT37AWaZBC94PqSV0FZepUJ
qj6VH4fUF8h8/vfLyOMAM4FdS4eMY/xAol9SZYc27eacLPjvo65t9UiaF9kwGOOkYP4Lkhe12owc
zs500ba1istTPHNLsCCQ+1MRsOFUlDywLVY5MUzg9SDbamgEWc5WE3juN73o3COmH/j69LG/RuJ1
2evWmUf4qktXets2mAUqWZbMKyP/NNqtOhpT1V3duMj2LrU8KOuguz4vSpjnQM/+6Ol0szKHmTfF
pQdpN/Wh78KJhkNlo7TxxvIYyeZYxHZ+rIjpvtmy3zw3g36aE8GfMZxtYX3CNnsxNG4H0STJm7Id
3ozAcGegsrWtizbZm55trwYAUOiaR+hEVbt8xkEbbQpZZ+CpnvA+HYtSMDL3aoo/6HnIJY38HheT
9kX3k5mFLQMQ1hOBLxlmKlXFs5OqCi7PizRFcGkCazxUSbVn6KqvirKC7hL3cD8jc0CsYcTkDgpw
00Xi3z0CdfBso/UtnEkxMMQzHSsxrbTA09ZaFyV303pLAcah8Jbsh9CCGqakW4N8C31RqoQSOrHE
sRWMfGLBXl3RdBrjsPA34ajJjcOivQjnexoPLOAGEBhrSdlRBcQQTdGQnshsS0+yTb9YFAa2nCg5
lk4xp95PmLvRYbyNVA0tWTOFHNx6U/att8N2c5O18I+twQnQQnp9qPGeLqL5Jz2ZwspRP3JAc0fb
JB8rwm2+VEYW7rquA2SDeGqLZAhlru7gY6fVtHFAACF9NdNrL61LF6T22g69cVORkXL1hLw8QVBJ
N7SbqNPHY9Qi2ioiy9k2CTMBmdYw1qr8ocgkDPa2XbroKrpimc0ZpYjEglXnTf1S4+y0KNum25R0
TokNyC5ZZnc3bE/ldkbDIB0yzn5k32jx1K/mRC8jitM/lL79V4I3qdfSFCCex84KTUkTI2cvI1UH
0Xt/wcxXpyZUDo4L5lbMd6c94cw4SCoRrgTR3FdyEZytjj/zQIIksIsxgExfa0sNuvxL7ttw22MD
YFflznmu/OotDW3alGm4en6KwYYVLQ/p8zZIKxAgJSubtNxFK7E18Tud8RzTbje8VdHb1jERToF/
2kQKKzW0074JN5VsmAvLLugHBWyxy7DZEmBYX7sGopgZ4PQoG+9hWpQVDae9lZhc1Amzon5pGpU8
Ua7Jk2360X4Is1epil3ie9F1Ij/kzexDNqA61rYiRTJYiKk66mGj5pAP5vGuXLW6EX2iIgVMgUDz
Mg7az1jW2jqz7fzaO+H2uaBqELsTIXsaELcyCPSjdKbkpIXyjNR97qfOf2WE6cRmTwH9jzBkas36
7UlXUsC/vcG6QEqyTmjB4Ew4VnC2DAIUPI9pMarURo1XSybmS+J++bZG9VL1hI9ocpdG7UWIjI5V
w8/AQMjQhdMLLRXTPJBjXmaxBB2pt5gsbnrbMQWdu1qcWhZ0TLSLaJtXr/QTFkz7s5bjtLdDXMf8
HzsG5ZD0M3/176BlkAP2Lw5+8oItsZGzZtPL+p1gbnkcDLIY5nWaZjK4RnP6MU5gNZ4YqNbwrqWp
B8fMt8ODTCnVg1rujSD9o9qOTFio4fhGm3pNiGLHwJaYMsOP4rMX6QA4OPpWBhFbHaTq2kOVgzC+
WBFtGB2e3DZpOl9qIkW2xY29rpXbnCCOPkIMkJd4vshavgxWRYIaPBEz6Lemk9ovPAA9iKE5fwMf
X3ZQtaTlqOTv2iDJcEj68HX8brFz/IudJCFxOgrZrp2OPaaEwzk2Qnsokx4ZzKeAOah4+E0WXIEk
RR9Lk37zUVVGujEQHWyyGHTW04qcj3l4blnXCCZ1oHs0Am3lkqwK9+W/TzNFnKMFmukf+SzRO29b
MsbFyUMiRTgnBDbluzDQ3tpA0NctkBbeUKteWnrjbkmJQ36dIEsu5oKiS1QAiiDG9RqV73owHbQw
RhWWvs6K1QsG/+j6vCQjBYFMSvOIJ1l7Rxy0yPSr1jjhN8BWRrBB/cdI8CZ2WmLvRDHQZrO2YR/Q
P4JxBUUA29/Kz/FmSs1T60LrfN6Xkob7NLbdwf+j+qI7VKppPplQ86y6n06N8bRM/ezVc8uT1EPO
4VU+kfToWSi/VbUjurG6pflqcMR8Thn1r0I3eb+86O4S3j46dfeWkDuTTxowO4UkwA3t+tC6KmDf
scczx65gE1jg4XzZ+gdE4ZhxHKiGplZ9ksrX7X30VS8Rh+MlcabQ0wZrOiaR/5dOFZpxz4O0xqLJ
Yoz+THShi3aozUlXPti9rsCyAFrWtJTZENWwttAs42RpMD0yIX/mjprudmRewKxaLwJlv4CK+++z
FIOsKYhtA8U/fk75nRaq85XbOs3UIe035lA7Xy29IdiT9jv9NGyq1gcYPBJqRsd8zWKohhrj8yMU
AzCwzDzbKP0ytVHtK0w8q5z1PYfy86rhg1o9P4piBoXPj3pafvhz+7XVIFOO7ci4PS9WVKEYdFAx
zV9qBze9zHPZSroMKVVzpFjM7k026VfCOZkS1wBN2cGplqsR4ECnoxObL5MHYIBedLOkprj15M1s
rIT5Pxy7AokOlnwXzcAJiZGziC0QDZLMzn0WTgInDSeCpjeZ/2r9uXAH8hsQdBKPyGmq3XM4jY/W
XE2onmMPDP83CfHoCwbJBz5jjWIAREUk0uacjFTfPfN5IgIztbEVCnYTSgpWCOePwmJz7SiliRmk
9RjdnhfGttYunH8hJze9q/53cLB8RmSb3WwTT2JIx/6GapnTZdkTFTXAVynIPIqDOPuVoIWlx14n
LwozwYpz7a++kOUbEQtr1HLAp1Pfgx4m5QZv49VGeeakXYuouSBj0/sz1Fl+Mp2g/FhZLcUUglX3
LhtexHIA6VDMDwnReDeOV8F311GPVXCg0CfUW8cus3cVM7lHcSCQUUeICsFV6FOzHgYN00LtuII+
owUBZiKdAuRWhOca+UfagRvsUA6uIa/ap4FwwDhx1GeCu21phn8q1MzHigrBrqtbruP/fdbBXVFf
oCFzANBaz0K8VUo2Sv2k6e5PbMvIdh1Up/Te/DW5mPFRDV6Mmt5BaNyzSndldqTmODIS2sCI9fbP
CA2iPYrdc+OoIyQuxJhP61QrDl3aj5+WnjfLOvMYd8yB9hqkZqJ+RvZ+dHoTwQe89b59wIJl8PP/
6ApQSD941ZuNWhKySXY0REa2HfwXFRBerKMHIJJRvDmYk9ZxU4vN89POyGGoVeIVDBc8RJdpuh0O
7rcqu5fI7IpHX5fVttZcZNhVE7+F7vjTrIV9qRM7W+A/sy7ZiLspR1OzKyYke6u2GNJ1MupnZsE4
Q+a+qCrq+jaDZDg38jXNDurbYMj0AJsIMFnk8C1Bo+26jLcz01riP4cRsCC90Iz44Z96PH5Tn6o7
+Zwhoa8vLHflDoBnhpS4rF9qhwVGm4gAzAx64zSicCzPkHGr5kAGDBkX4kjnuZ/cR6yZ53aS2a8a
alZgGRuQQPqdul3cEVMg89dRXlseEwUHxsCtKmYZpPKSn6Jot52iaNRNpg9ulUynznIwHc0va+YM
x84FMmQioUMO2xqb0lTf2EJwBhbBnqXHPYSMeVfB5HSvOn2bChPvB0NcBCwCi3xQx8aRFku2nnDj
XonXdBmBLeGE9B8UAbCpHUdZW3fgDY6Kot20RhGdARxFZ9cvmJT+97nZxq8VTYvd80v/ff35URE2
zFQ0sEpe5vcbYDY27iZ9uvx3cWpA2470f5NX0+yeXw9lNzAkEH90o0m03UgT+jigXj6Osjb2fmuJ
OwzS7r39WRkoBHEQ4NSsmvHKK820ztXTBata9ULAKNbfxos+O/BIpE9ZyV7MvPyqqXeYvnY6cZJX
iCjErfj+mc1h/OwYhFJnCOBjhfdaxEh5SJksTHwVgd5a70bMBh/19U4K0F/P8yqSfGvfDs6mYG7L
44ZqrvZoGT6bEkqH+zHiibkrU2tuib8VD/jU7a9yFN3SiOkmCFmkR6QU3A4SLmRHr+556fUBzgYC
W17wd9oCe8JUvLMzX7ROL/XVUBt/uS+tbRAYhb769y84pLd1r2ME/7/vBvc1gQuYKEO6urwOzvSb
hoexf372vCiQ0Tu2w5KdphAldii0XJUcjlJUxcoycV12OH+RD1SkSg/mrU586+X5peclLULBww9u
5//7B8dv3oVUxMOC3nabMDxrkxn8D3Nnsh03smXZf3njwiv0MAyyBt737nR2EidYkiih7ww9vj43
QEUwIqoqc9WsJlhuAFwinXDA7N5z9oG4kryKsWwOrdqaaz7dkYmW/quLhvIr7iWq/6Nv70srTb8O
q2TqX+amre0dWdyYrFIZdnTzXhktq+9RM19QzHCFKWrxHDrZfZRikzfF8NYRJbPGqk1jG17fHjbd
Zs7eGbucZ7Q3GJt5dh1lR1TSyzz0jUOdlOgd60RZJIP0NJyi3NKpVb2bImAFRs7nzh+QScCR+wXH
ajLeyRy6jSFfVVXdk0hDWVnLHyGyVEujYARylKY3oCZa6COWsUUkzVsc+ctSNX719iulf5amuhNt
kxoXIPNLpMlmZCCYJ5HdIMaRX0wenMl9TEuLePIkme6paFQdyggy+MqyQsWSb1EONhsHVYCBEsRb
pfDQMIKOcqNE3w06wTsjFIDu6IwjWlkFDiRVO8J97jLdFGjmaG5j6CiAKYJmyY+qUd28rkbSVAXF
Mh/QVtd8QfLOm4iBSIItxVgMpdsvaCIbS9SSpKo2kz2NKh2y9/rB9kqa4dMbM5CflCjitasIkp+o
fpoNonxa/MtGk3A7WBiuy4o5WxCwRu789576t8U8c4k/mC4NkGLZZuUFxxVMY8p7hH0PhhIBxBRi
r9rxPjRBltAALQ6JZWwFTJWlkCWIkv5EDbO9ppjX8sgkdagYa4ypRHfHRRqsR4uldYMczdUqgJgY
XuyICRRPsm++R9nGpx6LFGKyfprDVw/52yJTteI8FEiVfbNudzV25KTDFkoB8tBXZvow1twuQvq5
hUkpbLLAu2a0b730VDXZqfSrblkzT1+MhgEFI+QZSf1tNTQ/pUfiCHNqALu5f2sUwz2pBIwUogGo
0rLKDwuc2sxmqFiqBEI22HgDB9l5k+8jTSU3kuATU1TKJrdIurXDvuSGj6nLgka/rNPyTVUBSCRt
CehFL7y1ZxIsMFDaVLRL6MTFMvDRsNqopHvbMN8UtV16ZE0tqzECHqxV+xQlxy4PcWi2xi2gd/ss
AhvfxTCFlyFdNxxEi1bt3dAKU/yeiKKjp0zSK55oLII2aty5+7LVr9Rgki3NyIUCkn/v5WG4b0tl
RdxhuxLkDGD0Ar82JkBABk98DWS6rE2jXnej6ezCYhUEPz1843cPwmXXFESVN7ACTMGvXGMPPGQ1
HgU/0hbJJPvGK2PV2KeA0K7azIlPHURG6deUSzEdlUMD7sV3esCttJ+Hhcx7iXoivkM3oHOVtu9g
7N6AcAwgFI16U5T9tS8wyWEQTSaOpYYyazU4/VdhBpARY0dMKueDsOJnBHvmGuIZ9yJy6rvO+ski
aq3r1ruNJmLl2iNTmn5jjjFZbW1VT03SeGWzCCYdtTCxkqUb1Wi9g1cimkwAxtHpA7cIgpBW38gk
zkifY4XWcWb4X3GoUmrMf5LHYm6cTm+uBjpSx4SWOBb1Txzn1kvBjTJ3je04eq9RillUDjQqLYyY
hz7UvyoONrrctm5+qKWY5jBgK4H5M3QcPulAeXMplG4yYsidoH0ooAozLU42scRncdAcN766rJCK
0T1pLPvfjKDeRnXkrDVoCqCiuN7M8mcl2p9eTBeSzJBm2fpkYhRDuQUt8C1wsu+9lUwgkAmMBHV9
GaDmOufTV0Gohra24MkiemnlHhjw68hjuSVkYt04TwX1g6sRQeD3dVALUOw3epCbpzD0EE4TlJnF
JNbwAOBWpReQbQx4XyU6bXvAEaG2SbKocjIjOpMkg3ZZ2cV3omEuoWEXN8jq1IwjAEdUNQBFyvi9
msA+Nn1EqrhaudKkgwTb2teq0hyazr4OmXkqNGTw9IhuQodTbrpjuK91IsCQd09+ZaYcQEFRGrTn
hmyqRRwh/Vbb9E6CDp53r3hrS3QYQ4kJ1BvbchXo+nqUmXmAfojoOTpmoMcnNc+ld7Kb29ThurD9
Y1xqvxRKP+usK3ZxlygHOQjvYPPVo6hDHCgG/o7KjmTakXcIvxvUyIDXfynAH0F/uceyFiGadPWV
K+m1DOEWop3bCBsOillpDl+1LgPPyidWaXKV66j4iKysmHHDE2nSd5hrsArDZVb6mKk1HdzuS1UA
lE3S5jEm9/tQe9dS4rTGJ1IsUZWiQrLoYLgxyMG+c65JCZFm8Ds0cNx3NsZNqXh2UGPy79JFK6nT
kGe+p++NSkn2mAxx8QfypCaZeyHwKVx7grAG8974JEBAVj+POt81TQ7RWemVX31SXwvcZ6TdEx8x
dNqvIiNjfLpfp178q2ja50yOX+SoX4wALzsWncJE/syMcCKdGnBvXBbZMSRjWX7ta9A0jdp9KQfb
OWgV3rSO/Rhr4domzBhHje9OkA+HB3fMacTXarZLHb4fTr2jw752ulA78tV6BOjDKoPU9a4fMBRA
iEM8v40GpTtESMJElNl78NMn2+kuNur/AzoFuOBeeEjdnoQKH6dJrZQZkelhs0kzrqUYN2o/sM7w
yvQSd/YGIwOhv+qtbour5uf6WVTxoZT+zg4z7VVM8hBkOgly6fDNJQH7sQuVVcSxx87zM4pW3NbR
zOmUcBe5Ekab3vDUiz48D9qAuDQ4WY6KODHnHqwbWJR0E70I/HRFvePDw7uOG3rXh9l3F45PpDTO
2qrTparqVJv1vN4KnZlHqXTqktRl9GW1tW5wN5/NgvV7Bg7KlmQIN0hG2jz9SYmwvbQ12laTDAUK
WEt3suMjslzBZ30YbeIvRid6aDGBef1prL9nBSESqW1uqlTdFon/5qnFe2b1qJnAIlB6hwuhkUKv
mvGOhsIiVraK0lDgVXxCqPFfbOm0PLSK/gKlLhL5dz0q3sK+/VH0FsoaLDkbirUdYubh3EkQsU5S
/MKR9ysysgfcUDgR6AnsRM+MsK1d2vtuSAZiL4sDcyZayOcS/8uicCH8GJJ8AYSI1kbQq3gqev1V
gy6MlZswdarLiQd4O4tzD8vzeEdci4M6znZxCJg0aMVDlCCKdnMXJBMwirUuOkRgFgoyy2yWddHv
05bqrKORD+MxEbxLk96BpsKz7FdxhK2c1tVDqIFDaCifLi3LP9ayMved0m7tylnaUownmcaoq6Rr
X62C6u14DRDJvred8oABfN0RR/Ncc+eSE4BSt5+4rKtLicx+TKD82q3YdL9qX6vXugnUoUZFkqMU
rlu32Bc6ZhWzD04RbPxTVPpbB3vsiF/r7DK5WtRxS75FYW+kRfo7RKVvwi+0a5F66hV8dy0Uf+fC
kDxoWbxBTcXUZxhfghHCqDTjNyw/yqOpVeQ+I3ZZ9J79WtO2W8WedqeAYCNGs5IdShNrN1QCnAKR
OA7fkh2NWujGBWQSz+i7a4qrNU1r48By+X8EHY0hM54QKnW2AWvZ7Uu8qJFPqs+gUgWDMUc4vaZQ
ELE6hOrExKR+ccHqZzzZeXFsHWhYPem8wYtuIOfttWufBdEuC509a+lNnrg0V2hl7vyYFIV8vNux
x0LepOY4bP7r/CzNJn8sTwY/z/bv//Ev1FTC0G1ISq7m6Bbku+n4X/LJEF454PcwaMuRpBnRAM4J
YtNZCxJ16H6hK3F4IiIa9LN1xUeNutlUT1kjHvXB+u5XS6GHBk0zlCdx2F/+659O/9+yvYRhqfwH
moEd0qYF+/efDlQMa5+h5qfzeW7EUQ+t30+8h8baYC7ko6yccGMRzJ3G5nDXjBplQ/hqacGZx46y
qQqoelTfTlgHNNAs3EkyncpyquyI/1BfR3w8eJGL/yaUzNSmgLy/faquUG2hO45tqKpDGe3vP7es
bNA/SQN6b26YwKGNL/i90Z+5g31Cp5XeuTl9w0qa7UZmWB+aGHg58MEUk+Qg3HM0rq2OOpwcNsog
7UMn3Oog+3aNGil+MvX4yXeHdOOjG6Zp1Wy4izfoHVP1jsVRvTcYu5QKBt2IWZsUC8gIaimANCYv
rWq1pyaLOrzElQ77wQpWVg0SFLMSMEiTOIM8By/gifCE4Ds9+vnYr0pcFEyUjHXjlfmtJuL4kQ/A
BNxFAoRSAPqqooJeuEaFMlGz8BjCPVyin7OwTnYht+weJk0dhdwVobXtKrBcMOTwPpWFEPx1Lahs
JTZ01lr1sc0gE8VESNPghbuZu80aBBv3Bj12Dz6GQIizIG35N3R8TrqyjXKjOo92HmzNYPCXQWLW
G/T05cEqFBj802YeglF/idAxbj53JUEWbKidvcBqoC9Wx5TReEjE6/mU+f3zW53AJseA3BjTG4Or
PW3KDAuwrjenURZYMHKWphqY7pUYMtqbtJm4B+g/yq4SNwT/i3IqJkq/E49Uhwj30ICd66x+4rYe
gKSzSSq4E42FMh8D22UufRWaMey1FimJTyFj3StZwhS8IYok1Kkq5Hhz542t2c/okc0tXqlojZsn
h7RSOju3Un5UUZviQ4b0QehlfpiHZhxeB9oxolL7w5im96a2yh21WuqoymWsycUaDf3cukhBIYh9
0ZgL7ofAgNiuFRGJBmD2+2qwH3RZIN0QJD2AnfBO8yYrEyAVTgXW1AyUU6rmzInVmuQY5lkPsiuM
5xCgoqtE4+OYZTqCwlFf+cyltMAnPN3VO3xbIFAMn4wevafVVJfd0g5JrkmoeNPjROE/8LdwR/Om
F+dYuOJa67l5q4aLE5vKxmpq9yB6BAWdJCKZu1/PktoyDqTRQHkv5HC69VyVJzzKEpWz5cMPqGS9
oQXiNYvRCc1TzbpMmZqlWL2Sw6zD5GFLBWY89oqfXQgUK2kfyp9AR8kyddIaT0ax1MtOO/SGi5dU
HxQiuCdnHdXQJSXKiEI1cQpZqfXLePqe1NO3I1u7vp3sSPLLX9siixc+7S1DpsXdBCsIJ2MkSmEC
CdBRck8WBoh1x+2cRK0SMj4ZY4B11S9CA3xhtjr2LDjWt8THLZBnubMK7GkNEybQ+ioHIduYVkvH
6eVBx267IHmhSivoslJgpI7QV9CODQ+D8N8rnhCoU4bTOJooeWHV63pJUIad72sRyb3uFkzNqX7t
lCGsLqFX4SXNUZJ5pUvHZNoXcb8hvwzriawESxWm0ChARVnyd1WMo6O4F4LmYn7aIjihofjhWXFP
M/vMpME8eaaFfDXJvtKHt46O1/nQjiSGwLgibd7EEjmw9vSmRFijMFmeqFm1Dknh2vZphgBD0X6i
phi+BBMu3c1TE7ZgRwMHRnBl9ViNUYOnSKnQeQo3+IVrV9/Rtyz2KRTJVcftZlkNCkzPTi1ukTH6
OyyzRydxq6sRSovJahE/NwFfEaU+5GaanBAXRpu2EupFcShzCOkmB8NBxWvm3dnABY4l1SDUJY8g
2wyHWETR12YCOA9x4xBjoFHVQO+AHR0th+4132cfEIGv4yJSXokb6GFUHcSAKAh+rNW8oPY9UnBz
d27aO9tQrX+1QZs+hElfXjJNdRa1YTQXFIzmeqiN8GR18bBr9fZr3lL5aDvMwr3Tr1KMmYNnV69V
9iU0kez6BmsM2SU58xMImEl7qa1m6q4o+Ra7RnsVtnvwAu0cEqFy9TxT2Q+ZkASKBAvVM5g7QM26
MJeiIzey6tC6TMH/JttNmjfTBzq1Kg2MaQphCtT/7fcCttAp6qBG1b7fHeS0MamgLZtWt9bQTHiC
OqW2o9mWPo3QuXcOCw6ygZgqGh5opkSHMQQacx+Sj7FSKBd8V9odiJ3sSK2m3KaWNy79AbUSNX6U
1ml6NvkUXtPOA2jqef2BRq3+kfj7P/8WIl7NoeI/8mKQIYXDfwz/1/+Pud1ZHWY/s/qvGdyaapnk
Ef/fY7vXjcyLv8V2/37LR3K3bf/b4KHv4mNhfag5mvuvP5K7dfPftqaprkuSumaDGftM7na0f5Px
I9DnaKbFhE/wI6Dcq4P/+Jdh/tvVCVAXvIHsV5Mp4j/S2z8+af9n/n9Ix9bp//9takbksq4xX2Na
adJZxQD2j2zjxPdyuG2aw/JHzXcRNnCH+QmpLyNzpyPwiWTPvX417/o4Oh/4y8tgVJwVZnycrb4U
JybbI4EEBTUN6Du7j+F8xKRFRlPcJPXR7VMJVAbH2XyEGCjxkQTZ90jZFtZ0jsjoZNDKhoCh1Jug
IuaGaMvqgXV49VAEAHxKu6ezNQ3nA/M+rEnBjpoRLqM+1laB6dlrpgmgBbxc0IRBwp8XYX/NGiKa
p1Ha9PXdGFVnY2TkrHlgjVhSe8rGnaLsUqGjP5WGs7WShlU3qvFnUyvd4xx0N0feZe61c1pxm89v
7aA/m25+/EzDK52Iio0Pdn5+TxDnh6ZvESJ7hjz7DcafaCyyNVF1YhVolkqMzDS2eya6iq6ckGbF
YhH0EDZiB7GmLXNs03nMDU6zmkbVYL3VZyYC/cJt3Xzf5cJ7kFhRH5ChQAdPqOmM4MBk11gXUAyb
+dh8VgHuZq9XcI4/90n6YmuziikpRqfRcdWXOoROZClTMW4a8jPi7aiLYTcPCeEFE5l2v09u/OGe
5Dgr5oMawaSWnT53eS3uDr3iea8CZPEiB+urG54qgnPAKSm2ebXCmnhiGDrbefi5cboCXnIVnT93
NabRH7OaCtgkxkoK07542tNIOZSWO947LX60iZx87AJyeWTSNdvGy9rHCKbMOar4JdoGFqhjiDfD
M/vTfG5K4X5ZVPm47q3yHb2+DWvWlKdslBW+IV59buwgrE6lFA0u865+R9dvb9Cd/vW8+RRuwvWR
YmdZENI0KVbbUEPM4dnvMnCOaPHtLyXQ45WitfLc4HQ5CkFCWhS2GzLGjG1PcuB90KzgPkh8zZ56
b6c9sAnRdBN7t/rcp1neozR96zTvci3dPo5p/y0IUGNUHTKxu/ShaqWiLsTeVJurljVYFEshT70B
PNIkL/ol98Poh89XkIThPFzkWCI+Xn3u+3w1HfUBT69sH0lBrnfuoQzSS6h31bWb/RqY+j/2zYIM
u0uo7DaOs5h1ZYnp0h9N6QfGoFPiSdg272pEB4fgc/znKdH0Bs0ATYP3t1jMf9EyVkGOE4216ac/
fgh76xK0znU+OF8P9YjEnvQOFU87Z9BqQvIj8PrPp+TgDGAPgLdEjXDtlWmF7Cbldwfcgt80zrsi
ASN1kTo8oBCWC20ovw0hi8XFbP7IJrFlFbQ+zOxMXfLXTSGCMI8UjYOQx7VIBaNCUxtN+qRyEaDU
9emjTUN6cv3On1ArcTWJgRr/1zzFoQeVibS+qB8xKJOAdZr5jHE/wlrp89V8oBfY+SJAfMtZyDRv
xirQP3RN8xDzR8NFB7rz85TP84ggp3koERDFQ/ME0kt/dkhrvU6jclqPGGWdzaO2rJ0dmW8gK8ue
BFQ+8vXsmjFyO7kIywHp3yVyiXv7TtNNX+ejQ2IsBrq6T6vXvHI7JPm6uecu75Mt7OJdb+uD2rsJ
Fb+IiDN2RTtp2sHjyArj4nB0mI96Q0ykTEhdhUsi3tZdXlpn5B4NouhnQ0dVIyV5DASqLbUpdn3e
WGlFd74dUa3TUfnYBxlmGVpDePNKJ74gg9rNLkjJ5dpN1+g8AmSICnbaV0zXso3A6ADw7DGYLuho
2vx5bD6/q53q+ue/M7/nc9ef+w0wi2B0yWfl94vqEm1djsJRo7sN0hxxnVFGyRk9W/CYDyjvwpqW
JayKElgWVNAQElC+bezeXXfcMd9Kk4WdNYlcQyXBQ4SQhX7tH/vmVyAat0RwaQQ0/7EfG1+4Nmrs
+Ew7fnktwXqzHcwbTYyag8Gi4nM8vwJ646Gp/imaxL1GLX1lkN8R+HkWD2qO/qfUZLQrpDC3Rl3n
ew/LLNd/be5K8DFY7e1imwOCB6OHW6/Fcob8iJnwfFTGQ/E4kvA3HcMEGdyQ7lya6d8mD2dcVrLr
ji3+4y8wJKe9OOh+UqaMx5ciCob1/LX73Hz4sLxIP1koIP78SkrdnoAm03je2Al9i6ID1lwb5soq
iuELky0WOsQsnaPBH56dGnIu5rUvJMp3qIvg2ZfT8B+nWdNpfXK3i/iiDRpU68g+yC7K7tCAkrdI
9x8NJ3hBOBueBlOJQJ5o5Q2fF/1oGd/nXa1VF9BbdOAm0xnzAT/2awJLctQbf+77f/2HwP1lFzSz
I+Icr9VY8reDeq8KuvZdjI2e9BB0WUFiXBXmHnlnDinUQUVdE2wKn3w6eZq43dHQ70Id3oCNwnbd
5Bh1fnllrw3EfSC1nmzdnyqgYBZhF5r8rQr6y5jiNZmMokIFEY49LtxSewzwdd0CVjjLvAy9r0jd
jk1VeD+rrD24VZu+qdlIGrhq06BM9ZVNGtBFj3rSvqqCWVGUeeAU2US0TkWZvVCznAoiKXHmshhx
Icwv22msTv3DbEjFDh8S9heKAUSy7tLC5bFHWk69mG2i83h+NW/Qj3UwqyMcyJ7EKK2iFKT7WPLr
dUQLGnV17GD9gE2aXhqOXh3nV1SV/zqc983vFRRbl1o9BYgPJlmnJNQcfU0mP6cX4fTCV8ePF9Oe
rlOzbx2IAn5g3NBn4MSILqJk2AMp4OIqTYfcYfU57ntuIvPRqIIRN4t+5qO0d60muGSOZoHbyhCr
z5tiCP09+nwE0X/sml91GfPWVOsfk6h29v388KbIdSp0mRw7DWbpukPr6OoIGjxvNxtF542YLKOf
Q2UY1ZNKCU/TuYYMIsRhQRhvs8+0rGN5iXL7jRQs/Tka0dN4Im6QBvLsCQwQqLrQLy31mnlUZwMz
17ANH1VM5nHau+qDGlCrvQMIvOoIUk5gIwhEn1LCYz/50ttCuzMjrk+tH/EEIArpLUi1lQ9zcekK
2a6qDBXsNpTBDzVMlY1vKxDDJ/sAnFrm4gxnPgF1rW5VTYS8z2d8js4NfF32Nt9JPvd/3m3mfX8/
rbHwoMy/Y2Xhl2yinoCF6beNXAMgsJTxugnEN7f0S7qRCsELzGtfc7z3W3IG8k2NDuLVyQYaVIRg
nzVy7V9JOM98XKG6NLwnV9hf3cDToFgWU6KkCScNe/abp38bqUJ8t21YyqrvEC/uNoitKyFtEnWp
OStZ4e/aKop2VjB2T5XSvNVdmf4wmvGrZwj16R8nEEvwRqKMfQ1qmHI+mryIHgpon3JcoQqB+JhX
w+9XEIrQk05Hp/Py0jG+T5eEITSS8wLK91wj8yWjTGWqz6EFuX9fDaRtpKWKrEYjS91G0+pMYte2
0G+uLdNT0eTZ1cnCW2DH6Dkmv/S8aVnuhWas3OZRbejJyqvqbhvkhreDm10sQwni+PNdH85f3gU1
+fe7YiCWqzJF5J0outPeQRniqRU5oE6CFpY06y5+5eKKx0+I8UXBylk6OKnKMdt+PJ7q1PZOXWCI
BfG34XGGwFRYCsndq8Pj/D1wYgRRJbS94/xF6K3iyQPilsdKQ1Iy2CJjEt8GSHB+4HluN/bg5rCX
XQlkykpvoR5nN1vNk2upPM0DpSFvMQDIQ4SyHy9Lnq6H+TJTKrIK2tHpSXLhqpuPKjBtlro5RodK
DAh4dAwJK2XKDujInFK383ikqrRg3VlAhEj6m+xgnZqiU3nUq+FjKGxy/dAyvrceRASCJczQSSGH
QFTqibJe2PN8kElr2KA4NS3DekQLBYtrZ+AHAIER2Sc4Bi592RA7XhLvmdfJd7Wuf6Ykpj7VsvCx
4Y/WfoBaeONPjJubaLj3YOMohXyPHA9L/DiMN7+Hq5FbUCNy1eyfhsD+ZQag7gzKUuMLTYz8KEtZ
XcsQqCKowXrXDS03MzegpjyPPZ9kylo9l51dkxcyRNcudcOlg+jt++j5l3zQ7efMrlA1yDLZqmYQ
fAmNbJMUgcvMoYiP5kQWCOxLapIia08D1ULdHLmRvpuPuRg8kCNMz84MWeqTdgg74XzLJEIpF47o
wa9AQfUhbAy6NgFtRLqpAnzH3csRqmoWgjET1uo6xIaEIKGHElGL7OLohDrOryZ70VoqJGp/DGNR
HjFw8rRx/fhUNkRWO5X7Qn2g3ud2p64DMQGE6INvkPMFt1odtiK2zMdO661Hqyp/qZ2T8Ddil+VZ
48bw1r4dN6uss+KcvnixrOvKvrmd4V7Afb7aTnwlCMJ+1yLthupMe+XKJGZCSftTpTfmKeuVaB34
UPHyMjrzxCSkzQbIMH9cTvs6dmV2nj+8tLJSmhUkktmqB8kJoq8j0D6jRXnFK8JdX5ougr/YfB2F
S8OtqrXtgMvsVRTqr8Hs0j1fBdjDRK2upcY3K5IhPTxmoJDFcZ8gEQdwg7cfRjzNf7HMa2IBMkck
V7MclKMiG0K689Z5M3t1wZWU/vjHGTgraO4UVnds3NZnVgJyiNaNc0cJYG5Do6PgQ2cFQklDmXe0
mh9698AcZT34qV1tAnIVLpGb1wDtCUYzenGeR52v1rcgrdQVNYEQ9i8lXebLXngOYsiKrmORpNlN
bsK+ZUU2nZ2TuHhoEN7DUXFsXuXrWpb52fL0oAf5yct5U0EyOhf4ipFfFS3TOYbzPkwD6pLbVbSv
quErzHHWVfA/N6SFiL1UEw1DWgolVbjRO/EcbRT4PxIP+zrM7PBqWUp8zMJEkJyIaRi12YAATXka
M24m2KA3wsVMsoiT/GIaUrwRf0v5HSX3kxmG5ToeS3lB+2rtlCJW955ZlQi+YRePQ4+cGWEA4p/8
PG9E0ebnkN+XLE/s6UT0Ikf4y05vOi6h3GxsG3AnARK51X3JgrQ7ipQlxTBp3udDpCA3x6jBMoVx
vJfdFzVtf5807/VNNNIOMRYVXZOPuU+VudqiIqDlvx3Py8RGjA9WI+prjzMCHJF7tQOhvGA5KQun
f9GJoLjFan6X9A9e4hoDVlrBIzKnkzTT0Tf03mYLTXUK+qxG7GI6mwFf/epjWQxIf6kDM7vNq8b5
KM3YcvWxpJ6OahTbSEPPy/hb1pEMR8vqaCmtvlYyunfjZOid982bcjr6OTRIu0PY/+dOw3mM4WCA
S7KVu+oMQIAw8z521KY+Xs37Po/Oryod8G1qt9/KnQkT9joXgObKkD8tpH/vnXc09ehs6X5MDi5t
uJWW1kC+Q68zVdDWhMlCSJDYthQa7d7CMGtvkaKB3ik55A4A/cEmbnS5NqbHjOqTf4IR6QIghAe2
YXXPPtTTM5UAHth/nju/VRUBOi7ODdKcHpmdTJpH6JXetAHu1xxzEuEwI1v4EdvcJddx2jkf/jzR
TXRBqkfLAgRvAcGKkzF8pprxgFJ2sH4e59Hnfrp8v88I7RAZTtt129p91ZuftqXzYPNz0gt0jzgb
9HTZXRd2huBkVRooS0Y15bLpsuTQmoh826KB9I5ntVpFjS83n2/gnnvxiyE7z7twAEeXrgwOFV3T
FabDeNOoCsbrNs1ffbwrh2hAdTAFxPQrnx5waZMWrU9giAZk1k4x678O56NxOI6HnHXlMrOL/ty7
hDjjT7FXs+lu3lTmqG9pNKdbTVrlPcQXrU+ulHkEvXRNIspfRsb0/83Hysz5OBM8+B7Lw3jhsUOe
XkZNY6rpGNgvz6SxUA38o+rTInVak8QTQTfAQhVUBd1lDxQilIPHPKyeGs9Vj1wpgE9Q1g0bPROE
kRVbmh/4xlvI/wsaZApE5T64WqN/+qhqgZj7gu0zPM/TRVfQMLMABXux6LZWh2uwLRMm6mn3rONd
PtkZSjMK1uVXv+YxFbR9f0YmKR5Tw8GypGRLWbf1dnQkMMVp0+qefc5y6jwBD/NEzy8fzDa3xQCX
2F9knxWvfMrirGvDJOumIw5lEklhCUw7nIYy9V0gYIjH5qOD6B+lEUXkXmEGVO2yOJZxSubE1CUM
m7R7tM1tTu1wIoehhHNhX56C6aCtPYfNuWFikh3gBSAdV49E/NkFd2+AXqIFlYpd9r1SlDOWY+sO
1ZlMF+nbi/laQYOaHz+GVm08WzjdPoazF+nzKBZw4/lzOB+dT8bBTT7NdFQVpIPrOf73zrJr+T3z
+vEg+RbgODB3yPnV5ll1/OEtKTQ4UW0bngytjR8F++W08vvcn0O6fZzOj6eVol51CoAG2L3Ec4rl
rBJvHEB+6tg9KGGdvuBA5ze1iEgw2lvRxnd7GgmWWUcfasdifgsPMtxIDkzd+WgEbmBFK4muaZNp
z1mpD2+yM7tzGZnDIkrESERNx62c0JzwMHvjPBuIR1gZu9kkN+9KYp2QXbo+62B+R+c6dIMCDb3z
E6FIxoU+Al9rvaJeKHp8muyaN2QvBWR4QKdYJqnDzz+dxx/e/DgM2OfjHf/cL/n5vToajqpT92to
W9qq9FQWxPOYME2NkBwy4SpoZzxQq5S7s/s4fwBQ8BquK2Dg8wcQZ+6wNZWkXs9Ho5FqtelLbTcf
Hc2p8lOR7TQfhd57VGLULHTmgo8fkdI1GnYkzTh2fv/U82/WFAKCqoGI5POApY80A7UQageB3VNc
lEEa9rSvms7u47Mv92SxQ8uGF3+bN8OEzcok2nDSzpjG/LGfN8AhJIHq41wUdr/fYLv+0czy5OST
cLVvRiCfeivAZrJKXvYUBF8pwpBH5NjdDqqV89pmzZNG1vKDL6ruEVrxzsHvbyVoO20jO6r0F7ap
Io82fPmjOW3mV5+b+TSodH89MO/7PGU++o9983Aw9Cdv4Ns3Q0jyQe22sUIrl9Q2qpPCRHTqDsP1
82hv+mIZ6qa4Cjho9kVtjb06TQvmjTLBPj6HLMd+A0AIPjpYUq9280HMmswULCN0D4VL+SiSZyxH
8lzhTGUCrjdEZo7VYd43H/3czPsym8mn3o0DEDHe+/kPfA5hhBD5EkVPOnQUHo08R0jMPYx9o12n
Ws+tHCzm0VOinIuGb5NPw/lA4RXdUYujm5dNb4LCiwC9zA8WjcS2YALf0eXY9ORxfbHaZDXXSzBZ
xCu8bNbJT0P76oyjDRc/DL+3hXiYWq1+2GIZ8NwECZHLosI3i2ZFuQnPZeqymi5lI496gkfEBTiy
TXwYMG6FENe0JwIrkXcOcibuIQnoMaj7yu8x7AUa5u0ephVHYzKGNnSZlQVIxxzQDpv5VUAM1br2
oUJSd8gprf0nYW/S3DayRtv+lRtvjgi0CWBwJxR7UiLVS54gbJeNvm8SwK+/C6k6pbLrvDqDykAC
tEoNCWR+395rswFUF9SRbGHBjXrqHdX6xqhsmsuxnW/V6sfrWA307fD6sW4Km4wcWGCSTZzHK9+T
gO9N37/OVfkdT3T1Drgx3hi56A9qKsHoOZ5484mFQA89we9aEEaYLOqBDjSHLnldrBLCdAsaL7zv
RO5fu/nPKsdfM30Q5vNEbuxVD6OPgoi6tsxUteSvV6rqCEbJv32VX/9d7s+8LV1Tov9r11U3YmYz
8aHojhezmFwO1cliudLzSV2jokc89tcLR8jdw0rNP18orOolpl+6+9vXCoRx/9EgzQPCaatpusN5
PN2FNXVWsQi61Dk12MtVfs/DrWe/qTNWCDNipQ5l4VVbUvy8Vbvpz3ltbr04FH/oUn7XKrd9rqOx
3uZTGRyHMJJ3ZHrk6z4jMClNBZmG0veKA/5MGl/14iv0IQXsuUGTtEBf55gvgzpSQ6QNCJL0Ak3R
53x0ouD4X698folRGOaf/+bzS4a9e3L81Prg3irkrWa7E6LehX472r1+bkrvlfC/CUYWquh2GdSR
GtQr1GvVdHlt0GMYUjMRD3PPxo5/UQZRegYWUCd6ce7C6touag6FDlCnHL+9qpk6/9erKnZAx6Ak
up2otEUP4C49Mm/xBfV1h6J3maqGmLrgl+5L5Hb5cfYFkjCMmDjaVYOpBgt/gF4GbtCZWzIdeqde
qSKS8tB2SzkJPC4uZK0kaW6ZVk7Gq6cZ8YaznFSvUa8Olt7+EM6bopfRs6ZpZffklyPNzFWlg4rV
TbD/K5BCMT9vt44N7ZSrkn1MWCIMQAZs98XOL/FRJeO0kHWXk1RFxlvHr1+Ea1WZv9OMV33pPZjL
UISk1K3mpWfhLv0JNagr6jWCMFOAr8srNSJwJJpBDK7eznPCn14vk+8QY0cn/67AppMDAcWuKcDZ
XvBT+ZqzQWeTnZCbpRzOn15norOLvU5KNpUbSbV6WeQNVXfF1HlrLgvCYJkVzNQ1yK0f16AL9DcQ
xPWNDkq4WTx2T4XZ1zvumc5JDYBrg3aL6MNns2e3O0cfmnuEiM6WIFmDndeyaNFITYE9cCOLIWcd
VhrPfuV8lUptYXa7sI/SLybgtrUNW/E44J1cWZXxrNT6Ys7SB60gHccpg4ZUFhT8aoB8i904isrD
57mRxZalETbp8Yj1Le8UBUm6K2ybkoLVUB+17fuGhMYrDd23Norm8+SV2gZiNahGbXgaU1u/1xbi
8rJ8N6niHxEvDTdqrU8zliQEq8RdKtrytYPGv0oiefMn795tq40qPzdh0p59G/HJUrNTpxAs7D0t
p0jfWv3O0AMe7LUex5t52Sb5rv0aen18/uiSx2N61ybTUW2o1Ckhx2HdxHFxMUdQI2EylN/d+kXV
9YSO09Cpe+2hK4jgJUiOr+3zeTtascHfzIpZNltRzn13+aPlUytOTZf6LW5UYGTjEpdUo308+lYl
jupIDRNlXQCAy5XP4bfXwG/Stn0YXTGfkBagXvfbS/7r1/p8jXByHOTCjJFP0B90CLhLh9PomsPJ
xXlXrVqzG079Mqgrxmw1ez+wD4KSCurL5dXqKsgIfSWoXW9YjpRsrkmP4IPrbaiqMV0GdeHj6jId
R9BRbSB2fzvvBOWW2yF+RMI2bp0BEAdWa5zl7jSenCJny7hcUAPtYD70+PY+rhLruzJ9q7i2To2m
azJxs4NQ2RmSNRA58/NLjlqN8pYZ3KuXIDNVV8yUSGJhvagrWuk86JNpX2bystR2KeDpjXCDQDZ0
sTrvyf+f8zhk3SoZ3u1qp769IWz0Q6VN5799s+pQ/RjqasHVj5+RSDR7FTeNQW86xD28hqTD90CW
L3EhBr0INe1ChzcgF2wXabIh/Jhoyv+cUxfIMbhNQnxvn+f92tPxNc+EjsFp2Npj/z1eFiW4z3Go
p8uhmqsjNTgLr7POsdOzAQ81uLARdZBoYRCzDZzu1BH1+v5YVf45nVue4eqcGjCZtWt9CWuepDXd
6c18+puO9L9oMw0TAWhV/uVFcmzHcISpe45uCmG6jq//6ppJ5Bwgxfdxo5omEutZjzAwSGI0h4nc
jCgkfsSOq1dQvWQ1coc6y8Bw7icsvQHGTec9Ludv/KaCHyVhP1Ng+t9j8q15lE35Y4wklFvl9IRi
gzqTSa2ysQHhqKZpCbeEmq1XX8QE6tl0svqjaZf6fgpCXnorLPM8r7OGgv5YOYgfqnTnWtL+mWrE
ZDRW8zVxIGm5czA9kP1sbP3ONfbOmOQbdF7jRzM6Q2XMG7+byxNFcII1ebB9dKPD5CnoPBpaDi7o
rbSxAsrShNer5Vczr+l/0abat1PxdZ5wxAG8fIhqUvooC7k3uFrZfNf9K++0+n4cL39bXFT5gkoP
Q1KylgVLO4rjNOQ/ZZk718nsSRRejgodUNe0HMnl3MeRb+/7xvghpoDIpDBwO4hG1d5ZNtlkEBqb
HjT7Om8E6+SQqpUC5aW/ToGD/f1q5QR/Ttlem8/q35JjCcrBS6PVlNbfpPD6r4XdfqOC1H+VnFEH
y5lCp1hO77qibyf+yAw9OROVPjyGNnnJ4Yw0PEFCXBGqffarceLuH3FxOf/v79NFD/2Pt6mt836x
0DfbjvjNlFYWFcHMNfz2j3deXaF/2xT6Q5zjCZjnItrXQg5HiZfkzKecwtsYmfd5bpk32uhFb5UB
lJh30w9ZQ96cvG+Wl5+NJWwkd7XiI3EkaaAHuN3ZSajbAO701yTYxn9q8DQC2ViKVN0OoOgJ9mX/
wxiGuyntzDeqggQro3ol8t2bjyRbiG0kBuvRrwkICpdcAL1bZQV5jv/+a1FOwV8+vfwqXMPwdfbQ
hjCs34TVBUAhfnickqnhrY1qQTdYghIrGLHiSqD0q0k6xDFspotuENpm0yO8sBkFAsft8Wvl5/T8
lnNqiFjdXkgfI1a7grX6eWGMXNAAylXXk6Jx9GdnvBpGqcMM4X0Px3nDNpDShe3ZN4QpkgOUiPyu
sAcfHQ1HSzrFx1HRZvn2338Jzj9uYTYydhcRu6s7aCoN79db2BBHQeBYYM2lJQOWJmN+4BPoEso0
UPf1SN8CicY0N83njG/n96uhRkRcNnsQJ6PgQPE2uJf1qG+nCOuPmqqhDRNYEjp+bDQrwb06l5fh
Q+DI4ezNen0jTU3bkEMMhsOO3+bRsbcUzOODi9/8KTX7d4q+w7cgzYHaFFnx0EsfjnNLRtLge+WF
2t+TsJYE96YUe7WWVSVxNVWL2c+rqrj5OeVbiA///ms1Def3z5zDWwUVhiXIxPBxCPz6e2Uz6GVQ
bNsb7JA3fpKaF3cZwsoxLlAkTWyHpMl9XujySEfy4UNXyCQ5H1r7qAb2GkTTT6jEEOR3j7ghpwOy
KRc9eE3ElwNjxfKq4JKyWDnZmf2N/lt38bjHgnK4M8PBocfo+nu3GJ0L0cOHyvYXFTJD2XXPfSf1
W6qiwWOik/bc9BEZw7Lxb0Pp/jTzDroY5Kp7eNnxjv/gy2Y6+ild5jvKBO5VeDBgDDMneNGz/5g0
GPOdZzWbHkrNIQ/7r90CRWynxMHqxpGgE7piKWncYpCLTza5M5tUNsO7aZREk875d8o3A0IqnJJa
792NUVddyFxjNd+5wZcoBSZl2KF2LUKvvh2iBGnqcqGw49chcrNHAWvmxOcdlV7YBV/QV5zYXefI
c8b3ri70E+Fs0941y/Y86l6wK6WA5G9kJPtVIriV9iC2RVHF696yorOOT2rHjtjejIUfvvoQxHF8
pv5BTYk74Oczm8uwXNQMJLF28lK00ruutM6/KC2JSOrgIhrtY0ZPZzpHOlKMKVw6OpT+phI7Uzj2
2g7KS5N0V35H3bXTYItogoBVyx6JZotS8gR6C2BnXGr3LODLRzV4g8L7lPqRWJ/q0SWV7VigG19F
VleyiGjSA4BKklh4RB+xsG1lTvzLLhviet1lID/dlOKS1wbxHwYf9qDTvbekS3GqBdm6nXz30TDt
xxSyxCV/LIxZuyOG4aVd7g4sbTS8csmLiuSxi+DjWm7Z7zWfakjAbGJ9ovQOgNAXMDBTwFCJtzGk
8Sz9MHrDG0BeRpBXALOL+CDkgtujOHTRJLcPK7JQUdllCekHKNgKrXRnA8yF8wFWn01on991np3e
Ngl+EdHW0zXJVlGO3jkzYvdK7JN7nefh0ZmKFX254KxKW0WY/JH45PKEvlwc4+7tZ78PWHeOYyuw
19aCEQyiaSYwavFBIo0/YCcfbo1mCglo9Ui9H7hvDkKzX5MOKoIY7eiPKbQ3LoKt7/9+Q8GJ9I8b
Cosk1zYsz9Op8jm/3VDmWKS91CeySwbC2kOD6Io8Git91QZdfKcGHRDCEYzLvl5OcRuPTlRSokNQ
+eUL1JJ10RTdI5w+7RkhCzZVPC3zZPPEmu8Tti1vXjI1eyvP283HVHD3cMjEpde9nrLR3WtQj17d
Pn7y9Fy7Iir2H/VJB62UpY+TH93abUz65Oj3+7wfxF0sRLTJcmk8JUGwQtGfrSAWte9I7P/odD37
HhreidJpgRuuGNAaYuBbJdW7cHpS+7TaPIRYKG5CiCTpVs7aO0/fAD3NEO68DuUHZcPgbphY3VN5
bnudaO/so0xtgs2MkCh8nOz6+BR7gbunEjvizfeICRytwd+kSw7d50Cc2oVyVcsnaMxuER3vmgpV
vEZk0Bl7/LT1px6iFsjwNStWn2qAO61hhePJ+2vwl7QchFMa7NKiN79N8QJhdTV73Qsn3WaWE8J3
SZP4pIbKA4RmElCx7ipdnKGZ/jmoKclJCLrtRWUa5/ZW6yx+lVbk3XhBKPfSq40nyLq40jVHW/s9
PZvAta/07aq9hCC8nsnt/vc3omn8YzUpwBrZPksn2zIN3/xtNTmQ1yUJsy9v3rJxim7nSg6vNpoP
eBP9cwvS6NqP1as6neeBu2n86TrGMlyr9XYx8DBSU8+seZykBoul0D3n5Rj86IL00JEH8yWZbUBi
STtdJfHuEAcgDobBaF9MRwQsNzQB4LTy1yC0AJ7SH6kOeOf2Rmi/a4Oli10UF9NZ6W+UZAeLewG8
xfO3SsbD7YTGgGOEmzDdoYokq7tsk9LANMFOjQWTtS0qLTyZtRmS31ZGp3m0yOWNwo6/oEYHAvLS
ew8x/DuftHMSSP1n12qQRkJCwpPHdGgR4nd2RqhFyJ3BTpa31HJ3sI2XEmMbICZwBf7kWw/4nTYJ
oIrLxyzU9H2qE3dYysp+qFur2Rpa+TXOHHG2uuHPYWxS55C1xX60jXajD/0eima2z1jlbtxOH3ZN
YDdrTDA8hOJI3/k67DE1NcZ5IyJhQ/IvNlYyuM/kBpMclmjTjZzc6j1C/4uNzxC3OotvXBoLQNvN
6UVUlAqvJdaf1dQ7+vtEyiv+dzM56bnh4fXJzDUZSOu20eI/rGSJkBxxmThJK/fDXikHuNfg6M+e
raXUKLq1QQrGM7eTbOe5JjtQ9ORHKyQ6LnXn8KtjPhmB3X/L6vbWj8zbkgoUTpD51WqNdutxm4G0
mdv3VTlgWiyn9CGdjasbNMnJWQZ1pAZIiMF+dpINSV2cN5Ecs+Z+yKsuXcx67r07tTBWfqlA8Okn
jcbt2dd29alYBtmRwKWm6sjH9l/XafPqYLHWtfBHMrtHk5oPURE6uGgEd01p8tga+fSWbn1sQ4Io
Zp8vUvtVRZATLKM1ojeA+ZNTRGuMbe1NvgQqQVPSj01XbOpMGjt4igH4OLsjb7PUi9XgSIJ4FVT4
YxzMFNZyIy6pboYHYZrxJSJu8siaEMs+PfjXOOfPjdSq3FcdKdn9JP9wqqi5OF5UvZSIyuNhOAns
IyevhHEY5Xp7h5DbPKcGouH9/7iHLHWRX3ZeFOwdy6Kcqduub/u/7bziITLCKEEL6YXaj0jF4eE1
uB3zfoKa1Tk36hzcGjrz03LFNnWUVERPLdSdyrWcnac39/ZYWnJrAKXahHNGYTTp070PlG7JCP5f
Nz7uF//4rg3dINoagohpuf94AuNxzal74zY1CaPEATs8VO48HdUa3gt685LX0XAZvqsT9K/bkxE2
VyAq3uM4X2XmC+rVTGIeIjf5pOcHgSzkMWub+ODRUbpRVwceqA++fKWxwcPeSz0i40HNHGGMhZcZ
M9q5isY7F7vCOe9iDc5SoBFV6L0P3hzviR4dnoqoC3Z0+miBWlr0MKY1/z5NpLaq3P6FZG8Y1yMM
hYjE8DwTz2g23TeAb9xyzXi6B2Ltb2Xn4yHzaGw+a779dVzcLmGAZTU+xLGePFiYZhdHV89ibkkO
lfm3qUamIKS5MVoqTxSpJ1pqcB/u2r5CAhlg7jUb/U6dUoNZFUctbJs9bE44V5K/+ongQ/gOSBKH
VTzQD3Ta8Vsx2zYrRywJueR3Bft2SbygHjMQXw0HnUX5x1JbpyTf04axdV0eJjQw2Cp7+TzL/tVr
O/FdT7THGSvaixUtUe6V0R/ZytAo7UKvWUV+RyZIk4GJtOl8XEA8HLPKiTf//u63fmUEUTUUvkHv
xmPDzftW/L41jFvqWgl0gpuw9sxdnTfxRQ2+Y8QXX6QIV0UQr52JGB51bsJ91kcDwRga0ugVnQPv
/HEY8L7b4/S9V+caLfXOeWCgKwLaHRx4hA+PHVDk9dBqzlmGvn3RcbUCCJyTL0Z+lxDmDs6qM+FR
G6V1o+YmbZ7jv//Ixj/LDEuhxXAwwZhkXpH5/et2GMeYDIG0AO+07XrrNTpx9jOy2lPQln8OVeMS
UDg45Avw5t5YaevuQ3eI39JB3E6RjG9n3sNrAivoBqQpjYDAAg9jU5S6MbB2XbKQ3pCWOMlNrHFj
IeOqa47xZF6AQoYLSdOvy6+g1qaNTHzv4A9e85gCfWeL3s4LusrA92uIbZv10PpcEGfZiEUhN9ri
CheECDny4TBhmfk10iPq+2RN3glI5MKovlQC5e7sWM1D22vzmt/Qn0cEeveHKXX+kHxQb2vSC1b1
VI0vvjONx3iR+rOFHF8cMA1rFrbx7YfRkbYFLA9XrjsjnvnWbZ9e21iyHVw3P9mu6tBz0/DRMVvt
YQ6bLwXRI2fTtLUHc6GksFBn66Smy1A28skID1oTohSqa/ugtmw8dC6VVYxHlGXiXFRodVdzqR3j
YOpPetW3oBdlvlfd2CEttVs5l+txqEEPuu6wN0TmvGpD96KTcY3NxK03qj2sht9ay+YYI4hs+009
Sf8r4o5rGpnpz1JzyY5a9KNRdLTDaIgAOM77CAsEeTqGdZKuZV21SDpkGHA/Aw4yscpzeAYuigvS
f+HwhGDOlbriN8WFugqyx0TS1WBDEgOsfNetYIymRYtadvAIQgNId6tFQ3urjtTguVhRm7E7fZ5v
cyqAuI6dtZmOGLPbvL9EIz42WGTlHs+b46Ce8lb//rlR2K1fHpSubaK+pH1AJVgQpv3rxwZrh2eT
xpsR/pcYxLeXyQ8FdxgV+mGBQCjsg5oS3no/S6LNLQEFOomq+TIG2cQCrEYjN7pvekIhMSFvYKum
rmVeBhNDlpH6wyVNgOUUPC7gizo/WcGbl1jHV9dpRDe7+myLlRvk7OoDb6NZMnztOpb0op6Texqh
Yjs1pKHi2i2OoCqHuzAGvmJazb3r5NZBzdR5RLh0wnKLzvTSnfNnZGNJ0wQkk/5HRv6pJTdS5N2d
TjEjcF35IOfYvO0hKdhW2W1qc3B2cedHEnRL6OycyniLdHjeBh7N26wJvmN5IWMp4WMdld73zM/S
W4X+x3bh3XSoGffq4jzYwVbvJnetnWK/8I5jqLlHHDSyWKk5dbdsW7vFu5rhGy/XjrD42C/anlCJ
ikQvG4KSWx3VFca2ZJbTF7fI3npd/1/rELU4+vt7Ao8cN1Hb4u9D48n5vWxNyWQK8njObpwEbVBg
5MEN2JRgS1msfLCXtOoh1g45SNi7eTklDT8/aX0B9xAtxSKyK2edMnfZQxRqzCjfZQ4b525uzWPn
5dwBSDkC+tE8EiiTbFDnxuT5MLXIUDr7efMwesc2NhuQdUWuE89iRSTfMbQlloKc3eGOtQjF3MIW
lEw8/zp15Rt0OfeoZjoSeZhXNoDnWU92dsvj3B24e3xaZjDd+3uqdS/KShOXHXjNHmlfX0t7Z04E
bypZbS0ci481uyvVpp+98h4GYnQvXHEN54asTuUjCYU5HoLYk+fY1qPHTJZf0OxXHzPD65B7tngx
1EUKH84B+KA4WETQNtLPn9SQsWEvEBzV4WtrZNCiqgkhTz3VmLzFhD+DzcJSF6AAMt5pTmFgzaU7
PXpNemtWEdkgff0Aw2MjlaV14ubxP9YVYqkA/f7GENayPDXEf6kQhXRmerYZiMb87Kl3yvcaPBBs
mB7wE0u3m7Y0SOjxcDGQufTDM5JvZeFXpJ1DumQpZGNG78VpdMpoO3R19Eyp94x76DAbRvVaQtO8
6ZrUuNdard1mkSd4fSJgKVRgrzvjxWsNYL9J+cjO2X1qRbkyXE1/GYMmPqd57169wQ3v/AlNhfLE
apJlMGFJ+l5aZfTo5rGxbUzjZ4YLdYXzXnuZxwSStlN3a9kZ2gumD6C5mVz5cyRPVZJED1SqI2xC
xvw113lcaTJ9dmTZPBMiAfXMfQOEQJFm7h4Nfvh1IoyAVFuIdp9T9SBU077pgx0u0AiY0F+4oevH
H+D/FH2OFLbo2v/7/1EW+X2/I3A52YD9HMewQb///pHtSVrJ3Vqy+vGQEU0Jtk6aLhQwiZtUQy8q
4lcbf959nlNHkeE727KqCB4qq//8E6e2mztb/9trK9MM7vSgCLfjwOcKZN3PKdadvTt3ZECj9wIK
bYI8C7EgwEkYiL4Y7EGuOpyUqG44qU8i281psISKR9oduPGM6gqMGTXVKGDfqaMSeuZhTJynhnKK
RZzffy60JqUeN0QQpi7AxfLXBeUBGNEN8luCUwPpOATsSPNaVU+lySPtpnTS/JzHxaO6RnND3PMG
7vcUKrE60GJjjwEybQNJ70mAIl3pWFWyTeeEF0KR8hNUWHGxKg89jY8wjSXRrs8L9+OUuggzhaTa
OG5vKmPG2qRORsX70PTHovbnp9yr+kNTuRQY69b4Mum3aLicr7Y/5Og4S+eY273JEiv6EZOp8xVS
TUdUX8idvnATwvTKZBFNrUe9qLEW9vGzM3aPeDvcu85w4+e+Jew76lJxUhdjzPU3qUjSw7BcjVoX
O5jdiK2aStcvd4Qk+2s1FWNokAcNMcHSK/dUZyhby0yzr6Pgb1ckidybfRFrMGQ1ZxMHROhKy/Bf
MGIGay/L6moVDhU+wzIvsq06/Dg7G25+QGf1MxDzgM2vHs5dPHmkklfC5Q4Q6MesTCZKxQWuQ1+P
1mqKKlN/KNyzmlDgnR5JMfli0wfbdTRooK+f6GIaJ245CPLcwP2Gjs7emlNRnQ3ojn8b1Lko/0qV
xXty6XPeOZBcjDYMXhC9iENEhwpuyuy/5FOsbayWrEs1rWMLp2kqEWgvV324T/rwkBtNeq+GCL3n
EXE1pBbiyWZXPpddqW+pKokd6gXvXZte7VjvFn7EcMjLDMNekXjvo0yu5HDivNAPE8HpF2A12R5R
VsXnsoiTzTSa4bbOOuK4h2y60JXUVykJDLcJ6ZcNPqpwNYzFKZ2C5qtOKt2qjCrvscm9dgUusgGO
OpLf6zjD+5w+S69I31J/ZLXEdmmtTgtR/wShYFyDJE+vnYHDtFtejqKiXZsZKcUEJPSvE0AjQ7QD
1SSHgB7LDI5mL352s19g/RqLB1Z/3roxJnyX1WTdVsCTXNHlj+zVb9I68a+x7+SgPdp4Kwc72oTL
FB2q+1BsSVBr1XKcJzlmg1j+YBP66M5j+dULuWg3Vv3aOvhSJjfoz2FDoJTfQuAll+EOdYlzUQMk
yvZY+uZTTB3o0jlGfRlkJFaN1AjzDr1yOqEx07esYL5IM8fIQ6I3wRBUic+ZzmJLC3ZO3icPUsbJ
g1nX/IZtKz2oqboAP/bGKMjNaLO0OrCKxbghfZ3orKBAZNKiQXDa+Uj4Q0VCpFVtSGaId0Dk6d/p
UfVqxg7refuSiLj/ZobWgZ1R9dYlgb1BjRee3AgjfQ8l/yawtPk7kstpqMRGy8OMgJbkSgSqfh2W
jVsn/rAc0a8JLCkPQ6dVd3EEPMbGzoAasqrvWLlX8MC5oAarL+qVSEZ8vX2wplBxHkCUPmXJmOEx
pG/p6l77ZXCah6HLxscxzajOmjLA78j5qSrfNZNIt7YOxc3E3Yf4oc7dQjULbhrDi6FQcY59K66P
aKr3GaVuEh2SfufRFkQOaVgHX7rf1WwyiAQxh+i+ldG1d0b/B6y2XURv6yvIGneVTvKRPJxC3tVm
kR9qkr8mt7/M0l1bnqweUO+kREbb5hHqOtsoP6g2yVySZJdUMW0Wt/xJg4xixM9ZtuCnk15/Lsys
3QDiwgqqAwnmeQ6u03YtouMk1Iqet8qY1OQlceRbebpvtSlc640B8rPRNAyAbvOc0qCgBjBOb1ZG
pb1uyUqLInH1Jq18yLjfEXP0bc6F96O02z+mWs9euL3hS5BVcquT1HtKqG3X4bDY4SPnGM2z83E0
uJWj73872SXzDs9Xup9956vf0KmfrDh8GixDu1pg6uQyU6ec1vwqO9gfajZpubOhamFtIuC0jz5V
9nNle19mxwwfZlMzLpaTkblnhl9cGEJrw5D5qTLC7hlJ6V7L0+iLbHLMtpYo9pAX4pLcS36LZ9/q
q2/Cxdlcx35/GXrs+nSI83UHIu0be2/WXoF7EAQAb4w6Ie7A9c8kMI9HNQNL3ex0B0lGV3rZxqHG
v6fDa79pubVu/X58juqkvs10013J2K5fEbgToTc/9HB4HtWQNNkLfZLqVs1wFs70KQjYJF37cRon
fZ8szNtEJ2MGSWHxcRRXqYbLDZmQnAVyXNKTvD4qtyzCEsjIBSjSDO+PGtSUID7I/Z9zdQSVFBY5
DZrfL6irVi6HdG0Nhra2YCgvcXw6FACn2WkBcdQrQvnkZfSnbxrL2sPHrGk55XTQOBsCw30xsK9f
6ovaPApunkxV9bFmO4FXvmUxBdv12V+uqqmqPqoptot/vBiXeAJBtYlAJ4fnMrTt99AkzVFiaCPo
yrXeKaXyLuR54sF0TxdyRabBtA9gN61MQYDzTZjuUyIvHt3F79/pwHBrPA17NZ26KDxCjXHIv5uT
hqDSawVga1/JuT/MVUi0MCKOg3o8msP86pOst8VTxj4ldOQdIoPxbkrw8YZNcPL9jATej6ujcA6J
md1T8Yn3mRWYKzgvzWveiSfT6uS1M+fpmSRc8jGT5hVkoHGLxIe0IWKcL4jBLqKqUSfQnwlOilil
BgW0kkZ4EZC5LUe/EAxvkAsQvo69m75DArQ3wMKHvZqm5XDDjzW8ZH5wYxIIxcoEIsOaeBRvh0ni
7mMamYN1ItrTPGkhKIIxipGJNzRxrWVQRz494cGY5EnN0GGYZKsuV4XfWFvX8rNVngBnrSPnyals
/CrEQsa3hdaVLLbCqdt20VJ5hCqx7iNywT7+6sCiuRNN3vHjPbFMaQx5R/WO8f+afl7tKTNTvm5t
dGdd/4Tad9h0plts42VKmzA5VgVuN3U1HWOSrxwWmg4saer4901QuPe9F8tD28fdqpSpfadhu6Zd
o5NtYXPPiLvgfiYchhb6eu4Xe3+kaVdu4eWXJrTJK67T6ZEAmGlTpr53GwtT7DoKQMR1RQ/YwJOd
XPxwge3nHg/62d22ttnvg947uF0gzzj226uoNayjLMFgslEIYtmwiUtDu6iBLLvwGozpTToN7Pfi
RAOYZoUxlTL050ZmzrthSfyDBjBss6HNcZ9HybZwSveSDpaJyFOT1xlAxIa2fbg1+sjaxwuPoUYI
cTO0abxVUzWwUptQOuiXz1PEVT54TlnuNREm5yJEUz+iWQCOlmofTGG5gIUVXVgN4FbCTZctNMVs
yc9trekIgnE6fk7VOTV8nlMv+TiXvLnA+bt5xukL1fpkUBZ98mV+Hnon+jK4OTWARrYHkrCTtz4u
iM1toi+CtCECc0Sxc4MYPF7u3hUz8ZsamPz91BfyqsDYQPTqnTuM4Y06pwZhgSyz7rvRq884mtjm
sL1NB/ZGVQhxYIWNA8hx7B5Z/a+FlcNOSiGF3iQWkHl6s72xUYcf89hBnaEOcxxjazgkxtIMTOE9
d/xP8n6+xtIWL9kDRjT9BT8ZGZchlVJ9CG56UUyvxP5Eh0HL/Y2x2H7nrFwnpd4hBSDrsCxjd2OX
1vAaiQKgeJ6fvKACQp1GpFMBez+pc5/Dv58zpXwem6HfZnj/uItGqXUMKtLgR9tlUVxKKNV1YW+i
XCwBI3Q+UQ3WfOBHz7qrJuGeZQ8GWvoBXdEy3DlJ1Z3UULXohtWRucQProKCbQ20X203JP5Jt4cE
oD15eixWty3xGYfUSOS9KFuUTabZfq+1fmf2MTY8BAaks8iQrOVSHETWzesc7/njkI8eCjSDRiJq
rccmbjlH8gDpPw+IpqtbKhTi2Sr5I4A3eFAzP6YGnHYjgc6p+9yOoDtSs3iq+TjvOqeb0c5U/aYc
anl0Nc15qNPsRwMq62v+/wg7r+XGkW3bfhEiYBPAK70XSblSvSAkVRW89/j6O5Dq3erdseOeFzQy
QalVFAVkrjXnmBq11s7S6lsYhWQel2SHN3GeHAgMnnGR3FFUtW3W6UTPhcWzfZNz6ADDJQkb0Q5Z
OrxL0/OfCquLoLmSnUYGmrf1WnKNtOw99BBgs1ui910FpFKPNd/XTI31EKj2paSPoUY57kpWIMOU
eCfi34alkRbd6ntOXujmq/JMXhCxilCmMduFnOOt8BAsTMGuGIAF24RRvseJbS1S1MYPddXZl7Yi
osmaLxSB/qczDNBVA0kxINVxsETzGk8extbhjHAB0tzm06Ac1o3jBxBm6I/AJGhXidO7p7kofzLn
gxxqFEAJ9Jml+tZPK9LEq5PY9amxacLKoaJ3w5oCkr+Tw8EufubwPa69Fo9PBJKs5bRa62QbZ/rA
TiS0X52xGRcdETlDaBl3fYiHZQtl7TUY+nDRtWrx2dMR6YdUDxZBv0ZDjDRKN4vzMMXOe24r1UJJ
y3FfY19YVn4BtpNI2a8DsKy/zhqKefx59zxMJ4XwY82ov14izyp59R+nuMDCdY6Ei2QxtEZRcTVK
eHELV0DkGfLe2olR1a7EzWpX3zHwrxKGsUwEcih1MMW6j9FNpKp1aqoA4f9A/nyei2AhGs28m/PB
MnBYauA+9qzJzbsokFH6prWRF/lZ50TPxNjj08of8ibKH7Kq0899hAYwNredriUPBl6ma4r04cov
YuiuUel0V3kmCFRZhkWeb7/n+IBne51lP/XC/3qxPsEIG3SdpYKmr9qsNffONLzXhZPchUqZsx27
aZm3hHjO8wRUpfc0LcQpxGGx1GJ7kPNgCNw10jltYdAsAUzfcdMr6mIfG4mFp725x/bHlIdesxyc
+laH4PaLaOqeytoc6EVV7k6mNSSOF297giZXEa6Gp5q+OPasvd22xYqbVPOazi3SZqQ0Cky8eYVN
+lbnaExHx/GeA/1NvqjT0fVGDmI3OawDgzhEQinW8msaUYCIInDk+PUdzWrXFEn02I6wCp20/Y1A
qD18HxTrv4Z9H3QHNer/+RI5lxISqqTjLdRoyas+CQH2TKu05kPRslehOSGzXrRC07eoxkewnJoJ
D40iCNKDddxmTbBQhLroMwLsyzJ7Ffgq3tB/h0svr8Tj1KNNdXvTvYB7I9TcbMxDnjnKKhF1uzEM
9Hjw0rl3hb137GMwRnI4CKTPTYiYIma3jgjdJme8i51jmNgQA+ZD4CO1qYUOoEHU4pY0NMTYudjv
eoJh1Y8959b1VonNp7FX0KTD1yGu98ZcS+9hL1IG+5UpOAGbqnNvrTY7u82w+xEZFekVpvKhJywP
AlbJ16Z0Lh01OdisRKFMwQTKSJ7SE20O/Rh1axyJxsI3fOXe6nDfOro2ciRMvd6mPR0TOTTm9m8Q
Qm2rxZmtn8Z6fbQVfunRh2pZ7YGms3eVB0dna2AQHbutE978kPrLehJE4gVa6700NQsGVn7hj0TT
UJwgYnwjaJt3gNXZz1RNf9dUruOqvNeECgOR5iDP7Kafw0bmMUlZnMpLMYFq0BbF1h5s0t5ogvBc
kqdI5buDUGqiS1CJ5NugNI7pNF0Gh9ptMyTsteJYtw8gIf/qxH0NSf7cYWOyjhF1JNNxxxvqwPFm
904BzCA7ypGcN+ooPtIJ+QkDAIPTJIC7Q/Aj5mr+KvmSqe9q8knZRRUZeASjm8STFz0TE5FHYMKu
ruVTHmoVZ03VyfyNSu6iEjLyQRHko+/c+Kc3Fs3CViyxcrrKP/v1Lq8L8abntrptCpss0VFoP9lv
zJQRPWCJN/rxuK3NUXkTbG98yiP8Jm+WV1tbozV+StxXM8PA6hn89T2Uc4NavfaaE+3kSB7kK+Rr
5VBYeLp5xz/lSM6nLH8XFXi+XdfqpGIRXfe7IfukMpzpHVcLgDAkDw9m4Yp9xV8t2guTTHB6Ac0P
OgnJgzx344ob8zxba0/0w8vL94yc7jKffEQMY3IkDxX6FIt7nIWWCrmqaNYtZu3NzNd4slIl3OHf
zVZ+OVD67ab66LkuTdz5quf55DMb2oO82BmZ8ygw8tNHIv9ybga7Snz7ujZBUihiUI7y/5KAqVvG
rQ88D2L73o+scS2VdvIghXft3+q7FpHS1nfqs5z/0uLJ14GI+dG4IXrFKsqWoSGCjWxwyENPCecC
c0fZWpCrvzofcu77JbNyDoHl5V/TOuCRxdQE7fZfFyozHDZpPBKkPH/zMhqi49irJaoYJQeKnw5P
U5pnSwOh5ismLh71wzSRNRT9KDAvf+qZstdD0fuLWtSYJthCLLzyHEB8Bcmnjxt1U9mW/cEtoUUn
rkXPJR+DNVp79RJDrQL2mNd7r9fds4vzYC1qjIekPaW7eLRgHtVVOS26WSEPY1nZCIMOjI0I9Swv
ywvyTM7RxXtWS1S4cn7KRiA+ATTEAUDoRR66ctzUltYdUS/8H8Fr1r/l8bhscGE6wqHHZli68S95
PNS+glADE3QwYUCxMecxNn12+KY0g1LG+c+N2nXiS+AhbzC84qPxBNKyNkiuVmSCU1SGgYRBLgQA
eK3Gf+e/Ft3HVd0pFRmyojkbJQ8ZQbztT0MhEIgY8l9UP1FcKHGCSNMnIFcz1GzTJsMhnyp7qSRq
tFeKRlzjTlnFDuFbkL2ozDdUi+jdZKjcmnFahpFKyylEkux6dr1DvTAeGv4wj2PZQe7hVvWghApA
mzQdd3zpSziX2OL5QJsl+zpUouu2TeY9K12n/R8yLufffUxbVVUyTXiPBctebE3/LUfxq2ia0Yve
ou4Scf5HE5O9zhbAlnH8xxwlEmfpDQ+eTTgIkGfjOdcmONUe/s4vKfgItnowCAbAm2oeqDE4ZDuz
unVHp37ypzlgyG9HknEKc0bEkFaIWvBX+l65SvBLM8HO1LpWXAMXQ45q+sBVYbI9FTmcUrVR7lbN
k22j+PorvU3tJA9T4qgng7fmlDpEylMSnwhQJC9w0CCPIl3AETsP5SHHjLgILqYCY6gDBfNSYfJH
uua/+ZNr7HABdmujqoM3aj2fgsjka9AmIauf5qd8FTs3fR2FRrPM0goEQkoHKAvT4YZ9CkmwX/e/
qncUDs4GKdWIpKAKHumQLEg56W5yhLmo2gCbM1YTXfVHT2v92/+/O23Y9r+taphKMJa4PDxNVcci
+i81LrTogBx5csMA87VBkH3C+MgQozbDAwYrnTC9JlnbNt2HuiaTYX6FGkSfKJ9WSekUqzRUvXXY
uvUZKNxO6g10IJp73dR+op3vsnXrDjfNIhbW12+S0WCPLm0r3/4dug22eUO86rOdtFRGHNQBPf3v
NvhokX+s+L21STvcx5ZAsj0llbHSzGRjlUZ3tIbE2weZ1mxnGg//QO5RfX9G/Xj7duoPggoa+nRk
XMoQjtTHyaZ2OijItnv6xh919OuGxRjhDkqs8UoX6OjHJdJvuuUBwidxLEiFP1rkkOpxTTmAdufo
JITc1OHZ7iftmDQ50HyjOUlxERzeu2lW2kUqj9jvJ0vM3Uc7gtaH/GzEjvafgxm249F7z3jWPmv5
jJJpY7Kl4kjbqT7qYIQ/1gM1dvOh7Awo3X1ylKPeUWkaWYq/D4eGdMjE1G8xi9mdzi195zZi3tLb
YiHzqjIM6h6xdYrjsi1nBV+qEWnK8lRXbNRjNO4K9+p4mvNQOD58lvnMEEO9qoSZrmo1OlBI8wil
z+3nEAjTIkjT7tz2rXjuRfOrHAafLD5bPGPOeWsLb8CcJLq9StuNGr9e35MMGWEz8nhivVetkqKw
VnYTBGcnq4KzmFiSFnp5TC1FP2nTVU1CgauJznplBdnKy8x0J3vplMmCTUtQ2VpehQqSgUYgQDJN
Hawydv8y8KCElmRiaRTRxqb8/tCzX1rC7883GbrBhyh3iEUa27jaYkboiLqfx/ISca6HpKk1sTU7
vxfLgXvK1py6QxAQxDTr17SlYPu5jAvyqctYu7PX1+6jYhqrnAgOfgTa5fJANt1ySPvxKkcszHUk
z+m4EOy0ej+EODi2f1o1qY9B15n3mNz0k+tHL5VOEoeRu9Oq1DuMCLnfLP1kBG+YKQ85PZrnMvbW
gk/7OzrmBm1s74BoKo0bTU5idhWvf9dchDEEpAxZWZ3MOYYR2nuU+g2OKNeCXDpPifnQGUXL48Qs
lypBeSvP1McaP1W5UHgi0Hyeh05t44jpfto+yveQvISD4BunCzlWvZbd6tiSzMP9NnULtV0YsXUm
xvYTbZL1EobcxJvCrPibYZjY6pOptdFVjQ8GUM6ThIrhkCrP5NzimsrhgHyDxqLOeFAbvd02xgRM
rJqAmiUAwAgTmE9F5qWHYbzKhBp7VjyEgn+fHMqomkpD0wJ5W1vHqQq5MR/eYXoh+q2s5LHMfo9W
yh+ziqOkGX5VHrhHtHD1pq2Jo/Sy4g/ZWO5DYSJs9Ly63HjUd9aS2FiFw3gyCvO35rCvXE7ECHo7
rbbLqyZTFcbxLkd5PxJ65ejB+cuIX1cV6SGNXuwGMWxVdfIOlT5SHpWn34e0xBqOyNfbCCsz9vhZ
nbVONe69PbJt0t79+AlmevsYW8QNsVEZIIdABpv7CZuIj906URTzVBW4imw79FbBWJunMdeJoo8m
8Fp5ZLV7O3J2qMs6MikMXz2Oo8duWOPxPY+c+SDP5CEKCGxED+AuvuSPjTslB9C44LJgnpWlQ4gr
vb4V/ZrknJt2CFi/5N1M/PRsN7AR5QV5JufkMBGVTsyUbvJv48vU+SDPqAE6S78mbj7zM/1MpIS/
bWmv86lmv79gh4NNZAhj/QRH1PN0fwfJ+pr6fUyzjQNVsGvnF4JPtEcqbDDH3CsFov90Ks6j5fov
2VSyVmW+TQ1rLyj1wMmPzVMdULOKHTM9x+xATn596swwO2d9ISAbzPNVMNg9Rkx8z15JUUVOGjR7
lkHaVGuLqEdt0ffsulO3v1I0vkE8hbU+9/gyvbqPqeqd5VRWpb99x3a2pWm/lXj5tqxfSZFX+7Y9
BZHZnpSQA9v+ZBPZvh8h8XVBZGbTMkXh+SgBFfNoMIrs8WuB1Yxf1yzQNc/4b79GbLmGteqQW+4E
XXiOzM8vUl6VJeG5cnFG/o76xH4Lh1DbsjuyNnKojzi0B7d66Q0H0Zj0ZJplMp0rketr/jB93Jal
edBa9CoBxJGZyPseKRA0qs4KL8NExSvu+wzFJheclHuKXq5ahXB4kfYu4Qffp2j1ua1b6WuHxO9g
l657kGdqo7oHeWDx+NeZvBCl3VGp6xbcB2nei1p1g2U/OEQH5LgH95EXfdY0jEn729qSDxLW1rhH
zvKk9lrobEdcbhT430qEPLvKGcUF17z1dSjR2+x83fpjwha4aGaHHV1eTWrzQienPny/FjsZL+k/
E+Vn0EXGVtPEZ6CRu3lQWoZCMT4DBGbjArVZsvW1+LdcAciHvzzL0e8f1TB5afxqRuMP6WMR5zwr
GuixctjbRnPM5swsYdpWzu47+Qy1iW5WzefAQ821FwOotrzKzhp/I2cijIyvMzhtuJT0mgpnoR81
ekLbLzJaldBK1ZyLoMRmWIXtHevAumGlfDI7ttzgnTiEhUnLpOF5yEiJ1PhWkIFxDUGH/z0jz7DF
Qm+pmoevL2a1tg110Bi4+orHMe8+3KFyXsldxu2WKAd5iOezMexenSAaHmzSpPZlaydsYEvcFd57
NKjeezqhOM2QLgLqTYabGLscr1fivU9V8ycu+guOpfyed5OzYI2CYZ9ix9eZPZ9RZ/Bf5Zm8GsdR
uVBj2tr/47Vy7vs7sbE7IC0r9hDM1qkZaeeCYvY5QaN9lsMIyPoibJPX0XZQ1cwHjw3e11mSpCTF
9cGbhm/6ZMwH+QoKfvURYfM6r6JiU0axdrLdsaJ5NQY7S7XGh3FUR/aMsf/i9U6+0Idq/LTMap2M
E+FgjtodTDPbEeIQftgmfNXJHqMnqysm8FcE/Ga0tW+WVZyrUDivOKphyA6DfoxFXVwyJ8qXxMu5
4uD3OSYZ0kvPFLqbLfpG+E1F2NBiH+xNrA2fE7EOZzfGCh83evWek/ACHsR/7sJEo75G2qmRlOCy
zOgpKBQWYWo87aTR00wFiMQMsYM0gcqrVkNTg6wQqGG2o6JASbpl7I49awpPe1FC8SsLDPWieZX+
orneykwrkMn50O4q7EAgIFh3O/NyG4HyAoxefJAjOU+R86+L8qwR4c7PO7GTr5BT31/+/dpGffeF
qx4AKjnwQmnKzGD8ozzY81kepTNaaz5FWgvxPWZrajb+MYX7dpx0rMJyKM/oJ/h0gH1/NWcaLSHG
2rFDYUhGWzDySTy/fPEH9V+D0vhgQO3qRre2ulnpgOwM40qa5uU9YqslMydk0kTSGmD3pwTDgl0f
8eX/dZBDFmL90nOLhGcICfOAlP5MJT9fbpo/aw8tW2Wm8Z3NNrviIAJ426sUMd30zFInv0Sm6OkN
uynWanpcQdRaa+GYeKRNg/geW+wLPxyfrbQgvTNpV3mhGY/kRYAniUlLdJCA1jb9CTtiV98n6SHF
F7WwhIZVgWWzvmzJg992c6JnYdFDTCjJ0i0uV9PUdUudPc5J8Y0BHmUzfJ3JOTkkUMbcgrJ69yx1
XeTkmphm9KeK4+A59kW/aUqhHYxu49r28Gx3V4ndoptXkTQYPrl1viP1RbmVFmsUO6fFJilavh58
sl1VbmPd++fv+SpQPr5f34R03lBW0nesrMegLBAhAHKfSAeUodDhoteLH2YJ4q0xSA1M6hoTNm1t
2hRZ9kSeJqvKHttujM3qyUiHYeFnICSGlAiScMY4Nj1tGs0JnhvF+sSV+wpOYfyRuKRxOtyxCDZN
y0dfVfU7Crx4O5TEvDikUP4sa4LYIWbLaWcy1C2hWQvI4ubZbUf7kouoPZiaepEj33fti5OF5Iwp
unEtqDGkuo4QWSFuRfXVVznMZMReFzjeRVG0+E8Z14dwKoJfqExfvFYL31lG000llPaHP8vw6tSe
nklnspZW7cRwZFKxisMcMV7qdou0qT/dogjusUG2ohOH7avIHDaN+jh+moO/HXKlDiiG/Mm6sfkD
VPsJZKrypo98694gVQH4drOLcJ9p2AQejGiAgm53RNiM9bJzW+XMgrI9xK2abp3UVyBJBGKftL55
RUl96gevgSxbmdeuE8OKgvsfy5ziszy4XZaciz55M0lg2sqpioif0lJ2xPK6d7J1/UMXaz3MXs3I
lpkCqcKtSa+OzNC7W1PSH/NU/SNf7BRDuDFR0661RizUUA0+ovmhhxayQPU31Vd6Yyq9eGDFQzrB
Ru+rp0wVxZ7A83rDRr8hl5xft+1HRHjrSnorwtGeC1gewNDKPgTcE7dxYdlEGg5khpmRi0kjxEkJ
seRDy8Fk0zrxFyrvTG7k1i83qv+Mk/mb8tx4VlSsuD40c78jXmrpCEtfm5kRrDtP6+f8u/6u1M0l
cAD3yynhEgLPOqxaCDfdaXFLoOFMFJCHTC+OHUs9XOsx3llK184C+S57Wb2NQwy1NLnxlJt33VPE
qczjJ0KUKUoHNWmelCuxpdFpI6pM3cqhiUb6Viq/5CBzjXVO5MNZCyky8ZtQnrjFSyaz96Mwyt9g
LbNPmOAHYSvSc7RyUnpVkJTf6y60V1Bn0tNEZNwlhlqwBIqbvgoWzpWegLHz00k9h/PBG5KFG8bi
kTQ779F3tac07o1z68N5yXNTQTh4ojIxvBLKkZ6gmRSATCv1xY9DwjZG5Ff6YP74PosQ8NIfr4o7
hik8Y4UDJ3dyTn0CBt4QtM2BXgCVnC+MlUubpD02tEvWeaOAP0Qbe/RNL9sqVmSd+fg2yzBWuV+W
eXNXFXeHj5Megr0mfSZDr1pqT41F2zSLsmIjh8YMAsmS7g7MAOsFKrcfimVAmzL78VwQfvpsEqEs
Axs7lsxLJbXPgyTpum4EYKilLlV6gb6jFqRxm1CspzDGXl8Tsd54pEcRI10gBRXZDzezmiUyieno
Nn6/UIoQWKPPn7alCvZK9JaeDBP/rGIRXu62TccHbQYu5RQJDDdSbhFyqANKBg1PbdD+tMJioVd9
99HnIY5lNHRrTW0Nmmb2tChdL9oOUAwelDqNzUVDh3JtBQ9+hQYW8KxylgdFrbxpwVbL2MUDmuyx
urRAgB/lIXQLHuou0RCdOeWPmql6BzeP84W86o1le63xjFmtqaxCU6kA81GcWxS2qPas1j9R6Lqb
uhLNTtfIiBk0otAwur2roQlVsJjYOEbOoUJcdBiVAfeg4dkXo+2SLexudvBWR000qD77vrMurqKh
M9Cws2F7H28CfdhyjASKDq9bi8lY6X3VndzOCi5BmAQXL0dI1/UkgFNzepfzdGTTo8DTKfH6SOmC
XTg1yKzl/qbL1GqnsIIXW6MD6ukmobaux7JZtOmIKA0LyGmYD3L4v+Zqb0fFOFj1QHfXihmPV29m
1yGw9I+RVT6lXvfXlNuRUkCMrmPub18lD2OqipUB12bdeG51U626PaOmOkixR522wa2F7ifFHlIT
IlUjmqUEVLP+IxFxMLR45KA9yC9y7MjeeQOexa+vSidjg2wD03RSfRQNsC4MkOFjB+n/kOWEFko7
X6a1/QqvXbnN0W7K4FAjMtJDGUblCsJXdkp67K5za1A2Aw1j7nHJcR57D2WVlgcvqIMr7WnqCha+
G2ceyjk3DIIrGMEUG1Bi7IKAnK6vuSI1TjzgtvJl9KBqnjKRdyDSY1zald99gFNAGK6LHwWtnk1j
VxVVf6qv1lwERqT4z0OtI3PRFOM01epn0pjebxUCdDjcWcS4hxbwYlFiVg41Vg2LhA6dagJsoZOB
WcA9BeEIG1VrtW7xPU5hx/DpE0c5pYm4OZZhsbJAdqwircQBiaPibVjw5+huTWMiLbCfYRySyyHC
IsIq7JdsDsCyEImhE+cwJCesHIuCpc0RXRQWCtGj+5Ljv04LudUyp91QsLWNIp5CqM68lzhxA+To
jrtWnMR9Qc9F61DE5l5e9Qrlt1Bt7SINP+CHqCJTtRt8dbiXrtj5Q1RfREeUWOwum9p27rw31WNZ
lXNoAXDSJnWrR3/snEuQeIfhpEaOeC0rnSJsoqV4XujRT4638LUg+SHn53XcJp5C5zkVYu+UL02p
Gh8hsv1lJuoEEKvuHshrjNiyjeqLYuH4Io37l1DFXdFy86UbNEyUPA/R/oGd4U1woAS4EKOIFXhX
B4cIH/xOI/RYNFWq+dSUhraZRmw9Wk9ql3ytGQ/GK20tNOIQMQpXv2QaCvGFa4Qqrpt6ZtQJxoSG
Vzs/DG6Jk3zKGDAP56Y+xspriGBubQ7IkWLDUHdBwhPFwtP6oZg6LQu3fI0br96yRkh3KQKiZ1/J
CTWus480LXlH7GjCaJeLk1snycqIG20RV00P8ItnWml4p8qthxsFuoF6AAQqy6duMk/pXVlfze5M
KAOct/HXgNx8ofWl/piV/rBxyj7jxp5tqyZCYpc0NDpsd+rgOBcZeYg9GUXzpLzsa5ZzymMSDVPS
MdYy9iqKrCzf48tK9oHtrmVcljm2BFp5pbekP6gd5MHxVFS/amqpB21IaarIU3nJ/vtFcugPGr+B
un2JdVromamW53FI1ZWo6nFZ9SUW6aKhrpFGaI/l5VqUJdoTCx8wJgq9jYJuFfdsNKtBeZaam7FS
h72SWbT0wlL5S4djDC3FTW9bzFNCBZ0AerHY2nMJvp9L8PIsbd6mESVqJIv0ueO0pxo/BpTfgr0n
DcR9ju9n6evCeE60jHA4anPLYlB+WV3ubcOQrAKK7/4is0RwVFw9PX0fjIh+B6/4BaUmvfopfiJF
aPHKHzwb0co8SSrKQq8b+8ITxMctMKN+EbK0D5gKkJ85trf5yh7Ma7IAcvtPqRIA5iK3XfCMix7k
YTLCT7AQ3s7QtL+mtPnM0hyxTIpPRxmJtpstinntl8dO+FCR5FjoSzfI41fFHva6P6afYxGMs7az
u/V6EB+iuMs2BMh48hVkP2LTi/VPESCCLPNsfjSk9c2dt9Pfc3I4KEONdmj463VxU6QbOinjYcz+
yN5mHKvDMqp5RpudW54MnKUIsGY8Tzu6W62hypSFLnJgQm7ZF6gdhi+KZ/580JBbLHOHe+8AA38J
ECX/UHAwRGWf/6bIyf+hLZ8nKFRsMjAxK3xmzwqesy5fkZXWrby2SU/y4P79K/tfw95Vxm2pW88J
VZ+v7GyZcysPHVmuVGKqZlUbT5XhCtiEjXNgy5V+xm77u+089weOZm+hOL0PuRXgvtv18TLPEc0J
GOkLoTjjQTWC6THOogB9UJAuA6+ZHuVcVzwlgMyXbqKU8GHtFolr/mEVxHWDx6g2qgrcXj5sJ7+7
4lgo787Ut1elHraDQcAycrMMm3rhLYa08nbymc/vtXuYrzp24h+Nmke4C4nuMbc7uphu+MOtAQKC
um9XlJn1AyJkdJPcQdcplvqtrH/bZH5+Db8K4EQE/WPokY34j6H8WquD29K3xivkXdwv80GedY4R
LZJIj08Ux1/oTk+32hbxtbRmW0Xn+W9KNiO1Euvkadp4zma/Zh1r9htQenfZq4p+bDo3fFabdK95
nnYoUA5vC/FT1mUcdXjSMyd98JWeVY4dtpdOaBWfuyr80LoWQ52qv6hW62yJjVS3Wuucp14DCFbk
1gtR3z/HcCge7E6zXqaSmGaPHyTNUIXe8lo1N1Yx1kccuX+Vh+QQJk60zBrrRzSyQaVSRz7DfHAU
N9vJOTnUMwoETpbVYKBVYtRNPKlLvwrzVRr7V7bS4Gga7gH+7DqB5TqVpxCuKlmefKAsuxh2VYSI
Iyuq+JSRqJsXjb4TXUokELyp79IboL/XKtFcwBX/qdfJCt13IS+bIJ5NAR5TiQK365CGomP3R60f
g70OBoCHwQzjtmp+5DblbqVkyVNP62jfGAaC8HmqSMh/SnX/t8FKaIPne1jwdowXtWwKkEoxi5kA
gc3RSqbxgXr2XVYp5SgY0jvb2/rBzNtLM98WyxA3SpJ6xrKYZoiGTKMyQLDTMPEvKb/WLQox5Jy2
aax5Wo3bYCq619glClAL1fAih1G4sdtRXO0w2GuKFrAjnBNvstEdDrWvr+w5GEdO5fO8ELCpbT0c
tpIN1Asf54zOyjzQCWqkNaeePKOyV+YwJksP7vmKIlt4Ctx21mTTX/WKJyUfM36Muj6pMeuuimSl
NbslfRupHdQfMeTnsdHyV4OMxXy0QbOJge162U172tXF3mE3fCpCt9+UfeFdbfyBK1+fVMhfcGmo
Iz2HsZ+x1Nam3RdcSNHSr2Ec1jGFkb5eyc9EapMe89Wl0QME6cWA9bdoOu8AT2IBMs05GfOhG1nY
EDDHUgPT+0PnpuqOMvWqpJoNlT95TIpQbECXuYes6qHCuOivQqQGL3YwfjRzWv0URguDjIuPwULr
JnRr8/2xwB5gX5JqsneN773LeTkF083mU6E6yyTJupUtRqj4mApfqmwAmqKm6nHo6+4FbfLPoJ+D
COeLOe4lJ4q8e5Nn+nNrfH1JrCXdze+xXcDSe6ntrFxqDspSgdL9IA9ILChi/PeQZTz1J8ddfs+7
OHc2riFCmI51fsQWGV1qQZ9N2KHzFhKnHEDwwC+SsWdDZFMbNEqdLq8eUfAM2yImUQ8uXvmotaVx
matefme3YoN0gbZRrnLDr5HHlCP5Jyqm9zuLQQTXfdDu5FAeYBHXExqFKqmbvdZN4VqH1bvsdaBu
djMIsUqQM7c9C6JSIQ63CSZ/gTuZG9GcZFNb6DxKJ4NZw4I03di+6q9yPaYK3IfER5rB8SsLzSrS
dqkUarqbMVtbO5yqbW4paKeomKGUb2Hmh0Ywi2vLxegUKir/XCxbAOavLS7s1Qi3eC+HWeDvAUI0
j8AqnaudkxNtjTYbCAVHndEZG6i4xpLcyerm62myi1rI3IFpwkgzWM8HuK72VtTjEx/TbD3kQERs
Vek2ZRYP2ynMAszYyV636vKpI/r9XLr1nqLgCTI0nOsEL9HZEWm8JCUgXCJaRCQtPAVlJ/GHaoNq
CXLpLoupput+8ayOjv5oTWjhcsp/BCnW2bvq9qtC0bzXGEvODoQFIS1G9eHNWjG7yYyLM7Y4nxh9
KcQKiNgj7/6CjcmaTUN1QqBegbpR2l1JrbTLpneLXlaWFxUrPKeHSWJkvxIDEUeEdPolwm2/ihqj
ACLOwmFw/848a3mzg/7KOov7vt2bBhVtXB9Zxd+VCgtWUM2GkhOWvHXU4gC1WBALjrmo7lAri+eY
v8ld0Bbt1vBU88UjEdYOWpPM6yA8qCOl0tB1xx9R7nuLW5qSVGG6PnWd6Z8H8iffAQv9P77Oa7lx
JYuyPzSIgEm4V1rRiKIoyr4gZKrgvcfXz0KqpnW7uqejIhBEAiRLEglknrP32uUK13xzm0WGs5yi
lBwGW1l2qkherUogmTPHdgfZw3igzf3m2IrYwhsflpgynMPPJmFa9L2b9eJRqVxiUP1SPagdbnVT
8YqHHAUACyW1u6GyOl2EpzeU6huSlmGZEo7Xv7m5OqwMIsVusPDuMto91FoG0S+nRlG/AcMVl/g7
FnjBUutqtE4J1zq5mZyYCslgi2FvEtE+/zVozuTbukjS17iEsYJOqVFpvHswne6h+Gwkyh7y9/ee
gLW6Tju1Hd4AxgGfmoN5MTyqachKMqrak9zIcaoozW1lP8qRcr4XBnjpb/SB67yvq+khSxLrktcm
nxYtepF7cmMpyBkcRWtuUIFpR/6MaKKYrbrgjYwQ3bFo7PtkgPloO1O9MyvTvocVb987ldiB+rRu
Gy37VbGA5VILtS3Q03u9dcfdt3ikVEGvkB24JT8Nj4ZtAtGYHwkTyId8xKT6zyNNh8SRxVBl/Kb8
XfZJdJUbpSlnH1h9kXu2z0xELwt7J3crkeJ3wMxAsrnqrfI0gX9XIu3UoFxc3DiYbpQpSm6mrNIu
VVb0CyQYRKhSLWyyJP5oTYikcaQQy+shgPQLLdm43EnvIrv988gfXJjZvrfjmc1KpmKUrZqf0Fxi
ssw0PHBiRqKEbnoeg2I8mUbkLGQMys+BqJv+HKCGRkCOa7X7fHym8I3YgwcJXnnuZ8rPiB860yXL
hbfE4RpvlWhybkc0BVswme2yHXSXn2D6qFwD4X2RRVsFdSO9ESe8n7zQ/f4k6zH+jrr5SL0Bva5K
diYpoP6KfCuuMNh6NylY8NU3s6lEHKfHqb9KAGExX9E9PlGkhM/dFhSYBtnoRbU0TQSZQrgAgQyw
FL6iV2e5SfwoOuMgy5zqz4gc7vqHHPmHR6H1d+zS57PJB8E9tGi0IH8kqqVbu5YR4TBgjh376bmY
Q3gJ1nOZf8XRRrVJ6c0BwdWNTliqqh8T0473IV6ImyITykn0lrcyzdq+YjGcFn6Si/fe9/Y90D1/
gaJed8Y3MerK0+hFL+7A8mjUmY2Dr9EvcdaTUj9EkGMmfxUBCxOZeW6o6J79YhDnSvVf2r4smL4E
7UkBkncNMBn7M7pyaM1sj5ktWqnudJrS5Dc9833vNcFHCBiL7AKzPvlM0U7dQLqYPBDH4GB19SkX
43AG4RKH98mI+atMSdzmvoynXanEPVOXL/kByv813neUk7sy9JhggJ2J/ChFpUtfIerL507rj62J
bSVTh/Bl1Pj8E+6X3vLH7Z7BwMSFIfb8J4gmArQMXFP2o4Et03IIEba9RHBRlvQM8gdhOR5RHW64
FoH+TBkFwU1Y0WxTD40zjC8mGOOuy7FRNA1LnplN9U25MmmiF+mpHMIGw1TN9Xj+yxkkWAI1zYDO
hvQjh05/DxLSzfQyUg5xOtFq0Gij19qzZjaC/q3Hig0J5JOdVOHGMbx0o2EXfy5t3wU60pZHdTCs
S+Sl9xFf2PMI8fJoz6okBY3aSikTh1LhYO4N5AXLIfTMJ65z4bayhb0uaBbfasX0lgShuE1q39+y
Ts0XoWfQF4prxuYDVtX9Es7g7dMhXLZq7D9jMa5ObtaFCy3TxdlQ3WppVX3KQojLDyJWwqlkIqWu
4GRSleNkFgaSXYN461KjQ2QSj9dl3Z0YuH0WWeLdCtsvnt3Wp0A0rWvVMej2AeFHY2av6tEu/oDx
Ldcb1p6DaW6wwSm4EHRPhe0ny9ES0TsSubeIKuSlYlqMCgFUDSkLzl2kNCAsG7Vaj2qb79yqhiyD
LpqV9r3lx7ehwKW0cKAfIGuYHw5mzF/Nd8cboy/Il4oa5yUcCSu3ugF1VmH2L3B6Cs9yXnIE1Xu1
souVvRPxqszyJ8FkCB6lPlC9SrMW1NhQXWnYxcjwRP7LUC5jj3FYdEN+R3p3A59McS4EyuNAhvDM
AlJLLqGl8O318uLJ8PKrHbdLS7jlm+0E6ZounooM14faSqzhwi3RcSd61H6akYcHZWyeMlv54q7F
NT5JuoWYjRteny4pPU3vwnX8VRDY/UlHMrGO1KDcfcfBZeSVEw+ZLCmL5LclkV/Y1QkrUO3MfFCa
GcPeDXeoocwHy7LtVQKgc0N5HZ6b6IeDPXg0zfoQc3EyaFffasI7lm5niCcERUBB2xsir1csoKpt
zSz1KpQCx7pJp7idd53cpj/mEGfrg6+6bRJWTCqa202Sqc3ZU3LgYo5/GdFCXxK/D/ZVGPwZkwe0
MIfsETYwW3HUb74jCqEHikVbE29YtLBA9Jq5nJGgtN+GVCGWQAvKU80tCqRhmX9QKacbFXi/uCNc
VS3wnnqZSKDqPT+pVwFD1O3uiKAjpomClxFd1b2FaWYxFJaG+qztH422Wsn0xbJ3bvpqck5GZTrb
LKPKBNt3lbSx9tQlNbyWIjL3fmHQZHXbTyMtxSlq4L9OZpJvygmjc1+mn/2EfDrSrPZeIJPfT06V
bVKIbCvTgpcT97W3mvjj8D0lJagxde3om9O4bIEkvtEO+9BY9l9QgzjHCd0B2vqJGrxfXvNcXX/f
FVIL1XUEyr6YwK6JsuOvAgV2YWZOvI/7OFjpaWw8V61Roc7Oph2OboNAswy/SHkqJ6M8j25dbRNi
HnbQ18MLvUm6RzUc6sxrmfp2KJT7qTlGerm2TN/7VZX6pVDtq09R4yrc5AvkdfzeZNFXT+Zs3Gv9
q2Kle6Ap4jkayXKx3RpeBbWGRTKFrxbuhn3i0G5aFH5WLZPIDrZ9m3jn1vLSo+FV+jlH3LdJwty5
SdGLPMVKvbUDP36n7quuFEfNDk7aZw80iJ87JYjXQF6rpWf39tlAPr92O1B3cldu4H0QwGjRBm7P
hUFYZ4A144klFb86+vl3balVN3rUHFqTv79MNaaRW+3h1dHSneU0cszvfkEVWDOprZ8KUp635ZQq
KEpF+EK2J9a5yLUOWkvZZWHkVN+NOXWrqjEeVpHTbPw5ekuODZOKMSFTiY9uwubiVKBIh9A4WElE
QdSPaNqCsNuqTpav5W5DSM6a6Anecj5aNqk5U6rEY45JEqW6V+ylUn1U3U+/by3mrkzjUoI5qa6k
+VqAbNxIa4cN3fJGK4l3H8a+WtduHa9lEmKBW2PnxNlbSVQO6O2O71rVOFAk2paw0amfnvkhv3Qt
avmCpQvPn1TY5A4Lp4lEuapF6qIoxnlKMmVFYDbrNM1JRtZ880PPqB1se8lvVxAPH+V5sYYvol3I
atYuTdjBA2GNWPPbrMvhbCNl+H7kykdKYNwOXbSUnpygFNnG8LJmJZNW5RgGAqru9lDsfsY0Cmjq
eIFyb+/+0q7GupqtBXD1hTc3ruuCQjiRGkzK5l3bLLmqOfPDonT1ZRwE26Ez0lXV5sa9MirGPe1I
4goVrdhYvsmSuWHGvrDSyb1Jo6CBB+YuvHGCQovDEXX2lCEeK6uNZUEPEA7tx9EO3Je6JnZGt7R8
18+7qsHFjrn9kzIO1WriTgdztqjvAyfQDjrTNcfVW4BtADBF8rsuiQvm0kbor0r96MSQiUrzjoZn
vPdMnQJY6MIxpdCzVKg+vxMc+8atXFz4DWsHm9X5So6jwd/neiceMViPuzYfDpOpJqvObM2LkYN/
d+Kce5cwThj/VC7qFcAAo4ovGjioOp3KZulOxcUgT+now4XZWh7+tyXamC91iJp96seAUckrnEG5
JA931ldPdZGpkdAe0HTgre7AEGYeCzOwIwclt9Jf84OsNjE70PLtrSKTI/9+SOmr73PkySQHHhrd
40KGiiNu9V+1OiUAtCf76gjmX1VUWhR/He1oxjWhq23lP41B+SXP7QEQGEXVfiIL0or7n4BV+Uje
USMbNC6QL7SO3RFcRkcUDJv6m0epaSluRrzc/zIgRHB1d/T9bjRDb24UZ55g6/RpTGSOm0i1gnvR
xdFqSPSvKNPTvaQ0S1q4Eb6llhtTPITbrIfP+JlQCo1F9ioi75wmiJwKAnPWHpHex2ywkqPvgyd1
zNTapYA6HzoFtk/tNt2dmfnqbooibathc7kMdM0SDdkl8lqr0qr73A+SvTEQ2ZWSclTM1oIEjPpG
ePBWw8zt9q0rLG5gIa1rhAipnRoopqlrjZ2xNPnUpMxkvbfR6PCgo/+jWwVicgsNzdsGevBgloUJ
y0z3tLumbKpNX+nFkju6ftdqOCNYDVJCU1mecsd09qEbhHdcRMWytafyQ6li4ueG6svIQm0x5ndO
GaaPQ8pnUunS+EmlS01nxYy+HwU9Y8SyJ0uY8MOdUWcD3yJAkOPUrSTq2m10a50gAdi1RVI9d4jT
fI1bcDTMZDPKJaem70DptMzhk7gKMbM6+SbwFfW56OCam9nkHp35qO09s/wimWDM4+MIZBHmV0MZ
RgHP3VNuPcM6Kza0tuZiu+duE9IH+7xdzAEH2NM3fhPCzFAq62ra2hmhS3gnD7GwoCwTt8ZeHnSo
8PFfr9OtPGo51asDsmHPRDk+G0RFnyGprxMdK77cs7w2Pg9unG25f3IXms/gqj06MBrinY5AFJEy
4Dotqu9j28lOvudlMcAwPlgars0HMEWkfTYr3dOnY0UF42RZZnfi6t7xg9gTrF38MrCDaSSa4g2Q
Qr0ULDoXWWKnBy4LyEe1KFi1pt0+0Izul53VQ+3wsu4hr1kgU4PEZ0HvTXZv5UY2LByDdQhA0XGT
te+FVxnkmc6YfQAGzlcBVn/mV5QRSo0gDHqAQkqHX8UKdhli3mPPB8+q+2Ev9+Sm9uL2WM4brQEW
nxr2Dq4IEw/ftVZ929lvBPHS8A3Sp4ra0o7UbI1veEiJD2HZog7bWeuCmOeQUjI+hHHcL9Wmd5dy
FxdJTbz4qH+amUsdL0qmA1CIulzwpdU2jVW/KpgOMGVGK1jK97kT9Wc3yujChZkCpmjl0x5ZTAQf
XrKwaC+dCzrAp26xrR21vZTzxivumbbuoIhdpXxWdyIYuhPTtoSYDUCYJeCEuURr29mfA2NWZDs1
Lu9nKtu2wl65nbxcex27sz5ZzltE2ZaJ4z3wD+PW9nwPpRkdtkVfxcFGDioBAMBR8SKK7uWTioLw
o8RPvVDdJNsMaqAt+zI6O2FQPpqVJm4UBeON2abOC0bI5TT5/kdmjSmFJL4vPVPNgIAHhB6vseLY
N7mOmQKmR7z1klZM6w5NbSn4TTRpSlGPjKFNgC+QmGtv5AJYheskMqanqfLedaEov2p8sbVN/9as
o0/dCkglzLCyVQ24wNwGElvGYI4dilZewPQcoefRbMbYwfVeZdu0Qb4/2HV31ZvKO9ZG8SX3orb+
ShqqaiKflliQ0aZGHvEDzAs+LVN5jFJ916P2OPTkc12Rl/ubMbOnteGq6VWMaXQUOZNvrmPmg+6H
U32KTXJ3MW6BVyeadusU/fjgtdyQTNEYZzCV4bqoaZOIuKvew8zcmX1N8ppXiy0xuNl27H0KYFpm
ndUROEinWeUX4jizytTVSAV/b6bTPhma9I6knukB7/awbjVNrJHfpadRn3a1begHlSLooYrOYVvg
k7Bn4rPv3xmZMbyS8Z1LJRwWDEXBylJiIcAajAs8gGP4nrTJWUka+6r4g7oDGGSv5XhGvyUVylsZ
uPmm7dp5rjvRGscyRuqQ95AQI/Wgd9VxyPXoTg41rjet3AEyQznneRo04Xeh16G4DEviMzr/KjfI
HGGHJw9yx8apgf5cA/VRNjtgyqWBRarTNn6sj0yCZr8awn5tMYVQwZTCpsfCQgyjhS7GVTXPsQyn
+WhpELzoLuBquZG7Y99/KHaaco3WswfHsPZEdpQvZpOImzBmhhcIngemGz6peixVSJmjMrYbWeFv
O40AAEMxFtac+k2ZzsODWKJ8LqaDaCf7LpiaR7Dw4je0XMVwtY0ycImVTERnwAxlGFW9F0nbRLS6
/LXiqsmpGu9kWpGpqMZtPpQHuYfwPtx8B5tRWkjD+94Sr6mivymmz7QQXsV9oqAiJrutPBVM7bZQ
ocKl7JgnuFisBEpGp+zrSS1eCYUQGy91Ty2K9ePYRRQsHKfeZZpSrlwjKHYaIQr0+uslGgG+ZWoH
DXW2AvidC8dXGCEqsvBqla1+hMmRXcKAqWfTl+dJTfOLWbrZIUidT3nMMeJoWTm9B7XbPZERRZ2w
NZzNFLTm9tutXKj5mxaH1T0Tr4+i87VXTXTaymxZzGSuPT5bI7Nd8HevY4i8gCjxbqNXafyCGDKq
yddSlDKlejg/dMQQHL15Q7nC2RpJ/dS5nnfT2ARtkuzlF+uwLF5rrd9i9NZvpAMadqN1awXprXQ7
Z8Ie+XzG5mKYs8FTVfc2lRrHS7k7zWMIYx5B6GsHluzB1QsI8UE8TEgQiNiwN0AeJgDwjSY06dd5
5qLiG++BJF+4nlXcKAKzW2MFYb3Wp1uQS/rdhPbvTKlMWUXUZZZVFvVHltEUQFWzO7bc0b4f5dUB
JyXr+j7yF/mcyUMytU5HgOqTDl+DRuKKBI/sjv7ddOMiOaX55qN5ZyltL4ooHud+jfLY4DRcgB+J
X0YjLheOZlZvpGt+lGOrf7hJfR4RyG6w2oLE5/5RQKEfK+D1bLre/vPI9vQHSmPTNqfQZN6CSK6P
bj4vN90QpGLTdc2i6LsnpQzj26Y1h7URV5jSsH9f22y4Fwrk8TEY8U0D6VxEum8ehW7mKzHp5caY
eu+e/Alk10rwO7M9a4WJgtkAFWZak4WYqwZJHy+6WbPGF86jyp575yig2k/4fIS+vDVxVzR83FWt
HJbycDafk5VEZpKp+ILMcaW3CjYd0AKrsq5V5Oxuf9FL+0OO2yrF6byJnZPpR3ejBQgIcSR4lP8t
h56LI7TY8NZz1YlChE2Vn/zRUA9lIba+zowIeyL4PmGk6J5CElzB7Nd32E7MfREkzbKEigQnx/SB
MwVUpOdNMicwhLZZbWMkJsw7/t+YfBSDHhqTcv/f/KZ1Yvk7KA2rHx/qWDczPW1IVkzSPgrTTei3
pNrRbRKWYN68ZBUdq8UVgqnvwz0pYTumorQ3RjBZrq6BxWpx4e3l5nv/P451M97y77O6wmBRMT+V
uBoyQxP+TNnsxhYebhcRShKHgVJ4HrLGhQrOpgy7kYUWm65N5o1ZU+gamx3LazxwsU7xvrbNK7UQ
Gn4QjFc9i9crMLNfvsLXT4auhGp2TaZiOOsptkx9oiHo6rZykpsyHnik+pgiNOQr/3EARvqQudFS
HqDKcVVC8B1qgEpzBX+P/Ew42su6iB3vgMlmoYR8S316GhsbMRTSz1a/WKFF63rudURNCSHn/3MG
5H7zScuqF7UChTmlnwNm8qWTNO1JzSaQhXxYMqRDZyIRIq7jxqEcleIsh+r5UWzzBeQuUd/IMSLc
+tWYxrMVX/OWdZfX22COl1Gi2DxB9yVjccbY9eauK43gIbCN8YhN7Tn3S59cht6/hlX4mw5J+Wy7
DjL7fNTPgVnj4gmiHHMe6BVPaLRjpiznhuQtOyY06zHTcD7MYXi5ywXRC+d5RstV0c/SlpTa3l7O
19J9MPefDD1blSXcpzTgG8gPi07EVhsAA/qZRV9Ca7vFsQKOoNlZCgIf6ukPpR28l5rmfO9pKrps
SLID4S4cjIMQ1JcbPCESqZhzXcsg1U9FaLymmq48TgVkhahk0jbpBRM8cmeOfRT2C198VRMy0ykx
D1lumQ/Q5rlEeOUinNHNhicMsv9C8f1IjmUmrY8pAOQgj8rNpMCa0DEpo8oVK2628QmA/GfgTXhj
WxyAtmi7P2AASQuwyMuB8MymdlXIHxGY1AovFSHQOawVck4WWf2m+ON4JfzoxeDUfRGV6WaOQiTB
lKhhiyXP0inT6jw1Q3VuO1bZ/xvCoxt/RffQWbId3TaIw9Q025EBMp/vlzDz50CZ/xNHg6u4zDUX
da9ZrFxiDHxiIszeSnPc90UXLBubUHK5X+V1fa+onzVrxJLIyc2ACeSSRJbHGjET72Nqbrkui98a
zmDNS3GouIm/NCsKT6MCiE2fUM/875/A/jvU0Ka85pLwRx6b4wj374ibcNB0FS9pD4GHj6GXTV+K
j+bDMRDPeD5ss8LKH0krTC7UvddyL8ktPj72Su6489l5Yy/GqkkefMg1vlmdMMNQ3zVHwGvzo1wM
4iYNseNIhwSc3/LbMQG3eWJm5RFFHfeHFlE1IesBsX18fM62FtdbHeHuIvEQ0wiydEq9+IDAOC7H
kXC1LMvbZWA3NlN5NjIS3HZiPiRts5V7ctyzqMAQZxsvFRi5axu9FwZgrX1u8TfneK4PtdcnYGY6
tD+uDl1WZ1W4RQNs8+EbgajNG5FE9aps8IiG0yqiK4ZDtHevXL9ILgvMOz2L3WvTFVyK44aGqfn2
v/9S/0l7ch2+srrgH1Bz/e8kRsQRhdPEpCi5Sh6/jz6opg3Gwix+15rJrDf/++10E476v3+6LdsQ
hk4w1YyYcg3U+v+ODcv7TuPqX/wWIzdt4T0QAax8th7zDrVV+7NqmNHe08aRtYSfPDn2eJVnoM16
FL7iP/XIPjXVhIhUKMNtXU3jrXxkpDk3iy4jAG2mtnYWIgw3SKe31vQ2Y5w2Tz/j4Wxi/i/jtR0w
ffcDliF8Okh4dum+g/K6Ek7ZbbyJ/qiGk+hqKmLaC7iQyDjZNTTVvksz/TDUGQSqxFRXqTsquMdL
4gWJR1RgQrCpNTHclKIBY8DeaMb+YdBx+P3jFHlEPvkfh+Xgz8v8nCPkG/j0FIJ5zsNvoNq3bRee
ck2YKy2n018IeuFD7/3yunZZN5P3kdPSWjSkwl/AsuTbCl8oLbbY2s6Zx6vQbja1I6JjOeuUAn/A
X0fh3GMJyMUimCPSkSUHdx4BjXe1n6kbz6byJce+z87ICDmOsb+RYz8nyxcsAhQIHZLu73Pl63UG
1SpEsWItT85TNDkLnZoLbAlYiVptsy/fbybL5YiRHxFixcw5owk+um+cKgFTKS2A4JR4aac4dB50
JS/24CibdWRn/XvbPykQn96wfeib2oA3IAKre0KXvzMCv7oNsOctXQQxa5J0igNIoZHEl6RkzlEP
n3HzgS3EQmsGVwmECCZ5Le5vYROR/qch64+8O7N1+09qvi06jiC/Myp1BKoETphI8eaSdsYjwYT9
6WdT4ik6qe7qZ8T51wlNPU7gpSjeyqM2hpl/PHNEwrGcPKz1fx2I1JZ3qHv4JDND/V8vJ09Lwknf
izz6e1yehjeoQNeijUu5K/8nDS1OoijAleNyIW9BU9WDRUnuESP2tg8U8arZU7vh1q1svVKvX0H8
+ckNTLvuM6KSswyFacMRsbzDULXROrHz8C2BuiPP0JnDZDaCvTG+pplWPgaZY28VQtFuMqPyrsZY
PzELcT762KF8NdXRg2jKfBePtrnByZM/E06Bl6V1P4p4pJXk0dYODTHcFQoMKwKdnoGM5RtdxMV+
GBLnHI4aVfZc6T47LJWOFSuvRIbGVHMq98Dd2AFIE0yApjgjqm+gRU8fMPwSJk0mnWvdCW6NooNU
Xnrau238Kqu2/5QfkqaPgHPQXZ4D83r452P0WubORp5h2zE6hRbPQF4zZfN1Y83SNmcaHv/ZNHWr
bvuh/fgZr8ncG2asxJ9TWjG+lnbn0K40/vnUn11AhcmNXd5RLiXQMlfC/cQCESVKf0fe43iPqNq/
Wpm2lsMeswRwFtQJLd3t0PVQBIkRp2zlUVXxqaJTsaU6OB/Vn5wxiZ8yL9bvcHO8y5MMJnw3IBts
cIS8ESIdhZylLNqbRtYtEQOBmvKK/ADvDNhbETo5hRz2fzZ6BBm6TUW2/MeJsT/9OadwZkrcz+nf
jzTAa7GYTko4Z10MJuyJilBAvDPi1JStZa+eRjU2Tvo8IE8iFbRbRx3qVNuv6Qom/fgS++q45tZY
ofINx5dS0XfCUMSD6dnRnZZoKyDT6guRBuoiLFz/sdapHPZxPN21uObR8QcBpOJ0OHCdKbdunzOz
MDGjZC79Yt9sIe7APPloiVRGVZ0GiMiPaddVJ5D+6VKZavuoUjY4NnnIFLUTsU+qy0gm/c/gz0n6
PMg8NN6lNKPk+BTa+U0vfLg3Wmg/uJNn9atqSqlZRuqGxsVw21rtcAvi/nekISIWiBbWLKBYEkJf
uegN9gu/tYOPDLwQhMUouKRGyD1LiGTt2CJkSoT+3lNpVe9Qp9k3dLgAj81gXqY05dEbkTOJGeob
lrh59MlH24a0UA5lmP5ZKF61+XTuvccuAEr+fXYXwSiYAvcgd+mvKUuaQv2NPFcBwomlgpAk+U6u
TR/Uz/lWypNNA8lp1aKAlG81TrV1phN2Iw/K50/Ollxi6sXzf2zQy5OqN+P3GztIJgHiYnXQ09Y+
TKIhfT3H0TMqF7kTM/9HmAODQe7C06W2JZDpy91+GjvMpJ8h7JwHOVIVLa5lp/L2/jyWpWm/JSMD
KqFtKLeuXnx6kPCZ3hoEmcEqOpp9XKyNplOe4rZ+Kmu9/DWIYAuZ0XiLXcvCj0NOL9IclTJhPVGf
toZLwNeMnKJu+rK6tXwOlBsqcsGoPdSV62ICRF/VZ3wlKiB0K42jr0iFD3Zyq1iGcYiFSRnXU+L8
1FFMOn24sGtO6WTmJzkoN3I3XAyNWx9D/IBI0U9OlFu/K6SBkUMI9gJeGV1JwXpV87sjeRvmh08n
djH1yfQyxGmwNDLbuFp4JFcmZK/7prfDzWTGdzYtkouoiObSzfSFGyp5fWgllh26kJfYJpI8bcwS
sVKdvoRJt0pEkTxaLvPDXkTZ97OGMUw3YVq2aBp5VhmJZ9BXJsnRhs0nNz3K1w5NDayCmUdrudu1
aPeVJlFIZoq7Z1gKf56suAeTb+5SniXyksV7N2qszeeXJpTYH8r0qip83RVH/JbDvlXpmxJL8gYq
q3NT12W7AlUwLPp41vH6SXXrIL5eDlic3u1oPI15OGf7NePOoy5NupFVvxv1mnU+LT2REXWjkssU
1TSAuhyl4/y8tiU1tle69lhF/AbxF8MzTOv6vawNeM+OKs5k5nAx0JiuyFekq3+gviYeUT4lOypM
6YZbUEwKsAtLy5k0fsvgaUkA7K+9gqohrnR4AmEyXL3WjI4KMoSFPIrfr784dEarZIha+g/JrWsC
F/Xbi58Z0V2QEw3bQ+a5FEmB0yOt6qcgo7jopsn0NsbjI9X55NeIgCmo+CkRZ6wTExEqVWoDBXHr
XVj/q1kVXsCAY47JgnoDHFX7PgYRw7uAQFi2LlwBefqQB9Q/HDpe8gmtOeqrOCf7CC90tRDtgO+O
j9v3o5+xAOnwP47Sxv/nefJoNo/9dZ58vb9e5b+d17OYOpjUg1AEl+HWgaK7GEYtvqs0c6B7VER4
gNXgNvZoAixirgF38nBeoVWCB/4zIh8VcfFQtVWwl3uNfI06KKEzlgMwALnvzwR2rOD9WsWLj6iI
d5OnywNBads3XZ98yaHvtyXRJ2FdVC3/MSYfDn5HX5zvC5/3P/8xOa7WXM61PCWO9l+vLt/HddoE
DEDtrv688nz45yf/eRmFItii00S/1Xv7qZ/07qOdaPRPuWvdU1JU9xO40nVtJMabJr7kCVUQZkRn
1ZBRTD2+02lQLgMz6z6KfLix3UF9rq3E37pBY95M8Buv80urPsUNr0z1vev6zkXcS7iD3PgGfarR
76a15D/kimpfrO/j/lyO+zkuT5fPh6M7syL+er7clc+nzDUWaU5cAkHjP6/957nyPPkCf732n/fu
VECb3FnLG1yT5r1Z1eIQ182T3HN607xX0yy7wSpHc3k+AyaJee/5Vb1ucvDsclduRBTkRL/TvE4I
IkCnFdTv6KeSg6pldI26XF3R4NEBu7AZtdZFcuaaC7mrVx5wzIJK3/fhGC7BIiEEYDPEPiIS1ig4
URSkh25lvjsA+GvSDcZB80kMrIoD38TmvpjBFPJA1YjX2PfNB1bZz8WoHS0ncE8Y/1c9k47vvQLG
3qlpa/eUAnNYkucXruVpckP0hAu2OByBnCq3P+PyCZ4LU1YQKIwKr63a2RRvI6w2ygQ2VJyvjbB3
f8ek5MRWgwSJlFrNjfqvOq3PGgqkT6OYHsuhTD5Sc3wPucW+tyJjCpb03qtJ9OyCVa390vvZQE0v
t54r3SfbBvLwU+VQf04qSDszwMSGH99tRqecjtRx+kd8ZtOCTzNAOcXuH/1p9EA/Wubs3+kfS0Q0
ywHP8I6Ip+FRNQ2TpaAb7+RR7rL4qouivpFH66w1V5ldatuuSCY8xxgnSiIwpoWORfXW0qB51bUW
r9V5N3TtkuAPyxG38fcJ8qzvJ5B2UO8SIok1Y5npgLmzxImQ+vX2Nhsq7yVJQew0vvtmNCj1E6dO
d4UbqTS08i1/LvctyBt3xRJf209tVF/NNDtXmeu+xfBVVpTbi6NXAFIc/y9dZ7XkOtK06ytShBhO
zYzNJ4qFYmZd/X5UXjOemf1/JwplVUnutgVVmS94CI1M4/UY1129wBNKq8NhrpshBBvXHldVH8dn
HwHHs9grqA0sMD+HKfjvDpaTxhoFW/xl/92h9THSK6q6SzQAOI9eMSTFD7bK9ZOPw86EPryK2h34
O9YpopZXOZ2/6isTjblnoxgkujt0dJVO6Xko8zhOY0wN8px573+edTFKNbg3oYZI/jVaR75ubwI5
G++anf7KWZV+h/v4AX6Cd6mt5fBJbGXtS974qinOzdRt57utUbvxVGXEvSuDDItm2xZKR34WGyZB
OQmNxtuMjdKjkTpCo4AKOC6ppSu3pjS1C9XpjZvV9gtvPhvPuA0ApvAlCkd9lVnOz0ZqyoPY9J1e
HsZpY0VoI2usU+aiQ8qmmanoeQ58HofZULbs816diTM8O54hPEVz+8gAdqmKyYaXzI0skl5j9H8o
a9loDahDjhtUKr/yuC3nVPmbV0/ralwH/RzSa9PObTzCXmN4MXN7dMlqBjUqAVnwCXggXbSpH1M2
BjizaySM8ubkSPMdeoGYH4jd/8Yyc4mV1wekd+ah4j20nMHHavNsDFGfn/iBQtpZ7D1DYAvlQqNg
PB8lv9o1hVHuTLn4s+enQxvP+qnn2S32RFtdeMMmb3cW2VDe94a3ZOnSn9K2Rr5G7Dp1cwSdWu5k
r+pPSBZgkoGS2gGi+1KNJdBghvnDa5hKV2F91TDm/vL96ZavLPmVEma+KHU41DVc1JWMD+JBx9xq
G9odN7UTSQcZMYbViITzVWuqdNF7ufHK6gbYrW4H3wDtXtpqzPE3qVtmfnp2czz5xtwZ0Zeuym7I
26M0KUu8lInExtfjmNT1YMyxEMRKDsQkLH4XA1TRLU5S8KJ2bfUqWpIStVlPCDhOHyDaXDg9C+rr
3SpqVfsKQNbTTeWEcLRzmB4ITArVkzVtYpOE8GzM03yOqT1q6GYKuDy0YfObaXpqeifBsxJtBo11
99wuWtbcZjj86RliRVvaJX6UYvQ/DlS1pluBL1b+MVqcTAy0UqdYQ5RE0Gv6gOdH9dOHArdONzCq
f8iR7B0LSduqKJOsc+Yw8dxBT5wUp3uuJRP92CiErtxgcaAl+U0Vm0ZB4dkb1KUYITqGqLtrvtUf
RNPYNwni0vVBTcLu+Nz0lvOba6EBKWq0x6pOPBDVSf1niByMNS84IBi5j4YBLCWTlL+rXvI8+RxQ
BgNXV2iXcNoYRScvLKlOYRoSio6sUC62NN554ajjm5EacGoK9yghglfNDXQb1wWpVgRkdXnPKhOc
lI8uNR4L+cJs4/jqjrZ5732Q6KVf2GsLusndMwt152VpNxO9YlNLPz2Hkt+flhF0aRGoG2cab+YI
RkW+YoPtriFImqfQiZS7OFc7gtKnWtRvxZEqaiRYJZHLfBzpdh9ZPFB9h137D8un3pOsndhEhYYj
1DN+2kL1UvzLd93gCFyI+W1fooKb5/0nPpl93hRfdYCObZVo6TpAGe+rbY94TqNp1WKt0qIMuoLO
VnzJDjlgM6nfvcptthFu1DwmORpVfNSSZPm1H4px56H6sRDtviWfpTaS7knoAXuGd72IlTa6w6GK
Nn0T6XNJanwmzxAakN8JioYXPbV1LcMM1cH1eObxbS0ViIdr0LoQHPziLa1855IBs7vjzL1rpmbK
7riJowGzECHlGcxOYsemtkVvnZJdLqw3I8zUI3DCfiaamZLAk9GlbuZnjrE3Os1Frz7Nt31Q/rab
QDqLprjuQcDXzYCNixSeRl7Xj00SmNFWi+z7s11qzJZEq1Qjaax9fw4ttTz6x5HgmteQMuD//PuM
Y6DVWz1BCyBDX7gpe8o3Wqy89xnALdl9A8oxngBmYspnFPI7JXUqAIVpL0VYmOAyZYuMzZjp8rut
gkrm8n+1K9u7DIXzOWhWfB5l2OAlM85rllfdXrPdj9b17Ss5ePuax3qxBnzbz0Wb7g0A5jKKMKnF
Y7ftrYNfaRrEiXyciVB0mHKw9nwdoRBKcCq65JJyMjWZpzUzxlndFOrJz0PwCI0j88jTyisZJXsr
xoleuDqkdlKkJ0FcpUt+W+Q1cj/YN7WtrnAQKe8WXwA1lDj6WY0/6kmtApT3D01R87d6hP9Wq/rZ
6Yz2Sxk/mkkzNOtYU1uhCSogL4NrC+qQCg0qo0mdfmWSJ9/RLAHwaOmI7rVRu6IW36wnBRmzUs2f
WuJ+tToKCPiYQ7iWgnQia8UnBV1nGBh+/k62b2Z0CDiSJi+5rBzjtYr830D0jCMUe/O1KYvvdd+m
iGrS1zGhVmFsPiIpYf6rDyxSpz6jVW6GLg2PqNLrk0qeDNUUvYR3Xjbct3M/QrQJ2XVti/as9uB/
lHVx9PCMOeJ2xBDd2EtK71ziNF0XAPyxYam9mTbRImW/VDZuZBkLL23y98yZ7AGoa21Fb8HFEeuK
drZMV3mLXCA3HOPpuXGC/LvgpvuJEar7omYFrry5WR+LPs93WoYgihdo9sW2LHUum0P22frR1aSK
/btp+b3VPvkZZEYJ0SQtV0oeGFunyedd45qfSlVla1Pt4rUI8W+YN5kRvDu+XOwC1N8BxZvWp2X1
73KixLcWAswpxQVtpvSV9ZmkKJxWVNePmlMXt64Y37SpHV8lY+ErVbrzgYG/J2Qn3QpRD9IR2JxY
8XhWzVCdqVpdrg1NRtrHVjoaE0yNRn/Sq83niOXVl1Ktmp3nVx8iikhSUhRELFmtG4wkphFBJNWX
3i3QrrNwPImmULTpeVKfq+HmDTou43HqHAsTdF4LKGibq1StHdnkv2Up9b0MgdW6ifkzQ1di5kMH
vYuxHZbn28qcrupprDVW5Mor/x9jhzR1eK5K36HJA3mcpGbJgoMHUgJfhhXuIT5nxRM+aJKitUum
Ewjyy+t/NtqYZOqsY4u8zwHOyerr0HCN2F4mnUKEcjZGbfRbbJCMowGha1kOSf4yVL46SzA/BJE9
bhq9QxkjUOuF72bVZZSc3/2EJ/Taytm6Sv1TzUPc0oMqWNpdYB99oYOE47HBVLyOV00i9RetB7YS
Bbk7F1SjgBoAdeQG3T8jBMwBVPdPjBQXdJHJGGQAf73MusxeCMnMomQtEQ+uC1bDr9oUi+2gf21j
K5oHVl8hBtz2r8AISI3FibIVvaXVg6PXdHcjegO9hYtk+/lG9EpDZS7wupV5IHAqpw1w1/YwEBYh
DEBz6SKcuRIhqJ4KZl0wscsYLHUpCHK5L5dmN3RLXA9Z30+GJUK2X+yJDZQITEymTS2cTJ7xc4xr
esMykXIfd0IGig7sVmZyIdXfXPRpZ8C65Rcv1rRV3hvVLkDc9wwVFWO3sMm/leWwGCRZWSdGYK/a
tioXDQmxvZpX0a2Lg98aP+o3HY1rZGK1FldwNTpFCWYZaqBn3+LY4qKQ5LtPWm8nVyiGZWkkn8sy
G1ct2Om95mV/NoVZVNsWyq3HKmTfQtBE5GTaFUPEnugZapDkc3GwFEcTXXwalIYZTAKYNt0KNS9t
CbzSX2Cao7yXOjRsJwJqJ0Itsi5tULfXHPwOLHUctdMeKmKP99TW1GrzBr1+OOUJdKYpEhunR7HT
ShVjBSnRvMUFAMnRwOj7rwG4VkCKTUzt0WYYvnmjlLfSO7k787AiNxPaB2QL79TfkrfY9oejp6PB
ZIxK8mZmABtGXUYtZ+rF0HnYOjmKUqIXoJG9NsrMWSQ9Hgq6fA9xdMIviQ22Kn82ou0Zir3/2Waz
Kt3IZO+UiPt0UAoUnN04QdM21w8uuqfrgJzasbHNYj3kjn0se0ohZD3b09jI/ar3hvDMlcJ9xzTz
TKnFWMq+W176JIJui9j+Nff7cBkBwbrmpLIWY5SUtxyZrEXlRGitm7WxUHV5YYySi4AZY81Kln6M
w0Adwwq9d6pS/qKvPOmiTMA8tIzsva9in9D5qbEecEM/hwWVxDCwmlc36ls8Gev0OxYqWymrtVXa
8ZMN0DggmrinDremu9TaeFym6kXp6vzEG8y+46lFwsuUkpXodAJTPZgVEjfTeLHBH3mdt1Z2EREk
onRR5yZqa5ifaxPRPnDG6uxNm0gyq1nTmtiMTh3kJlEMm/aeHc820ZEX7l9HjMrODmrv0Ml1f9Oq
fmQpB19cGrMU8/KmXVSsSNFgjoebnzTqVqE8OhOD+zoPUEMcMGm2EJewDPdnkTjSpm+N+tz0GgYK
tZx85Y7VbBNHj06wwGcycnEsKzUcvw3f2shOGF5Fm87aaD7mCh6i0xDR0RRWtYxxbFg82qaOPhna
9ZBoEbnHady0ybSIt2p/Qy8/nY3aCJWD5+A+mTZtFrLc+js0UBOfK5ZFNkL2OngZaabteGFYyaw3
PWaDXpUeTNcf5nXEL0YxpdxkfRVuU6OVz6Faegul1qpPL2mOVR7wWxS4KaBebu6iAgLaXOyiTFhj
8eSbLxiOyQcB5VRkGYIgBhEi6gLtEamtqb7ayUQepM/PMlZu2ajAIkNw2zJrcJOKnb7Wco6TbdZr
W4Q101eduv+iaCVnLXoRgjSWqSoXKw890qWEFsLaD5JuhgzEeAqMwbl5SMr3th5/NkAwVhnM8LUI
0UJYWWGLYmWHM4kbkhKHgNMDf0cMruNZKJeeD1h+1BdILGND2ircc5KGJLsMz6cDb/PbaotNqaIj
KJWKvYnGPGSqp30i+GPu6kivWB5mMjNhqWk2PCDCqxjCjNealzpwNKYvWyPTfnqT4r5NNZ/S3wZh
cecmNlbTobKECOHy2aYUX75tjldxiGYi8yWpaCx0QsMfeaRVYwDhxMvZuSWW5VL5rFGSnM7fF52y
Y0HQzpRGD98orKrzDDn07TiFOK65szhCjEj0NhWS0sWIhgAEpYhZe/3ltQi9600ZvoF+OdXoQV70
MKZ4FwFGShNlJmctDhRAS9/hE6FlaOuvJbrCZ9OMvolmvS+GTaiiUyLCujU1YDjhZ1frsJ+66FUw
OsrWjZd+E/WA3mzzQ4IJ2OsphtN5swUZP6BF3UMcnUgeiC0cTU8z74Xse0fsNxAynUghhgclY7Sk
GG0W0Er/69RFtAk0aZ3hejkf/bJZ1joIv5lU5jXUGm+cD1hZLVW4jWfRJja5HpS8bJMIUB2mfUsV
nMPco5izQrwfxwE5BD9GCt5eGZ3PdanKECBdivpxnfz+105kVOnvesD2BSj9v7vqqQXjvE0EoRxt
zXiL3k92fG6qyUlZhN089trksf9sFV0ibBU3WOC2ArEDVAQo3L+PfJ4No8K/zyHMl5+HPwZN58C0
wF8YGcbSSS6X2yGWNG4Wo35DXGhiJZrWL6Baed+Zv9ta5n3S+h9haIWLtEm9S5xb6SbIW3ULXwmp
yLoMl1oOVbhAJcRDskNWB/fF0ICs86569UvJfUltWb7lSU71N3FfxABJLZik5DL8f5oiR30FQImx
wzS8HPjVC38wdqVFjaWBt9eitPeaIiexRYmRCv0Uqs1Y77mlSWxOIRrlxtFlDSoiP3DKS4NLlYia
QUvuja7AaRkxkBmDs6zk8Uvl+TyYAmsdRFV2FSPN1qWegtQfzK8EZLBcANuPsFadPiKu8CIqjdBD
VxQSxBCCy9WGCH6Zq4cXw63Di9oU8ckljyKilleHPUtA7S0akqY4ezAEs7sv08E+AElO64g7jnVs
Bs8+moMVblAF/CbajanzOULs5dL4CQem2IjIzQMWTUnbz0uIDle7UMiZZlK3rqdQtGkFGH8lGMdV
N5ggH6YOZqU13icjOHNJD3a8EDrWmgrMLzNQgdOzsbqC9xu8QWVvthZ0iw4zefSKDmqLnp0lAzbr
8bn/wudtMYy9/7OIq2EmVW5ww8jR2di4Ca9lUwpfoFVA452GNLA+RguJpqyxairxnrG3pjW3OyCk
3lLem+mxbG2G3rS2Ptg04G9N9FXamCZg+vAyBsD1/BZgXqjY0Venhb/0sS6vClY/p9aSrJkY75iU
D1A5BJ/ll/E8Hsj8pZ10Z4ov3dEU3xpNZZ6hAEmwnS0KyDWrNjHC5mw7RSd9LsLBH/V78S72TTvz
XkDHo2BLcmkn2iIJvLZuTIox08mKxK7PQ+LtZTxpyrlllVcW50gciU7MmhdUEcaVOLRtN706Ugoc
7GhuMeHYubJb4ycFHCtoTP/k9D03Y1LtE1ttryKSs0sdmQWJ+aq7N3ENKFtmjqBAE/Wj94K/axHy
fV98nsVr+HntzpYD7SDXZbSKLCQ/jaYP502cdV+BEuAY54GzglLLsr/+pcnhb/ggA5qhobEwwhy5
7dCNL7kkoR+Z6KSfVJ0EQDtEa2SugYRNvV0b7wx5ILcFytFykUVh2ahd1Mw7JzYgyRjB26PegGwT
nblVLeLSUZDAk3xYGaMPuolpz9DwvUdTm+jIgnMT+eFVBF2pWXv0QliKMFw0hWnfrlLEBhaQU7Jo
3lJQmblm022e5wCfhzoLRjLhqHZ813a7buV+hx6DdfGqoHvN0umVlyhn1sfdqx9FH5bh9fxYSvs6
ZuiRG45UHxGV7F5tOy9mdU3KXBzJOlqdWYlb7cWhrsNtFJB82oljMwuZHlix3jzRLQBCoV8d8hbj
mQCjrXDQyoNi+SUZeGpis9xHBqp2ZMwhSUC8JZ3HLQgB4SUIS0iZeWJf7VSvl1lQyGdDbdSVJpGa
VOwu2pQ5YsYqq0cURFVrO+goZiiDkW2qQi6PutaaK0gtzdlhJb20k0K5ggyD2M+j/AXwA5JUWje+
laMiU7a180+feh+3DUIAjoH1C067VwWRvV+mF65dcgr4EaMimjpxOHO7a8LiBNld/IAgAbW/bLiD
HZS+73pb/6L0qK5KVHLmsHmkS1i13hKGAn4vZeJdRRu2kfK6HixkQv5ua2LV3o2kfWo19rw5JGHz
pMb94ySPNttT56ZMsTX/+yg71j9I8lo7cV6xYbKOYd+gYGvhygqLZnDVqDHLSyZx+Q7jHvdWOfZP
HGmC7wFKMGCMQu3qG12yx2bGWwrnI6rrpG/zb5JeoLQk9/kuHEvn5sjST9EvDhz/PpC54XvVVN+R
sfJvQY3SFVJG6N7lAZAKmRIRaLQ2zoyr6Bv8ouWirr5idFSgabhJuXJlnEgeYxMfZdFo1NqNGC3O
6cm4pjhOeZrchFEGMNtTmo1rMaCYbg2jdvqN48o2lhfTSTswE4uRldLqEUdYXmZM19TGLvfiCOZK
9tXcPj9jlEp8fczkx/O/sDkV2CAcA55tOVKQ6CP4+kb8LeL4sVdWgyGjETP9763fs1Iag+3zIKbG
+cYGvQspJXB3ULx+Pf72ER4iqpakHqYjxR9mt81H4iQqzFOaPCXtriBERSBOqJj83n6c/A7imHmk
GhZzLc+qg26UIcr0I+CTpNkyraveutg3NlVadUgUjMpXDp8aabGtaWvltpAl8K6eFpz73HEO3B6w
JCdsUKn9BtimfOGGNCwNUxt3WitbVwEZEhCgCepT6VX3gjyOscm5rtaGp43vpUdCYDpDaBsxCS6V
dJBumQfgLKj9Th0YRHq2ZXzlrNOWJH0ACk0AosrufwwNMzHKzd1K9uvxA2H2Zd777XcNSWo43XJ1
UjvMkUYF8AcuLyoaLNaw6OG09DMVrO4RpgFEyFZFBWwK+1yvj65SUR6A3RSuFcNhbZt3+zGn3jMT
u2JjlEO3/0eP9XdsVZg4MwdWIGX9NcaQDIxkSdwvqatnJU92g9f435t0WqU+w6FQx90kUS+aumkd
qwXc5m1R7LD1RNDACo/mJCdSp4iNiA0vTHSbXf/l2ST2golC0Jnq99yc7M18Zh6iPQ1z8qKPQ3Hm
iuy62Dzanid+dIsxGT4NK8SHEgR0uldoHPln30lMTK1Ku2Uljne1pMVH2Gz6lqKasikMoz+hXpks
q6QvX2CxQPLO5fRbAnC25a16syiJYEQ43nKUtG/Qr9xzq8LOzincfJD1Jn+bmOqGTKj1obj2AgXy
4bX3lOAIHQs+89Q+pBQ3bTn295ImNx8lEoVTc+GP3S7VeLk3uWR9GF0J6cWW5ONQVuYLeaOVaM/R
ftyogTovwHyshrFsLmYtl4uh6JxXhRcsjmZG/L1o9V0qWSCObGnTxWD0SB8Ft6woy6+KYhTzPL14
4Yfxl2Oahmen0r2NbtcjnmlZvQgq29wjTB+u4V62j08wG9V+HVyKPOITkCvYxeITXAmlWiM4mHEu
LWK509Yok9fzenTSWztt1LaT0I3x+g2uhelNdJCNBQylNxfRhN1AvC9s7acYLwaQufaWPrpsS244
KZrrUfbmeO2rh9zTWtNchYJEGx9s2flAkMBI5ukAtKPnann0onqoX6sYNECnJ/PYqe7k5HBLyX0T
Er+XvmNiW88kg1KLXdXpuydXPJ8V7aVBCf/aZNlJNHd17e6qzK3nmmam712aeKsKnOta9OJ9oqHj
ZnQH0SuPuPfoznAfRlO+FVWzRVTfWaLm4m09Q8p2baFlQIrK+iY2GkLM6OOr1IWntrTU6psNlLOz
gJ/GU5TLobSFnFRRic8oN2oSSxoDgMPMNRr80CAXvRauFq/I03orZwoNYJhrNPOi5aM3DLINiZ1i
QVaBNZqBVrqKRxRGjWP1WkMr2aGPjbHc1GsUJNcAnfPFTKcqjY4butLDtYMS7uN4KgAThvtFDKiL
eLiMabcXkZFa1IH97PHBseb7L5b9Wcr5CPoG1QPSoy/iJB6/Z4tvzV0c5hTeZsiV6trhX1ZBhMrh
Uy1VCUMp2JBQeOShQ/yPx13HtPcHsjVb5vvMSkj/MdGS0JRJkY3NIvtbCVAZ0kilXqwxPTeZJM3L
KhiuaSulq7pRi2NY6qgfasymfF4UB1QkScbogXZRvKhaDD0IIq1oUC5FPmluxRXKed7QnRqxiQJc
duMzN2l3ejaL0COFsU41ZsAiTGu7O4k9sTGRrGNt5uRLcSLLanmQiV1XDQ5hFyNQVVhyvC0p7K2n
ud+uRD70MIwYDtu+Sg6a5cq8xy/hSy7gV9mIhKIu/D0w9f6XbTa/Ohs7hcZErc4w09+8xdRib+CD
utJlubp5nvTmdY77aap8aSQz0ZSJ++qtodqo64b0qYSYIGmRKa1LuZQ+Y2ONBkX86S7sSjHmnlKW
b22aVGt0daqlCMMWLoBe1Bme0fSmpefOFXJmWxFamaTOdAkPwcexUfLNCwp7NkY4iUxy/yriXKBC
2GMB/Y5Rm78RTbg/oRtiJLiGkmJ8ya3vInsFJ6C9lU2/EtFQw/ag2HIWUVS4PW43xjcRqXphHIIu
nODXpL0yQ4n2oQqyVaTI/EAbt2E8sUimBJpX4DOlD7K8EIPdpMGJVsfSVfRGyDgtZfQaHp+amz0a
DvHgA5zj2BTW9rwu/WYrjqXQABhRV5ydSL6Vfoc6Bhy6g+i17eEHSdniJP6KWmouSPPg3lGipddR
WZjFdr4eJV3+XcF8ICv/2EHOUv4NSGGVbTz8HTayWXNNuMbeLxRjr3ZUphdiF9Z+/mdXxF5vpBu4
c3sXPVsnWmQDEu8Cj5ZN8vX/waiJjl5NFiAC9bkfSmvM5zvKDlb3ifAjtTzq9SgUfgD3T97IDLnL
qky6fYo9Exk86CYJtJ5yoWcGUoV6i+0oNN6z58u3UA5RSDaN6obMQH0c2+rUYAZyE01DDdkxz1Cl
EyFvDdxZ3BrrZNs7GtFIjlTsOrW0j3mObEXkBRlzrmGabIiKAu4CsXJNVUneeTaOiKnapFjF+n/2
IH392RO9KM+ihvZ32/81rnO7lZSFAUnq//9M3nT8f875f437T9vjs03et22ElFLCenGmqTZSJJ0z
7AqPPElpQ+8s3qyoCL7XUoVwZWXZuxhvJkodBYgUC0YUPrKUKWX7kBq9eh80rCe0EQeOCqzRu5ZD
Bsuy5AZA2LkbTr0UzZUOetjLKg3/IDt7ryO0pe24DVdDGJaXZIwvTGCdtdE13hwuQ+fPgUZQTZvi
3JWn8vDUbz1jO4WfnGlbFJZ6tIH6IJqFtd5sHta9Y4+bRRN57UZzYy4I2bVWMqDLRVmyHB1R28Jr
L8c/yZgjfDR8pE0f7fE2I5z8FlSn+DPKn0ZJf0Z1jflnVD+x58S5XEniXphGoXMqDgbZFu2NDPNf
ceoEAZ25rCIAl3oWSpnGq5PW/aHkyjN2bfXaWWp/iDqrMHb0JThYonSUFRt/0lwSyoltFtzbvLP2
IiomqYMu8u41dwpWNWnOAqlS9opppAcN2OnKLOPoxZEKzCbAxP+E+zVjAVr97krM7JQCC7wOgcUm
RcQnibNwi0PHuMna1jln+qRdza32oYbMQNAD+12H1jzAv/bHMDGw3FEp7xE/y0p8JikOZV7j07qU
SG3PCqOR3tIeU9beTnidTCFc6wgQJX6nIkyGmhmQ2hoHEdpKvInRjr8ZZH6AxpIpRo8cULbhHjMZ
DLHVVj/x+qHoASq4AvPPPMTUGv8uNoGl/vAN296XWuDfc3PIVzwfCsTzpNgkl0vKn2yINa5H1UJn
qLG7z9TP1q2UhD9lDUHJOimbO1kraQ3we9gYoA5viob5kBjiDu2ipETxRSIQCbEaRx0rrORDqJDd
klPzOo58544XRdfaBnTdMHv9Jjk96PSeZb5bZzr1NBtK4uSJqjTdQre6/MMurWYtVzHIdOCI72TT
VmJAkWDUIk4ZwzpEZzZ6UUKVY7AGFh4XU5QBznpGok/1ZRULC3XRIsh+g/ic7K1QjWd8CcXKBooC
YKzEY2JyNBd7QmK+/btXdAj/gOcQNN+0BcJLgRqlF54P1qoPYjySVGqzAEFobPJwE8qyfoimiNeE
TnFQwhew7DLAo05zxuFL29cG00BlBLRVttgoTELVg/8JgQzGxvQaIRUezZQydpchCt/lLEJ3rpyJ
N4jYPN81iehpg7Wq9+p8CHD+GlqQhcu6yhAqd8x/xUmef7oVWAOhNQEWFAEKoTghB5K2012whpP0
hNCfQEaMZYeI1RG2kiU7warUtHFpJYlUQ/yWmedA+wighP1SmnqCn2TJq1Nyt8mdq+zDvgyOTKXj
5chs7z3RmzfNGetf0ZS1YvH1reiwdtZZLF8GU4+3kun4Gy3R1Ste4v7cbcLwm65bs0pH6T32KQVG
ytbjolpEg+Z9ou9K/n8k6WtIdsmcNLmJ9i5SkVGIxnHNDJdvFZPitpCblwq/riO60OZMDNOm9Z7f
8ogztcB6z8OLNX1IeGwaWT8NqX7I+tK4C/Xppmrfyz5LQX/R1CM8unLbIVmKMNeyem3agKG0XtHP
cu0ZZ83METmTuegTv5JQfOxILkkOCm+PGKzCR80kdysOsZVCP4OlkE5xfxAtpsbiAxlMxYSRUsS4
REwqJTZUZTe8hPBPbGbZlbVIjBDVQlkidgY1+WtEDArs8jjER+t8zHIdAVv6RUcYStkKpNMw/3NC
MdKdJFDsv4eLtmfHxBoZw8c5Rav4+OeJH3/Dn/O57YjQ7XPE81xiz14CXCFPXqTKrO1DMmDgN7dp
luFEO2TKix2wlgHQdRGR2KAHXZZa8SKCwC5eWoQ5T4/RA4q2att2WxHWsYvXg4qrmghdOckXo4Nq
ZZyjvhKNqvaOUV686B3N3orQLtID0iPNDW/y8jaRlERzZNTW9j8HUcZ2tn2Ya+//46AxIRXsRB2p
caTmN6x73CU0z3KWJ7qDYGxUH1wsUhfioZgG7ipEKei9y0ppHcOcXluu3H8UJcuj6eHo2j5i65ZO
VcDz3GvF1HpWTx29ppQzDzinkUTlssdonZTQZPAYAoE7ir3KqfD1brJqPnZqh0DfOc+j+CsImuvY
4EE3e2x90syiQ4aXOEd6vL2HWCkv21A1j3HtY7SDQ+ZW5zV9FB1iiBisFVJ28xv7CvAWy5pRGe+5
FhfrBr2srVS6/oXaVEdap+6+TyZPmppYP10T3TsvA0Fm8ku4jXuOqz564QbN91ZOikPoqTajyWvX
iV682vnT3qedtXG4o1g5uv96GBp+y5JudHGn/WsG/nhqivjxgHSxllj4ckcdoW+qM15YaEhHyapj
8u8vnyE5044kUFWvZM2q51LZFK99gSSn2BNtfkUbCQMMclFeuPWRu6xVOKdZkw9fCjK8M8nLlJPs
W1ziXFEzf1KU+U+HXMkljnO8cPOkW3aJ6pBeCoYvJs475I2L1wbK4E6044VOu9ntXLspH+2F6pKC
GX+AYAQ1jnPSTIkKjG4sKT0VGVjlqSMBJRhUoYaLjK1UO4fs+A5eDdnocVgZBZKsfVO09y6Fjzp0
eEWS48nnSF5+hUE5Hobcbe4BLHq06Rxz/uhl+qCrVnxXSaXeA2heC2lUQNKQJ9rqoN1neA/2l152
lkK6S5dq4z5UsLv1wtb3IgT5k66xNKkWreYbdxJ26cwca3Nry0xOWcfAvI5iHmqlVaziovfvap1H
21Eq3IdUE9TPbJHadbVMxHNQ77rwnLZv/vSE9DWF3KMRBysu6r7cO67WXxOvQYxCoSCDhMNdjaj+
5ChnvavqtxZ3lP/H2Hkstw0sa/iJUAUM8pY5SpREBXuDshyQc8bT3w9DH9PHdRZ3g8IEyrIIzPR0
/4Ed0bB2NqjutWy6hfUWdq39lGlp+RiOPLCyvxOQIdAl0w+divoJ/vbtzkpNY58Y6Xe5sN2XWBys
/UVqldVeDlhdaJ1yUxzLBNVRAFKI6KVzSKd+yqB5wovxYHssSzI6tjM/XIYbHPySlx5XL7KITvyS
GXq+6ue7ce6To0rf/L77/8yzmuhJjDCFirJxv2gmaLAwTr+X8OAoqavOI26Q9bEhVlrr+A4oGFsJ
s9FRZwucY9jipCEjrltzIGY14wQdril689TEXEUahS9SuR4yMuQHFdew3/zGwCtDt374mXVso6zf
ohHLt2tmKjTLgfQPkgbpCeQcGu3zHUov8CDnO4UsAFYrYJ1gYbyGyCrJtWFUNXdVtE17IAChX+sP
UpxZ9qtocxxwsCIwNaIIvWH3SzCY6XfBWukOxnBtDGKMNsvQqJ/K6fpnQuXGX/MwGf/XhMb/2eK5
hV8Hj7PS+fEqw9R2K5/f0fCKY9O2+eL+xKNksjK8PNwDvEKOwoCOQQTX/Ug4tO1j1WRvjNE531PU
+yWjxqZBuEpIUa2YGHGpWCouYepgQVxoVsAl0u8p8dJy9BLvEXW28gh7apGm/M0CS7PW8u+ij+1K
RX8f7Rts9xIvfpYoPXnpeuA5HRxS3FuA9Am0uINImOXnVPrTGnrhSuXM9C23QnfJsxY9liPCEYoV
6pu6LrRrE8xmlHO2YYZlG4l1NagdXhOHoL7K9FfZaptkof5Xq1CSCal97CI4Unq2gbFomCaYaaoF
5TXWfzcAmSnyqN0gQMSmWgzDImu75iz3WD4EXWPT58kV3yZvm5s+4PKyqm+XyB1R+9ZTZavPvgty
QDowyIEWOvSq7lRQZ9pgviRV4J7jRDwPc8v3XPPFtcRl8qb0QXZ5AczwKmnMtTJG2XKsKf8o6D+G
q1Hr4R/MbTg+3nGWwjoaicKIvJWXzFLeq8Qtd9h/GxtkoYdFXHgA0e+HjPuIPGncB+Qd1iQAWpzs
iTo/WzASHvqympJ4XfUVycIc8STEjYydwHLnyUwMf8kjlP2ISCHNb1dR24heYsB+Cb3IXQeko99K
JYTGO6H5yKqS76K096D/EOJgzlhsc1GVh7F3owfM5A2sPNTmvdSdt7AxvJ+azZGlGO1P+aF0GL7q
AwaEMm3gi75+RNI+OMW5vwvnluySg7J/IhXXywyEHI1cBILnPjmjIHsEP73L1jJMuV9Ugn628PZ7
FXT+LYaxtVI/pS4ow6pwhw/NLQ5ajNq20Yb5I4i0ZGH41fhhqZa61uuqWyddKNCJSvLz/eLMdkxE
AdZpcFf/dN+b3jwr6HJ7qSREjHIgdyOEPAMPaUxM3U0zc7+agQuMJEW1pe4H2MKTVWOtXhifMULu
DsIswcJQMW8FMhksMgh09z48BbBqsmBq5Y0ZAfH09VfHMMYDmo7sCfNx1Zub/4zemwRTf0++f7bM
EIZFfeBMHOg+ygvn7j7z1FtD9lSlYW4NgyVdm1kR96ldBpue4L7dtijMPgIEmu2kejBsCxzmtGMz
NysFyUyctsO1mmn+tVAyB0/N8IrJBVZPcxdZ8p0GFONym++OFNNgnmzlICLJ5t5RMngr8wdMu9Kf
s+RDjt3/OSo/kOeCdHjCH3ZRAdeXMt64SSMkqqVfBxKU4OVi7amhQrbNUXgACNQap5oqJt99Gl1H
F0EtQprkuyDCAKnT7VrTKNHGQG5fo0TXzzQKxOCrJ9kFmOHfLocuafQqZ3Vx/J26rnmaAJo9lz1c
1lJPr6aIsit740cG/+Msu9AyQ4u2MsAqzoOak2Dghyf8XHiwnjM8bK1kiFcekivvdYbeamu05r7i
F3t3RucEhq14Vmsyj1pmHmU3P9bbyw+ZZXBBKghBaW2yj5IFAlzsG5I85sGYLWoQ2tzENeg+mQ2T
8uSZZwBrsUtjJ5NjckD26fpo7NzI35PLRAVqjCbgZJMA90TOLy5b6Ef4BuxlE6IWtGLojV5vjv9O
0wIoMnIaNe9VidHYawYGAhxbvW1taD+1Dde9SSwbkWk7+d7A+Bm03PvZjagCjYCmXBWmixqA0Qd2
3B9G00b+uDVq/i86AAYY/DF005ACE+6h/9wNPCOKkvgvrNf1IgCEdpGbaTLkEZZqQ7yXTTnA0VrZ
O0nwrYAlenErXJ7yNjLj80g4t+R8hmT51KhLGW8apRu8OJq3cwIveJRdsX1OgJM0mkXSVRQWTs+g
vxcNWtIkrz5Vh0RrNnXBC5Bgfw9iKN6qZNpJdyiXItfKVdyVlI2JQB7wIzQenEmx19pArNs0zu++
yEGviP8Hrr+Gk5/kPOjz4TKxcmVtI1d2UqoGzdpM1V9l03KL7rb/3kflBlyEC5PXoVpYMlOD0HW8
Ddvyp8hQ9FmCS89Xmo7aejFXN6Vls6sMm2mwwWTOps4qxfXjCLGt8C1ljS9vS7aTfNb9AuoHG1rY
f/e/e8XzvJl+KvosHxKI3Nlj+led1L5BDtlSfXfVEQAt2JMQeY6T6hnJY3RyqkzZyVzdX8055pRN
DSgqGgeKv8tdh6C067QT9kvaqaWctG0a46tsyf5kEqhny9uUYng/KbgYNkFw9hS0OBqB45WTVcHZ
ygxOy3IEJQtvTRW7WPBKwO+by0wynvEGjNdw7cFGd0bWG0O+9nvN/lY6Tx5Qrp+VP8YLkNP2awiM
j4MIUU1UeNp+SJAe6dD5ucCDIm9LHPOBLevbWBf2A6nWYZX5v6hk6eHiz42i/OKZFyFP8+8hBbxN
c6Pqmi5ooUHnSZsC0uko0DYsIYa+l0TetM53jWj1l5LY7mL75lfZ3cZ9s+0qL97UMws4TpNqMaQ6
Zkbgq9/0sAGoGffvRZXlB13JzKvt2iQ9wMRiIKitMGGxD3FjG1dfc0/KfP7MOkPj1FD97p/n/9OP
oP0zBp1G+Vl7aO3DkX+pAKjZFjtkXtboxbOtn/RoSK9V1mvrxg+oVgEHvZJQn46WqVKBn5sjeW6s
rqMA9Xbdwp42lYfArpkZ0n1+kM3SjNCnUpRvnVYCVPdgsGLUqGQHsPrBi11ZoRyVc30HiwYfVMHm
r2Cja43VqBrl8t4ncydwauCl9eN6cArxGMZExvMbId8U1lJCMRtc3e0tmQcaHRF12xD6QfZpuio2
t7cua3N967caTK4KPbYMr7EV0Yr2Es59wK67Y4sc5sK3ImeZiqBCDL9b+W1r/1Ay3mADQahrEQpj
Q06pOihhmJITgXoLeVkvP296vEqfT48y658KHdulSb3IlkX2dlNQ4lypGHMjUMTLrHeeeoFQFryM
AWdhOVoYw3Qhw7yLFEpgwP6yDyfJcZrNrB9WaTx5ndu+F3VVrfthrE+i6NwTAEZkjFVlMZkghmvg
Xu/an7t8ql48ih1PQ69bj4WjXfT5bR70wHpEZvgiwx6PtMKjQSvBh26HcB3MjZrIm2Uj2pkF7jKJ
3RydoKtewqLpH6c2BfQYZC7Q0eSKMXt+YItHWutPLK9HXzmQdM8xJAOie1BTwAbA+M4TJg0/JLO0
9XWZ/fAbOzj7qUvOpJs9pq3Z40sXPyo0iFC0pHHvlibU85jdcWRKWPiR4OtHdTpOGuglJRgLBHKG
W/6+QUpiKRCURWjH6PeZi2CgXjXxJ2K4JOOhbZt2+wLRD84+OucrNYlUGBWBuy/gGGIrkILYsE8u
iI6NExb+Vh6QwmiAGOjU+UOvTdH71K1NtC3fHYr251yAW70do+YP2QE5XqvFqCFz+rO8mFk6nPX5
IptpScJ8KhwMvYsMgx0tBn+KciT25GoF4tTXkwdKmOKVOwfxHmNyN6meQN2b30BzyupjMCBa0sks
jaMSIQadOu17XXFhTHEkRW9QZWHAy0C6GPyvZqd27UaP2i99EC61UWMPRDKZkLmiGHh7dsuieijU
EmhXBY8omXE76kc7/wn9dPwBziR9Y08t1mkWpucos+OjQj1+4w4kL5MCqySAGQDAgu6aFvjaBwa+
9pYfKMvMtsRSNu8DAxVXovx5ouUNPjCNua7Wh8O4UmQau8zMYEvlDiK6zDDNl3TOr6tFvmcd6k8g
x2D4jvWDjBiRbUgWlKqNPYJLbbCU7WnMjX3IArIR8WTB1K2aXNlFhtksY8vNyJo04qmrk59kitIz
/FZviYieAlmjwbRn3qa1ebWJsmmFgoB4lC28ffRDLCbyZjghUHtHYXUx2Ol74rfuIlRUQbrK8I5C
CZSjg07vsJftxuhsYBhh6S5Mb3rlTD4u6yEr3nM2aFYrXhzZDCbyfXqi9A9RauXvTkaG1q3ebLfy
L43nvcteL/MwLdQwnJrqRKw0MPk7wBgb+X11aXuZokZ8FBgGrYwM4mU+vx3YoIJooQj1pA9mic5s
1X2r4ZGHzorUb/pd6bFNMXp7uNRjbx2itNHXbtWHX8ox3VgxFiRwP8nrj2G1xttI+VJn8QqLbxI9
KdDbKvesxxghiyPG9cn0BpgM+eCwuFZ56z+IeQ+ywqZfOQ4HYXz5MmpDjrkvMHFeVvMeBFS1fyI8
RqubQfkBEWvoxi7nutXKAoa2ybKOYNAIUGX8qy3HBxL+YIkMJAp0UgmGO31DMPOJFde4Qk6EjKUr
CvGTXn1LXrSkw1bYQA3UDUmDal1Soc0y3PqriXyh1Qn9QYUYigGkc3Ft/xdgLue5S00dyWCgHirV
Ada6lLR7WnunHB2BTayo5lOuGsYSsZ72HVNWSCBu432ffGN9gyAK4nEUCqufnD2/wskQH1mDXFOP
K9FjAaRvSqxPs0h49edNlUQCnuCRV9524Kx2lCPapp9ycZAXa6oaoK5pdduF5Yz5Z9TBgB1ZQfGz
SS2iLN/4FbnioNuO/bWzggyOP6hNW7EgaddmToalqk7JTJsYQmN48RrwnnZvZu/55K4t9Onsa1qC
d8/R9WqFv+4TOzoEgDI0YOZJfXKGqaTUM+LLjpaXOkaHoY5V/Z21C6u+huUvslNyKnhhSA6+1Wvj
RWhlecl/yQ55kVx+zD5V8rhduJNWQbJPQftrK4ryV06dpE0w5NBRaqjbPNgHnO8xYSZgmop5KWmP
9Zy9xQ/5RTimeEZlluIdSx7smnKdoDyxhomHnuM0O68q/Cki+DVf3R6tXpM/k8j4e41O/zmM/A06
PR5f3CyJNzZb8gk5/PyIYoizaRDreTaHPlx0pf8MOtw29rGDDqBaAAjEmpVFwzPtldIM/sZB1wMB
SUD8se3pD4nIOXZohmA5JafDg//FEaI74wJu4GyNuppuhMX7qLgBpt5AMMy56RVajK1LXT7I0Tp9
IjMcv+VelF2ADL6hfZ+8mxcr4O2WdTg1C4qHxvKu0rKpR8LhOvS3ITkOBf6Cooz/GMRYOgEwDpa+
ngUHOZ2cgVirMFVuFrp4dLe8QuRZApG0x1skZCsB8EroCsaMbYnmtJS8w6iwPOso4N+7gnmwCbXy
DF/bKgABsK49yNAU0gTcPiX1tjIWhSEV7tXMqJBnYSGwdau/8CZvb2Gtp6BpUlnOFmpjskg4x65A
ARVr/LPrp6Yrzcs0bGXGvHbGaU+oAGFY5tNT+z/NOe3jdJF6G/1nsgOUYN+nYXpQjMD9RhzgTOAo
Tc/dNYnAkM1JKJxC48UlCX9jWzWehdLX20FFUl3u5K5V/G6WfaG/wi1+GdnwHqy8AZ4A2U/GYxGO
vpe6oIw2/zpyTLbm3/XPTC2p00ueZl/yvBVrPzZozXc5otEX3w9/391Hff6sC4zWQ3bXS9siiO5o
AP45bZsXnFzjvZXhLMCSYD7HohsWoCKtH0yldJ7d/pN5/FFUfgo/b06l3sEYuiCDUqbnfzAasqkM
H4a6NHOn+DF5cI6NkYUDOysI26WjXPBjUDb2EJtHYC3+0azFuK0dEAidN3KyMuv4TZ/RQ56dZ997
6GK1ps3FUgA/nVq2L7VmXIYsGM5hjsu6P1/acVRgLpdPsl9eHM+PwTCnylKPxmBtTE4IlJuiw2iE
4nBHcVdK3V3cDPUNiRO3UhZQEEvpZ8P6WGsVOPG4399w4nHn33DiKnShRYWDL0CY+YdnKPF0QYjk
8AQ8WV6cWCH348bpLgWncOvTmpnyM7mkWOZ5ihHP1mdKfMH4TPbAksL8pR0EmL4cfL8IzVc00Oas
qmfjuqo22DOU7QYAif3SA3oBR2kaP0xqWT0rnqf62wGEw6xyrByxdCOvNaRLVN+KVwCX+qPf6p+y
uxxCfxc3Pi4/86w8wApRJPYX03CedQJ1OGph+q0eCS9n/6UJdvgymiLvoQQMQ7LPBTRfG8ZZnrjE
DLpuM1Pf3Q9lCLJMZDHmiEmOuJKg1rblSU2t88RjXWKaYuAjJ2/H0MBW2M+qtey8jdSBOP7VlBNF
lMIQgfFvnboSMyrgrfMDcP/eQxIB4yJ3NAy0UmzknckQSzsszVWdde95nWHAGWoVIsscyijizDga
vXbhoM1OhygXk9kIQ+0km4rQONXqdpZv03GiVMlv1NZ4Mg1h+UW0IbpthtKdaoKB15xURdD35Zci
1ustxi14r83TKBceCjz4rqoTV2ffLPwl54j60PVNsL7h65LEs44miO56ZrSAOwopKW1lrl5ebhn+
Yl54mvb3wD3rn3kd2DPMQMl0z6EWG0N4rvUS9Au6jlsRJOVLZIJiCRCE+KG0yBQDlflqqcGwQoGk
PdsYIaAYAIO5A1n8MYTqvkIDcRdXar5VGpzzUsrdiD9ayH4p5tbklPxSuc701CEpQSCuvlsxh5Ca
4v7KIFpWU6NYtXr+6k0uWoqKm0JJlrfYk1uIx2je2qAoeP5rJFcMXAhtfl36u3qWXZVTZDusinyt
wR0l2Pvvj8mfYNjuWe91bJ4T+/cPvX/WCxN9Nyjlq+xy2RnWKoHCdtL8A7spJGTRQwmrxuqAEAEh
13/1m6KoDgUSPa8iCW/zs7BSVppPQkD2z/OzUpCgmfvV+ef86c+9MVkXMJu2SHuEL7AUutkFuJ3P
oYkrzKUFv3ErnYFdN+cY46Xf5OAYqR3xSgAZXY3P8kNFUTdbEmkRmkP8jIG63fKmAdoIK7yQV8y2
Ve0GK1e084nO56Dqhv4l0Lp+XRU91WA9h9GnqNZKwg4y39pkBvriqELh8I4/5fOQl9qzPXRf2mkK
T34itOe8D7uTGVZv2KaoAO28zFkWZlxs5VzvjNBOv4XxFBxGYIIPqRoi4ZTl8TuB95cicJNfA5AZ
3ymTHwEwceTLcQTzMr3ceK4njrEt6pNG2IHOXi6uThCVi6Tu859ZvXOyJvlF0PaTjSB9mzR0FKgk
9GfDibRDxrF5O7pW/UwKUUE2RPMeS4NsbIfoMoStgnyrr4In7ock3+nZTKqhyHvpAn26TF1RsOiy
ZtO4d3daVi9yoYFWmwc43KoXF3Aw8H+QKPc+B5TaQ9XrK9mVz9Pk3FwZvnSwoQ+yX15QIq6BH6nt
ba7s80WoHLMqwnwF7URqQWCLHYxBBysKX3H++PTxffoRKsnRIm7/8LMpW/uhkp0cMahnLEMQwRFB
TzEmW9uFVvyoOVgtmtE3SDIIMH8iehZesUxQ9LsCjqmvoGugWH+RQs4d1PQHfyw1MM8cSIrJHc9/
9fmlWS0pSZtr2Zn7UBynQDvW8TDutTZ6B34RP+r4szzKO8vwgge/eyuRtX9EpD5+lHdKWHmYxBWX
Cdmu7/oktgVOL8HChQTa1E72K/WLtyL0qjcXm7gKK1gKDXHw7HtFsovTfDrFbYBPh+dbziEF1S77
OmuYcOZAhw5R1r1hDNZFwcuacIBCArSQ3b1L3nlYS5LEzB5kC1y3uhPxgLYMGdsN8F2B4pqRPlhm
7IHUCruKKidkWNnpTCZSp3iOTevUtNngVLM7CdvOV5ZQur+MSnvDStaehs2mWuZIKCrAaZBtiJ5K
4evnPC7ebJ+EKCpE32ws/RaxP4jHzPeDs6pC+rfaWPlGUoBStxV9iDTNtqJOil0XIeXU+clJ1yyP
qtZUb2pT0Y1FmARL0+0ryI5G8phFGi5pvhm/GXmi7zmspo9iLNtzlqH2VDcoTGYddhGxWaJZNN/J
i9uASbZU3oF/BmRTsVtrzUE9WsrJ+PPiCugH1ib58wM4DNbrDE7Kbco/P6UsHW9VetjeGvHPHDTa
Gd9E7dx0VTbCtnK+K1ZqbWWfHQ7ibOWUxBZGiltHWr764VxlJuaCcofiPDTiaJFvA2hT0cIttGUc
+M4vESVHKmL2d23q3lU7UL4KlsBFhIDtRz/NdHidohnB69HQUQUqU6t+aXVnWmEFVj9FjTWuR86v
j50+aZsusfWzCzdo2+shVtZhkO4dFAQhhkx4ibV+vC+gGe1z313YCcJZ7nyRd/80/RpFLdnnpEqy
7ENb20x5Z1yFvy8CZ3iVF/2oNWFzu/fiS4Xf7FUOVAAyR5TUz7aNSllUqnbxkQRoIHXR4G2GsgVO
3XjYVeHxixdc7B5xRB9rShl9fCrmi6o7Opy34rtsYUaOgYTig1sw+dgOMwjMmp1EOQorJgXl5ga5
o0Fbmz2+nZWL+AJLbLtHN3kUiKxi+mracG8nVIFszlDvfRp8RU8TjcV0ZYgm/tVoxi/gNsMb0r2/
0sTu91PwSt54PN2DMhmjyXBd9jEhMX33WCMGkcOGtqxFXdUodfm98ZpN72yK0Tsiw+IhDaFnhn0R
v7ccpiFVaC1hHaPkEbEVtlF1kqNY1nFgwOzhLEcj7OGIVMerg4rCszuoR62DoZVCMa6aD9JSPEiG
8n67aZoPuyKLhVd3uXbNchqesghoUzp6e1vis284bKMvcWGaYesSuu2jdU8qwY1Whm96W9Dl5gFd
IZD1AsmvRI/qiwAtswLCY6HKwlpmZU7wWWCv4uecxRdjttUFeUgOz+qOXB0n0wjxZUCX+M6qWW8s
AjW34nNjii0A0PpJJShf9pMwt26Isgb5as64EWbkmuKamDrPdJR7Ww7HgTdsC7B9lJsn/ZmsbId9
oeasEc+x1y2eR8jMDCO6NQOFz3kUeXDrIuIIRI+tvsTt85TU4d70gvaIwVK4ry2j+fdOv4/24VoP
+/JAArrbuAaU8Q5jvqUVd/lH6rTfbJGIn/2QLvyx4VAXGta+KHULao/22WoicfYp7ZXPue/Uh9ZC
6Tz/i9nbys5kS1vLZtuXv8q+Ki9kM5sndOc+ZLfdu866JkrcDYFwTlNDUbEu05YwSCVBqOXuYzdN
7qO8G9TurSYlfJBdtZ+bR6dPD/jr2WdRDgoUucBYy6au6PZZmy/yzq8CXLOUcR3fNM7/F2FM9plZ
puxVO95JXpkkkv0zVzZLlq51aty+Tt3/rMgoXH5zi3yMYIntbswjxkrUNUl4N5TyaqG/mjp4Fg1B
5qPMNNybk9dlV72+NlaDWRDFZ5bFIHG2FJcesavqNgrhuHXgOM4VNEeDxFYSI5XQT7sG6toW5nb/
MmgNABTcn37AG90Go9F9qWEsrYCwTNhVO+25nJJnTC7iReEI5asn0oMd8LQjHDXtrV6m1hL/m8H3
GGat+gGuw9u6UO+3moiqr9jtyM9ZRdNuMrtTd51iNe/hkJKS43NqhP2bqGqs4u2QjJQeU83i30G+
xV9RMSlPI7WGZwBHPzT9Z9g5PlR28BpO6mpLDk7dm2Px2gPlg+1lQ33wJy1fl6NJvmFu5gFZd1tT
k4NsTkjm42Hbp2fZtK3pMSeqpkJGvjljHV8pVBg2eWvYhzouMHQSdkxfPaDDU20GhdyJKvIflRKg
UPNnajEi3SanjtjxfNVYtlEbBC/WVD+GvprTkaCnzRhHhd7CFk//c1fXGNbIPjnaEbS85y67/TDf
yXl+4YknV2328PPB9LvZsDURsnoXSGUuGmSgHrtajd+s4qcu8Ae67SKBd3ZC9IWkOYoFxf6Uh+nH
3WYFt0mAFdrwe0aBAsmp4v29Ga3I0fvnq/+MdgkawRSA2u0/T7l88kOR+afR+JCN+wthOdm0sHGc
2NyrZWxRPkFS0Gz9RP3kAASGcSmccpeMaXxCmSw+TXLPk7fyEpvYYY/W0K79EnrvLbOgquXf+QOZ
SRBZZ2+TIv9GmbGrjjkmz6/HG7Wn6lt3lyTx7i/CKJssOkI1ABUExtuFn8TjBznzaJ31PQmnNCqO
ZptZGy8quqNeJSowSyRcCnBodMjebeNq5VNm1mCeIr0itfZE6SJ7KJRw43oGX0VQrmtIpbg3mShW
dAKVLXShPdAsGgxvz+g3Udw4bDqdMvYLJxPkjrWigH/Ys6ojQkBYgyowisNQDVUQKUvPUB/CmGwv
XqndS55A16lM3SVw/U9xVbjGuE3bsoASbob2wonZzIqkbHaJJMu0xlcoNeMDVIPIhkbizWxxVf1S
zrVJDN2RZPeTwzhn4ZJM78/1WPr7QfWf+j9d90HZh3W9v1fV8EnOl4NZrInVFICRKHPEwQGsbBpZ
RRuqQd1gepitfPTudxpVqEXu1cpZXuoqEfu6MvAZ/k+XvGtifN0SI1TOyIseqNiXiBbS1ZGsKsqk
vKBnQh66E6eoFd6TE4bKk/DRos+NKljWZuk9yQGlG7qVY7PZy2ZYD3gDls4xT8KrrPUK37B3EWXs
G5clVJFiG2GLLEezzxdjr48PAdKpD6MWjg92w1eVDKYg2mQgAS+Fsq8xLnu9dbeGknxFKPs5HPry
LN9Ho4jTfVmOLt8/opbLP6NqB4GjG8j11mu8mQsIBBQQCpLu2NqUyabRSYYvZGc9uO8J3z8BBbUP
+YigsKs/51iX+DwR8rHAalxbCm+IdgnVlZdy7LKTSNTvGYnGotmZZD7em9rrDtWApoZky0LeG9d6
ZWpb2cSYolmUQ9oAIHeaa4bgfwp22ASOAXeYyrg7mMSPEyJHB5nHKid/3IOxihE/wRJkBgo4sWm8
kILNF6jGFsfEccoTBOqfWmIVWweTglUezs6Yjh8/UmZkpaIVEDpci4xSed5aD0pNy3KjkT1BjbZy
RmVN1kENMDPXo+yldYL4oeBQ/WLXJ1wn8FtQp+yXopByMVw1vUIS8EK82vsAheFbecidzuBRo2dZ
OQLyp6w76J3reCCdwFtJIs8Jn53eAIlg4aYG8L5dtUQw27yvzWtb1tl2KCO+6sjE6KHtzQOZ1Fkh
hWZvQQHvGnit81wUo+urkSzDmpIYMqjkZOf/ESS2iKKQphzl/6hR54JnxwYmR9vZ2z0Kxzdwf1FN
6V6n8Jb1F/Q69Es/w/dQEViOqdUeyGGD5fKLZBm4YXcQM5zqPtp6005rk9QDJ32d0B+XiUUloNq3
qMawPc998tv7X31yIDWqdEFKrT9WSP2guDrBXc+Vxt60XvnRFTqHD0ru6brS1fgkL6gjcGiRt5rt
Ye1RBysg8xno24+0cvwN5irWlrdz/Cjz9uzVOXrF6NNI9B/Yvi+jE0XHm0A3h5AvASbqG2x96oWW
BVR4G06YPmRa2FAnsOPhR+I7w5pCp3qMp6R/oPqNjYYVk3JLIiAZoqS8qFrakwSbZX6w8wiwEAcG
OOhhDyhJwfHkVufGCeuFbJpt3u0UUVkrfeYGg8Dl2/b0bsc51T9mnumslMiA7w1fAb6BZjvpQQIb
U/j3Y6aNN2AjgvBoFUIvvkEfUZYPTk2hv8VWBMh7LLvPaer5ehTVLddNpnGeBLhSnsQiCNIrmElx
7BDqfDHsGhhfJ2bHIkDrCRYGEBnta+AACwubOngsJpLs2pyTVthEVoXeewcjtVUELXC+nBLtKFkM
Ip+V+jnFHHJLCylBa0eIiRPF/anm6Qa3WyfDuMQhwtsg+Mih494uex/KnEiuJSVugDPjp5HMFtVt
P74EbJ+btNPwR8qz/Ei4RLiFhpppLXQ38BC+L7RNpTfZ1cQd4ZDq1H37MqDmh5P0s2LHC9ePAoSh
1V2p+PYxsOxuE8PYfQ6DEHu2wNS/FS0nsfl0Sui687x0WFdpnm2Gufyb+SNoH9W7rbNqmopd2yAW
KZddipzTkxuYy4ENw8u7T5w025UR6d0pQAwOq3fLJ3nLALpxCG8F0Xvr1cU26JJu1xWD/wrH6yUF
5yyAx59GHEKf4rQjrh7aRUX58kmdu7LAIvfjNQtkZCfD5PepvdulEMIDvUKWNMK4V/ZXsmu+GGlq
L4N0VkebqQ/hfLkzH+59U2VhBGih6iMLy3lzqVwc7W+l58iwdXR85sCfRfEddhkUzBmdlUUKDkeD
vpLQLVsRxlM7p42I0ZE7GC1OCyUvJ3j1aF9rAuBuEQAjdRroHVnps8UB8ZQXie4M3LTYWsr0I9NI
4sMvCZ9LvdKXtSA7JqGzZpD9bkqopxxVnB7Fqz5Id00pMjDmc73Rj32xwWD+cczsc6QLL+eA3r9l
Liqahdvly4w6y4PSo8HuzJW6+11fK8swdf7TFwvzu+iItRGM7L8hFGCji99T0ByLZjm6It3esCQu
8gdYNrASguO3DtQi6w0Q+jT8aqBmfzsv2X7krmqk+s2znRoU2yY/PMQViK++OsoCqGSXyLtbedTy
1HOOiyBF7xOYsx1ST0eKp+KnXZinYWiqL7rGUSJqHPD2A/FdkgBDQpbvirOZta2Gdti1SCa8mH6C
HT0Jmc8hLh3rMBnjo565x76N/Bs1TwKkYhPqcmNjv5BYjZTBC9bsfvVRXkB4eWuMSX8pERH9wizG
+hhbPXYE/0famS03jivr+okYwXm4lWVZksdyucYbRlf1as7zzKc/H5MuU+2udXbv2DcMAkgASTBF
Ycj8fzecU/wlmf1ziq8cZh3QfbvutfsBqvbrMKjsz21ef3cSiMPXj5Jedd5dC0jXIQ+z8qAv1B2h
hqMeQPDDrbkkbTc6E4k1PivAoBXWHN62LrioTpvr59qI+zunHkqCxQv12XE4nPaLMPk+wtgNSS2b
lY3OWmQJOMohzLFqbbobJrx+mIG/JuulEISGaI93a7Pv5BjP7EBDUCyCwkv127ikRnbomTJBAhRB
Vz+p1netGGYw6dvpWA1j+AVnj8NUp/kf8xLya7pVfVvPswtgSPld8sMGajPI+6aHrhoxycKxd1IQ
8Z/HFOw8V235Z2tm4DjoUCzH+yRnZbNTXetmbozoz0Br/zB4I9/yIMe3qunTT3jglbi3jtWHXhnj
Qwwo472T4gzKUZRz5lBx7N3HLgUO3Yw651vn40yEK0Z4F7me+mIFIAYs+ZnXetdqlmhHSR4Gl8A1
dYz1Y+Ko7jVMvycYPswPJt4z+8msumOb6YtT9a9kE8WEkL0lJ69uj5zT43S+OPXznQBl4anSF5CF
fPDsfV84JoBmSxwdi3Q8F67Ygi+Pczp9dXR85TPNbq9X188IUKYkUNYQryBgeVJJGEWYwMKBg3cO
mP887tsw5Vvcqsb3aR4M0BmD6A73R/adObfbuUVYf5W73O9e74iOrb8S0DLs5E5KnSSOcD7YlbHq
PbSpV3zO2+/+csQdd5l+xxmEzdZJFD4MnHRBRWE3n8a5BncM17txVIx7vMQX3kOSie1CspWPhAEu
rndNRAhuAFziWUr1YHpWq9h5kjYgBF0rFZ7jsIdQZdfD5OD8s/zZZm5ZAIXbmnd25bsvzBaPCtGA
31x4w27M1H09Nvbt8aSPc/9i+FZ0L9XlODlZqmeOP+wdCzdJibGTMDyYh4yj1tigXS0/AVUfoHlr
As04BiOnLAUuXFhg4uzfl0iEXtQNsFtq0IzFmYLbVhosIQIGFONuzZetxA9tx+cFrruUD3icpuc8
dq3PU6gF95zhdbvJ7azP8CbZR9zc+r0kU9jDrgfbbm8ipsaPrdN9SDmhvdFTwoY4ugc/533a55O2
lrMML+FqH0dORcHQGEyLxUY2aM+4KKjP7eIQXs5QPi8pq05aXKOgXZGkXNJsBP9tDOCISUH/cHpr
NwH9+GUM4+AwDG17E+pzcsY7M76aocw+eIpWXUscYusN2gORY6uRyt/gNCuf/JC5p1ixafH1aFgU
opHq3VYT0QNdpnFmENefXxncYD7OgtH+IFMYT9FdfHEdbceRSXyVjQrgKBDZrX/FRgTFJn/9gD/G
UKWUePvuOEECDXeBe7cX0+Evurovo6Rj/Y7XHgCU3+LZ1671MnGOIqbXOz0s7FOYm96VPAan2buE
T8EH0bktFRP3My/m+5Y9avEwHdW+nG7B5cDG5fZ9mlXUZw1mDcvM/ENbdbazHxLfPONufGtOnfnQ
gACZmqN1WsP7c/hHr4hc59hfALf0cOYQ3nI5y0rMB9tn9cfseb4Khirmx1Rhnz3O32vL5lvxMGfW
tTmG5o7guOZWLsAMtOudJLXWaW7n5bIlVcLOb6fyyoP+6649RHrY3ynLvWTInZXmGXG9WjitJQBw
Vbto+SuQ4qC1Kb64hfPqpfcyouTMZsKZpveSW7mEYUx0hNwGQ5beJmB7rSVbHh9NDggK74dkWWoH
aPWyACYs7XEoRu/Rg1fjEfjR6cYgUoWxADPxGiIrghJDP7phnntrxGV7S6hAc6srSrPevcuTAnUp
tbziOnM5vyVIM/gw2T86vTceJSGXZNlJBngKpLko/LBmqWYH5ZwK3upUx6wVchen7BRQgq2aVquM
T+ayJEur+tDbM3MId4rCm8G1vkxN7MG4lkb3Wsa7NEpzbvZy2w35STVb6ySpsauZGRdqd83ZC3su
EDXNiT7cdq5hdWChuuAgsJm1X9gQ9g6UtwfxFpKLzbSrrBz2e/m0nyHUg7Gy9c0dS0Prib7Vc1w6
znWbZdk+hulh3wR8yMYsTU4E7Af21zlpWHQWfRY8WMumF7sD+QOEve0NS10OeJckJK75A85Oirqr
Wlu9iQMHPp03aZGpFhnVZuuc1T8UmNo1J3AAGbvxg2uOnOC/3UkeX8P9mEWc7i35fQwo615vwz8N
2IGO7PODnmg40zMQS831CIpaVVXzRyX2p4+OgrtY7E4l7pYkZz+uTroKBI8kbW+cPhpg4eUcNX2Q
WtrCT1PWSn4jEh4hi3dhqX+TwmyqzDtQDY/RQtbo5O3rRa8T57zl2Qm/uyphrkJIFQEDS+iAl3vq
XTB6H4PYUm5yZ6rOftTeKvqCvOpHZxsOuj+10PgZd54CSb3iHNwqUU6dHeVP8cTPsSN08ydPKpLq
1ERXAMLYT8mg9ARn+cGNC8GEU0yfu8Q718MIVQEnbziHJuOD1pkK02h9vOpyNtnw/073DlhIkH3u
hGVsu/QtmD9Wr3NMtsTcap4fHGvizgnqBEalVPDHlsBBNYtBi7T5O7xm2nXNmY/24gdxfUrztrki
vIiTBTtlLylzP0lhCgz4S9evksFSThzD4wRSNnQH3kGcWI2yyx4CVq5j2+WfTatId/owNH+aMbuv
lomth+ycKaXW/TGXHnMOrzU/hnn23bS97txmoK7vMvbqHhQ/PtWp45yHulZxKOGQg51PMNknl3jL
yMk+5ISgPo+KyzjnVbnXq9p/lounRQcbcMFHSVVqA3RUVatXkpRajRXegSdQPqRLGyneUcfUscNl
xQtYItEn14kbnnrNs+5Mwxue9OViV/yb+/AJXMfzNDxJgdd1/W1qmmtK8nu3GJ9Q4ZHpn3EbZ2xb
NQ4EstOggCWxXEB1BfhtuYzJ7O8Dk0mvFIRJ4LFdv8j0RguMhzeHJ7wEPxeFFX/1G45US7wlHr0+
ro4D7qEny3aJnKs48u2qAO+UCfWXjWbZWS7ytL/H+XfZh95y595yTnXnnRQMhcgER2elphdwoHf2
iL9coBR8473w2BC002ft/KmJg/Jj0eEeu6TsrvY/Avy+k7IsitWXzrmTItXDR4HDS6CI5k9yyYmn
9+x0TczJhyCp0h07dPmhCxPjDCQLHghFx+mpGz/B/tCceW8AwtTzoF7JbToX5akZ2N96XkBBRlcb
QA/PgO5b/C+n6aMeG+2xjKHbzQc/nnaDEp6HvOaSaQMYA1H6oBhugeMxMPvXeD7X5xQQ+p0XTc8m
HBIHv7Kap8aL7qO2LD7BsU5wtulGTPPd/FMwQTcU9dlw6BOdUs2LbiIzSq6DRThPs3PRexw/6s9F
yXwAd1l3cWLlJDStikcl15THmkDRR7WslAWZINtz+lpdT0tyzSvY6PCcn27wtRvH5sWK2QSBrWfc
OZXCgYlNkBzHtZ5asBHk6P1tOyY9cHE2uE2yXGgdxb2uF1wCCRKUmEFQNEEg7k2FGJnaIgZpgR0Q
sIENVUDuLCu+IyS4J94aiYiZ4t4x4S/F8k+245jPNs7Uz3rjn4K57L8oTq+cA/wnriSZ2cBF2lnr
30iygcCGqbExP0gS65o/uDnO+JApNXjJEsMZqNlffgRUYeqq9f0QpwAod6Wxn5wBP6XpBhBE5z+V
XnH4P5XlZ4gX7X3n2cNDSeT2iZVRf8A56UMah9n1un0P8MTTMEN4IQc8SgQ6vsfE8CRb+cS5wufW
86NyPeUh5MBs+GT2MdFsWvgzdKx4J+yUo2N7V74x4F3cRfGnKElOwn7ppsR5gDjVHCUJqmRBBMy3
TMv9Y6nh9w+wXHTvdXzbOQG4U4lCeUnhh7hzeyKGoFpQvqVhFOPDMc1PGuBCj6FPfK/Sg6prDnDF
hEGZA4baO89VFr0YC6ruVGb23sRR8Rz5qvmQO9mfFoovYHLTzTpJdtmXOgGZ/2EetAjMzbdiiZyY
m0Zlh6cEMYhZ4WMA2N515PW4ey/BB5t37Faw5YmIFIyW+lpDADSKvtDxHQSbbchngDk7/wtr8/as
Wq6P1xEQlTM+SHtwurKzlOYhZ8l9Yn80PZO4hDr/Ktm1q3s3A44W15JUWHvvynwI7vvJcx9G6F1b
i2k/P9I/K/SAh21WnkFdBrQjatSjDRzec2RBmin/oQQFMmVzYJXTAQINgyl8HHzFPTcBBHp+Nzaf
i+4hSvvHWiW4qMjCT4B0hZ9j/F44VjWC88Qc5yn2DUKrFonI/u6MUfGDXQ/QDDhmY1o/s6WQVPm1
MYbRN6dJ2BrlX5wwQJzlmiH/2A4Rcc4RodXOWBR8GNmIEhEwQY/KENx4mhLjrua7QENr2iN8EvXJ
rEFNxll0/mBxAnM1DIP2A/7UKzdSiFLXpz+6xqg/d63dEEA0MH/pCQooY6CjzMnwXzIoLnf+IgsY
eqZ0kMNVVfPBn3xOamCSOrN9tRwGNZ8Ey62xHSYJGgEs45gnDy5xsFdux2Y/zhCEchssJ7sBCg7V
CgcAo9083+UgA7GRaMXPciF6PtRg9pBEoHDC4Eb9nzYOj2v5+zaKHyz/QCJaHHbCINTuEq3CczyD
frwEVlEOC904T3dFDXcyANPaZ7t9WONF7ek/vqwOLAvMGphEQIBe8EiiApRW3SJGQCJRlFyJ12TG
XHTX8h8V/wWAl7vCQhFwfUgdTjNFeElZgCcfYkCwzzrrIYIXbE7TMy92zKOrqNWnqUzjq2owhudW
hRQE7pPxlnPh6A5nUVA5Pdd8rryi9w/JjxSGl4esHf0HuXOdb3Ub2Pfvslte1S4vy+4ASKJ2Nc91
eKO5HWdsceJkL3hkODhvcszqDkQclSFI85Zmv3ht2gBNpRzkg2l4wC3V7WTCz5cnj/qs/DAtv9xp
GlBlnpIUDz0hmw8wsAwwCz1NtQ0RclVpsEHzx0CcRQ1Di1FUV91S7HGy8RSppXb27fy7pOQS4oVy
o2v1PmzYid0uTh+dYnyATluW3E2e9SoGVeTU0g1pJfg5sXVzm7QmWWuBSL9m6B3uQd2fa2prkJPN
Qj+YcLWfrOz/09NaQ7oDo4wDl877srUiGgDaYLmnNnRhEO90ZlKLWkUUV9BVLw+W5BPoCxD7dvvI
wA94qy53se0Djrg9G/5DsCJnUM9DmOS44Ab+bXC0pYt66ezikUyRZL3xpQ+YhuudQ3yhtD7Z2euY
bT3EdXrSAg7KGt3/malFfZ/qfnVxkTx/NLJD5bUDfsm/SjfhzFSre9Y1/l0EKfTf23iXLGJcfIMC
FKh3BdKu5LUEoB4AgbvsK37rVeRw3vXu4IQD6xDooa3qpty7fkoNPBKnCWMOvuIIN2wurISLYueP
drimLRxgr1piFK82mWpoXqUlT4Tf5UnBu7zfya3dbU1Ld0VZXnb3rq2qKNFQ2t7UfNfVuyqlN39y
NN+47coamtrx55BaxUtuNsXLaCbftXQo7oM6KF5MBYgHxQ+DGylMHDwqO79eznmRJdK5/hDB7ao0
WtheNXb6IU5YA0phAQnX3u5Hd60K9JV3nOFgupLSPncU6ErHk6Ske9zmzk4ROY9r9WhxWo0BFZTC
uAW4PfYszquWnpUi1B6gp3+SlKjagQat2mX+QeTZfMcDcGydtQOn0aIbltr6XkqjcmzucUP6JtXl
MrNQSIBaeF6zNI7PzHT0ziLfdsCvwaWFv/TSe4knwp2nwOk35F3UXnEuT7DVOn62DoxNG/YR01VE
M1ae1003slWyJKeyC2+JJuvXAdRyw34eo5++WzcnPTZb4DSs/GRHzYwX2NR+BMwMkhtdmf4sA4KK
ifr9Q81K58q0x+gxBvPg7A8Av6WJOnzC++2PCl/NP70pPbHjUX8biEjdu0lVLx40LOc6PtFR6upf
Csjiraif/wRX59kMlPBLA1TstVYqBl7FtX2vz0a3T1s9+E5Q+I2Iar35H+Yr3oupQ9+L439+Lid/
elSsWGVdNnY/jBkMmKVVlyMnljex86wOzLmhY3GOHLUDmmoX3m7VEcCPJZgpbRfA60F3n3ozLE4O
//SsYvK7CKxRKCQD75iVhG66eDnj69VPNxVRrTga8SSZzT9dOykqu6+t9xmWlXo3ZMbwh5p2T501
jn+ZwFuEALYC+Jqw2Inn5i81iD4MRtr8ERLUuQvb0vqsOS3xZY6lPrsAH173/ew95DVwEsCjaLee
Dd2Wxq7wMZyD+l5JvfYQuKXzNEdQGceRar20Lbtb+E+n0HxOPzLfUX76k3mTmDNnR/mVyoE9e80W
0F6qav8M++ZnT7zZNzME/iOuOAWaR5C8h84ynkAq6Q9lC5gBG+WA4ARnV8cmeatPgrdcAOt9qNmf
xkUP9GZWNCfcqpMXXYPJ3gvBrxP85Yjjun3EgeA5muLsq9UfV1Bn4tyJsCr0vUX8yzcAx3lhLpt0
rpdcdNL3hGyWb520nnvRyWD6+Cgt1aWTcC68M2hj2Vdml9IJ4D3u2omo4iZww0snJSHi25NUy5Ns
nSxP0haA2Op14d4DQQecmuBTL08incCbuHUyLE+i4zmxF6nwf3wS0UXncyCdsMJz77cnSZZOlOn9
k0gnTji/drI9ibwT/PWfZBxcZ4h3EI6Yp9Ku8sd8uWTdkBAEwvm0C03So+rEYJhVoBOfcMj54g2d
a+5EcIoJzqoq41rktgYkaSWHwez1B5EsiGHBD2PE3XroxltH2hCx1tT/k2CIxwu5xrI4qemC/nAh
2Ku4WOGyOPJRQKu1RRMQnUOgjxAjLJlyET181u7HMoeCZclfdS7dYLrVJwMfsL/JjrmtP3AovWWb
hGKtjWWc8+p+191J4ToUY6Z9yUtt8SWjnU2WJSLEP2DV3ogKq+5FzEa2GrvR9SYo9WCyclh3jN3V
uwKVn/mxYEd1966gTzyN4D7v4V1+B1TwPXvW6+u6ULS2WabPZXsveZu2kWE+2UkHncfyAOtDea0F
hHNv4XD6NjrSD59CY2cPJ6gq9GMELP31PM/x18ElxsUxXO1OW5JLGEH8dTIt/c6KW8BglkyC1ZPr
0XI0YrhIRlPPDkNTPhsFexNq1D7DupF8zbosO7pNM6wN86cOQ2zZVvdBAOkkPUvlWoHICk+W9Eoq
zY5t7gumfWvpZDjn0lWjj6pR2E94IXxZFShsnSiH3FubJri6I3jWUogbN+vP2hStelKzv60sE0bG
RaGgWXY6+KKd5KHMyb2Btsb9OBtK9DToOR5RPI3HjuINEXHVQQYgdZn1+bjxPShJNH7iM85aBDHf
Ndxz71bw2ixJnaPufeqXsCAuSUCPrj0czfmKejWM8FAmSX6ddNbB8SbzIMnKx5NkjIv6Uc0G/aUr
KjaE0LSx4+rMNz+CH4HWFPxqwVxUiepbkq7RXwEPNUD/G+kPQJSwmF7yTb3DgdaJcnjoeWnj2P+o
iLB4siMI5gMibEVKSysTwnXQxkTKC/qeoPqhu5XSFKxmva9ZPvtt8AAeC8e38jJH8C/4CehrI75W
gEWTW0+138RglJlnqT2nVX4aGtB9Jen5RXZlcRBwJ13xTAFwMl+SUKvvAYbRVrVB6x+u3cIAB3VR
W+2058wMxg9+1VcQGFf4hCwPt5hprLJ3KGOwmamUEqBmRl/bLjZWM5WWNNXC0R8OD8CcGVQAvR50
y7gwU5Gi/PdmGmvQj83FSSqbDbBkYqbS3wR+BO62ZQbhPcqBMnEemCauZqrM4Zf1Nb6ZqfSUEwG1
a9IUM4Vk/XdmKmKF4/FuIrjc1wfHTJ3McD6CDBQ9dZipdBnFnNFYQVetlrSZKTsaq5muT7eYabuY
qWi0mamUdl137Y2V9hIHM9Aab2Y6AY3E1BIzFbHZZktxXsy0Nd3VTEU1o2uqszp0EeCVi122kXVl
AO99ltIcGJB3ZiqtiZnWlpPdiEp/N1PC4Vbr1TzbPIEa1q6mhCd4f2W8mWmSJpyR+NVnJTFfzVT6
LG2YkjYzHasFMgkzhYw5BrXOOEuXm5mKQlHKaYEFOfqdlP7NTA29JnJusUujh+211/t0/ej19fxM
3+MHK3ZWMxWpMHP0Y+Xiyy/6gCHy+jWV5EHMdKxL0FZbP7xpyjz4OPn1dM3BLXxEuF0/y6UobhIi
OdaExebMIfJ93MMWeRGIjHw3unb9YSh75dmPIQmFJQr+lrcmZhNcJvhkgP+gkulFxU1N/M2FRD3k
BC1Y3aNU4t+G7+HkzVeSlFpKn9w2eGQ+SBZzqAFPoAiW7rdeMEq2VTLtXuTHpMsA58R9R9RaxXLr
U2qW9p2kBsIhTrPSTztJSq2k7n70URisEhkeO2ddJfBu6wVmG85QVT27lQqzNrS3ICMFFyIDvKP8
uObuLNXKOs7vqnn4vnXD7icz76I1TqKcwnbr/ajGL1s3bmsrnKQ2wUm6GUoLt6lmWp9exBwjqa80
s6qPkoTvy3qoPO+09YLTJnB9U68T88vbdHWicoEyPEiLkjVFBl6yZRi/vv7SUZ+sVL3ahsxJ0nkP
JvJwkApFEqsfYv/H1gmuWtE1Hzt/NRkfqvnnFgje5U1LM5tNObV1M3CKcXR6+IV7wkOf5eKZSbCv
4sY/ZDAIr3n4S3DkHWo4kSNGFKV5/he1pnyBp6u1R2mo6WDD/V2tZulr6/+tr/9ea+oCPADS97WU
pS9p6F1f0pKtgc/0L2t1psWGZ+xFx9ZQ7SfApuq7MnLvdD8qFZaEhCw2c3ZVujVvWVLLpYMtYAcp
DExSS7LFJfupdYbg2tRsd7/lcbhXnJIWJztpXeRmbw4eHQcKy7fm5A647ntW60RldxZdZ9FYXCnL
7uPa3KJdXTbqAdOZriRPLgZRYreWHT2rorF0kSsvum8Yj5IQqTlUgx1IRvZpy2PjfSSGHYeBZtFE
5KxaGY9aWAw7kROtI1wgHgocv7eqUkELcLoFTOZ+Hat+TD0OqmAilZZE2Lan6DAPubIqLHmGGZpn
Q2u+XgyxdUzAznmS7lZ97QgedWM8r20tD69AmLXvfOYgW15h1u6N1g32OphS4IZGdk8synEVW17N
mt8511ZZuffbY4StNu1aYEaO2wh47GFeE2vWgi//a1RyTVdOejP/Z+s5dl3/cfLuJEcuIh4X48e6
jeGAfrMLvSauvDc5AN3yTB0Kx3Rgxrsp03RBc9d5+p1WtfO+HzNl7zXhD9xam9MUp+OjXAy3Hx85
uT5Po67eOnDWR9epwwzSD7OHTWJSuwTsBGC8+gzHRHWp33fFfJvn/lnEiAmnoJyG6tRG4493PRi9
Ut0oeCjsLtpcGhnhdQPK0zCvpCCT5vt2SPe5golcNB3MfEmjeGBPRrpaG8rZnFK0QTteSI7d8Ijz
tHMWNVeNe+LCWIiV92vlKLPCx6C4vmhqCS69a5PgZm14GRe5i0POr2dT/bTqJnmuXyg3uuqD3Ccj
Nll9ehhUu76S8RSZVTAP1H1ma+peClZd4nnBeh/L7DBX9rD2ItJNCwOMU3dQqb69ILmLlPaTF4cx
5BXL8K/CvQshkNPdXeTFBnAvUGpu1ccuLNmMhphgaXEVxVXdPhN78JqUki6z1OPCDbQ2vgqavgqn
A7QP68sRQXkO11Dja31U0rXZdRTxHMRXPtLU9a1t0imr4N0YuPU6tFIgryYLkh9ua9UL3ACP5WYx
wb3OS6qUCrTEXAgu9vLdlk686bXkXV729wKR4+T4V2VJ14UdnmwiE6Tuf21qa3mT25p/r9Ems9X7
XdOz3f/UlMK7fq/V1vR/bep9la2n31XZ8lpfB+u/TP/8N0pv1d41/76yPN2m9e8edsqxNy1KTv+m
qU1ma+p3za+jsMm8q6dOUX9VGvOA3y6W8zu59UmCsi6vktFQrwKrZl4xq+ZZ7uSS+9FlXozbEWv1
Lkjd6638dxUlzzdpUe6UzPnDa2I4zqQFxTQDED/+cT90hA29tg/kGPexHWfu9Ts1pMl/1pZs/ADv
2SIubtbytcW1rcv7td1/9CFNyEUG4lLPy9prT0W1n4FcO162/k+t1jbejeuWlEfbetwU2J55CFzb
IDb412CKDGsJMl0CAtv5/M9et3be1dt6FpGtl62G3L2rJnlS918oLMIASgFTaMLxsdjV75pbH2Fr
We4uMreSrc8tT+62gnfP9bv+NvUjHPRvwBkgEPFvNv9/6nw1EINYI8gznORQROEVFH0Q10PDckUU
oYn3h+uegHxmkxhQyo8lpz67ZMEUSNm2tS01WWV1I7dWWUK6/iGbAKfsLrLWbAI98nfZOuq8j00P
CqTAGsS0K7L/QoelXWbI/zsd3rUr+kYNTL1aNXOWuyCyL+PwTgetSb3TpI9AfS2y3aJvv8AwLOPw
X3Uol2f7u+y7dmV8/6UOrt2yqtQBI/ufdQCe2Tupb/rKs73p+06H38m+jQOMDernSsFrCxwdXK6I
o0nZPyiywSMORZ2vej0Bfzgbmicp8ZvAuPXM7kFSW35Vm8TGh0kPsJFdP0kBFAzJMfVC3JGXRrca
o14dJvAx77f8UneJR45wNJijoQfw2uvdh4kdj01E7sLKSji5LcObrWDOM/MMpfWn9K0bKdRD+2ur
zDUAPL/UL8asvuHE2Qfv9i1vUbiF+T1Lenxq3vKHXNf2sTEHkEegvhREgJMTx+HsKxkh6RAMHxZ3
um6tKolc1dv2idjAn5uWku8V8YcOounb9SnV0ZkPEMa267Bvwl3EpNAeH7ccL/XjfR076qqNjDJI
3QZ79i4wZ78eRiqEuHPuKscCePGtAIAn/9gMRrZbX64IWnV4SwBJebfJJdMI4V/juqtKUvDLNqRT
qSjZm31satZaeWEfW77YR73Yx5ZXLPbRdIBsbnlyR9Tjb+2jnp12v6kqNkJcxlp9y/cCiCV1fWCz
Td5SFfXmOdTrT9L4JqfNxtdOdevzlr/Zh+RttvxmH5vsO/uQAgN4ULGP9f1KnthHH/mv9iF5vRs5
J9c2f27aSH5Wph80Na5uN1MWGwGwGXD5t5e59kVo0mIjW3YAg+y+CJjhi4AUvNmIZG35m41seW4C
UY7YyDvhNzvZ8kPHeLWT9acwg7n3NF7+rgKzNs5+ADYBzn9gssp1Lp3ozrdaM95rMX4FxPTcFO5I
3uA140FuQwYx3kfd5F0ZZcA80Ejiu3AajXgvt6toDF4VjHn147g0ufax3m7NSW9WDoHECBAciChV
s5MmRHB0jHo8rHUMa8BrrgcQQ3RbhUT+omWfUJDrSgcJGQgkHum94lKr9237PDUZIT5bdxc9yTA0
Rf+xtdrXZxcVLkbmonevMLyrxHBm4mB5zFVveeDlKUVQtFifQtqecLk+Qlu6Dsz6kJvgOrgOY+IT
90EM29sYXPQqTUL4OoLVVxFgsgmt1aU3MAOt6yHXgEuTd/f+ATo7ds52ubivL+9T6tSj4Z9bPwbs
oyBGrvKDh6jThn0zR8FeklKgZEakEqjqdjjSGU+FWsfqbiv2YzWAxmCAMTnFHWMrFRG3aR2CfPTw
sJasjVlVZxw8+Ah3a/qitVnR72p0kmbnMEjU9XYVSbwvQcPiW0oz6Ut0fKe3CK8d9s7cnabautR7
LXnTedVhGwSN0Vl1vmhHbje9JXmp46L3AESKFIRenmuvQ4jKxjiqx3kZ31VlqYf/1Hgx1BcD96by
RfurjovK+AaYt++HbQDlGW8SNzz8VmXTqvrdhQIi5JSlsan8fhAq9FaNElCGxTgu9FaAat/nQ/5q
Iuujisox1iEty+XCdn6ntmgzLyP9W7U1gqBB5YPFRwbhojFb4X/2baSldOtvvfuluqQuBlZUrxbr
LiJIc9wIOs561J5waH30q6b5jIPEQCCFmQIlajWfIW01ziCvQIO0lOahXxzdNjTADiEZ5cS6ufUw
EINBMglr0GATdtckmXLye9UWU3q71rUCnHbnPHyQZAXSR+K5OYesS7flX4qV2y8Q4aUvsFvu1txF
td4oVtViqx/u+95J10JRze+dV9UiWLguVOOkKD30gXGpGnD8l6rhMPaqGucnAHMtqslD/0O1KHeA
ullUC3Rl1xdK/Zmw1KNXgalQpIr5BAKE+YQzuk/kSePtLW82n6CjJ88F0lXxUsAnl6TIhcQvw6e1
SkmOtFEGzR+8qeYsWSJO8OAAs3QBytvSwZrn28EJRkm8h5YWJU/R6/Yxyv7aGpPsDrgHv4wTAJ5+
6egkwAn4reuBHfhLR86o6iM+gLgvv+mo4zn3EJkWeKy/1Ja7Iq8eg6kC4fJNoSIPtaugw1tmy1OT
2gCngUjhTUk1GtT7lj/Vd1pmzoJp5eLdsXQlqmY4xF1lphvebHnO1MY3LbBqq0pSwGzaurOn7Cwp
TxlChWewDzHQD/eSJ30Bt+jtQI7XbraBaL1oPLgdIbwiJ2o2HRGlLSctW9Z6p3OAEIXdw6Y5bntE
kSt2edweurI75Rof/gBv4F9vq+3V7BY35JdtHFa94BGcwU97lJRcQC2BDFqx/aNoKXlFNXXXSQcC
05pc3mOhK+05SezvW1VpHNTaqC6K1SIkp8hsduaHQjuJqGglRpo106uRrnlvRqp2OYAznqlVT256
YcZS/+8GKkqWNSF1yoyBbvqB1x+ciFUCgGN5oXJxQKZ9dIG93bKkZ2f2XkII3G4lf816s9DtZW0W
uuUpRnlhoRfDS9jWZqHrUM4us7a/W2jRu/pNMEUsK99ellhoMk0Xhix6GeV4DqIBx463B9osdO1h
KcjmDFboKASi/M2Sp6K6sNBN+8ywLqx01T7RvV0BEOxq9KLWULgD0waOZrcBerPS9WWtGmKhaVe/
WuiaBenVrlKj6riNDVCulxYq6hDand36UfeyjYPkawABvLPQRifGfPYrIEvfBkIstNetVwuVgjcL
3cZGGv9lodsw5CUwsXg0aycRkIIiAomTswF8DZY3Y/dDvUudubpzOm2XFJrzHXYS97rT0uLEcZL6
WYWfABc+9ztB++F1OdgLezdgZH3p3ou8bfcF6LOxeatDj/exq7ovkj/r1bQEKcb3bWzVH2ydR5YC
I9BBDevn6aFKR9AekploPidzvo+aBzGob8VPPts3D5kSxVfRopLmT385bWB+6C2VcJ8cGCCp4BUA
n+OY+HEewJkNXIUF4yIfjuGdMqn5J8cDpTOGC+da8n3IqLKyXcDIa+XY4E60Phrhn7upKKJvTQmV
gLEgjWZzr34PX6SbaAwcYAJARHB1+E8LAKZErXgGORb2uMUlqtZkpEQ+iwCakZEidNd+iQZ7HSlY
/KDJJSLlFh+o9yPVtiGYvctIjab6OlIEbLyOFOdTJtBPcK3Iu0hK+3Wkas5kHgADia7kCVVT+6tz
VONipCR/GakuMNuPhjW/jpSoWmXxne3kryPVmBPQ8MurcAbzWlOU6As41q8jJY+sYFEjfIgXIzV7
/4+xK2tum+e5v4gz2ind2pZ3O87SpO2NpqsWitr3X/8dQmmU5uk7891wRBAAZSeWSBA4x9O+AiNX
/Y94Vca3cmqTvdmG2mdkPazwFhif9Rqphaj9b294PTc3q46twyDCXz3wKwGFgobkbT+dk1CPzou8
waXvcqQgkQYNZEwdsk9gpzFr3UNpD+z1DFdN0bY70qNmQg44TbPMMDv+Mw3z8FddxUiI94G0jGxc
6hfKfZ7EqMVWw2RsKvdgF2935GFx3/35FMu0DDXx9Clme3IPEiKcb6sbJft3U+DrWOR1ansr8BIA
b+BN9+3LohkCgDThnv58gnlWLf2FxQxY5gsZ3pViYNcGzHEnHK4ALyoLkQSsZJ7B2XW0GMqb3eL9
gC4dPALBX+WTCjVk4XZ2s0eSLvD3lW0gRmauuLpsrJ0lwZtHcpfkBjbUKzaxYfduzijwUgCgIERD
mnSDdBXlWY1qBgBz0V2pG6crmreo5YOrd9Fx0adBWwggXbmGtqEBDsDOg27qnzMn025uC+iZweBy
z7FoRrFIFsY7UA5m61QNk04A+MBrq+NkVHOR3B6CdJOu9C78loD89UhapA90odqfBpQ32eROALfp
lLjsmg96h8iHsk1KcUwdRz/PMwKZDUsZngb+a99U9+foEfC0/twBTSdDQDv0JbK2ISZJH44KTbU0
dj0wr4IVqpDwPXpJsJpnn4I0uUPN5GrWJh1p2b9l05kgUMGHIV8IXQLqu29iP2eHhgXhWdSgcEf2
LzjfVUMyAzmKQAlQ/WIakX+cF6Gr+Kc10Hn8UepQqdwDihuP0sURXcnkO7ZI7DjqWP5u/qUxT2B5
DOlGEhWKH+Zf7mmenvqzTYb8/IBNzWHRmW9kuTGaED8g7ovOAawZfQKGKt0NH4BaBmA90awaamvA
boF1JwOJTeUJ5ttjVpwNlBDMjfl3l0ZJ5jUoKUMmD9AZ3pQDYMW/s6WBeRay0/m2dGL79DplipxD
ZKup6WclHTyUqxTgB/58gzTPrECXszQJhL7Fs+bXbPTfz0J30TS/Gom69b8+5LsZnQx1w64jhf+v
m14+9fJ1IDtU7Bhzv/z39hd1lwFxsVEIKC62WCwwqpsxZgdwuQNfVYmoCbwaCGuFCYLoNxkATIK7
3FxPqKjFKkzJY7VqLLBOFyihuZNdOt4ZRgpyMuadkQY6zqK49gyQiV9BajDcvYrZix0B7w0FBNpF
gLvhQlf9mGqXFjmWyPYS2BP8kS9qwMw3TpOY1hGwfgB49LdK0JcgliiaHyQnb4aox1e9vM4B0jm4
w7tpSYfcAxjLxRYG6COmW++mMQxy8KMCjVDDD3pfAAXv0coNBwWWyBseefZIoqBUieeTRGKF0uDT
VB5b4AGvqDs3qXsPENABSIywElEk9lbCcBPKgBqLWZsB1dk36uVMZGCPCgOwBsIgZw6Kofg7h4Ft
TJtqNKatqxSmpLLu0pFvZ+sBOZiyLq5ITe7WzmAP34FXsnJqAwDlOlhBJDOHR8PLq53IUv2QmVN8
I90IcQhUmYNkkqc4cbPCb00EuoSg2JgdQkaggSxwuOeY5Tq3B7yhGysHcyI4H1Z11IB7kfrMyn8g
zco+hpZbXng2fef9mK8dz9S/G42NKqsh+wWWxHgF+HmwEYLAYQv4qOyUerp5MXkIbq4ibT6j2uta
oGD2VxQ4Z9Rxe581w1Ybff4ERsxhHUb9cEQBnZSrZAJo3ooNwdu1CcYXJJhmw7EnjVnv/fV/JeSQ
GjIkFxzgmpvMS5G/BbhMvR+bL1rn4sUweukxTSzxYIG+e2UwW/ue2/ITFoXeUxxW5X5qBxwOt0X5
DAyEqznk3jc7aYN1Gunj3uH28GkES8wmd/Nw7gKNI0A6OW93mSHHT70Ceh7MMtgWqisd7viVhTJr
Gq3wktsGWsp8cmUWNQoBxKOlK8r5oEuO8VCDi7kdOdblzYZ6U2V1Dy7WhltZTwX+3dDt0tZCNgsQ
1m2tHY/CBIPQfKmh/hr4ZErKCpx2zZcGSYPaHI80tDQkezc8X9I4cv+ksXbZaID13Dl7fBJnacli
RNZhbQFJTljnqnH0Q9/zft/VAPqXCaJnkRDBpxKZ9KtCsPhn7AKZIgejy6qpjAP3SvOb1oe24scN
HtMw1nwcefUXwJzaBzBG1Htm9z81Vjv3XZL6MQhmP1UeB/MJ2EnXhajKLzmKbgAcm3uXOpsaxPbj
K8l1qVcgfZJ8Z8R2+cUqNdQQTMkzkHuxdkhDY20puTdJc+VOLL52UebeZ4Evm2LqNnmj1xepmixC
9pteDYcoDWu5owFEWNiKhQhZTG1VX2aZUgbNDXZQnZEHKJ0wsYvDe984ygS0CqnR7Ulx1qFLIJWM
KtTfgtC+kieSzdMgTx20j22ub0lIdzLfWQBoA2S+6qiNeZubgQLxUscIbIFOI5lNEs3Q9lEgH8k2
zNSNkUUnTFwOSFGbDHYm0/k+lpmMPgU8sxP+94bVlBwZh2vg5QJ9Rs07G8+XarjQRAbURQ1lDKpL
A7Eb7nubVzvgvccPk2s3p6COv+ERGD9Qo4V9iLxNZ9wsMrsI1JcTloAJhBUNhDguRjp3eCOR0LIX
cIW9YJmOGEePLCHgk+tXhBb0KziXNGPVWEG8wo4t2ntRpV9pmK40XcoTkBkOwdjpxju7GvHVdWF5
0l+UubIlM7c/2jog/xcJiYHOE207FK6sh7qervE6cUztNEZg3aKrpChfr/4lA3X0JZymYPdBd+mC
xm0qkQIFp/9ylU6NtjKAzLWZVd4m79Ud0JSA8D5GiCLu6iHtAPxBbR+CvSwVABib+4Gbc6CT4hRq
bZVeBThrE7qkYFhlBJyNl6EN88vS1FX52nU0vGqZBZgoGqUBWXU4yqK+2U3ayWY2AOCUzBMJMEFf
x70YiWeN/Wr5XgEYn7PV4pPpdQH2NJpXGYZp+35KUgzCpsMDHVDuA45bV05lZj8ZL9aZyEFG5AFG
FxiL8TcZ4GdclVI+TmUebw0AXZzTrB6PiIvr+H8au1uUsnBjhJr9UvXs69QUw29pbGY/xtA/cdsO
Piep1NZSBs291iNe0TdaeeoCyz15XqZtZc9ThYsLfDSh8S9Gnt2ioWmuk8NTX4ts5ldu1KH4cMwP
AJ2uDkAfqS5la0VbLAqKB91yxjVq40NUVbGf1tCPPzMDWdNEbKohIbgfS/On4NHPvOLis942g8JE
qx9G5RsPRXvrdtmTren2LQIapMaKG3U0N3RuYdL/CDOEZkhEzcglqFTtfPIXWaNC56L2RmDhwooG
vJ55Fy0YfBJZSVyjGn+PWvHiMlVddEIptrl17KF81OIRCH0caO5a/LNVHPSASv0x4fn/XLSArFls
uqAwt5XnlY9mCwA6PTH+thmUTaVsJHg4Lxb2NCcgkP+KXR0g3YcccK2fWzaY50QzXQCKsfhzlNuZ
b6FIdz9EIv5sy+nGDZ3fg+Moecin8o6MIpPpoJFgiU9dvWjZaqgyEKsolzinCZ1Qf2mGWFwKNzBX
JLZqs/MHZ5D7WWsqHj3ZPxRgk+gsbFrPsYdq9MRBlk9rAxmyxXo4zbq8v2XcSveeUZw9VSkKBiN2
lK0792xVOUtyphnuxdBDIM+r+mGSUVNnIJk11atHFRsvcrPw7tI4H5AHWIWhX6gK2EnVws59bpX1
2rB44JNJQCXEeQfK5RCvv83iRxsnZyO8vNiwrLC3bdjjlFTdKTU06cDH6ODazvcP8sQEJSwYkQ4k
H6WNG+/BOnxt8G4VVRTOcxe18N0+1c4fPgG32VMJCvvDBzk21x0Iv5xuRwPIp9nojaoLUF8AqwFO
LpO+e51BdFHla23E8ZNT34ORdOUujlEJNffz0MZKxbOe5+4EWPNz4aHggUq36SYrEKtF6Q3bxmo3
4al6HFRDV9QAQcI8SpUU+z9lH1SoS8pktnRJ9sH9v2QfVBb3vPP2eQmEy8XncmdW5+n+ABSkVT71
Bqo7uAEGTSdAaZUWbkkGGH4MaBLY0xN2DiSbB1AZctf2oIyHJWnRlTOaX73ABQSeklOD1b+96XUW
+S5YQ2cZfkPBoeuTX6RBE9OVaW2Bn5LcFk1kNOSrPqniw6KKw1bDtztXbgaAPgYr3rrlqW6A5v02
KV15DV8jCay5LvdX98B9sFNksuQcgG89SrhFAQ5QYWDVJFoP3gYxOOdpMg/dFDUNCgjNQ8Ad57zM
nwqnXXd9am5nD+TMU3T38/2YZd1cw8Jd54xVOLfEnYVjWp1mbTni9xTXpeEvn5s+IH3U+R7oS8CX
scxJV+obGy0DXx197qjGzgX49CB0oE/SFlp9bHX36zwv/jpAax/u5kH6+2ldq+/n/pjwEBmGerCe
nbkscU4NNvDLnBbA7gAI1mErGOnTs2debDHEp7mHRYl9ikvdPlUNil8QpBEHhJMBzqnQxrUQVWtW
J1SmJrqj6jqqu4wuXRu10MdaSnel5e1eq0DxxHPw7oZTfipjNz/VqrHzKgGIoLochR0XK9l4fwSk
OvfpkhodkfitMfHP1ONk/tHdLCWnNOQ5mrMCj4TY2ylSnXTNfOS8YE9a+C22qvbZcu3ovg7bC9OC
5hmpUOqMFQhuNOgi++2YA8xlTaOC438sKxzA2YPYNazcY2Xn8kG4SXiHQNlWxF76QKLeA8WfJYxq
vch0I0jXsjaTfaOsSM/V+IYldnNHaoNb4UAomp5mt8rbaBh4rxtmtYltBBhesoDHfj+E31OsHi6F
3QFlCaC4c0My6gICZs2jSDstog9qbamHa9CTVf6HAeqSY1A6mru64t/+p5O/58IyrcY67+/bWeZZ
bvaDP88qca4eeB/nAWQ/2/ShjDaFojExrKpZOygc3LXEK9MyoPFUrSN3NCwcT4AIIU13Wa4e8X83
QIYJ9wjmPixyUjNw8NisAP4BHC5neDWTLrK5yyJlAHqBKxogFepqZLL4cSVgw7GfKv1Iy6a9a/bh
ygqPWhFmPx2QKQE0MkkA3wZy7xzFDQcsR7MbYGgGkJ0P5rd+wgqXWdmvuK5/cCSKfvLi1sU6Cwgl
QfHJQ5Hypcq12Efh8vCSB9GjSKz8F5/GQ6PHzpc4B6pyaTILL123PPaWZFvXMIxHXsl6RZ6r4tiE
g5zvJkG1/FaMAOI1xqC/bwAsu20qnESArzJFFLvSHRDPgVOLhqkBYY5Cf0xaf5GhkBAYi23QbZtU
A9MCYC/kWmJ5tkN65nBPinJqBhwTsQALRchoIMZ+HDHwDBkhqTo7GUL9EcyrHoBGcDfUCG4fRlsO
FzLQa16jxqvU1pEdfh8taT05aWs8FDUYj6RjPlGTOi1AJ0p2o14o3Rw70pqdqIv9SLEBuYO3oy6S
VvOdZ7rWRlPewPQicFYcTbO7ED91VG5rp8k0VhJxs8cCBY53bZq+tJoIX6xcdEcrqaY1q0z2XJvg
QRtb1IiVQGBdebxB9levlSB4UOjN1jQ64CuMgghEyH/6s5CUpo47s5KurposL7ZmX73MLmi0iE0W
nelylpJ5aAETApi28Kl5jq1e55gJUKKAx60GB5u+r0D+1G9Lk4cFai1rpLS/yaseXIs6KK0345sM
O/72pMf8Hsxn+q2yE/02IC6/8WwgE9ooSd+CU7zeg4nceukQPZGlG35zIjfzsXfMEJJqnKcKr+jO
bcAlyfHrRQV8cbZNK36QqfeT5KLEe6VqZH9lLEAGduxpq9lAoK7XTHhwQywgA8N8rujsMYMGEELG
Deztg6Tee17xnOpNf5YaiNK6UuLP1ds/XB65cp1HLFsjHl7tA5sZAE3px5sGKAIBjCT8jyL46lt1
n/iebkPbqbQtaJqqO1L2zDw7pPEAomXSjhCkxIGkDuwt5QtLhAmwUO6VeuDwMx9St5SbOLYA+Eyz
Vy+tKHvQp2BszIYEhIRjuGE0l7ATgKbJ/PJqDjzcyASg0DxXGgoFE2t68327UWXdlanKlsXM1BRZ
Vvo2Nqb+bAHU3c1YFmD1QMmhn40IVmQIllzoSipuPU0MwK6rw/MHOWl0wNRe5zj1ezVV9sjPvxqo
bdpxxusjNYHdo1CMLtuJgYGeLnvAs8/jWdW8XtEAdR0g3WjrVukkeQsbUn9n/u5yHnpzR12zA/Zz
XfJ69U5xvqTxyW6c8dRiewW6w7Le0MzvpkepIU5f60+xhkPDggWVvquAMb3pjcldz/0m5MYaoZHQ
53VQXstYK696lQOXolNsanU0ldtZc4gboIoZurN77VfyoQSyzIEMOxfQNhvdcLdAH6tPqOUtUemp
WdXKahDToyDFuwYFXRtWsmZNsjkAskRWSAhqypXddcFpMSs6sz5MTmTtW9uqN5YGcNseuNay0rLf
PYDnDaDX/DCjFBDSzK4fG+ADITYo+1NgRNjYVonjB0A1fyolcDoBPJ7+ipChpqylYD+aeKzB92m9
RJrrXt0ot85Md/FKyMDLwlHus0FpdLKKSlPsRyWcDGO69A2A05VB6YJVEwxIIMxTXTKjq8IcvCuo
SpDbrAHp+M8YucgdHLPyDtTuHwYYDraxaNR/LS4AY1EiDbpotvnwMwUy3m/peY9xOOAQugIVUlrq
zS2oinBf6gNAxKcAHMAj4Jgrzek+aSVwcftKc3960c9Ja0p/sqS26zrpbGPmZcjhaOzCryQoQThK
vlnlZh7e4W3mFxwBWyOT6JtmZt61EZiWa6vwc8AcgY5hdP15FMdvycUDO8zcRVHD4KetKaEj85Vh
jfKHZGzbAas6xKdGMVevJ7+YmH7kURN+FsCOWjdgJbgHAk691eLIOHetGR8Rh273NZ58V1BHpn6T
NsVTkrQoFM5b+ysP4rvZZfOseRzRAyuu7lnj5V+LFElv7VQ5j+BuqP2oleW1aIpfoYV4Zgj8+3jY
tbaj+46JvwOgeqcR/EieN2yAUpeA12nAoZ4JKqxUNfOIBBtCbBnA6dM17SLtXL9YgWOsTSG0fSG7
fQTa6meug2kvD7m9LW2HfwF9a2WW3Tcgl1d4blUl3oc6fyzl9KlQ8gTw/usMhLdXLPWMa2VZSKrB
YvEbXkmfagC1PwobCxtskyrfmfpyPRoIHePcsToy5HOmQIx61wzeYF3ZkLdImLfyHSq1QdZiNZl1
xcr5nQXpLba8At2YbcjPdeCY21xq2gOwdXFa36bshzZZfq+ZwZccpIMbN0DoELBc7QXh1XYzTAX7
ykAHjnN89gNpaXiT9cCUQWCt8/EAU+WQZr3r03oESWT1kzwileFs6bb1kpqxhX+8JD8NSP29ixWG
fFK4xQ+PbxpyaOEwDmDf3bFlIN2YIi4euZmNQHGT0yYGHMEjyTL3SRuBLEwSRD9Mfwgn/KMrfUvH
S9LJ1lMQC/xoYBLrOLxqAcEHYlh0uQEoTV4byIODBtngICYHN0MX7kiWMN26y0McAb35YDyY1ibn
wFlXPrwqr6822FcXDRmHik0iY8AChd/UC+PLkFg4cIM+GTUGnipugsdkbDXhSeosPAGWOM6x//q7
jwdOeBpUQ1c0nANzHOs8JSx1SzrrZYg8ZaCy3nUewjZvdlmC56jA85oZib5yCjHtI1uRInYhHvzU
N9y6fe034FEBlZuD8UUffBmAB1LNIqMuDYAi79UP7UqoWXzPc5FdispoEIEimVV07R6Q8gFwwblz
Zj2yzYw6DJ4DPMAAwzwipqW6sk6NzYDUlT11XRtnh0FdNhcTmEfP7ZRsLTuuUCqZm49RG/u6Ehtl
ZV6izsWZp/JRO5W7n5AGvaEJAe6a+rnXBzvyAawwECA1bn+m7qR5hyxs8gcAgCOJPTFWZNTWmXa1
8ua3WfLf2GPzk5NXYC1o+5+ADmpPTcOGh9SoDfDQDZdx4oVcT4D22OA14vqmm6A/DLbPdfB0kLIM
EAHJYuTWzdpAsWfAxq+tPXlmjojvG0V7kqLWbM0sUJV2QSU2OvkCk8lLYvT5mevmi8fG5CAQ60Tw
GgW4O/wb/y6sJgmQXAwmWAF8ez9GxDI44rRuh3M6+2jl+oij9QQAhYhFXiSe7mugd/Q7/EtZT8j0
qddOA1gW6jp27/pT3DG/VnsPjizogz3mLSJsUM4ybbxIw/xKvRZkOyCkNVZtUESoywcjTwVq9Hsa
LD1bgmFnBOGpssR5ltiEKEjbU1drbQ8rhyTyqctEqB11x7BXs7Iw5J3nDnc8Ze2mcbm1HRDNfuCg
sN5wATrZONaSB5L1XvU0Cic/kwjb2fiGzCjUHRqdWEfdlBx0LwKA4JvB4kQAyFGA0ab9l4PF4H86
qc0AZ+BB358MLQKavZXL+8RsglPRTul97QTpPXKpcEYTjzhuepNVKQAUc8ss9ySjBmct0xq8PvZ2
cktwpgKjA3U4gWh9ckM6CdIZNm5yX8hAu6NGSLFGyap1WURjHw5nrId3QHrVZy0azCtZ7isdmV4f
BqbIjPDw74vNMuAq2zBzzZUd58Vu8Q5AeVQ42ePnaCina2F/qbSgvQDiFo/WHFhw1xIgnbvAs4tV
HNaDvQsKAQYVnEENzgMoEpybFgPjC0TleFgbLSKNFeLcWZo6D9T0qJpyWBDcZGbbD63opt2Qx+Ya
nOCwMIP6ZjGvudCoDcSho2xa0N8q72RfsaICoGNYHUlFG2V5MWyQ1rzN4KRYh/S6NHakYWmmczNr
vpLI+dxLvEZXmvBwulgO56xwvWutFnjUpKqbG/wm0iw9fpBbzIh8kE2B+VOpkS6pDDr2JmbTbhcf
i2kjh68OD6LDok+DXoXkCjCY4tDy73vwsMC5WDgf5SUYtFeLz4LLdIVtYrRfvJMtEiCNbeAmzqy8
WARqxdoiU+bvD0hdRIOnVRq2MWDe/voOUEhzc+suRBruAFbFsIxXeTyC4d7tJx1veJ0D/dJy9RP1
qVm6ZAP0GTznCjDGXULH046GhScy7z0EJR2xKovcfk7tYTzIxgXMmOpmLZgozRQnf7zT7edWz5EP
5entkUbttPuejkifpEEkKoGEgzdPZZelj72Zb0lJC7l3AQ7e6wSiL95PAMSJ1wlImSaos6Y9jkbs
PKsJ7Bog0Z5p/0QlcNSs9FHLzy7KNt41HlC0N30HRPAPAx+Uly4ySuqTPuDlA0ckFmVXpRtNpQbO
E9FQCYKGFcgzpP/BMzB1auQAvd2M06bDPs6817sKQqRJueJhGq34XlRWAO48HfiBoPS+p6bTem9b
Z1a3pu6g9Nq0yg9NkhcrzUuSWW/E13uKm/ZGnqLWHHdphpPSsEYUZEzbY+vh+KgKcYRgmmF7JTl3
EL4dVNUjlAIVL6EraiyrRLlMYL98kJO1FuagbtJwYE8eyWBxixLHCKEPjc2z04Crc1CRtxZOgZzY
3E+FK3ZDbIUvbKxOxRjr39VPHTHysQQmgT4hZlyGfhwk5rehP5BCUYJ5NMyEcy69aWVFduAbkWZ8
0qcAJFiGB+5vuzE/tcJ+7RK/BQ4UTEDhpUjLUco0midgIBtAPE8irAoRrlL2ZPD/sCd3i/d/2S63
8mFu6tbhuAZ8cnmYxrY7ujztjnQ1qO4io4G6MN+rkOyD3qLyL1cGM8+BNcYH0GiIcYVlRHjJ5S7S
48o+mjxLzwUqwcvvos/Tu7YGzUmNzJZ1EgUldRFQr++RIFzdu+AdJBH1IicEsQrLcgRXXBZj/1Xm
V101pgPUkaQfcUjQGn2z0XiMVb14TDpQDtI7u0R268ky3K+0PCDRFAjuJzhl2MzLgpiDZLUXzD7M
SwCj/5f9rBvKivux1ZsbcPrmW6nY08ttBrSFQFHTUWNobnaMROObydA7iB9iAIQik6I2TPOjkQIt
lbo0YnJsb7dvIyRzTAva7wwBMKcdcdoJWk6xz/Hhng3AGh4NKTK/Trvxq2ekSAEt/ymvlByo4x/1
TUBZgrwscv3C0lDgYFTVVyx/7vVpHHAuX69ru0iiFbcKJKA55TeXY60/AaLvqa1ijrr5rMZhW+4B
r72wgL4UuaCRMMNd1NvmTSKtA3WkibFhjRAbnC52D/oA4gJsgvU9deuwcu5Na2cmAhl+YFq0d0OZ
dgAeQ0CxbMfuQbOQem0gAgS8Ocjawm3valCtkjlpdJ4NXhgdBcWzFxOR0qxrSxDIwaB3kuJSmtod
gN2/1xpSYqyiirGtlt1THKNChjE82wDn1j7hLLN4QLBijQyH7qkvPQUqJbDv5KxdFanX/nTE115z
5W+Xm1/HxGDPsQxsFNqU8pqPdQQOMpDVt0g6uUcyZgng/0h+c+Jo31oo3Qk8p9qyuB42WKuXh3Qy
zBdD5DePS+0+sE352OURMPoK82VieJslqcvXpIWg/XujIilvTsmne6T82Q/V4xiO7soGGdp+nH9M
onVXBUoh9g5+3tGaxqnP1Q8LqR71/WKDTWx9TwMfZLqXpDsjE91vGhWWzMGznKdji+yhcBx+hiIF
WX2J/Fj2iJOqH8OoizsEB5oLA5Gqha0L25As7Jod4xU7UU8EpbijBoR/hSozwr+Pki2jDRJAWA7i
DZ0ZK7AlTmAR7b1z24jgXDtM71aAcvTOtmoq5DP72ohsONIBkgw4fqqS4X8Iyw4Jkp1T3o7xHiBE
+I+ACOmLermy+YjcMdWnq6VZZBIA4u5ki0vUdyDXC+tblWXsijoD7amJmmRdc+kegOitPYGBGWEx
Vns+jWaW6xycCZRSZAouUe+KGtUbDZIIhxaRVSVPrFOuvf6ZB2V0pSHH4GARcTJxIHVDiG6blDEC
Wuo2dDZOR1fHYRaNhigCvisyBD3VbZAG0nBWAFcOH+toaK/Mwp4jRmWOHBnf19YUPaQtix5y/IZE
IeM7EoHGyLhEA5I07QFbiEyf+G6wXZRAiiITa1Pa4PXSjHCH4yGM97VAni5WxGQMytzyFiL+RI5n
kdCcQ+GZ5TtZhGwn38S6zZ+dDnJKV8B8zkG6rpxa+Scdafg3cmBOY3QeRvMT9Up12wUbdUQTtWgz
21shYi0aj/L9q31l7seuAVmY0madDbY6o99Rj+4Mr5pub3LQuyCUnuJvg6SQTc2Sbjs7CHP+Uk+J
DfY5fEHgCCku+IOfu1UcNf2NWWK8BZM93Loc+6Cpit2dZ4Pee4VAdbCLbQfsFPEQ1f6vkPRpTIT4
6knX7Qro9qL2cWL1RPTmUlrdQdM44qBBZ34agu61W6qEA+p6OXJ5ifx86ZJthKylQxOa/7HNEZK4
S/Fg9kugLF+GAbHlFV1mOn44oxXW27HPIbQzdeKoGtB64+QVCXtWNPbroAAl59opH6XRVw8zvV/g
NhtLgA2LunndWpc8C+6pRxR/bGx/WzIOTgiIdI8mcpb25Iw0Uul0j874QA5JPTfNV4c0Jkpb/fHK
fDXa2Gh443RXY7OHPUrnJkf8GT8h+jkk/hgyxJsRVZ91SFEiAnln9VG36T0O5ndUEyV+WylyOtdr
du+cISP4hv86oJ6SM8e5bwtDuy5eKtur8JBod7MCD5i9LwBhtpr7cS3xA4+HcT3fHIKY0103Ovoa
3J6Wv/ihq2BwAUiSVhrAiNRHIaEwmr1ok/RMd00iWzc5Sr9qY11xr9pYeYDwSyu7s6uawnVBLaGu
/iVzp2bvdaI9LLrICX1vRfYk60Ov2NVJ++V/6kqUd647wZINw1bsErk6dnOJ1u8irTInZBmZxrSK
xirfgU0E5QxKaUR61iWKlDoplai0Y/rYnEgWzyZqOEaWBFYDcD5KEcx2rx6LHGk7Sbh57Srt+QbU
1ShREMI8M9jOU9Es5NzBCenO4s4v6r0bpcuhqPcdMvqP1FvmJGXU42MZDpb0NU00T0w6BTZWZ4Vn
Ncve3Yf6oI5ZTKhT0Ruc4KivpEDhJmoBbeT8hKX48upHaS4TAiT2nEcGWA7fPvdyw4VrSj90a/Cz
kqvZbc21Er+vPd06L+rvYWeXuypL+nOJwwkUfGl2d25V08WTtcN/+9Ok/u6sxDkb/umUDqmTDg31
CU6zG4DQbxdjGl26pEcyB2+2vd3x02xf4sUGhnccMKpHSpn3w2W+Ul1UTuEIDuyq/oeB+SnDJzwY
52GlTc+bxZieQfbfKsvo4vDdJG9eyPbdJAHSmf13wsVPXYLVJ4wx/GH6aIwRNkUIaQOM7Rb4FUNz
LGvXSFd0SU1aOzjSVc0ie6dIw9RfdPo4RNHZO6XFcvGWuma2CfV+ejcXuWh5cuDCHdeFrEvw6DTu
yevFWM2X7/qFZCiqn8csZDWbgIY70HggTPdEVyMfgC78zn4ZMnFIuMERY76ehyNRs2izjGvyJxIz
xjM2zN3Zw7mDDrxHICmD52fVlzZam7UD0guAlxLzhl9aFU2ex0HsNtuQjEZNZb3oka3XIi9+9jXb
/T0XmTgiR6KZbmWIOIf5g6Yf+45hi6I6hiiqY9Y0EmFiNdbX+UPktt1Gm9oMZIZ6hgRzDDhg/Cyz
JLlQD2feqC20hgPpkygxYraNutZ7nUQ5MrRqXHU4D0AgHD6oMUM/wtcwz24nozhWnoVv5m32UNTV
xhuHGmGvP3dU1cm1/D/Cvmy7bV3Z9os4BvvmVX1nybbs2PELxnKyFsAeBEGw+fo7WfKKsnP2OfcF
gygUIFlhSKBq1pxNrm6f3uraemgtCPUMAy+WFoBzG9bXUDr9NQEC8mZOkky3T6a/Y/qBswC/fQvH
KtjeZ3Noc/6iNBFKxNWq4d6wkYhv+pUjHzuw4G0Gh0HDsgwhlJMNqGWqZH9qh0q+5cRRwIKrFVbN
sxTiSOYU2skIkiB14MW2fKM1wAJvbWjU/59rxH7V4daoym/GXUilmh9x2gVLnrLpDKr+5DhWU7We
HK2+F3m0cdTo/ajU2AFpGtbPubJBz4zt7XasFcDRuv+Ie+H/8PL+uZwG9c0ahL0ZXcP2GZgZnsYC
/FDk0VkAKQZ5/IGUkI2S3IGdxqboHyACjwdkzg9MJMWiahOJ+JcTvJRdai0HZJJnMdPwpWvTcdOZ
BFDqugtfsKdg+zoPM4TrZmcdoTQE6cXhGYrbGtHHNDqNErVu8QidijCxLnTloARn5UGDdFXZPC5B
+iAPKbJdp7sLZLX9PW/8v8DWzlAjOS+QKKfGLvtH4I/jHqWJ7FpW4atTmOmvuKqBzZ/G9OJylZ67
TrZLGuhBnd8D/QJ27guSTXONbI7Cc+yI4wUZs9DyLnTV2NIs6zLPN5VdulBYEuWj4/XJ4e7ioVT6
bOY/kpaiaahjGHe8xNPva5rtmpXT1vHtQ++T28L/G1Juxd6K3X/qYrCOItAQo+nkd2Y5HBqx0nmK
dbKO5x6ZwDZic7t6oY7ly6NQXf1IvTCBJofN58jR7O5pZLyxw3T3ViP5qwZR0trRcbq1gBF4FQAt
b6FZDoqmedRpm2APCTcU58yjQSwjlJoLsMPPo3aDBEFYOUibYzDzYvVidRuwRKX9Eof9TWc5UAea
PxS0FR8oLYhxdMW8Ogki1LlhIg0OJQrzhJMMzwhEi5PIC/Mk6sY7p7EFYErQPVHTtJPzYBQDUgym
bPZi1eCcwjo/4+wRg0Ur612IUoYv5EHrMB4CVpy4n+RPJjAh4VgZZwWOvv8u1IHpYx8BI3Cz0UAa
4uyDIohoQdPI1rW92TZCyGWtPHyiY0NlFJU/yJiMXrpBVSge+VOPb8aSdBMav/rtDxibqFt3TQMw
dicjhFUD7EzDEiAG+gD6htikN6tS+db69idJIDKXTdk6m9uX1UAXpcj8L11ep8cBLPq3xlTgPVlQ
X7f/FE5qgU2AjeGSTGBhZJsUye2FO2sMG7uBaAtU20/eHEc1qIhf1A2zb90u0v925xgsOdPoH3Pt
eanfnCkk+3/OvTv/r3Pl/K3uH/Tb5/76kpBaaLam8PjKD7IBNLEAZXVOgjBdBfrb3k4gt5Tgrb5w
gsB74HpmaJq7cVdnjz2LDDQjUtTzmiR9dJDlBuEEBrT5qQQLztQhc1qWwybrkRQi233AjcZzOXjd
8b6EQDpq74Hx8vYpd1+U8MtFVifD7r6Imix+gubIkUwB69oYWMUKO5oKj5S7n90P5lIPWwiHZY81
y/E31J2n100RoeoLGJubjb5FrMoNkjz5w316C0FgsFAkQA/MC9wHuJN/xGFs7e9/Pasjfajq4tvd
RP6Ib8WLxh+bLQ3QRyXcsR8ibVbkcZ/g+jjEVp1Aac78ebcfvRnfR16x8316VCbdRvsIflq2qpca
pd5ryInbcmVzh3ULUzDklHI3RH50tsrG9k63y4QxSGx3QAvZDWxDFEYbnkJ/2GTDh1+3GRLBbEGD
NKuap9LVHzZUlLcbDiHrm3PHmQfgJ9Yk59v3oP79y1CXHI0t8DWpr1EVvy5VVq4KXQTXuDfOiqsg
3PTOEFxdJA9PVSYhgRj4V/IYSr4JSx4fQ2mKczh5tr1QY1CcR9MdhRc1ByUKDMyjo8NdG8+e/CdE
3EEYQDPmhlyo8WoJXCnL642Ttw6WmieTox5HthRA0K3u3rcFpwY4rAjQ5uVEc24zgZgotgViu7c1
aBJ9C1qthTYXil36K5luK87fmq6mPB6OfTeu7/736SzpAJYpxLnwYn4dLPMPtEbH4+jV4howzz34
ONEuqEuNgUfpTuNRIC559XxmgEcFnhRZzMRfhalBQVXtIayJmjZU7YI2ZwUSATwy7QEV03Wr05Vd
xfaqKAekwTro33ouznbUjYdIn6nBraPPlRVuB1bURxp0kqI709UAXOapQpyEXG8L00Cr8f7Gjv0v
mk6j93Wh2F2vVcSGZRDHLpQ7U+/qGoltUg/WwSLN5JJZYbnBDs8Gzjzg+iLaEGimqIN61Nwlx1CA
Ai4wIFxLlQpvA7cpAaQ/o96uDsa2EKBxVOFscsSql8gNoA/Jxeox7qNNMgIUdfNpbGbffDK3bTYl
6leXqB3kD8hLioeoA90xQO25v84jy16QcQQQor9dkqeRSXZK/A+c4T4A/nSPzaD0cwt2hfOAmkcH
kahnajpZ1JsY3A6ru+3/mmRAvPJo1W+UgmEtgh5c4pf15rQMYrD2yTdjXK9oeDBjvR1c8zUMxP94
zDqx0GVsLqlV9pdA443muDzfkY0aNY/2unvXleuiLha9UOOJShNwPDlir9sdM6dAMb9wD1GcIpCA
DC9IgHB1b8iWAH297qYOSjL/xa+ZpzVhce1s6W7vU+mqSfFKZ20ol/cBhCyd9rYUGSs/c/Z5pTcZ
wGEnlVTBLkr6M/X6wgpP49xQl67IRt14cn+UQlTb/+abJXV0m1WAeMK38wXjg4SCDzI3gajMJQfr
NPWocVtVgVQCMEDNnP6ZbG1sXWuBvQH1WIKvYRXebYxMpoGO7lACM0CTxqS0gV7PBCi/B4SwZczr
I96kuEQFMKAokbcnGzUhtkPxUjdRBJpIB7v8KIuOcm7KIQyPokTYUbZKLLtCf9mMy1uc1X/5kCMN
I8g+ilXimL9TkMNvaOC+1n3G3WY3E9YiRxqO3D3Izt+EaDuEgxBOuTVzQOa3boOimB6vT3+O7YZz
cx8km/rXgwZvpvtqdAUP32h+uM/886P+XYPsf3xUCwDBqhqEcYO33Fd7EfodvpMwhzJgIbib535O
l31QRMvABeuZmGvJb0O/Xd4m0Fya9Vtz978tdRu6W3+b+tvH3tbOMjB0xgmOSXPBE7YXNkpD50tq
3Fauel2rA5fzQDkP3C5pOLNyHCnCdG8ClLA4PF78d7/bskj32dvQHV5pmfuH0NXNpddDsXBqBxnG
hp3xeNlZHgTZEohNnclEjZ9yvgI9Kl/fbXTlQDplL7m+FkEGEXfAGXbpXNZIzb3K0UNwbNl1gLne
bXe/1E0PYI6xH6UBGU/vTApMJVy+RS64VypEGGMWyKfQxBcy87YaD76FmgeHIVsJLSycNrpSXFII
bLlTHz9RIwaZHjwxAv/wy+ZOebnpe4mIVRXHT9AJiZ90ptulbrtxiz3LmC2hrP5qWTI+tlWBbtVs
e1/VN19lewmw4qj/IlevntpdlkEfU8gO26amqJZxAiK8VYOM8gkx22zHuHelXuRW/kkglVkeJlU1
Sy4He+VYQGYu8D/WP9E4eZZ5HG4ahHVR2tDz8/SfjfY3sSwMOJbjpt9KKauFVRlnEzmvnRdkCxxb
29PkCAj3QkxxVfc2A2FT7bxoyUC65+MZxnPHeXGL1jvqgYGRcx7tTZY/TeW0qayav+h4A64DzMnr
ldtZyRP5VECUfq0/T6lNV61Q5wtUMvnO6ysJ5h69kE0BavpQrbs+BrcG8tHmwapT5yBYj5AN3goL
SE9A0m+MkULPUT+/YNRG7piekrnhodbHuofysz9pcI3kxd+Tja2WKn76tYW8c+bHT6jZzHamykHg
WBr7Ear3kEQbPfMZQQOe5nSZSReZP4UvtWO1m8Dy+THrI3E2KOACwDzj3wunBBE91i+K4VHblvXG
Ij9ZZZwB4TZl7jHQKGJ3Sxm8Qrzp0w2n4u+wt1ZhBd0Nv2Mp4l++KS8Kpc47NgjAL7XjP4dzU2n/
nzDqENjqgVBF/dB0mmTySj1qHD1ziOoRBS+zB0jUsqcWjPw0m9YRuB/WvoUAINnILcrqzTB4/aUq
1KfXyO/+MEWPHVQVNrrEmTucu0rWEbQdy/Bgtek79aiJSr9/9AHV/+VE5rLwrmneqONvk1XcoapC
hJu775TZD7XpT4wV5TLiDeiA5p1ZUkWo5Ep88b8Ym7FXGxTDYA83u9MVedMA2eqgwBIN9HL7KL3W
2kxHiEiWL5MH1tkYUOi1l9jlC2J82altZLagUbIB8QZeC+9KHV1whTuwaY/UDSDjshl0bG7Tx3bo
Dg4itZJ13hZpR/VsDWgQAV90NXjGyKTKvAMiEMkmgEnUM9kmiZN1aaZ4Qzbm5+o5RUmi5/T5hTzC
NjZgth4+qUdNM7/18SbMbpM4dG7PbtNsNGBiPRCmXfnggejkwQWx2EMIQv8DB3cZmX5zuV3KSWcr
VozW0pmnAEpSrGUzRktdIoXaN0g/gh1jfEqdbHpKPUgQZmNjNndb1Cu+DNNOAKABP53741Pg5dXC
iUNEs3y5F4ArHl2FauC6DZCkGlMwYM4NXbHKV+eMY8eeT+Axwb2uAe+fh/GrikUWB8m2b4t1VY/R
kZxT1rZnuvJ5cfAA+zlQj+d+D3FGbUUoBS0/LMsCCLy1bBT7N+6iQDn0zxaBaW7NVTTgzC2SYbj6
FiLKYS3UAaRy7jmNmnolndx+G2LvKQRKcAPxBwSwLTuIT43OklM9N3SVBuB79R1k0W4+ZKTm1h+R
gjjW0Fn/c16UTGahVIAUHL8guS/OuaP+bkog+amXzCa6YqD8OId8UKsaAMjVbbSySntBPlq41S4N
is+EbPhnrsCya5LxoeVrCI8CKVFk9TMyOPmqllGzAzw8fy20wSlEeRJ/uJe9hlmN0IWAuC6NDkXP
9nqqqyWNSp2PJ8DWigV186kzFwDjLtQbmOU9pzVyvK4rltBC6rcj5MAP9tygMME7NH1SWkj54DKC
7njqpDZODT3wVSk2CTzNtmPrPcQg7T7eGznZX91kBFHD4j5CVzRsUO926NyP+xiZa87/nfBn38ZL
eh1aw/RQ25N8CtSnrR2Er8taPjWzJUWkEYjd8mYiOwDOAD4D3wn2RPlEporlu9Kk7gP1yD5WeCGB
XuhEJlrd1tFFKv2K8H+/9ayixM/D3BdsVscjy00hlnZXf7hDlhzIn2ZGiflnBA7wMIYxJggJIjg7
8ew9ciTo5xp3bWs6vhkT7wPhWMR7CwMaOwskz44oopULVj6kc1p/5YaAtQR246xAZauex9yMgGrZ
w3NnDOLg4MV5HqTbAvbXMBQXgXSwVGlxBTKsXIVJpK5pj5KGYGzGa4JKllUpjXhOcKwCeBu3GGr7
3hPXa+Zon4JCikje42Lplrx7j4bUOjQBnihkzgR0r6c8kSAbtItXq+Ib8HnF72Poq53XS29Ni/kN
/xFG3vTILV89aTG9fS0KUbbSAnEDeaW+u+PD0LxIC3mn+1dxh7FZYafV/voq4F7S775RX1+FZlfa
Q8QyQjnsIipQvQPWBsSPZY/NgY7xAmoACYugL9vKnzJooh/50KTLAOXqjxlIWw9Nx9SmdkLvG0pG
nwrdhj9UXv1l9Tl7aaIaOW0T5/uxysTz6KAKiDxCEAtkwIN/BI1OwI/C+xMHKuvBHuwC6UnGPz3/
J3ly7FCWIqrk0oKq3JxAS68hcivrGmWAwGgiQkM2WS/0gNc6We4ONDbMkR4kVznumpuDFuPvKzQo
KtPMHqxynUNfeAnUnTpRg3wQWA8suaaeiQuDM4QEhKQMxw6nhvmShspOmK3rblAiBHa7pM/2MkvF
Ox42J6erxmdUzfZPkCZbgwJZPXlujkiUDwbJsovAvej2/IogvLjgsLELdABm+sqr/GXdQQqBnKde
jxev+yvNUaoMysamFk/N3ERWzJ9Yb2+dyB8fInv6MgEG/rftyPJADmS3PbtEQQViUWSj6bEr+Zqa
m9+8GjIpaqtt+VPhXwMybOwJFLHsye+AtHfige+QQ2dPNCANO2fSYycyAa0BVZXw7T6HTwXyWU5f
XRzFLh5P+ZmjFvTK8QDdiqmUqyBq2yubSUjTBxrC/lBfExDSIRg7NcAhwj0LAV4LsvCJBmkKoicI
JUyDvcBj/AKe0GybsGTY4z2fPgVcQS5AgbBxLD5AgaE/S7uOlx4SRWcHgLzjpGx73aLY641X/AEl
S9ank7Sgha2d9VwEcUqglXziU56eAiw9bMhIfZRcguQ003/hBVFDFWr2oaZAsHVX+oiB5qXNl+6o
yh+I56/SKZ2+RyWHWnTrFkckVXJowsFjLKfsHcVvw0UNKrjqFvANy0f6yQ+8AAWRAOPVE6JZXFr+
1ede+YjTxpYGaUI+zKwcCHku47E0i4AjyaVH+3tjUAHnFXG/71Dc9m6cLZlFEYwovcMeN+g753sW
4mjjN+EV6VkO9jaUDNeGO99DnoMgFcXU5xb6cs//uWqXTP0e6ZhoXnWusNmAFjheqhqF3Wzy2TGM
C3ak7t2GvF+FYsYTWQT4K8EP+svt1gc7Lh4NUo47xMc2CC2xR3/G72JD6iy8rnQPBOetJKhCK2R5
1zRa26ASGlFkt6BRBVQSIMlsS1hfMv1ajQC/tBqUh52DNqCqbqA4CagL9rC4/fjZdkP9huqWUKXe
WwBMPRAwkbl1ucI9wAaE1VVkvLf7pKHx+4e2BVx4zezmTSukyRCfDK4mAMooTdhnPffI1AVyPwlp
X6jXiDJc3f1rYCePNrZ0QOIMGzUF3nmuJDjzDE00gmSIg5OM7B6gTWe6osadZIiwM2ZllURhcDw6
/jIG0eQumGS9V5D1WmVdOr6bSY8LzwnYQ4Ft7GvJSzAcJyNeCOLLDSgd5Gm72GRLEM6H29j+Frqm
OAJdnaM2Sn01KCjPT2QDhfOAH/LXcJG+0QTyGCIHWTLoCRxwPjN2oW+NHwMv7VWiwcNv+LKBVxUC
60CD78k2CrfBG/u3SRxAcwDWl5L3+YmazgL7AZ+OdpyNIIv3XbRgZsTXoeHql6OoduC5QzhfRmrp
B6Bi75gNPDWLYmc1aeS+ubHzRwYmlEe6wrvf5FF2kcb6slQjA/YJBcjLP1zH1mytBPFSstMErwGc
Lp0KsLrOy9ZVNuA81NtLq4/iB6aG+AEQ1BVq9IFMn02WBBhyQQPAwXiryZf497NqGFWNQLonLkjY
Jw/g6MEtad08yf2+InW7Ho+CDElZ4E///ai7H/A6xVGWkDMHDs9PPo1v3NfInqWUnPpHY8fua/Jv
D9X6wCdkqJTFfWe1Yxcv6XIMUKK6+dNazF55kixB6fQskBo4CfCmfxOOfJ7sPH+Mh0F/C5m/7EAq
cR1Mnb328WvdetClYpkCjBvPzLZFsWLqgWEidgoIijoFqgZLJ8L7FtXlYDY0SAMOfeSCP0Ws5lDN
482GDAfIFFmINB2CdtXaAgfENOERTuuQY9/G6aquzJyjYZ8pAC6ber49qJno/qFLRjdRARTfbSip
xQ8Tg+GMTPHQJcc2RPRL8r0VAGJPdSuhas2i4gPfU5cGvKQG9/YvG0/jHoBS7YcfWkcfEJ22Lln3
j5wZoIJWtk//Wm6l1AEz1kV0/1AB9s1ptmAGVWNnNhLGICxegIdpeA9Nse6A/ngFop49CAaacbIj
HJ2svAHSK1J443tl8nXL6gxQHchu5BNvL9TwoIME4ix99Muk59hBlCJO+stOJjXbE9htg2riBJlW
QNNrvgLDg3vU1eQefehDrPQUQSTCku6xnRvIN2Vqk8nIrP0Q4BYmQLOZApC3B33oJ/Wsgs+isaDn
4R2+CdmQzVaP4OKwN4x57TKeZ/Ux7/aAKEBlT/nhsuNJf8zSdPzWC4Qoh7T5DkKjfMdYlUHc3pbf
oTnzqHWRPA/cqHOVoM6L7CZPQmxhp/7Yl+Y2PY2ieOcyq1hHwwTyGxXp72XbVcDIj+rkNrE60RU1
NxfQIuGvVXJjGRRWq2RKdhJ8K2DJ6VBMUiXBD7esES10p+9QjMJ/SqOqE7Q48nPNcwH24lZ/evqZ
PO06LZc9sEmPTgYNo5aJctOWPHsL+xrgf6yVufoH8IQj6gnwaSNTyU7NnwaIGDLB87bbxqdxL7e/
h1CrWI99/5KzapepLL3aTv4t5Bwc5o0nrqaS9h4aat6CBskmrRK1+W1w8+iH4cuDBn953NfIGlGv
ChO+uY6yVgbhj++Ocn/aYeM/WmXePg41iDvIjlg3Kmh8O97zvsi+yxeyeqU/7WUzWKu8yH+bXNiQ
/a1DnT3V5bCH7Ej4939c1G4TkWVKWntVlvihEs8tt76HojC6iek+pasxSMptlmILcR+gW5lm3AdQ
wfRdAtH85IOLOww4+zv0zfd+jMBXIHCUVIr5ONia6TD0idhWNs6JVVOGC4En3o8Qk+TQs789qb97
YW19A0qK4c7ApGieNM2TmDt6zxPT4SK1a/Xjf35SPH8STfKKJN7GICGBchgPIiCleHOMcZg70hV3
OtQz3ftk1M6QbDwjX/6w/zGXulYnm6MwaG5L3fsSW2UcUJGyjxvpn8O5KSKGrYgsthZwHMc/7Igr
IOWqkNQlt/sEHRc5yAKrelG7g7NiiY8txXys0iKIQCBEJyk6PkWZ56wguvs1nidWuecQyBrAYbyC
bm+0IdjCFGTyVADJQLgGMvUW37WpDcbYGfnwh/84oRAs89xxzQs8zsKgfQZlk34OAXdcC8GqNdmo
Kdn4VAuZnKg35aJ+mCeRP5nwr3r2w+QRZ+UdG4H6onpMiZ5nB+n6tv/rAhXiBOm18k3aUDdBaKjc
FTbih1Y1eo8IQHmPTQn+b6gbAl9/t8WV2BazkB7ZqBEZ3qLaG/Zp6SH2TbZ5ubo3X8vlbauWpY0i
EEpVWzGUgm4Fh0haJMfMfyA73l7IZoP656tsceqa58lq7HViAW9nmkpdCjnqNeqBEBFD4n6F6g79
2ngg4HLbPHofAxwyXBeiDKPJz50thn8ixKrrxndR1G3tGgBvxcLNxu3oFM4Hi1DHhhfsZxxCNw+l
fR8g1a/XxZjWR5RZQFvGDz3s03jwGSbJwcazFjBV6II1bmTtAG90wPHn/yCHwvif2p3hqxAe22W6
i/Yz8TS0xDKGagKRbBNgrR/Koho2yAtFl3QMmrXTS/HMBl2j4gI8EVHQqKXRKvpm9/646BD6m9kJ
HKhTXAeQST0hg7IE3EJdQYunrk5d6GWvcrMj2xTI5lSp7JN6NAl71o8pqfsTmYYWXPJpkmx1llZ7
butuxcKmeQML97QCzY21o+6orE8Vj+qC0Lt403+jnrR5G5FyNpEcwGjUv/4GfShnaAT1b0gJm/Md
drrfyESDZFduCJwEXWaWiLeVSd6o5+XFN5lXl7qKwcVWFNYB0VgGzk9077Z7l0bJz46GQ1iWlt6n
OTgE7EjVZ/zHK5ca2oRr6kJiuz6LUdRn6nqjgf5H7J44YKjRoihsfy1ZHi5vffzbJ4jYex867xD3
nqZk5opOoFY0iIcKFXXkcLf3lp6FkmW4FHuLF05gLSoV/eMNtn2kk1dZQ8zcV9FLAe7GRzaCjmI+
kBnk+3aW0HLNmsR782dwcxokv01yKxdPbm7So5NEiB7J8YMNxQgyoaTf16z2v/2nvQnsfh83WXC3
d1CGWyf0XEZ2j6OUCvkVz8/kAVmVZ3rFkImu7LaVh55Nf9rB7w/mymh41q4jkcYp4mPkevkzn7xj
PmO4GXfKo/RQXEpdaAWmm0QEAMeGbf3WFAEoa2Rpn9SM8JZ9CWEexsB2hDWQpr2tYYRTAgkqJChI
/eotiF/oAAjaj+mAith0Ree+OIqKpakisKQhUTp7FSg5W2jjfLSTUi+Sm7+YcIof0ON+d3oRvNjY
5Gy7eip2E2obkSBq/9JpXv7/HcBg/y5FyXcoJU2wAbUQwNhwA8AzxD7YW9kgUVVZwU8/NY+Jdtw3
cHlW6y5pxxNoazwcr+DqOTV763q993sQ/AuUn67SWg0PfG6GSnw1X12EJYqib1fIH2TjgozkTY69
gMwOrSCoip1G6s7/2Qx+hlrvgafOtkES5mky0BosyhFhQBWWwQPe4GDE9Ka/vAE5Iuzp7dPgd/aJ
rgAOw9OWLnFPi0MRYxs3u5CJmj+6NJd8URqwIY/7cjpNnd9W78Sw4yx8R1F7Ex8BqC3/QsXlZYqq
4OqMvLlmyRIa1MGVLEx4EHcDVe2euqDaADwU5ezLFhv0K5SFmitPV2AtTcAl2DG9hy6YWhhp6nMU
aOfoTaCGn3tkYlb+dQXaNwfMUt7KB3XRRbh9i9yotbFHaFqRiRqgucBiiGA4iEJSzcalN1OEuICe
H433IREmO1DnbrbnMbJRg831Mhzj/jlV4KAWvP4YMmgcTMx1dnFgkvc2eC6jofrIhVdv85Q123ru
QlSUNRAVrC0+7arQzjeTnVUfwkfKAtCwJUOUaBkl9fRcQxd+r9I8XFD31gQogbIKlLYGs0s5lvrC
ebahQVbNJYxM2VmwzP3wc3Sz6KFpI6jEWMJb1lQ2Q8bbpe5e8buiqGD2Q3YoeqArFDlED7PQ0G0a
DfhdCOh22EMvJMPvSGpacgpxVVWHTJcQ8kRZB3Dvs2m+urt1ZV3q2zTRASVfW4Ne3R17Gibxrvsc
GkaqHqQZ3P9OdtCd4BUSNu9A6A1rpD4KiFQhEbOQODaCBmTZWlV8uZlwMJoZ9UQGxVspHwUoq6C0
BMmnpFc+aqhS4N0RkYVmDkiiKrD6zdc3C9fOeSpVgNvCyUCZwaeoWdco41xSotp2+xFw0tB8GW/J
bsp7GxdJA2lB1f6e16YBWoIGaIlbwjt0csQvVf+Gc+C0ChkChVFdd28Z8jQUDeVODDZrrx821FW5
3k0+IhMO6nFP9WC7t2ho4beIQESqutiWqZ5KxX+QPziPvpZNY4QNfSieBqPuv6FqfjECx3JCAZM6
YcuhThUInBdzjA1Fuf8O0Cg1ZCO/u6202HpsexTOD/a5c+PppTN4oQnkAPYah7eXwatysEn4zno+
y70grFweUqbZgkbtvNWXSYcPt6nz/Nh/divbXMkisE8b0t48DKGoNqKzoKPrm9c5zPrUea16ZCb6
2bZ+9B4hc7oGU363m+bslJ6CNY7o1asDNMzDLYc121XmIAxQRfHBD/Lp3X63+eg+xSkoNZ2sfXJ6
/IbhqPJ91PhgK+hjZFH+7OdtX+5QBDsrF6afDqh0jW7M90yBR6nLk3IPaIl5sVXwIrpIfNrYNC7s
1q4fheO2J99GqssCxfvn6H3NBBUbwgDguVKVOuVdUu+GuP+6MvNVYJl3mxlU/swk2djalzvud49F
G2mkd2Ci5t6tfg2QjWONVQnk/PLu3MehB5FAL4Uir57ChSwBdUSuA+raUT++9EPOLqFIDoE3gV4t
AMo8QWL22Qq94SWxUA4S+7I8NSofX0bHHVcoc9dbcAaDUN0pUfs1v5Bk3p9LYDlOtx8zt4azSaL+
BJw8ftt5dER1xhonWL2gSDHY9cCxgAh2tQQNWbL+I3zcxLoE9WMOWtAuiMBBCZVhEEkf3R54vsEb
r7pP5cWKrXyhZDK8W6x11pDCrHfUnawWf042XUEPFh9QWbLP+lAsQWvWfRagqAYxNfs7ZslLJKrg
LQlsIDuroD27gmcHDgz/toqRG2QDJOgZKoY+Bw1eeF811wE4g4XDXCRcQUi9a+cIJR7/+SqauxSw
pNFxMO5OIWf6eu8aX5gnqMJli1ohLufXzwTtriuw9TV9nq8zqH7iWfk1SMhwcOShBtZnqEGnhOHc
mGnvTai/Iyj4/zb7vjTNJt+bTe0z+Q3F9uJnMOK7IPvcvrQyizcV5AwOIvDUxZvyYDmBZP2vwWKg
NTbhzReQfHnM8HsgwCOuQvXbUnZAaM89M5Q2wLYowWOOiweDBXwaOMeHVT7GehkBydsjypCjtSaP
Qwm4y8FQ0CPqCbaeB7JRMxR7pXLnZFu9t+yZFp8RKhVFg38oFhUggYuxq66yQHwbkSWrnFh8FmkC
8ogsAAPuZI0P/zkzC0D8GRSBg+LHYtGhSPq9BGHAViQoLsRDKfg4edCV+YD6HtvYEL3CvS2QoIrl
guyphSw+0N7ZPq7K5Nvk5/gPXKwyGypxjqz1S+ctvSSJwcWdxy91Pe2zbOofeTPEL06Zl4vCipsT
DTYJkiBuFwc76lqIpG+UG+Mf2HOqK2j6FjgssK2NP3ile098m+wx/H9snddy20Cyhp8IVcAg3zIH
kSJFBUs3KEfknPH058PQa/l492YK3TOgbIkEZ7r/sKEYq0PBI0TI1FwnzYSZzxzWQ+Wshiawt/fF
rRNAmxL7VsTJygUudApqrMQQ/laHBTUSYhuoXVAH/QY1Ub1jtTE8zI6DPH3tr1p9bDCD+aj7xN8k
hoatNgeJZyeJXjMDnKernTzDis+++Z/BxSxwpRSof8mJIIGklOv0XuhnnewIJyPA+zC/hJatZCgn
+HrG62uezdRWXdZd8h34ob7QG+FcrSB0r/0wAiOCrLge0TqIllMPXChKIm93j0VS4bul6ie5WkOY
/1JCPZcvIAdHjx+8ApF0C+pI77aPFmhYb4sI3aU0RX4AFOGcpWby/UorMMKbchu1ESZQ75v2legu
HV36Eg5SPB6BAxa/L9W2t1a2qqFfPc+4nh4pS3l5X6/2qFmFnTVYJqhrO9uYQW8vqwkAUIcvwbMD
bmrXWSV+YDOire2QikwEYuRdaIPP6Sr+6aJ8lJOlK36a5lxacwAV6ZoWPdq22eH+g17oroQFQ/OM
JGrivcFJt1MfKP3dF+IFHCurVDQcflvUHAo/ftT1zl1H2IItVFEYHAvsDunTMnvKqUg+lPOQVXmE
2et8aYzqc+EKMBycgKNmsB4Txy0oEOAkYgnPOMqcHBzq1Mc0CA+icKzHDAZzGrpfSvy2QYyl30Nv
NnnA9fzipXp4NDxjWOeD377/WVHhtrjI5hUazdQjrz7MPeG/VsjXUCsvu2DUidZZmmNDbWO+5efj
RxkGx6Jp0xcAeMPhMx9p4V/5uNXsFWZr48f/yMP4fdBEFT5Cj6mPiVnhxKnk8U0OEwQcPTZxYZpT
NicyyPm4rdmwxm5GZgkoFepRsb5Aa/Z+NYpz8Rtd+RB8Yy6yyFZfoj4GWJB67mUMzXFTlSOGqQXn
+SHKSvSXpuCUemm7EXiUXWJ9bqJjeo5VUvQ+KUYPyIE9oO7gnRLnNNfR7n1X+37a5bU2rWuEP2FL
0hKLIE3TcWFwknxCeDzAr5CIP41xQkRJHVdI14lVMEX6Elq8DvYQ+e1pdPuFrXdlt6jH3nroG5rn
QB+9WEzRrXPoFRmqisxZHLXlinNMftDQlj3JweKhVc/bAL5Dq2uv2cDl/jsVqcpWLpBLp/luh1Vp
1gHhljfpinN/nfueIuSTX5dGtPb1Ks752siDI5CVX04Z6nzZe151CVRyneoyDcDXP5pRI7YmZ4MQ
BPWjgp/nRquB5KK7l9H7nJNJ4AzbocP46q+ka+XjzvSU4O9kEvjafrBGyOgxd6PmWT66U2AdEB06
32+WOWTFw4fanrZh2uUox05a8SjMoD7VfYYK5GcuoWvuDJu/Umqkxicx4KLQbNMItFQ8D4bhf6OK
FJ6AN5bPTm1pKwtBUnqt3sqLRI7bTxXiIFwDDK7DCz/+94DAGWwcYFxLOfF7bVwdTMOLH8YgLCFE
xQoS/d0LBigI5va1e+vnwbxGni1uQELcW235NoAejKbkVKq02S6pPb6O55UxfaCrjXmqXCtTHSX8
BdL2yUNlxpRvOvwyPysGsoAQmxb/qhClg5A+7NZu2ocyL8ZDp9Q3w1JoGFp2/hUm2CGMsqss4ABQ
pvEPJ/UWF46yK0wl3o5NbN8m80s2GAjFDpmx4U9jPpVj3T05dLiKxnySgzC8eoM8/UgZP0rRbOXd
N2l8uOX6EAezPe9t5I2b56izwWW3vL9W8hLlwb4FXoy0hQmgdCmTIXA4ayMizNVkTEWPkv0Iuc5I
EG8s+/Cop52fryzLHjA8HH8PhgFOp2+c/X12LKcRymIGJGuZ9S06GwhujA5OcfJK6Xv4W4BDaczP
V/OsggwF4lNTI15QkRYXy4wfZOQng7ikXfCAUVu0VNPAXruJYN9iN4iiZhqujGnWWjHHF6UoVzCl
IDTMeIlPqMRnCA+riFe01XeVMTfZ53VK5dC+8rR4es3gVZ/aFD7DTEugk8e2g680ACH3HXpU0D2i
2BVYuU07tHmXcJeB856LnO+jxL0Y6J0uzdSo93IycXxjU6SYPMlZs4wMdMCQZpOzVTWVT9Go3FE0
YGG8wxi6CDCxGaX50hqvrVOcawx4v9fpkC90v+qf7FGtoRtjeBuEP3282MD+Q2/hwVaUZ3Me+P7t
1nwOqqXM9Y1SnI26LLSF1sCpwrEzXeWzQYWcGashWcEOcdZjWTV8ByvFs8A6bDPlSvRAnQvniHRM
NqHqaftAa386rak+Iv55vf+5ilj7jJo5wg7sKjqLP+X/i/7cl+Qq568w8veyxzOJMFoaQ9rsZKh1
nNBiLUgX8qSB37ROdeVFoibi7h7Qq7x4Dn4rvt6Za9DG06IMULk1M/Z9Cy1LfMRw5suI2u3G8qYC
3duZ+9i3/j7pkH2weq1/TfBZSS1V+7DoXaxb/of7Lh7cl2TSd/mcz5og4OXT6tDEYfWi43fq+m4O
Mbso1nhT8tDSIyNd1ODetulYdMO2yMHWuUOWoy07z1uhDyugU0d6PqI+DvNg0DY+ytAAubcadPTr
IJm8sCfr8P90qysSctW1Fv7rpME1N2aowp9Ua/ndkVP4fhLFJgOydbgPtf6fq/+fE3z0kcaYGXbz
RNq2yiGeh3uYjKc+6ynHKIaGIM18+PJr8dUs4SDIKCmVFMFNnjzygNVj+wMUHdBBHow/tcHDQqEr
vhVRjtiNqaTXpA2KXZnm/j4u9eSido22zCBTf3A83Q6OhXm7UAEUTG74LUYP7SCH9M9VVZvOIUqr
3xMyRFtkb9LGQd9Oqx/Kqfo95H+uZE6tUGS3eNhSmsTXDayEABTpJBPP4ZhWaVPkXyo8MVZ1WhV7
GQZVt5uq0bpBSjUftXT66YtvbqCcEYmo3xQn0Xc1MjJogRPCYIxXNVX5vQyTMHhuHUu76GOWvQTg
eWU68K30lPUWb79+rMGs9el2tDhhyVmUsQDMAN1t853nWOZXRaPlZxe4nRoZB69q8toHBV3Box2r
6dbKTeUQyl9YB8FguLp9vigLHS+CNNDfWzxcinD8CGsfGZm/0xzQ/is99fxIb/wIOtP7azVpuRqm
1d8v8p/052rFVTBdcNz4yfXLb+Wgu0+G3VkHZVRoxnbO9LUaMSByFPHeWq4OzR4rD21Us9ew1A5y
gaolxpITbHaK7F55dCpfW8iJgR5gqbQ7Pa+rw+hiyKHOA/5kbbKQSfZv1UFe5Uqj7ALbXwbRAGc0
qc/aOPq7EEJVtbjnUK7eUWp4q7tieFQanmyBMwUfRVXyfO7D9DTAn6cpbTzLfOe62grwfn+whrF+
RdlwLfPG4NQbO9GTHT4nxWZU22r0UW7Tn73C+I7kP/v/lnKgQRUQTTGA5z3aP2aVFS+p02SnLkm9
hczXWu8t09AJjpgHlF9aeyXvrngXHmyDfknAuewLcpaowYVdeC5g/G2mdjIWQRg6a8Uyor1QIIK3
SbFKYsd+H0M9nhAVtzoVdDedeDlYjxXt3ls0J9SSrrcJGoD3OqGDk+ne1/Dqo+7bcxDnIAKeOqf5
kJq3WPPSrdnp5t5LCueRlu64NAwj/5ZEFhsAc3xMcrtfQ0+KpvS7X/GFnYDYPFVWUp3GJsxWzWgk
74HVLTvVq2GSBJCdAmAyO2wPOMMlBV27P0PoTyi7dUW8cGrf38TWaNL89+A1TTDW5FU2XwU2sFV5
JXMNEO8Hw47QugOrshp6xDaHOMsu0zxArzTPMbxCGVnJmF3ayEGhZ8z2ToFxRaKG5gaTtvqKY3J9
FTnm9F6DUy0Ukeoqh3DsxFKuk6FcXLilWE61SelZdmmHNLLPrmoXT8W0k09J+WxEIzZeA6mg1gXh
fqNnJfqFsg2mFkjptxtkXwzEdNVr7+jevtLUeN+PagkIDGsXedXMuamryqMBknyvzVdyXa2q3Y5S
NYYRvXgCgX5MxKC/xWjiHqIoC3k7ERpODuEcB6O9DJtYB0wroiewh9iYTgDq/eTFTUPzeTRb87no
0n2d+8NFpkyP7kAsDOsoJ/sMqJHW6cpWzuZa4wN2B3VEJ/VWO847yNnqIAcFDapk8Rl7JR/ivIxJ
ugYPPC/IhwWFDIyNwUruA8XYxkMQNU+JH6gLKhDmMqtnfNz8Nh1mAY1UUVHLCKqLTEFr6lYBf/Ct
j+HBzcp770hX/S2wXzJ3FNlBHuiaqkr2pmZBaZlPdLZT0ejttWIjZycxXko//eY5M2w3MrOj3MDI
UIlnmMS8ZzFD4EVyVqsy/cWew3ReLGflYhW6A0WndM9JNT2zygT8yfm/dfaJ3abfJr9kl9W2Hb6x
2S9zqqLXIPsl0c3+QGO1SlU4YRLO3AIKV+J22MpQh6yx0B0RPA6AI2Y2Q7OYTKs/dVY7nOQVcpd8
zTpVvJahb8XDyeBfh6gA/PUwpoInMHJQUKm9IYqaLKhOVj9G3VrDm8g/0i7uV0Hm4kADuyBYWO4w
3kw9GW+Bj7ivItJ0J8NIiVD4HZQQ6xSWyHXaFD5MsW+f73eVmbcurQrPz0YoHO6TbBN76V5Qk7pa
tjlQpbAfOFIhE9VP40toJ1d9nKZHOWcpxWsXF9ZZzvm98nUQRXiWcyLpA1QyqvIkJycbI422onAh
Z+McIwUN+5ejnC07y1jok5sd5SzmJiEHgHI6FCIdX5pWxzXViWbQI/8iwNhIvuZVtZezfJKgEikG
1jDzLH7w1ao8qkOpbmzTjK9ySJrYXWkWxTMVP9B7bsrSEu6N5i7lEjlhgk7bBqrvLj5zOTvaPR+q
aGHUNH6XVCuo7zvD/VXu65RZASa01q5jg+tJJ3OhNKhhjBsRlPpXqjQayHQEsIdEt25Z6r8VhgMu
M8frN0h4yPhIE0KdSPFvLM3AW7qRsHC/ra2p/ar6oj8U3VtRdO+6ODpZV7zjvPhEYUV94mADKSOv
4GjOeREbMOBHiBKIjsdvCWhAy3ahBgVZtAVqBA46V6BdOLb1FlP53TTYi2yGqrXeQguPpcxrIFJi
G/Vq5BeZtijxYRXIOVuGrW5RGaZ5vvHqBNfCP4NNs/seNj2urEYXm6vP3D/rUgMwsJJnuBXxIvmI
VUk9whyOXGB6GSZSlJdV4zzlnCqzpB1XiG1kJ30Q2SlzSjvavpaOkZ4gdfgczMsWrvgMavBNnnvn
OuBfWAGqvi+Vd+lqba7xABILpZ5f2VTco4DDsXf1TOkXxrwct9/NlNkIvkTqcP9et9SEybDBtaEB
SeWn+JzMX/Axf/4tTKMGzVV2C7U2PgPAsq+dnSQXjtq/5K5A1+Ju3TWtuO8pAk1bxRqPI6paDnUr
iGDybkNtzGVZoipYDbHzNvon3Ab919oaVxrgrK0Z185Ot7T2SddR7sM32vyuVMDPPEC6uU3hEpV1
96jX6nDOc7C54Iij715KncIzviuj3Sy7oukeh9SOjpgfwwFx3PCLR73xvqKmNsuK/jZQStip7CN2
k5oMN6cOYt4+vAhg4yPk+YDWpG2s5Qt5gdE9srHGgFeuACkYVOF31Uzt5TAq/dlzeLw7aUZd1e7L
dzUOtnKl3Ra4Ovll+9QEjrML+C7diiDSngFGf5P/OZ09AK1l+7UBfbYJZp6caN3uQtkQibj5v1+y
m/QjYXyF7IdnBwyAU1PniP4AYV4V/XPv1e0q6RFgKFulf5t1tjmu9e9Dn6Q7+KXxxk3t/t2J01Nk
QQ/Cjr442QLymszj9QaNLTPIFZlxQ+aRZSgRNWhj86Hlw1wPfv9RqLRIkfx97YCl7D3wmesmH7uP
NkjoxfbeS9+5CV060MsyD+v6YNJyfikREqTujqm3zJdFclINc9zmWUG9vJyVQ+9ioIHy0/eEsf07
N+Mf8ogTTdoqvJVmsdGpwH69qdVp07ZRBJ8oDR7SeSOBQdySg1n9kmPD+9iW0XczUfQ3q8qVrQIg
Zm3P4WREG7aDLiAWfAGuCodEP0ijH4VaGQtDFcO1Q6Jh37RJvZ3SvH0uLP+XXKHE7gFpyobts1qv
BSSDY4EQKdzrKVwJdAq+ujhLTHpxTAzXP8khHrPgfvWZ603+nYAF/1oW/bnhfywztfJ6P3+GtLh2
tg9MYVEYkXWiY4cdbVEith6o9bSiP2ud6nkoevHsN6W1k+vaZmymVaC2Yml5OZ/xEOg/lRz1VFjK
KjCd7FjMkUx9DopdYlZluPelf92FhRL2h1Dtd75uvP07gUqPejIdbxsVvLGSEoha5qTHMJ3SowyB
elo43P2J5ZVcE6vC/D0Tz9Ny5j5MtcGpa+6jtwuMlAAQzUPvIsbyX7HumgEcqGRRonKEnsW0V9k/
rg1b+P4SUqq24eQ8LaEsK8qiCxN9rxYRsiabkUfxKS3i98ma+GpURHFSPAaZ/wwB3rcbNVU4uc1L
rClzN3FkYqlpYexmAgxaZqGXPhZ1yVe9rZoIPZlduvgradL/O/hBhGTIlD5+DpkNeMrSnj4zxfxK
qJCCdcmcGTHQT5vBHqybXfOrqMes/EkLrKe+8VPz+L3qldY++5qZw40z+yOQAP/U506xzpDBfe3z
/qsbt+LnaIfLSq29b0Vi+PihGd415qtwO/m+vo/VLEJzPUhXE15c7wUoZ/kDhD0B+lTddxH6eFlR
iUf+pSz2hqGGO0VVqqvhjJADJxj1OZrudCfDx0aD356ZXoHuSjQsaHoNF3uWzpdXtJ1SDXNFxYbn
twBLjcgYH9mtlUycQ6Mu0Hdw4LD6m29DxAsRcra06zAeJnhZVbl0EiU6o5eA8KkpUHHVggzu1hAm
c58wvljzVWbbB3rA8YNMyUGbGx8BYOTFZ05eTeX4ZhaDO6uXPOMuoW+yTAfPPQ+qw17AjtmN9j2C
YDLnA/bbZ3UWLGTOh25xgUxZn2P0LFxLEfTP5ntLhydjFqdnGcm12ryBag0MA0xRJVs2nvbB55C4
BEszG+Zhbl2ns6YQCG4QUnOsNFa/D825pVSAtm5Mx6/RkKN8OM6DvMLkz9/FBnAC30z6My5FsAFF
e4oTbZnb/o8aouABknHwFFROgNLGVy3Q9IvMJEGWPjgIyfhsKjdCM9yNrEvLyrMk7w0YIW1Mb4wX
Mjck4S5FIRyTMmrTNALycSMn7rPzYo2tCkyjmf7n9419CJoheOvRuk1N5FULjvfHQQ+Upcpj+X3M
2Uqjo2BcTNtOH6nmosXDo/cdAWJMVJAkPEWdX9x0r7rKPAoO8XpMCgNwTghJV2C3O6+far2B/MI3
sXzd2BVLJK29B9Roh13duLB82Ewt+Q3A8ptDKzQ71CezdFxVZoZsx2zriMemsvcFL9rMvo5y8KeG
Anji6jtjXmKjjHLFle+vFZnbX6NQ/27Vx5ryz4+AjTGk20I8FSgBbQel9PaD7fiou4V06cHavhtd
dLSrsftJIemstrX4oqfFL68JP1pliM/dUPO8UBCj1IrAeNajMFokUOt/+njhdjwsOcNp/H6mEOaA
h4e222TJDvi7TfmNR3gyZeEPPUJlAa8gx9BzdqP+URep/SN0gcOA4X5thCXW7C85jeZlf0K4Wayw
XA/e56Xw4I+pMmu9G1Zwo4DkLr2E/pipt8ENvr14VNRuU5RauG0Tz9gHnZ5uMZ1HlD8ujS8GVCws
eYOvtWKq69wxtX2LhfVLxGar1yf/Kw+UYkWF2TgafqU9cVj/kPnAbCmaU4ehKSfWQu2VF0MxD8gB
1l+joVKWSmhMD2NehdeqUvMFrcbqq4FuEe8C17rYPDgfwq7j8zJP2Lp9jITprDBTDJG5++9dvV4G
32EnjNvPyX929m1ppzu9zV4/8xCbAyzH6AoMPH4fGonjnRG5cDEbDljHeg7aP4NcIJfaEgb8n2UW
HBW6/3/WZSG7KL1O0e3W06eocbyziwl02ETZk0xR0NGQmEzpPziGHS99GI9ILKrVTk6n8GS3ao+9
SVyVPwHwxvt8NshAphcPigD7EYwLUGSZc3IozZkNqmFAOaeaaqhBedRgf+h846XhfxUoWa4zpS33
wudXECdgJuY8NaYJywYvPfpq3t2aUn2R+WTAOKlIs/Kk14lz0WszQ1KF9wGgd3UhjGh6VCytO3cK
ih5+kVUvvaH0SyftY5q8gp27NyCymuUfnoHkkediltbWWv7R7dC6jT5GGOm7xkNdsp6zLuJ7Ixx4
xC/KEnU8a1zfb9bUnWf40wtqAfohzDN1hXtzdmiGslny4UyfnV/U+b2bvLZqkS9szqMYhUXZsxLH
gCyThprpHGr8fx8Ci5KdDKtCeMscBCMHK6M59lFYAUOKp4/IExeVAvGN4kB7VFyHDn0pxo/RNS6B
rys33aWtRlcJc5zZs7NF6vqxRezMMN1orXb1cEisHuuZQbUWY5wtu6oxXRt0bGztPcW+DFnUfpss
9YcGAftdMUeIpFFXvJU8D5Yu1J5nHX2cldcO2lNpTsoq4dl2UUoj3JixOZ5DfSohwAv9QadYuGvs
hD50Q/EJ+g6g8T9Dgh7x/wzNyXtrxsrfyrX/LJOGA//meIJUiwF241bzppfP2+KhZiK2c5RCYj0O
l2WHrUbVlgJQq7EL87LgeGUY9MZdVZwtEy8X0bItaBVFOzdy3Twhw26y3huz9XbyfjkpB9Buw94q
wfbMS+83zbcbg057ZFT7cdN7qnLF7jSPF8EXDoLtaXLs5j7IEHLKTqBxdfgn/xkKP9y19OneEhUB
mNqBk53jVLOHJ15twZ1YT4AMNXATsfjRK+tct2lQztj33nV8jHA9fI2C2jqAF/DP7PPUlfCc6gvH
TKzOnOan3bYHFamm9zQMlumAOc8/P2PECvp//IzOt37/DLPQ//4ZHhv2VaWWtfwZelS38megj6m/
12oNDxdg1yku0ZKaCaKxZp/LwnRO7UwQBVIPs60LkqUMlSLqeespIVX+SoGX4WQ29Jqs0T6Mqj5a
Rm78ChyMXfNE/4Yhtr4oMfO4YT0VbmIjwtdG5Jy+a0PZeBZYz7gA+nLnHOAit0jKvl2VrQBQOkM8
/bD6O6xHrV1VyEfvyhniKWdl2NXid/jPvWbfQQ4W0desxqRM1zHdjXqEepDSSn/Hdxc1GTu1Uu6S
z/nK6J4B1K9i4dvHODei++c7ycWti+P2lvnlv3lYa80NqJi5Lib3BeiKTfWxFVsYifrV8lB3xXAE
AZ0J84B88H6OUXTjfJ580YOkW8XTIM4GngfIJDc+TkQRre/1iB7HQktLIFrz4AExuORB+Yb7S32g
hIXcLnZ1BpLe8cI0inibFUG4MmYKmxwSG6ZCOz1NGsw2Nlli5RjDiLocCzQkPoAJWBBD4EEth5a/
2GT79l5p8Nq21BqAclIX6OX0DSrztnpph9Y+yXudyWq2Tgn8MUCuA701YFT4a9VYHyfgJyY8NjKJ
MqJh8P9iOU/DWtnIjkeeBZchNuytkQ1iXdmB8gQzvUSgGMSJrucfccxHqHO9RRLHebBwZ2eXsLK/
s7MLFwZ6kG9GScUbXpp+9TvYRJpfQuD0HH1vFpSbIrf0TuaEzk+1HSYk5yQxX5pMIm4CGPxPzqq0
6tp5Y472SI+UyBzKxQAR8l0n12EVtjS7vt6boZUCgBjT7zrbFz/Kh1ejb72Njub73lFT/WlM3X9X
TDPBUa5wdUs8dYl2okSytixIqVIXw0aMfplVwbj7lMnA3LeAiPgkBTHwOHZ3/RSDFaJ3s6HWkgOS
VoMbsJGfRR2Ko4zacVAPagEuRQofyVysmT8xIdXuK+p5RTEomDXPtzs+sg2m58fIYObTLgS1s8hn
JehPKoVidr8nJNtCTkgGhrzDHdtw8ZmTV+6fO/7XRLfphJWd3TjBotvua3WDTiAOSzPVyB5ShJ7G
EGjevFdB89F3lqJGv7PwagV5KNdG46+o6n2oKReZa2NdOd1Xy7jp7F2jpNCL5CtovaVsHFWUexOC
qKuUOqI3/MdNzbZ36oD6NdrVIMHjwbzPyl+cPc/araCGP4F056CrnMInGk/+L57u9weeV/KwFuIt
b6yclqOlUhkIx53Wd+UeRcXpbNigQydrbF7VgmatFvbD0e/gn2h4tbfoh2udvzKTqF24Zq7vBS4f
CD6l2muvdnxSIe5spmnSXrMaDaUQoMxezmpVg9BJJcKTnPVzTBfraLwOM3YIp6FCjDuUKdlZlEV7
buZBMUV2TCtlK6NaTO1Z9TyEyKE0bDJLvQL8wvKgcjS07+dLOQzDY6fQ1x7n3W8V0Ai+T97XZQHg
2Rx60Dirci2LoQ5XvijHFZ9F0OnIzyCh3zfNSxdVOwvB8Y8x6N0VUlsT9W5bPLemD0KPPNy6cqVq
7sSxyihuvdu/JGlqfngqLXp4SOIhzHXkp5Thh8wryIEtqexRKosV9RJVw6IR0zM0l/bZhuZwE+17
HPhmsxzLkoe2Up5bz2qeKa2YS5Fn/U4unZxE2yqRVa7YgSWLfHSGU6P4KK/x3N7jghq9acBulBmo
EMbZv3la3uMHXDi+q/QnKSQde0V+lFefoRWFb5BXv9RsZihaO+IqB6+HnO6qJoe5P7kgsT68tk+O
efHspTirNJU7bs256FuHxarpkvY1AS9yrKs0WGFI079nY1wuPLYlqy4s+mU5q2jlGXvC0tKTjQyD
LOwvbglda560Rzu7CVODjmeH0a4u7HiLMiu6loioXAt1OiQ41Z5kJIcyL289QPdj6KhABedVXaP8
8HwBFmmOZN7w+5qDMnQ6c6CComOrWX4b0KfbODzU0KeeCQmOHHE4D06l074F5eCtwZiY1dqYm/Hx
gGfQUER7VUGKbQOJOx2uOqzdfJlW9UidLHOOUyFC3vxdmh5xF6iAvNfBCSxzjqQC74a0Ge6XMpaD
3/MFifuPsvnMTZVIuxWkLrD+gb6t7aPlKe1KNEaP3qWtvbVNvOjNqnsvdLPaTaVQ1jIUI3t5q4ct
0619zwnfddw9yok3bWfYfKbMFP7enFdVBHtro9cOie/VX1SEOeZ0bXEsmMHgKKcQxpWWLipkO07p
6EU7WckeKc1bkQ1tqez7GQtlXxF14pnV5m92YoRHtLbrpQxDNOM3ge9GWxn6COossjiYHmQYj/p6
6r1sPygoLY1BhGzzUFYLMWtwhB2SvDSEkkMDWend29oiV75Eel8ewtZvV86gmA8GlNEt7jbWRqXs
wW4AuP4Ujs45H7LfV05/UL0ovaflXFhiI1rNxrW16n91qARMr3NHLukqx14oISUCrDm+qUWpPN5z
uVXWS3sAQlpVivcoh3GettqXotehCMxpmWlV1dy6pTtiDxXhqhexJVlkgbJHGd+D7l7Ze6TG2R5Y
DV3OCP+nB33ILiaqKNdUq+Jr2/njOcabQUYyL4fpAeqDf0Ufq147HTYouBYnRzvqtRwHtCA5/hXL
S5n0Y493eGTeZAozASoVNNeSo5wFhpWW3vcC4PnJTycK8SLRh9XUi3BVdBjD3WM5pYroh1vVwwLC
GMLgY87jXPXchdkV44/2tVM860cuOnPBvsd/YltQ7qwAHGuQm+bBShrOerAb+pnx0PegbVsjvMjI
LrthGXuqsZOhsJJ8RwPNhkbDDRQrKsoGnM5nRJeq6u1WR4PtS2rDL3Dd9JZVHahKjuOUpNEaCtEt
RTgCQVZTLmuxLCm04Db2jvmIDhKIpFlrCBQIcpbInm/lXdU4nFxMXJ7UCl3DwWGjmeG5bosbnGL9
5kBxXQZ5BeF/DgMXwwpXT4yFDIGb6zc1C9kpWMmTvEtL+u+ROo6XdnLjGzVUsy2cpwheyc0uQpqG
je2sZdjrXndFlm8haq0Gu23nDzRko32sYLA9IapxpcQE6JP90DcExODSWO3PpGl+uXU2vKDU46zd
0vKOIyoaD67FoyrIYvXVdZJ3kVjdz6lzV7Vn6F8pr7VLP1vnM/eJrYR6iZEMXciKQegFHOlSDKRh
c6mXoIALK0sGyVwdaVwlOX/e8Tkh79CweoTnH3DwMiNTeUJZaDk0mvJa9jPkgz7QQoaJD25nwEyQ
r+DQf+NYB440UuytnEVMQFuAfRof5KymZQBo4/6priSjcpHilaVqrfWjarxoYU5O/Zy4NNWdZIB8
7AY1EHsavG5mjF9rmJ6Kj1KNqXbmWbjdzjWF+j2uip9656hf8L+Il7XVJ8857ZiVU9vxxew8Z4Mi
1PRQBzXygTMTAxjb9OBmtbuhEhVfVMFeKRBV/BzSyVzKl5pfsxiM6bsWqDt7NLD8iuk+hWwVsTLS
Kiq8Tj6BG/dGKAENDTOQeuODC9USotCHmAM5lHLyryUy22C20tjKuPtrjbyUL6gV2CKW9f9xdl5N
ciJRm/5FRJB4bsv7am90Q0ijGbz3/PrvIUuj0vbObmzsDUGek9DqVhVknvManUJ7f2xzM9qY1dAs
gZ1P106I8RrPZwrcPpZ4Zr6WsXsiCeEBN11J92iefE9YYfGE92d/+BIPceHhDxGdvNo45Abi4EFl
Nh/Nu5V44sMWjn+cwCcuK6+iiByWwA0mr0LxRfXeBp4Ecprul+FBhdNDJZSrpig0qXihCK+hzP9K
N2UlLy9j6nA+1fl1U+vqCpn0cZ2ZuY0z72A9GtC7dnnidLs4Ym8ltAyrccCqP3m4xTyHQo9diFu7
1mPA/9ptZid843G0ot8z+7GhBj3PBDMaLJIcapreoyQoD+L3mRy2g5Ecwz79lb3HiijjASzHkd5R
6qKMgkmyeQT3jFaBz9PvKMe5SH+dqeoQLpGSqFf32G2KY3OJPFXpwi8Eio4rTQmUozLrVpazgmVj
dHZFEeffsZItIt9Epm+O3MMI5rB614HJ08SqV5GJtImLztlHRdMnUJHUxIo9fdCT+rsM20Ze0/rK
U3zmu5C14FwX4rUHsQWUBNI6MNK5WjeD8gjackC8sYo+0tJQl97ICHPFLY9OxFtdJB7U9imuPRXD
y6Tbdn5kLG+5sjU/rECJ8Tghq7tGe4K7Dgqmn9IlAtDu7Ub84UK8UtrhUKJ07bf2J59rY6uLJNjK
Ne3/Eo7VOsCWIYpeM6sNA0TjYys8eDDDJlp2bMksNptHXsmoX/6OgfZTzjKrF96rYevmTo5kXMht
GfroAfqr0bCUQTcW0arHYBIBrDI/F4NN7U50h5pF29mLI8hfMiHH8myaePWzVck3ZZRTMJJBn9rl
yokD+A0bp4iMVYml91GfX+BOZhruTo7lIZ8z8kxNahRWlAQtlLGv2A0XqeXucv2bJtT24LEyPLoR
gHh7PsizL7E/hrlv7BRr2P7XNBlLJ++vQeBPbbce4vjAWVEAqrsXxPu0h8gft8M8kgfg5xstmyvC
cygC4orsCK1aOXQcoFqI+LtrENfdi+V135s8ULej2zwAr1Ueo1bzHtPJ1bfCQJ9aDmWibw2Kf5be
bWqz9G7zQLWwTkmQZc8SiCup/ZiHtXu70aDo2mm+LWKi3AcmaAzz39cWAkbrrs87dyF6p34qy7x5
6m3auywp4WNP0ZQsIZhUTfUkJ0wiSZagW9sHxe99mhru9DYCVFtmAOjeZOzLWf87+3Uem94nPS72
mhixaYmEOXtI7iQ5EXHuGHpeGR8cP7Re1cH8I54ik8I2TDw27mif7an8PjlNspMjdlv2WZ6xv0ev
I+2KXRaG377E5QxEr7ttHNAtUINpuMgDTcXxAnGWlQLFHBlyVDSCb1MiDZ5WA+jmlpGT79c6jp8u
itzBuKl1f91PZuHUz06ymy/hECDwVhXNP4EFe9wEU3kQ9JDfMUA+ZVqbP9F5jZ7TRN2lftO/t3EZ
HZV4bJf6PAvCfbP2oOBtZTYtahCvInYu9NC8N1rP8l4BbtIXE3TSorSz4b1LlRrEDa4fOMucsWy1
DnHg4TjSWJdOhPZFnslD0aTQodqs3qFkQI+Uxp110TwVszQTJ92JDx7Sg/OFgP2sS6brW5Q2Z/cS
Qk3JW0RNWXUFhrFo4zj6licBuhMJbgRuaMRPcckKSsnV/ofjK++1OZQvJcILOw+b4k03FtO7qMVO
TsgSFhMsUIprT7X6ZEAPX+Vt0iMH/RCPvnaC/Bwu9DaMMUKseFTMZ1Gn/jqTMW+YBtYsPebe6LFl
lrEy7FEc74chQtlmbEGbVp2/nUCC0qVs2M4gKg8sF0EGeVZMvnpycWhLcmF/K/IQIQMcYE5WNqlP
uRp9k/F86uplCYztrNGTfSgHAJUykbFtXCjoNFy1JoivJUy/WyKdF5S13fKg6OP+PIb+mbX3Qz+K
+Cp5yPIQtoCWK5OSW+SV8ZVHarhJ0mSWVbeSq6ViAxpXWIU6MAWu3nyQCeSo860RKiOr8f5XzDDN
PRpe9hUJRErOvmh3UErDVwADOoBz2EC20oYImjXmNgrVfiWzrY5GiWvSTZVDYHfKabQqYAHz5GBA
zatC3EYmsyHatjgtLiS3L/tN8JNDbcqHkzUz//puaI5etS5NFoVGOSVb3gd5ugVOW5/RI1RXja6P
y7aFfD3glf5iV+01VWE1Wp6TnFpE6Ja5GcTfSrvwF7TNQyrJPhBEx4HtkIrmtUrjNbIcMd4bmlZv
WgcaRJE2SI/Apasugx/nu7RqwkOa2HjwZlDGMjtTzvJQBuOvs7bQu2PQpOt76Mu0VlTvg6apuy9x
OTRVPVpRGtXKH3Xw1MRJeiMlNgNCo3KozpDx0eOVqAo7OUmMuMzKoUSQ3ydLuPl9mHX2cnKxPyoN
17myDgwWrD9CAOxIt8kYXQEXnkq+tOfQPW7WRblJIgTzZKLw0F4qw++lPbJZEFH1I2irlTXZwec4
jfUmrELYVkmiPedl9l1OaDUkgJq0jJ4qXG0OAlTE2kf29luOcN98h56NFUToqTp0MG2xjwn3AhzH
RkuL6vtSHpumhuKg+tG+dXXvtYMcZ8zZqCr81TiK4aQ6bvIY8wlYyAtC3CBu9InMCFGNi1z/2tu9
BhVl6uPwwY7iv2u/bs4x1L5X+gI6XNcpOmZJn74Oam4sU92BVTZn43by1yz0AHP6s9KROZgDknyu
MYCsL9tzFlmbFs3pgyUzt3xdxR9BX8GGVFv08OJ2byRujE8Uh84T51zDY0uG/AEZ/G4IqXoMRfKi
a1q3b+wiXsosUv7tYxIUKzkSZh+/NHWCyN27JL7cOS78e3o89lBgDt2pvpFf/PlMJuzaBG48DtPm
BkikqoK8uLukZdtfhVm515Q2wTVqPGer89hdUBRzrxXle5t6Ew28aUyrrQzK2TmLi4tJI8HBXodt
+4XPGvU9K6qv1XwG1uEezrIadg4zzXmmzMuZ8jDfwEurc8KaPpgrYBQFmyVwA/8YR07+jiHIaVJx
p1JqWvilggDKHO5txzqpaaHCmGAYd02GjQDtfmRteVIjejQ8TopizRg08znT+I0qxX2UoyQzDJQp
8viWrKfZIRpBcVTV/ebRN1Moyq7+EAV1tgWHntyGpZYbYMGG5DyIahcnIxa5sdXuu9px4TDPF8wH
nXlLiuThtpQCoUm7vJHpStaaaN24SbQu5gJO4wzjh6Vnm0ZXzZc4a/OLkyfSHefb6AOQZjeNgnGm
6q89gOw9XAtrKeaHQJXTh+r09ldW95tsn/fO0XdhWPPlhtJqjWcqZcWjje7oQhLuahCXy0KLp/9M
hPMVxX9coeTCWKWh0AAoZgWm7YYJYaJAI2jgFX+wzSFb4XA+fuDlHSwzRxcnj5faW4HIvpwmorw8
aI725zR1CDT8tyvrzeJuwm+B0KkJZZD5aTpmLIfAFIbL3o9pG86xe0KeGarubSsQUF/i9+FEV7hP
Z6GY35enZumei7rXyx8OVhe7xM1++L6PGj2215j6wGVYKH6NvVCB0TftPBysUPU5gYLa0+8W11tM
lLG5zaOcT8skuqMqvHpnwzbCvgU1a7XW4KLgNytHMt4DZdv2ETh6GbsnLB+6j85S8B7vQE+s0Jfy
1/dYpPju2ad23UOzcBcy0aCeuaAyNW3v82x3iA8DMpz3f41MJiDNwZvYiHiULOQLGyXayeni5Zd5
E8T2our0C/4Ayb4F1D01bUUnqwI0FyN1sHbVOrrcgmUTRhczrId15Fjp0oG+LuhzGeEloBq0dxXx
LEd/XJJk6FiYmOfOl8rrb7eS4yFVrk2pTfvbnbQc46yxpsdO/eG1MGPn4IhJWdyHyMkovAj9fxpj
QLzG/44BNxAcHsjqEd2O99LL7EctUexHntwqeDa75NUyAaqbD609jSszRijKTFg0LRPB8sH3odLf
xlNk7tXIgm0/z1b6cnzo2++tmSFKUdPd87XCPNW9EpcU4+bTyWGV5fOfJ4c2ioPlyq0n8xSlKt/p
SLwVbWQdZfY2ZU4mMinHQarbAAIQhLtdLINzzRa1gcg1T+0Qv48mIPv7LW63vo9Ny6v24VQf5A+W
cXv+KfJs7Jtol4wIrQeLrvbsJdgibdWErbppvax7Doq0uCSNeQm6FmRKmdEe0YupPeJQ1+FkB1ys
tqpiKYcWSvrPFNwWOrD/RxlKol5b+b5yKVENXfhg709IsfknpKEC0KP3MR+uaOWwP1g1PlWnwO7p
9sipt/kyfx/LK3NtfC9goELp5pYydLuvHN9ucQvAYykPiYJcFiZOEShe893RigD0pBM+TePl1urV
qihYO67qb8pqYhU01O0C5V4WzkgTLpok5un0W/12nMVwbyq5DiWK30malvkFUieG4ui8LBulzA4i
cbJDP06/Dv+fMa8OvJg181RvIM689lbdn/RG608WGDoBiWAvR/eDmJP3oTwbw4C1cYGJ5v16mfAD
f7hNlokmqN/iLi3ZYqsxFAoUNZMhpi2PMQbSChx0DDcOzSR+dIZHy2UyTf2UG8VJXiCn6ap1sLSy
Hf/WWlWHG601R22Ifx26SlER0RA4UN5OATyDehTmvo5wIFr8n6ff74E8Xb6mQp8f8gSNEtG376Zo
9CN8o3gZhV4LG1VR1nbeoBM6ZyeDsroO6vSsIam8rNwErrOohoMNAelgzgd51thjgqaYJdKU7UXM
8XauyfNbRF6nxu6Ai/g845aTl8vUPX+7m5xql9Xl9rap5odeO32KXtOe68HQ9/pQBZsQRaRvVfTX
FKrBjxJRbFBCjXmEPa08NAqfyJYtzw/X6z/htopVYXmgSVu9PQsH3fFutItPG1dbdOWoEQtrql9r
pwdSUJSf1DZa7Oha9FjmaZloj1Zd+C+O7v9TZTmoKpbVTfZg2R0rnBZUbRP0ykthJP4Bb6wE+hLD
BHLgjBX7KUdjpIWPdmtsM9320MbARcxir2uO4U7XE9W6Cn6FgzUOyAqyeNMOFeIj+lJGb6epk609
9EKOwVB3Fyyj8Xgwh+GzpGGwnDAbBc7q2y9pqewQUho/EYSEMJF22lZOY+0+azvYb5iffA89+6/I
m6jYJvQu66H9Fma0mRdRRr0i6W0sRvoREsw4H2Twdpgvscws3g2ad5YhOUPO/eNaeetiHNJDodDb
hkp5oJOcPQ+W+WEqXvV9TFt/KXTLvIQWLh2D1TpYXaGJKLNAt97RWq+fezM3D27uTkucUMWVYmp3
zpJZQxse4Wc4YUpto793bPiDvZtoM8/hPjSHfc3baSWHlJLR2VPz8ZoBUXjy7OBZxvEwqDaI14ED
iqNntKqxTnFpswCDMI6g+d1VqAvve45cmV+KH55m16umRAkQu7v4CswGgMWcCN16AwC2++gSLGGi
mA5zyD9hEbKQBK4Y/kDODA9eI+9OoquTh1bXtUXWU52jTf6jw0PwM8G7Zd5j6wn/WQ2ISnaM7VNi
+sG6omb8ofCjgtz6SCg1HDRXw+ZHAyGsxTysjVCbDhhNq7ezwfbm8ieHTp55ndgbwTc564/wl1nz
UE6JGxQwFnLi/RJ590nPDMSxmr3fZdGx6ryQSlAfgdb5dyjPEFP2QBZ6JUTgSDHqfEFLNqMXal6/
zPRaeWHHSl3eSI9EvZrapITpx2cSXDFf2nnzIQzDwTgyxSa0T6plm4V/R1PL0nRO4kZG793LeHnO
DmByrl4Ck5yTMtT/O98w9V/zMYp9devRp1af6AE9miBDuouDApLpQen/CoPMuyASA4JQTdB4Hkcb
tsKopQ+3YOz/lFOUbsKjUE5B/Igp+AlcEzAbUpaMvvrC5FV/tDEbRvzPTq3T0KpiFSLJsZTDFt63
u+la57n0wvrQVx+t4dfXJlWGhzZQhwezdOKlNwBevMf6HFOFdkoBAc9TfKXMvQWXKqxKEoT+TBqP
lrNQOsqE28aFxOuBxL8JI1FWiDZTT4nJjEaXbm4g2JnMpkNQcVLQZfOhbJzskvSovLW+SNdfEvds
YlnUa+bJwlE3WeVmJ6nrzo5q3IvM+5Cju+i7occj30z7Fr8b5vxHvNSnzRhG7iHJ9P6Mssiw9io0
++QQtYMB1ZZZs1yeBnQS186cbvmdR1r+iJ3LmferzTpQENEa4/F2D5mpYg/dP5R5F0bRegs+c+ab
PBNFad3Opt9n9+z97P8+r3GniUKl7E3HbcjOyasRxnrEszR6rno3fUnhIwBUG9D6cYvspfEdJN8h
0a9l1tAKtoO+/3chJqQYAbAllTUesjFq1YdMrcszelrVtMawFh8PNTs3TVSAOi2FeYxSkw/IOHm/
T3HXSmjPyKw6x3NXQ4glyp+9+WPvz1+AdJpeAjfWD3KUwMd+SDEE2FmR9IZkRqb4BeplLCZ7lf1h
2JvXG5i1AXhFrVi/ShWOQbBbURCjAHFVgEEe8t7aIPB0k8fRG4qzkbatLFP5VAASYzz7zRRRtKWf
zlonz/DxKyBWBDk4UNcGmZn7lrke8bt7s1L8BuZWfGEWtIht83irVLVOtIvw9d7w1y2QJOXH6pkT
bHijFxspUFVPoK2/ZKHkFxupWCWvhc2IKcLEZicvoDcPWVmyXjHRABqHXXLbxw+RhrSfyB+UIYJv
1uMJtDB5NVBxrDgNSpfTeWzZMO98VEj37aC+CZ5tOBMV7bZoEA6pJkN9dGntsbtpop+4HS5QydO+
w6+OV7pZxxf0U3AMTEK8Z62x/wjr9uDUXvgToPE/kYoKRuoab6WmzY+qwLsEdrMpDDYOcpTQ4rzF
xwbvZBXk3fpLwirwCXDy8P0+l5VFdvRuMHZFQzBGD4PneqTUgzdPtxSjAAdajP0h6QRshJkChQw1
LnqJ/r9lkZqu9ijr5CsQrB91nZUPTT+oL2GlroLW0N8DV+2OLar08/tCf6f1lq4rxNp2Mpt7LbpQ
J2eY9Dcktvp1kXf61rD94r0BmLyIywwzg36ilqUD+snC6LX0sURqbeUhyNriXbeC5lBSV16CBrHO
8FbwwFXyegXlazh4ShN8VBMkNhZ8xaArgF2GZo2hUfEZZfWHxh73MSny4drmQc5qiDhUY9AjESIJ
0NsRRTLUTV436sWHeHQ7C+ZY5IXqJR9RRcEgUL381zyZ9Xtj+u95qOiCaaEMkk19aixGRNdXPA09
rAgwQK0UEVzl2eBExU5J0YD+mhBueummswxPdodSY5Dbb11l93t5uYioDf1rNIEpz7qaEM8LeZ6h
MI14gDf7Kt5UsTs1b06N1yJGMlsnSrPFIayP/Sz82SiZ+1A7SMGzQCg+q8B9sCxD/8dtacUGZQrJ
Dk0gw63clySbWuSWguYM7KY4TGLAt9WInKWpYjucC4ASIf6ue0VJ9OuYFsrSEkb36cc4b85+UyMK
/8CS1W9ClBOArWB6cJEPiII+QjrcQJc7qIpoDf+eFYUcG01mADH+6Y5pf04708UBDUIKuggAQVGA
fIBclu/oMGf7iB9FYb8P+S3V9LPNs4tU5c66cGdA+vtIMHzKK/+nVH8Jx9TZGgGYEGml0vJZWtZx
FJ9ktsBsE+ZH/1pUxnCdL+J7kyzBXlq7MdCHB7YALUboKlKL83BKw/Ehx2v8Unb6LTTMIRlPOzqP
tY/Pl5xbqhgcuT7GMPM9nPkecq5Msli43UNzMr9e6xWgF+gLvy6NAa1fx+nvJPfh2gV+wFLWq6eW
fd1sPDoMdKnjEb+CSldPplvU62HIkB3odHG8H9rZyU4HLV3eMnIs0yLYu24X3ebew2WfYoWeUAnL
qzx+cvAqgRyURBv+VlTRXNN+x7PaPgpMKp9EWEwPShIv5EheoLRGt08mt7vFalYw2yDox6UX2nAS
cMPZmc6kL7QkQziizrL2NgZ8hQLsgO4eftA0aQM2sG7X/Ozx29LrvPihU8Nf5vQYIZnP24y2yDe1
Y0Zvhu+9ZZSyf3qYO5tV675TeW7WaDeYSx/jps3kAldTE8v9jMxKX3hD2V+i1O8e09D+AerN/QTe
z2PP1+KjqyCU6RQsgYPa/bRi/QNyVkg3CfllObVH5B53qU/gHyb/csNCvEbegULUYJovNrJyxzZK
Zk8H7lD6BfarIhYPulPl1yiAJyQTmj6WS3v2qfWAPj1rsf6o1rR87UwDQMEr7DDSGgVXztn98P8Q
C/0cE1YzzBb3yWE2dnAvhqj/93i/pcAjINepA4G/C9dToYmVyJA0nLq4u4r5UOtmezXC1IXWDJrU
VCLHXMhgwGppqRdVubkF2TzgxhObp04fKIhPvXrmNRq/6WbxMvrReEWeOHpDYnMfoTD+qM6jeoqX
JX+6Z7NFzmkpYxr9m2ek5JYy5oiy3GVY+8B8wiJ9vqGthsMVvPiLvKGCPh7QB1xt5NW5XthHT8E8
73a5p6WHskZxRV5aj57AqxVpddNP98MM1Mo7obMYH4OUwgGWGYswMbwDmmZdVdX1q6uKbi08IwYy
ypR4fKD9Ui6F7Q+rKnP6c5XDN76dyeF80HUsT+UUmNp/Zo15KGNZ5eOKmmCHLK81QSBsO9PGy7rF
3QAxgXznT6r/KA/TaAIAK0uxLlzlV8zWTF5a5ahS8CEmEyJMhmXZmf0F2uxfZjr5R02JnUd1PoSR
WFSGEzzYlWljse2gSGANO5m7zaqadj/2Ybu4X1QMjomfdi1WESTch1wHPwUSvvrIJhuWNXpHSu2L
B4EppAzHmVA2rgg0LDKp58KHVjb+SK8v6KZj2DnttYBA9pLZhrOk4ZjsZLLMFIQHdVbcMkvjWX0o
E6T7Gyyplo6lPygav5ScGxYKhvRp2m/lXDQB9f2oKyBw5h9jRpVYoMBSYXlUs2zWQ/MoEO7bdIny
XY54XwOc+3oqx4Wl6SjTOmLpdezC7gfbDQTqDr+DKNTAD9cS2Apz7GtaBl2rcGdpKPXXhUIpk0M+
Nn/cW5mnyHlzfEhFd/LSRLvQbanPGKstAsMSFxm6xeckb/tu1bd2tfqamLP8cRZAa9OzvNQVHRfM
ca1Ug42NZNZSDu8JOU8T8YlWKK3Bee79p4JwBhsdUB/XBAAQ2v7XqtTKmXLhLcrUKyjvQcCr5+K5
WqbRQmb9Ftpdmpkvqjn+IwLEdsYip28IvYj2QDi6Jznu27o4jRCgf0dkWB6q8F11c+9pROjiBfH+
4UVHk44+IE2XWB9fgMdNS3OanJ1M0rmwN0aY+ew6uCBT9OaoVBOqRvMQkErxmI3zloSRPHQs+JwK
a5gwho2TJg9GmYrlYObKt8I2N3pj9n/7mFtkqJO8V4g5obZQs08tIX6KFgsX1H3LFzVFCGbs7HRp
IU63neIS61yrsKzT2FHZg3DK8kng5FIEsX2SifsBe+4fSVkV25TemrsBHTRuG6f+lDN8vMi3mAP+
VFGV75BdnO98O5f5tghOUTzF+/v9mll7Xf4gpOwpFkT22UJtbKnYrBhVP2ivZq41t0MZDskSw+Z6
8yWRNhYQW2wTt83gsFSXlwxa0S2QoBfbL7MH201mika1ExprrziogaYHCPfx+m9+srSm3/D7Z8qz
ugjfDSh/t/htrqFrD06ZTIfbUP6MpuyQI3DqY47O7SrgdQsVnn+9TAZtvvVtJPzvN5fx3sNaBXXE
85d4zbtBaCYLi9//GDkf8BRYgZI6Cm/3pLs46nGyrOwaJv2vwwQv/xrG/qpITUgrc9zWUFEIJrtY
s+wJV4pr5PPV9ovq2OMmbpxqPYyG9aJWmG7FfZ0uZVYLA+uM7eOnTKIxPTxVaYkuF1NnsuwLCryr
vKNtH5gDo1T9K3f04ixzvYt+m9+gZ6tnZbGIkTPv0LwMfbaupnJEvJBebqsiOjmN/VbG5EFOqRHo
5KsCKqbwJh8fj6bBNTGAyYz+kwzdDwi98Wv2iCwr1M+ays6usYPUnh10z2lqdTBvh2aR+Jp6kDHX
8TreybWL+ThTgqDtnuNiXJVgfx7kBXFhUHZK6AHIZF/36xjY59JoUvFt1Gj6DM13b3BNNA8Rwja1
GjcU07rCC2m/BwYssMnR1LOBgsgVQC3dhfkCP5n+phlbPgkUb5eOOj5XvOKPlWjaozyz+vjXmTGf
3Yehigp0OpZbGZ9xlZtGM3+6pemBEDHKYMtW9EXOlzPk3YQVGcWCrgBHd6iM7TQzqjK0sJ9TKAAL
sBjWT6BseD535g8dZ2zk8hCBdd0ay19gQjQSmNtocb2Q1ZDYjREawTNUzkWbHz1VEQ97xNN+zZX3
/T33y32/zI31Ex2TS5pX3WkSwa/DkGVusyhDFT0mmar67iOPtXr7R+w+PUQQ+CTnDQCj92Gjs+v7
9173W2tK521Fgbp+F6N4F4/owWnw7pC0UdC8qiv9jAB19+53kFQIxxiQoqpRgNObFQ6nHt+avunb
bedq9jtPyb9jb3ad5G39ikzUUs5SBpWv4qAWSyS67Xd7pIUJeoGVW1DipBkofOiqrFzHGUrjWM1l
r+GALLJmV81am4dTP9WsJzCXkVPqMCuWHYwodrfQW46DPEXiaGP4dPBlzA8RvFnUnoJcY4n+4Tbs
vOHS6CnCk7WF+oRX+R/DRrem+MP3wvEUGHAe6yyNPypEkteUA+2dzLosgXFpFU8pmgSP6fxtni/S
2hSDNhBLGkis+VCVnbE3oP7JUOSB0MpwBD9DqVDXVZn4rBR4aMFW7fmy+9MiQFCHXlIXXGTCkdlo
GvnIJ2sZbyZIO4paK1vcfRWKD3QMvVaYG63JPfAsczDbAP40VnHq6UejGbqrhqWHO6HLBH2v44s3
uQCY1GMWUDWSITlLt6z2UmvPQuZlqGlsi++26j64ibUwPYBLQg3dZ5+7goM3xK70Wvc5ax2AJ4YW
LA1+yXUEoXPnVfDsy6mJ1nnY+S/QnKyzV/UvQWP7LzLkVx7tOsQbq6R9CXrwqglyVFcPzpOSpMoB
Kl54TY0OQbwS/bpllNr15jaWEzvdjTZFHmQoBXMdHMTwKq/xExozTW1cugguyW5oZipzaJ4t/iAU
bSzbX+Cc26OhwGXyCnnWGlmzqrUUTZYeU/CF0JOIHbpIdoBp6GCncbIJ+tg8uzUNxzh6tetweHWH
v9n+Ks9h1g2vVeDgiR64T9Yo+te8NulA9fajzJl0dRK9tB/kZSni2r7teHtexfQ94vEDzpp6DJXY
e9Sn3nus9GXndBBK54GH/tkprqpnxX61goK/s+cPUCQ6/dh3DoryQQ0ze+R3ARczXJSaFf4NEjtj
YOWZ61n8gRvr6g6tadyyeh/4fAC+3ybc46ETrRsN8C+bj2n/qysx+ikVYziw9raf2MTqCoorX+jy
/5UIi2y6qKJfub2DHCFmVvXtVI793sZKGncBrMZGvvlqbsXACSEdt1uoHvh7dR1S0Lain5HsNS++
qkAqmQ33+iE99Umev+GqHu8ihHHAxTgjqvUt3RmA1Q3vj5XQFZD+oUAPyHLPcgTDLD85U/Z2yw1V
82QXIz5ypmWvZQwa3Wst3IcvsIkifcqUsjxL+ITMSdTE7SzFi1otzzd8hZpWaFCBO7jrKEoJxqFJ
fsZGhvHn/BqWSRlvG++ph7fAf2mMksGMOfRhhexqARUQo7keO9n6J4DKjQZ469Xru+wpTeI/Rjkj
fYYXydw8s02i70mPKk0OVAejlKxaWB70o69jX8vyauG22RKWWnyQ6cbObLBBWrRN+wgmWTyk9aM7
V3jUohv3t4+C7aYrLC6HJz9NiydYgud01r8M3M7c+1mar0ZRG++ljXRLDT0XMBK6l5WlH4va9rcY
IfWwodMaxESQvxg4AWzwzdCPOG2NJ+EIWMXsPF7TpIoWTV14fyPdrBdj9T7lDV0aEHZPUmgifpus
Ib2pUlAwc3aVo9sLmZKThoHnLNWkaWdaPgCD1gx2VTd0DyzslqOn2k+Z6zvIjrj+Wh3xW/Ps2rnF
8IDrqiK7DUAdU0wurWYl58tDBU3K0/t4O0ESPSg8LLM6RZ41paKaeIFyhYbcvMTF7EBnmOo+C3C4
9b3B3HoW3XLTHKonRG67NSI96POEaYtnvRmetLbXeWml3b5Ox/o0JU26beBx7MZUzTzKs4q6s8bH
jO+gA1AtQA06aUoEmj1znWsV/IYGMYlF37rh0bTKg5lq1kXOk4dUTkHjfdGYlbmVw9aqg02mO2Ix
tZ1x1H221fJMHlTdIFaVMMtu+XuUYjLmhGxZd2VY6VulyVUYzim9SM8uYG/bQ7kLcqFcWdspV7Tx
lbNO06pyLH8fdklwMIv+rUJa+ABy1b7Kg6+19VmF9XwPqbHvXLHgoKLnTe8zzzM3YnOWA/sea7yU
Fo0LvQo5Z58CfXKyXTX4y82tn5FhpZ9hLkyk/wLxWqmFh+2SqGd7xXrt8ue98rGLtoYSPQLRaM9Y
ANHgT/LyW2zN7+E88RdliVBpj1KS7lNoS00jeOuq0VhVReteBGYUO8ObQa1gDi5I2AZrTVebV8Wt
y0U66u5fVWBSnTJinwdCieOYc+7EuO2LDvphVLksaw3nLXDzC+J++WMyUALTnC2Qf/ctKRT3WuTx
221OADjJN9J6KYcp9HS0w7NkI4f2/3B2njty61y6viIByuFvqXLoro62+w/htJVz1tWfRyxvlz+f
mYMzAwOCSC6qyt0tiVzrDUNg+xlsk6NsBrP2vapaj0c8l3dB46WJcF89FAme9bE62G3tvlv6aJ9t
JYHJvURps6H4lUiKLabInr7OphigEIrPStxlD+he5g/wPbPboaM+RyXbxevz3357rNJtPwrAMTp5
fTNugZGGbnTQIcLua2zvnlSccQDe9ub3Dh5M15c/0eUpMBiAgjvrnrZ1Uds8DqzoHoCidaArMEee
SwxPXaX42bvRI7nA5rOHk+Q66grrUpVKggWfgV0MZu6vdoeVhoy1QviTaRt+zy3q9tzKJcVeuKJA
eSlKLCLveU/BJObtSi6vn76FC/G5GoqfSEPzuzK67G1WMGQWcWft0K3bWGaXn5zlAJjEo1QP5PlU
GemvTnlmZpizr+Qpb/lL4bjzTrbucffL2C55pqDg71eOyutpsc6l7+375Nul5edHJN7YTjbaH9/h
NvF+ca0KDp3ASpQlz7eJcsoTNNPw2jZ9vGpmtfzCLkhdQ3WAkjaV2mcrg8uAbjSF5pqNZphuhmb0
njGgAlwVfNMBlzwVQYQDXdv8eYUaLslRtx31szZt5IWrqafaWKe80eP4MYk0SNRmr7/pNkkY2ZQV
YdkMQQQeqkVI6968j8rgcOrsqx51p//5/Ky0B1wUkmcFYv7Jwd/mlBZjkmxlO8JNDftEHlqIDS2n
sjcIQGE0qlpueDSwI7eio72EyDgZIWad5/di4DlXdnlhk2ruZ/RArKQSD2xnxcNcphb6hRTUVLLf
Z9knR+UhFFgpTaFpbewl+D4wTjkiKSGi4X2UPLe6jp5TOYMez7rkufSs5Bk5GM1nK1nsZJ889AVV
IJuaSpO3l6qzy2PbusNOFF7/VKNV4ve20D/QuTsCbm//wfUC7lldfTUb6AG2V4unpjXyXTsobPv7
qLokvA42I4mEtxRh+5WWDdNP14UQw2wzVr7h4Wbz0FZMVOG85iEwwAGWPH5wLG6NK9kOvmJvml+s
SL8YfdT+Y9s4PxdB+S0yXWSBvXUbg0zKrEhlj8cttuEt/W6BnT+iEi3QEq3i/BGFNi/mEFUYFXpg
b/Z1rBUnVvUN3DYXzmuOglbiDsjph67xCGg/3Uy57T7b7Dn5mSX1u1fa06roi+ij7IovPKCTH3He
7j2hnCZKz0cgQ+Lc6x0yX2r9RWSJd0JRQpwrEAbCyVAhtAcsM52m/YK8w08jS82rqoYgx6o0XkWO
3X5xFLeHGeeSdWGx/klRP8vwukYQu6vHnRmExkZ24VD9nMFNe/amqXtIkkClVsqVeyTNqYa2yoHH
7yasVb5XjZ5oiw/QFpJ68mJ7zoKnCZKvCTAvPCd4z429ChujCn6kEeJMDan+NwpTAhHwZHqYABYe
IjCSh0GUPR5birUhO2FfsSa2r91i4opgGXhSuuQBTva0QsgPN7ElIhNiPhSSYGA49df/SkH83lcl
vcYrCJXrQqEyZYXzsbCB9zcuprh/nQXggf/uG4KdwxtnnL0voGhPEa7EPx0QWLxasw8nQMosTezi
CqdJ2+OLYO9z2wuvUarb/GWPxR5n5tnPyEqfwzmJzkobF83q3l74kawIvWgrUgeZ9t+BSaET6KY4
XlFo7nfQ0NSjMsBb9MpIe/XazHpkcXAWkamibdp8Dnty4+BRNcyh648q0REKWSJ5yWjYeSkONpKV
doim+kezPNGUuvUuvVP8kM83M4u9S8KYgk0VYJkGIf/QaLdkEdItcJb03RNzsolqMe1ks0ebcK07
ZXbAnyth64bepOJmGioKKaVieQrIjY2arpd7hFyeRO6pgJQmB9V7583UcOyaHfMlSFTrBX5Rxn9M
dCfZ12Kuucv6LlvLUXX23OsyIU9aZ1VpHaZLWa1RS2oKv+e/+93zXgM7R08BDtUqbxLxHFeoEUGB
y6GdEAp1EpQlfObfoameQy1pTO/ZVAtjNyyh0RBw52rR0RV1fJIHsP6/zmQzVaL4lIkZ1OI9RlM3
Y2RqR7ZO9MsQTai/pt2CZed9hrwqf/3SkrTyo0IRoNFC+M5q+KY0qnGRh3wMMC637DzY6r1qghcV
xoVZv4ZljOxzY+of1Emr3X2y6aXVZeg+x8NiAjBjPG2U3nCwWsf026WJvzK/GbKqazmqp1q6w5yw
3cjRVtNYXUDq2C66Be+gYzP8eJ12d2tWU71WMJpCNBYWQGxgwoIMnLV1i07btSoK6LX5NXWWYh3r
mgObHuwQlm7LNB8MkdoY/ijj2TGS0VeHzPuiZhpIAQw2BkXvT4PSxecRde69URsPshXGbtes8taM
z7JdLmfYvkeo7eIPWuDXQO1TUVGkCY+y1YuYlaU8FcWAKYreZs52wvd4lZmkDNZySB4UkI6XBjfb
tTKhLB4gC4Th99Iph2eni25nk9O5Ky/vWnYzfGCclyoPWISFs7rDcxn093SShx6r3XI7Izp0KpwC
9Jen7RFXIEb2yRi1iaptHFcCsg7JSx7G/Eku8hV2mtmbPtOsXbioXNid+t5B776mmM6/OKGO9ind
CNeVBw2B1rWcVLp24Q8OJWg5OnovM4S+99zqu7PjlCs1sSiR9Lb+No7uDF0F5Y17U45KOqscLT2N
USv41rtWz8utbX0ozWKd2iwcTUsZLvnvM9lU9aLlOdSK9X1AUx1QlqY9w8AuAXRNz/e0hExVYIOs
o7GIS/dC8pDpCnmQgylCt3JQtrSIct2Nb1ijupHreXpq4QW+qlPTbTTNRYED1N8rnh7iYC+GaHIU
cbXgGurlUQ7KA9D5taM541MZo9mTRBF/GJpITiVFEySJ3acqQD3K9DIDak1nvcf6tCSEjadIROLN
mg+yF3VOtHgpQEZ6aL0bi7SNYloBmkxMCfNU3cHArTfz0nSzHpHaBtdjOYpP7TeMaMdTPBn1WR6S
AhuIdQEV8qwFi6dTne6qpWXPqbLTWhy1CjFcW3NyHiVVcWl1GsRxyVTsG1yCR3ut5gjhOvagrBH9
QvEeO6ZzD3mcv6WhwlmrfpayM0Lol5Hy7nrIg2QE17yktnCIx6x4UejrsuZInat5c71l5QDGea2O
ryZu7EiLkdKrquxz1AOFRd7Kwh/qpDogBzFiJVU4W73v6FO2hmhrwY8vD+SzvZ+sKm8nwVD8dYI3
IG/zj8AaFmfAcsgxGyQvk9gKojlLE21g55hDFTjoxfCOy2u2c70ueJIHcB/5BrqEuQazg2OyPQTW
LrIB6YrfMbXRecdWzT5b5N6f0sIOngS6Lg91pPjyIvfQEWswNOHTx3uoXmqvsSOq0/1DK1UzV+qU
JXvZJ2PFsKzmKRpt5NWUdC5gFvfB1onIRqWVWYMJb3sI9XOITrzrnHIKANvZdvCt41nij/XiqDPr
X3t3sn+q4qtX1ACOO0CiSlAVX5tqxnqPZf+rpaLXVOUdzEBUjg7NBC+1cReJVq/CJdaxvBdIM86q
yJCN85zwosaOSvKhenWyLv5HNduPwKN2MqI9spbQcE2BLo+gJ5W8BSmeZUAIXbOf1iSw9Mdumvw0
VnBlGcs8OjpezEIqUDAb48kFAp31MzaCsT8V0S6My/HBXDLDjdOwv8fuQ7biJX3c9WN3qBYOYF+4
6KUsfZMW1hvvQ+O/B4nUMNYjkgAfJEl4SWXad3Y+vPKDSlwzABnH3oqGrdc12jtKJde0N/LHALkL
f9J4mPEeyM9a7CRvvQuFLm9L5zAOagqsyhrX4WSY/GXkNEesevTUFRs5arsADWrkwYDlR2KDafy8
RYNAHNUcM42yKNXnejmUcVTAYGTfg/JzsHYWKSGYHzwFbNXXKb88G3OG/ESMBA7esizNl6YcCND3
1AshLnY/qc+jPtvHMsVOSUZUhh9Dd3rOeWP7c983e9mNejsVHP0fOUVeJeP23w5Qq29X1pbLh5Z7
FXqfXWRE4XbjqXPs7/dJQQGfx3AQ+wsdeM5BlGVH4Oy9T2Iw5KZPxVOhpd8rpOw/hhGFO1Emyrlt
7JDvWXwD6TN+RC7OW2bSgyOInRTtufGrjE/wxGFtOdmbCbHyKHWc07iIolO37RcV89+nfek2R2R5
VvHYIGMuI+/hhqbNu7F0Xicd4EDsYGmELU2wBnTVrlNzaNFHks5GTY3jotKTdyFOVwxQBl31JQV4
ug/SzJnQVeSPEYdfVCzRS51YoQTGhbqjfvGsAopJpwoqddWPLHGAB3j8CFbo3u374WuB18VP3psr
KBBmsPICEpxumnwDlDCuZiSF36gYeWujaYNHEVYY+4guOlqD5ZwLsqPbcYq2Fe/io7moaYxdOp3l
mRuOztG1UBn4z/6xLQqWyah8r9zR1DelBfR0QiDJt3XdWXfWMFya5eBxg0xw1DjVQwQhYx0nS6+I
N6Yb6W8kmKytZ9UYZi5JDLNAJ5R89Xgb7QvTpTAUD7emNoZiqyRtjTp2igJyxY58codnKCLvY+IF
H7OH77hqs9PQnSx7x01paypd8BFg7kySmWJ61ef7fgnVjn1r2F/YdQOjZNO5lRdYyrKOXjhvejO5
OKKn3VpeAPT150GD3kh98UV4mYXDqGveDv1gHxxLLY/3LnlmhKN1Kdsi29t1+3Ef/Gv6HPfzatBY
SP01IOeDHDfOoie5/+/HySiqD8puKFg0k1PVDuqEgxjVBARZJzt/iqsUDxal+uD5nT/Jw1xm8Vm1
p+u9K2OpfJmM5EApFAQY8g8WTG0kJpZLyLCQ3/E1Lm5zblGVuWks76i2k/IpTELbVxf1FFcNtJcp
Ma4ejosf2JeY2JUh2ZVUU/Be9REaWPSnkAw33qRivKPMw+fM+imQdQEz749m4X5BW7DdgEuoDrUZ
aZ+77hq5uvultPAwDOAFbNEecL7kTbu1NKTEENuITk5E+jhFGGgRXIhfR99cpCzlYTbGlDdx555k
E8VEdaPgUmOWKYqr/AblDzJmkTbzqqUNiHozAz48/dEnA4MGR76hD3o/ncPibEc1Ra7lYGVe0K5k
W47ITmjiyGmhbAvLhhg5IA/CNTdGgJXQPVae3a8HJenQ6xl+mctM2X/7CBmne+1w6puHWxe5d7az
pmKgUa7zX9Im9c8Pk1cA5xfilRNVmEvwS5NXkXFF32frcEiHjTbGMKAq+6thtcbbVFiZbMlamGzB
ff/K08N4o7KUH0q78imoRKdIE+Gpg191kk15cJpYJpsZzgunXy+ogJM66J96t8LdsIS2Vosx34Ze
Bv9h4a2pk6WfsIr5JIFtN4zbH3A31Uy7bVcsynsS/naHuPUBlJWxnvdxMY9nHi4YZU1qOZ4rO1JX
1Jixn1xGZJ/tuONZNvPJSzs8AGln6Wxtse75Rw7Ig7zWvTlHoj4OGG2/FVP6ngPD/171DvK84fgz
1tVdEk34M3X94EcT/1ZBi0WtgwqnEu8mMIY4Z6Iozp1BKcWJxXY2MvPJKBTKJWyun5K5jJ8iXvqT
aV3vPXmZ7UqtNi9ABtrAdx3tU8HzSZqu+FrmkdJ2oQ6i7Kk/Gopb72vFVQ9h3AYPZNGzTRQVxZtK
DWJV5pjeJSa+DYpYRyHUO+7VGHsZjIyiVuneg1HhGZeSpxyHpn+3c/gtvWictRxNgtjeCLzUt7I5
BLPw2dC6Ky20ct7wLi4O85yeVDXFEmY5+2/75IC1zJBnuHH4Bbuew387VYYVWhWvA372+zhX0zUU
K20n0Q1ZE6dHdCbQZVoQD5bVFi+ZQwXETo6xhoa3ppxaz+QOHCP7COg5+m4nNaUmlPE+W5oW+/ps
AkCc0MCcxhFKAlidla7WzwG/Hp/66IBE8+JTJioybTGmj/u+BXU9Lget8SJKY3WK5JnaYnrJtjYj
R3M2XW96Ylk+s0zMN1i0mA9D1Ve7SFF0PxCzRbM5kwyZXwbVmV7cDskVdXTsk2wK1Dt3diCwMVhG
hSJ2qFp3aC0Y8UNcakAlWg8BWw7V4MSHiaLlynBb/jtmXFWbNEPrzg0j70kG6ouGbWbUzl5OkQNR
UhzLxjMvsoUzAuUGRBhkC5357KJZJci5tD7OcZueUE6uqTwGw2UY3Qm8RRnhBtpFGzZw7nOKOAoS
qJV4S8YAcTYjKb64Q/tTITfyra/VC6nc6R/KNOA7XSsi97Mx4wDdVmeGE5J68c9RGV6mEkSalaQI
m4W18mlcfjvzOA2+rpvKocPS+Awj9sHq0ReQh3kA85B5/Vp1qvTW5Tbo/3tgB/7tkIFNYeA727pI
MtBPHi4B66GdYwNJexkg+2PP/IqIGAsGvUVCEEbcAkbyncGZPwJIPpvaKJafddt8GsYBghf9dtTg
GhrV5QFt4+iTkZUbsIr9pevU7kTaffGoCf5xEQXCEq38ahpa7VuI/HHzO95ODIV6aPWOL5aNzXoI
ouIzO/fnMh+Cf/rRXesQNA5FMU27Poc051LGO/XtTL3AMnO/tsuEpQtNPTfR+Wnm8CCbCTtXzPzU
YK+ShX3LDGpqOJ5GO9nsR63Y5Ow+nnXPDtc2xku7Mc3M55EfAwAJXzbmpWf24nlbzj+Em/DYHAXm
rgsCmWqaS7qKTFUjvJJaFFndFf/buV/JoHiJBNsGjtNGwFD2mZ6X1GvddQd0SRv8hG3kVCKR8+Nb
biV5x+Tgdn07suvd7X4qwCasyDXnh1/3l+N8zhJ+BnKKvA/dRD+0EcwFHmDcpbiz4IfqpFd5PX0u
y6tTf7vfjpVpqWu7T1mg5cajMnmYO+X9wdTgcCaKqz/K/nqyo12gwo5vl7Bb33JWdvXsG6nwNn/N
YPOFajV2VGLjQa8+OyrexW4A2+r3AUup1WwH0aOsA8h+O2H36aC3dGBTVyi8rAqxBkYp1nJY1hDA
hOCBrmhYAsoY4CHBo8NdNijgkYd8UHzdwpJ0QaVgM4kWNC1QFsZbHuR/tH6P2fbMEvxbl2WYlYRj
AEsBLt/GUOC6J55TPsaiV444Hrh+nw7TZ9t1avafvL8X3YRPSPBF+FR/llH1EjX+Z9Sg5fYntdrJ
ybrJjlf/MYlIOXdNL845VoVr4KG6L5tywKMUBdYktcQZf3ViqqHemrjX4BA5sY2RkZE8vY2bkbc3
B+wblivKeVWU4gdQpuYGxiNGuHXcbVMzTj/aDj97nMbfUUbhIQKFdCP707CAK2jGr3ajiVOnR56f
iTH9CJzyRyHSHiU4L37o8oSsgOyvR3ZuKfiRUTP6a5xX6SrV0zMs3uGIcfIImZ7DXPSIuqMAFVn5
9KvLrND1B5G4kREIzWyLRSknK3HyzBt7AqWB+nwcefkDMLXmRSmbYJcI9DZlc3TM6AXUBZYRhFrK
FLOgBhEjB1uH/aCIrCfZiiKleVH7NEW6Es1g2ZfhosAyE4xlKj8rM1l4d8gQZx1EbVfHPTLQY3BD
bjmtZtQgCt/ysi+F17bnri+QbBnzd8mMnnLIP5GTPEiKNFbc2XWKG7FJHc/yO1VBOEDGWR0+ckuc
bMnge5zsk9zrJiytB8QUMUWjUOYkLzHqAK+ix9isBX95asAFvCJWUm9zKv0b2RzdSl04AT9l6zah
ZafRJy/ukOe32UFf/ZrdZGrNksUsEH7l2m6OSfsyW3M7qOV8bprn6cuk9NZ6DAf4OZWX7hMjYhdg
QlASlpILECn+CNziKru8GStTfl3QYUuh7mQz5TtfGw9fnsKZ+61ZTs1pbp3mZHUKovKyjZjwBBNz
6ZVtTF3AW7H/3dz7YBmZ69jQn7WkKjA55VA1cXeo0+rZTaxY3f1uykEZpveA0Ao3GNbJolNilZ44
jYuAiRWM/boKsHv+a0A2/+qrKzygFbbGa1hX1gbr2vCq9MmvM9mnxEV4lWdUAakKQhD//46jgO1V
16jQna0XChiLblOrfhl7ztZaGIvyIPvcOJ1go+rmoxoWw9Okqsiw8yzzRreXLbk3kS0v0MEx89T7
Hek2nvsQerjJ6KVevAyDVm8d07DXTlYVL2kDYpSChxxTlwDkVIe1pVjmVgZg9FY/qiS2bVjRj9kQ
PRv4DeyodtgvVNiKVS8y+8fsANKv9OybVxezX+ZgPaOkcw4yNrRK5wW8O7p3Tur86FJv5S6xgU3l
VMZSU0p8rSrilRk5zSc1rLZOPRgv5SyCZzGY57Qv2k/UuXTUy5QZ1HF2tXVlOCRdh6yShXVpKNKN
bMmDAr33qdlblpU83Xsz7Gg7o5nxpWWaPGTW9NhGbXq+h6YUVFcImii3q0dLbKHiOjiHgAzuU9ss
EX6Ngev23udEwlzhnAoxpjEfHcOkUiqWIqklT72lQioPzpD3+1INHzVqcc2WTOHYoijY9ZN5nKZE
bIvSFc9GVJirHCnc76Scb0hEpxIfWCYY71k1hZsMyOU+H8y9Wrn1ucdbrF2NRreIqS1ZA2v6t7OV
Q0lrRhttsQIVwor3XY8/rKbimF7X8461DypJ8PL9OI+tyxwF5gOVF6yRlgGMo8+pVZTvc4I3psYi
Hy/n1t3i2Dd92IOf2Ub4tYJPszUguu1xIUNmLUt4TGXRV1tDGSkHCHfsZ4XcdZC8VFYLf6mx2rWa
dlP9nkIpRZ6VQujY28qmrmtzO+uQ/WuyIh/6nG9TSCzvhlPNB9kfzzkmGdX8PrT2ohUNLC60piOQ
Ng3kmJZ8aCqVX6/OUIbBFUkU7ejHy8vPEwb0itEeedBNysNgKPhALRPmFPUU6rRsARtusyFUvsv+
pgW3ZyMxdMqiIn+NbONSlZ57Qs0O67mx+aAeZn8d/j0hl3/r+X3yv4/ha5Wg9Wf8jcqImv/Y4SLB
nV+hltGa2R+t+9gSKcfkc+D/Na8msjYdCmk2kA68Xer14JTem21FkNsUs/hWlAUAzjkLoTSeJ8sQ
/9RT/TLzHT5EkJGEDer2orEH9utx2LIHmc5tPCOpmBRd/BgZa6MYpsesT38dcFsDZYt35C1KDqQe
9ntt8+4ClPJYnsGCqZzy1FFWOnWihMqJpXJ1svTOQNR2GZLjePNm0GaWoanW+30TJftb+H36PVpe
TQ4o2WwdI8DvqKAuAgo98EuWU7JZRB0crGUgmTT3YATuK+jTDHTsv/2KYWpk8xS4XUTd+2UTQIKD
VsmDbNwPFlo3akSN8d4lzwoR/BjKVgB64Vr3g8fvGws/2KKRpTzd++WnGSmCiDAirds3uF1o+Xo9
NqrbRi1KX/bNdeWxHI6DYo85bnr7/92jNWU4CxU9YZOX7iVKhHJEoYJtjRF6L/2kQDtqivmnEZjz
zyJ3GwzmNfcFrWh168WqsU0nOyV17OKDybbwrsUjz2BMjBepx6MW6CB22q8IOai01ryNCrQgOinR
w3rldpHcQZQXg1ZUfn7PFZP371wp8nO//HJl9z4qZ3WxtwsWG/IpgyHmGmGxN1V1XpVNalMuJEeG
TjcGckqlX9UlRB5a2/wUktw73ruScpzXHQonG9knJ0zxEFFhQ8reSkgeLbYW20Ib+/ZBVVRrzSYI
l08jECSjwTes5OnU6u1uiJAcpxaElUnVq/sxiNBosvry2S2ARw6qWfppZIqdDJEDyAgAEUXjW3aF
/Yic8tT9HLqh96nPoABlgBfpIBWQXxTXwG7FdZiBC5qzNR3QPjExXA/YA7UI7OFVuLRbrzC2HYgl
X4YXix97jN3AMcjcb/fLZNSfH9oUCjqliIMwFodNNDwVuK7Kwn769ZHF4I3nWBSHMnb1c4boC6C1
hHeUPJWdCdJxVI0cc5Usw3IAJZ+hXN9jHAh82J+6DeK06JEoZHbvF7xPu/dFTnCa9Do73K8hz+6x
sinI65yyBQG9fPR9+j3s3meTZdpVifPjHuuGUIfShFWinVX9RUWC/lDUVHmWVqSD0l3LU2T93FPO
6/DvAdmexL7ip3nOYDCOt5DbaeNV2wEn3tv1tEztL1ZnIokpp1nGAHk4XZsZ3oygw/qL7JYHGSv7
srGN8Y7Gc+yvgXtThFA6RVtom/tV/viwUHUwtkpiDAyWb3CPsVpYAitqXtFG6Zx9PEZoenpl+Wxq
WvmcOUXse+gm7GNnSlL2ShXfe1avMsRdoCuGK0j2pqK4zQCtnLGZU6I9tozxszwg/W55rv4kGw0w
h2OmhP+MAOFv4y11qE3pDkB/iqtqONSFfyvT3eXoeoe6KEtGdO9ucnXy9H74o/OP0HG50l+X+y+v
cdPNk58hT4Mq/ffjpBCeYedfKI1yr07q9TYo4xLSbRTFl691u65s3z8xUNN4X4vyyYwo6KgxfAso
RN37zEKmWVY7f/VjMLFNF12sv/qj3Pq7P0zMfpe2hcMPvAUBhDzerqyVz0ET0/p9CJEU7VZDX4Qg
rXhkMjibiwsouNihWERcSzl9GZAXuk2QgUix+1g2trvRLF9n7cl1YNJ7SG++xjAvUMNXoqOyNL1e
n3fpCFIk6oLo1Zx1mJhpc5KDxtz9rNWoP2PS8pDnsKtktw5nbU1lF1uCZY5NFhw2HfU/OdrPk/oy
h34J8r3xoR82KGaBEpKDFesytpkBjIDl07VuVuF1De+wWKZ23Qdaemlq9DprPWzXZlLTdEV6cSo9
2fJ/mDe1Ds6q720TQQ69iX2jsgeQ8E1+uLVTBQUDxLmgNaOIbFGtuU7m823MjBP7VJrFe6Kj3Kw7
7B0stLHqSFtY1Yn3Whdh+dDO3futNSXasysSX3UG7zWakawXXVXgxoM4SQbKzs/DMMIoAu2SoZ+M
YzPBf8VzA9VD4LqoBQ/2E/qm1gvqMZYPDDXay7kyOOgy0kMyeESpRAbLS92DycZdOsyIHrwO0TPT
jSFZBJP5aKFh6cdsCb5rflMr0Q92ATXCbZr3qLdme9RRadl6eINvHRFo6y5SnJPSFC7iXZwBKgm5
HQdGkVoOb8MiFEALxgbIuoPlQQcrehOa+ZJHC4pHeZAD5cLpExbp9nDKD2bgYtSYQE8cJ22XqhOa
RHHQuockzb5nnTvAZTKnz+OsjrvENoBilCAYjEro1a62W+2iOWqzwiVX27YOikrruqhs3L5UboMF
j0opqEZ70wtveNSZ/OLO5Hfqy9EJntdTaY4L0do+F2yAVh37k/WALcAJBmv5EgEsQ9R8+qBGuKKU
rqCf1vfRdlKUYi3KOnzppTd4G68rd+6vsgvfeXNdthim9u4gHrMAPV19qrPvpdatkzG2v1h60FKE
9QDM5NVn6avsNmH90GreRrYU7M36/s1p8XoOFnHDcVlroUKVTit5muUVWlTK9KPBrwNhXLZMjTqt
0wYvlKTzTGpFWnawBPTjuMpgcIHkeRv0KIWjVHs/Jv6rgcE6P6eeoFlTSz25n3zNTZqnPIyKHWYr
AiT/DC0wL+Jt2irJrlTHL2yOEXxaDhaweXxrllNEauNTFXfd0hYCZFB0G9BkdGohdpCV1ADjZck7
eoW+Ze1U+5OBA+Gtcyr3fWCSh0bf3Vupc+z5g66yH7IwrBjnXEHfD/nEZLiG3Zi8ZB7iiTyyyZwm
WnDS4zF7jb2OdBmCb5tWKi3GsXoegvqnHCwC772Nw/IMaeID7tB0k5+iYiyu0/Quhae0RZDKBAJ3
GFL+qmRTDlR6rK8FAJxFrgHNKnkopi1qQAoKE+RTVkBfpgcHfjkcc6Pz4bpPC5d+QtOvqPRVkiYf
U9HZe7WzU3udj2p6nm24T0uIqeo/UFls97Ll2CREYd39X1eSo/JzFDX8cECm/7qaHtXpebCM29Vk
WJ/3iD2Ueborhz7dDmUco58iupcOf6tr4Sm+bI1dhSZDK+Cg469+0Ge9f+kCxzomSluvsn5elM0D
5zhWXfAog2MdEFxpBLjtejGGs4PxWgkVH/kGReUTwnw4dkhZrqVpCef1lvOSo38FL01Ue9N9Nc/l
CpT6ktRYUhl/5DOQqFxr5IqPcGHqs8x+BLhV4ps7LdxBm8Jhn7XPKVqyPDzTZmOnhvcV5bqF14ul
ZwHOgtqnqk3Zs9fCSUqwc/3SRZiZCvejtWzjPfDUcFMJMaFZoZtH07O8rYpVFPw1YaxqjE+/U0da
SUU6r1c+CgtkpC0fBYY6DPDrhXdOoa+uJP1INmHgo56yoPNlU/xumon6eJtbJIDGxzjp/UaJzF2X
OViDYUO3GsPSu0pzMHVQANSGOqRDpF11H1nC+BFdqfA6edVPeBvUJ2IlJjcD7l02s6jiUZ/EOyXv
TLQ3ow6Hdsr5vhur6s0bAHjIr6aBaPQrgt8nUqwexJOHbnEbH5aDPAtyE9w5hmmW+xbqatAdIosX
c6lbKTJDdneU+FV1QOlONnVElN5kM0K84aj+ZzP30BiwIdKspKVIpbSJH1RlcVBwnSNtiGpUaUHB
l6PGotzb7IVmqvw9dirPDLf3JR75jltmw6PhLB68grBB5LWbQ3BhlLKGLHzp1No5uZSLnmR6FYwv
b3AVTa+lS/a7wr11yYB0YR8vUXLi7W/WgICG+oL6MRmT49tuET+EdYlB09yiJmOa9Te72hlI821q
1YPh5AMMTtehDWbBtTVf+sNIAxh5BscY9vGMqMFfA2Dx/1FR2znc+8GTBus+TnFicpA2YutBwSIw
UbnkLAib/YjPweXeX3hl6odOhk7eEnE7jA3KGqKjMpQsrlGhWYjzcrmyMZuNaOJvLbZD1L2VB/mL
s8AY31vBbCfXEA8giUqWY79b/zlv9urkIHiSr3JvSP0GvPKa9/b/oezMluPWsTX9KhV13YwmOPNE
n77IeVZKKdmWbxieNud55tP3R6Rry1bV2Tv6wggCYKZkJRNYWOsf8LZ+456/UdQbc3wkMjO3Q2XM
h05fdXuSms1B6tYOFa5bXZfBrjHUp5hc05rTUYHNmYNdI6or2xxE64Oc1RQLAaDJ6AEhzrMjRqto
MGQcL+cXCwtRikJV1veb9Zoooa6qrbREbGcHRadCNmkYxz/quSfH35q3MS2tbhkQtJ2cfBv36mpc
mLYYqToH68wf9SfqHtZLixttkk71TfYc4PpeTpwqe/pEtqLR7x0Uoa2W8vXYTcMLEn/yjtxsxodQ
MQ4maqiwGBEVtGIBenxuGs37efWfxsIBgSWjqiC1//3N8pbO1D5pHPG29xeYtnWI8DI2DEXAVSJy
QU662gNFxkQhD9Inx06xQ23H5LsOKstMqURRhqGeilK+6EnkOgJNn9DGWz6PjQY/Dzd8xVf0lNVa
+UM3tIvVZcOnGDOBlWt33llLTeUQ6wkpxdCg8h9+T5NM5WzRaB+sGtG2xm/zZxfpqBX+88pjkEA+
IYixKCPbw8YMQgtvIdPZph51zJ4PeR8qaX6IC9c/oqMudoS81qkTHl6hrbFIRas+8pie+tAtLjJW
S/O82SHlgqVJfLSy8kMdWdnHaSz9tUJIRIrKjo9akPYbvKqiZ0QQq0WV9tOP4HOA1MaPlE11MRWh
uoU5nC77rpwegIa8GqiAfswrLTtkJFyXOJ4rH8YJEcyEn72Rs0GdvYLi38wOXc84SIAe7jT/uQhq
/D6SOrpV8dit2CGzp8psCeH6vHpsHSRryiaCNFB6FHzVUjz4Qw2zTXj2pYs9fSMCJbyACsi32qiV
CE7l1tbNk+nUAQxallgauJlXfLKDfB2SzHluKqFffKPMocMwXiSNu8bsDfQ9B1Ii2Oohgq50JE/4
KooaswNYq9kaQBUKmSgFP8mmyPOPnqX4JzcmIaCjSfgw46Ys04HKAtdu3ebUlLd1Zmq73haP9TRk
54j0yDm1sWxYRG4mlv/8x//+v//n2/Bf/o/8mifQC7N/ZJSAcrRV6//+pyGcf/6juI/vv//3Py3X
VG0KNpYjbMvUdVOozH/78oSEG7eL/wVufXRzTl0r03ZKROMTTMZbW19ZxThe1CQkMGt0Z+RMqu27
qvWPBXHFRc4OoaMsW7xryExo8ULhf3sY57wF/uywZPlboS7wKEeUHK8gbBT+kFNyiPNKw/Gyi9dv
r3n3Pj7A6GPjj58CbbgFGvlPC9jjBas9KPpzc7+qm/vk27i8jXUIP2M7tw5y5y4QO13Hio0Bsoh9
zke474kZVm0o6awxZVZbNnv7rM9jfWm2IG2bKNmPSfDUxqGDqNjvs5SYfr6ukIDtt5vG+XUiI4Ez
v+Q+XgIpLe1pwkyuKZt4c6/9sqD9LPiKKd4a3gR/WQ45FH4GMOwLtdGq584dYBtgk7hS4GM+pwoq
dyKsvstJ2XAGTpzkuVKK6pmShL/wVKST5FRfZ+6qa/HlvnfTSN/75qY3bDxX04zVaez18dKGmrlO
RYGnetSMF9nIiRE20qW1ze8pmt47Oc7GUiEnmEIMRGpoF1SxtjH9yH/FNQU12DmubMoE9E6vn5Q2
Bd2uIvfRh9N65sjiOuYlqwRZzZOuaoihz97vk0sYO8ZNsk0KdVNSSD4PWgoBcxh/mLOY59RN0w6U
k8lR1njyA6P6lv3rwqm0+8h8kaBU/e3Pkd/uEVH1TYtja4Oab3waEy8GvW4N9UL2jbJBqRxfUHeT
aemXMC2LccMX74ulGUSfYRmcDVsRC6mg0mJutCFnm26l3AowrwSEezleTLPVPwTGaZxlV5rcD87N
EGERb7vOtiOftALdN1wLCvCuoj+4EkJQdJW/NMH9bAMqJNcMbGrFWbadn/GkJRdjIqi+lKYC9vwN
MOdGXqFPo61K5BSWGG7iNSQH5Y1yBqsCbwlKtE+gEmTiNbEqqt1DgBVzUiofI/+HHLaNkhJoDM06
6LmLPPBBodT2jGzE2Qn5xc5O6yoceKt60RQKfpyjqz+lqmGf1W44jyNnEOLnLlmZInY3JdTdJ2ec
hifnpmN5mC3VWhObVEkrdMbVZQ7zJMj1T7GRh68ZBtdLZKrS21jq41pT6hgtD1ffTUHi7kPbJame
iQ4Rq7Z/jARujmisxFuh+KaxgzOsLeu2QNjc/jZlmv5CQWPAIKJ+lqOxE/qQumxvKfJ63Eyma1Ao
Rj9wSIAnyKqg7PZKBC97LifG86w5+V8giaOGNDv6OknHYgCEknUB1vPGQuj73lUDfJXBEj3XSZit
EuF2V6hmxXbSu+pIdNUgGVjkW6it49U3o3RlaY3+oe37mGw0K3xVRSikhgCu4gy93BKX48d6btjl
pgVgYPxHva4HD2yb6gIUcn6Ra1lMPLSNK+tq6d9tb/w4NYVxNmZGYB0p3rL1YS5I+p8z4aXqdeTT
5OwAQhaSRf6VosBuAGx/7iInvY5xll1Rq9r0JibacP2HLbrk6Rbqav0Agm9aax2lUdNpxT3V1ufG
U63z6cvEG9hqc40Y3bSWibcp89JL6eBuNufs5FBWlA+N3RsxtGsHRzg1r86yUajADIse8OoZKhGI
GBPc19yTs1qcMiv7o5p+83SrQ6szjM6yscHoAoEqv6ZjpRwRGY1QNqNJVR0mrOwTz4cHH3EOUQiM
iw2Avai5ryNhlt86UqAL1N9QBJ0QyIFYEx9l03duzLGcbfs+KPtv02/32MDR8r49aL2GeTeOrv/j
nUHvoempdq+uTxbKyDoC9Sh5LtIGTjji+2VqiA8hHpQXAKBfZa/UyHUKj3iVtOzCBBx6Qj7jmV9f
24Kzw9jQj4biJCd0E1bTSsdpnQpbbR9NI46XTmoN69GkPsqTYnp78MWnpNfBMaOi++lvwog5Svgt
itAMOFcgQR1LtWxbRhm/RhGxgXObrTrrsijcVd5Huro0yiFfgZ/AafdfGXeOrOPJt6qrl9ewiuac
uhySjcyzv3XlbDMF5sLtowKjA2Nflf619gvI40p462dFz6yoPySYeqDYU1nPeRqHy9ypItCJdDn3
Z9hiIlgo71VMnbK4hlahnFXUGU0dEau28ztNJKr/+o/yb5EVfxPDUVUBkJ9VzrJ/j6zSqKxHrdOw
OLTDZjX1DTnwtjlBxEyAUZ8qzzEPZUbm+69/rFD1//Bh/PqD51/slw/j7QfXIvEtew+i8jmm6LrS
CL+30pmvUxKKeapzg8ThUcTI/e8F5+uTtN2DfRrvjNhQl0Okdjc51k+4N7bak+xkKAWtHNIxLMXo
+IdG/iWPP/Y4Mb1mJSjieqDCZZPG+1h2zsqAivFl0JHIIoD1DnGPQiehwEc5jn9jsnQ5wF7Ctq4f
qh6kPtj4ZiM6OIpmNepXB4fNXowhXvSGOBvptHcHHZeQuYFO7h5cvfmaR5H4OdRaPfROBeVAAZqT
yBoMOYpkJOPmV2T12K5rNTTuXkMjJjqnEWRSMA4RKEpYg6wO4SoFvpgdqsm3t0GuvXQYmJ/QWERd
OxDb2eQShBFDb83YG9UpLIq2Wajz5XyzauRi++4W2dUNE9uNLrfW8nlvZZ1JXsb90okh9MjvjByR
3wNvasO9gmbaxrXL8UE2QYZmX2orWIqSWH0o6/L73zxJwvq3J4lvtOPaqqrrums72u9PkmhNZBpb
CDKjg/ue8GuijDQ6CJeAd9/VQ7IjiP8sSlwqKlym1/7M1NenwVpo+eSefH90ProPuEJHn0q/V084
ZXsLdyb9xwMaMXWtfHYcvHB7o+tRHhXhg2kY5qGwteYAa8zZh3MoilxVdu4VaAFzb5qDVXklG0N3
qetXeP3482w0aBGykoHYoFVEYFcjJ7o3q3x77/ouinok8D9MsFovBu8JOa7jR7M1XJTgAd6jZey8
8NSD/jrIfVHukI2mT7uyh3frYEWzD7SkPSaTIbNYn8YxF89Bok43vyVRTkc2Tpie8UoZH2DvImKC
Rs2ijGGcBGOobbVhiBfGACZCy3UXXAY2bpwUdOXc5Hq8UV0QKyn+6VTY/jVR2J63ybICzvhsmnV3
yUoD2PIsEWItBw0rZ8eATgCHEVXapQfT/GLbebsLa/Ob20TDxZ4bwjxi0iLLIOVRal7JQXnz/RXy
nmKcVdiKgxx6e21k6uOxdPTN2/1W4fB2QMVtHDDbZBkW679+FA3z3ZNoWwblO9fQXF238RN/9yQa
NrYdum0HqCsq0bJVwlfKnRxYpzrQsBNF830/dSJbFSpuLCJMvxp9K17jVAhk//N6NwHyOGm1ol2M
uVEV7LB5AgZXRbJ9HpFXVtJXa72sJ/KU/7pVTsimn9Q1mNRh59QAbvocCTo0hY4o2AU3F10BmE0I
iAWGGtx0K7xlKYabSs+XBm3H/kVehX9eZY7V3cdITSz++q9lG//213JdzbE1FaKFwCjz3V+rgado
jWZbbDRNd8pm1aSvb/nFt5xjzPq2i7Pmgxwq+hhBGXlpatCW2nCh1EmOOgvNUESI9Rdpv3obc0iD
32flWNID8B7y7DOuhgh5z5w9revLR7c3lpLBJ1l9SQtiKENG5yjH+lpDj6Yd/ZXsGo3OYgNrfum7
LWqhfzYKa0K5kH09NnC+ytEl8gVYcFUf6jOaTYCBh+GPHPYlVOO2KI957f9sYh+ex+J/7lv5udOn
eJG3xfgZ4wW2A0evtxw7p0WFrDt0sShZdHKlSEVU7xxyy5ya+8Ekggyi1V9/fM77DRwhEKG5yHgY
jqkJoLG/L7tGYbb40ZAQstz+0VGN7y5c2/verHpwhMsZmX/fua0aTE80PcldXZRI4AMxRghz3rix
WhnOelb83OSFK7576AWd5L19bKQ7VGb+9UZFdH8j+Urk+0v0HULeSMdjME0Gc+vYnrZvHYHlzCzm
KpvBDtpl7SrmlpJEcx/Lle+wubKFOmO9phbMA5mnmqIBSqHhmP1RdFF8lEPR6KNoMEYbOdeDeklK
XR2PihL6GPuUVF2c4UWehzKzrh4DjJ/+01DGXfLoJO8y0G3a9eN3WezxnfDsG6ryZKbommtt7pNO
V8ZPZInxb01H/AtBJEsYsrxC6ApVpxma3JVhvko9c1z2Qgv/JjQUunj3DXVUDR0CYZr8Uw3zfcBc
5jaUlkTzNrbymTVoF/3p9S6vKqjWNrqB57fxqlKx3R3VaCtN44eO84lb1Q7uFH3wWPXaTWYcNEed
tVcVa9XPCQgvhJBkGxZxV+p0ewvL0HUcsL2mc+OQ9+TpbjUdx5oKvfoh4f++JBLsNmaN9tTGMoHR
pZXXHtTYQbp2NjeTjT8F36dWt4+yp6uiPaAtAVTMe7xvqbYWDtu8UxA5kl8c2S8Uu18M8ovTJ5xm
PHyH28xtT6piwZiuOeq8be2UMtW106jYQho69ePQyEieyWOkYydij02UOARFZa6kGX2aW8cuHIIX
Oe4Yyc9xG/mRvhY37+7gVisKSlGhe8yGylrUcYipXuo/yMYBrnLB8dZ/sJEp0HsP8vY8JCflOObQ
0TLgN9lguQTJSg7qcVdt64LFSN4oOoeZDmmhc0Ria373Qg1hoLF13xeNznZXAK7ntPscfcxdFGXs
k2pqys6Pu4/Sj1A2Mb4r1eKt33mW2IaTCSUGb83ewRrI7idxNIZYLyHIc/lLvxjj9ggqL7Y9/eKa
8IxtpYh2Ji6k9ipTooZQpvyb3cd8fxh0dc6C8wIGbo2oUc7/cv5ovaDycXhCg1sry6t8Wkdl+GB2
kXt4e54bn0OE2Zrq+pexHquIXEkODUiNlV1BuLT0W9OX6TfHrp/6EX92tghgSX8uQfygU14TickV
yAIFsXBTNznU+VA+d9kPOwmdl9Szqlve8F2OOucF47DmKQNeL+cUs+kfqyzdy16oUoBqV2IyjYNV
oss9ojAMemq+9AwD4WLNT9eDOhB2yUGj+pvzm/t+9efPZwgNU1ZVsAVw8fvqP5R6FQAEdcEauXs7
9aetnaTZwg+U7hLOzUAm4SKaokddMNSXPrHcOvEcR99WeYR8Sy728pbRGp68aiLbi/zRxRYtUlo4
GUNE0i723Mhx2biphrDZlFhEwtz7c4xb0JXx0OY4JvjXaeCM5jeaX5q6k7eywsldyrd7m5DdDD1J
UQ7+SY6zZ/z8WWXN8gWehPSMV78iVOwsXTIBewV7vdto11+LIei+qkR0TrnF4CNuleIk7NA4cdCH
dw2WxCpWeuobG811ApDH8yi/UOJs5G0FKW6WiKZff7MhST94OPo9wCMTD7YGnTRRKgT5QcsjlawK
1s8+LHf3flcjfjmhHzTCB1tkAJW2MvJ3XKuAN895rZhUApw2hBqnIQXpNDzO8hbZ+JxXlvxRcLRT
G+RRqvj2N1HBnC94y7FwBrM0obuqaWiqZVBbevdceI46hsPQqKsKCwJvw06QExBhhGglmNa5Bf51
8nKIoQCw97eQo7O1OoTlq+JP+pZcZbuRXd+iaAed79ZMvXVW8AwpKUnjp6K5W9c08qMkUZGqw6Jm
7srEqFv51kLOWsaA30PQ8xkDfxs5eNVro9eC471bzbl76b/VN8lDJ1pwMJrtGA+TPT5HUFq+6zxQ
waianwq3MVcTbsF62iSHoekhVJTBc0HGeaU22Klmfxp2dolzaKMcQcIRW886Vg1cF00ifkxSdDyz
wEyTTlaRIOGclYeadmm6Kby6HrnaakaSIq3KAWyeQEw6vIqpqIlx+xV6x/5Z0ybODSATs23nZd19
vTSsFIuPRkVspc6h1edA2Wdm62CY4brv0fSUzNYcQo6F+d9zg/3oJbbjbpFbjfI3QaGm/n4Emj9/
x+bwIxzbFXz69ru0TuOFEPAT4qnBsq72UIitppIjKWYZzMSIg1MdadnCqG3xjPth/+hb7VpONjhB
P3c9OgP6OOJkgDK4KHmuD5Y/lOekLppFFYT+Q0ji9qlx1Gf5kMS20Neu66Ob4WbGBn8WNERCHzoW
TsLLUm0wjMev1jgFaAAIvHtw25VBTDlsKZ6Nx7SP10jToUY8lfsEkaVvyJDiow2t+FYFZrVzfSvY
xUWs3ci3gyOZ0HJKw+Koa2H4Cc0KHQnOOj3mOqmCuYRpHUYLhdVpTDKTmgDie2FT7tO+dwnuyxgt
D5QWUG6wxQXDBOIOHFRfCQMVqrEpnPAJC8PO4bdOkvITPudvwqlGhs+Di/jySo5lnCxXZlbYW4oM
w5qD6UAuw6Fwq7vOOkco5KVqXDhabqr+aIIvSlE431LNw1IQECYsPa/eAu4MDkrXmRcXYThkJjz/
tR+sc5/r0w/XtEAG8f61FerrIsWVVictWVY1dpsE24t/DRWyV80TrYGnLXe9s492YRUvfYdy6Ita
DgdVwc2sI2d/kEE11iLNw6g3axlwl0FbPwV+vwyMNl2WAGuPoVMGHzhsbOI+sV9TKJ4bp6ksSI10
M+0V/Y3iU5a7w75AamkdzsOuEz9OZZvfarSUqhi3UMIL4JuYgrzWhFbLFvYzCpK5fmPZPutIy7y6
XhZvQM4jcJSq/Wvl4K6EJ9/HUUUoybWo1Ir5tqIBrtbynb2CkS6vXZiGizjwSry7YOSkDigw4A/+
XSp1qqCGElsvpY5qgahR8FOp0QGJhrtA+RnrgeQY9P2m6SFm8bX0t6Sg1WQZVQ1OE67xUJZ586SJ
Eqksx3ypVQsnBDPzrybaepcC7+sF+obNZ23XUBxculYf7CVYMjMnZRvhOrqSSEpk0hWUhEF1iBAM
R+9eoiRMHjtXRUNZDwg+wcGqjYVlUx8PGzmmN1X8aKfaQjGr6G+iCPaE99uFrasG4bkuTCBguML+
HkbwA8En4u+3YlPJdg1y1PaqHPW9GyL/qI2tcfGRjaBuSV3YzszbAO5qrZWDu+5r37qpwhJ4fSTP
oRmk1XKq+gdPb5uLEgEZlveixQA1InYR3Qc+iN+6CmPFMjmV9+o+m68SzxCgiBHBeUFOMliULsfy
BJ+FUQvH4DiUiNbopBjBP0/7Nw8THS/ChyZCls9u1Hxlzl05KydSHQ2EFqheziq3chMxfREma3zN
Y+WPqAwmxdTj4K00H+xE2XtGpH7BlMBaTkYTnR03/4BS1HQhktjoaYxj6KwCpfObUaSMU2i6sygU
qIut4RvRavjkx/pwlGkmUuLE2X8278bAF6RLu7AiSlLZQdPi8hRwDr5icpBdzcRLtnlLllLp5v1O
DuZWciiytgTK5RZbtjAfYTNSJ6alJVc36BL+FwHoRrJKF2NESwUtF7SVSpQF4haPUasPkcs0HHF0
5rD/rXk31ttdtfbduloUIi/MFz8t6qNsHOeM3Y3ZPQ2p+xg3gQFCBwebe1WPhO6j3iLANoPrwRlr
y6ZUAKCbE8C9emq2ck2RzYj0jaO1zZV0vAmlOmCt9ttYXaMrgF6pijCQrLW+deuxIBIDebGW4YJs
4gSrCZy71SXuVcQVclB6eJqYlVGUCJdF6KTg4IR6isnBw68VwVOUxuMSL+DukzZkn73edH8Yw3cc
86jfjoGx7go9fpJZOdOEsNGgUrqTOTvU7zJcn3QcpkjZ+aXmrkc3aLZdd5be6+T6LOwCIwUqY9S9
UkNvI31aGX7f7aReQGs/+uS2b1JsoCbDvUDzQDnIOYxJf2h+2K46QQQiVQ3uEgic25+j3FDWkwfk
vhpanvXWBENW2xcrDf8IlKB9Rgmy3saZm+5Vpx9Q+8fwWtqcq/AZFNFbX0SPLbOZ+GJ9rxD/dbAp
rHl5+DXaFIQbhiEQhHfJ/5vWvLz8cogbsR1FOC9ssfTtNPtbLjgn9lA6F2mVtx8B0q0iNZ4+NyFy
EVlax3vXBuLTl+qXePAG9nuNZ31eK+5NTuog7G/gNeOlWTjhQS0zfZ3GvtggZOlH+zxx+5Vv+fVj
ODeTkRWrvGgUdl83XEXAxrE6GFP9kCIsvwpsE/QsSi8vlPYOUshVjntD2B9qIfIXyJyHqjI5Oic2
Tih+6F+jMLOXzpjar5APkR0bvB+dGR1AakdHqxmTtQaubQuT0rtH+TKulzWA0d4nCb9enoG7Scvs
6mUiuzZwmza5lWcY6Drxxs+Q6FdmXQjbDXeZ6odnRaI7Wi0BDz6FlKBn6Af2Jq+tN+hbCLsA5Osu
jVeRh+Oxgez1punQ+bJLAxGEoMYuI9QtdXvv55kRL2PhfqjwRWEJJKEmv31gqudsrXqVPbcIgDxg
qlHZ+gYx1DUWsP75rYlFGJwj6H+Lws2DM+JVcGMRiLokCLE9JHYGGwolrc+iM4E3qfCKATPzUQ7W
a6bO/8P5qv99LFTHhZU20cko3eBG/hLNELIwy6im/mcOsbIdHU/fwsHEjCyuytcs7s66VQ+3XPHt
c0gkuMB5Vxyb0ieDmQTFUkmDfC8FPGq3MLfjFCYr+T3D00u7FK3z0PnOuIpgmO4Rq3c4D5XaDopA
9eLF5bWeifrloMKNCUuT/xss/09eolsPY6gMS0oY01adkwiysVSk+dJKu6JNh2b1hDI6PqCoHllG
t6NoJV58w7jA3gu/VoUPADsfcZke/iZxwlby/ktHbCocVbgAihxTaO++dNqUDmPQp/zh1K4Dp995
B90orGwhL2XTRJgmq65ukgqbL99mVOdjFIcHTQm6u2xy3FhPYQE8b0AWcZ/MgjOTxzea5VNsEmA3
3gIYQrGf2o5a1ISj+JiStYmeA9+sfUTO7GclVPzXjJIjSaYROzAC1w0ScdqxF0Zz1ITarbBR8iia
iPJRlg5k80tkbXv1ws6s/FHr0TwHToirYRTF6zwymhN6uotm/qQGlBpWwN2TU9Z3wzWvDEwQptp6
dqf+nDq4cjZToe9kBaGhqn1IU9QlDAqkN4RPUDdSWJ6UwZj2aEl5CxnQ3COVlP9u09zKii9JrNTF
unMi7xmpM4natgr7QuXT4NjbktLPNfj4ZgjTHyM3mtjAFrNGJyV2o+LKAo+7fJp0S6MCoYpzOoOz
6M0MTb+oSMtd+z7b6F7sHjSkZA4Ge/im6tLwY4YtRpeUnBJ670tjj86z5dTFNraTjFDJsx7zQJ8W
WtQvBZX5Jfq6yqlQi+gyhBPU1JkYlYMPzCMdwkIxrrvA8a7DaDsIMDucCapMucqmJZ+4a41Vm8fT
qSjqz4om2pts4sL+WJmUwawKCYqIIjWAQMdmVW/qs1NryUtZ++ivWDZ6mm2703Q2F9kNR+97DIHq
is6N/tj11YvqBBeyNw/StvCtGTL1q400xv5tSF6Bmb0mJHcPPe6vBIp80ZG6vdpJm+xIUX51y3bp
oEpz1DNCuiFr9uzSrrMMOgLGXy71zLXX9pSZi3Cs42M39Cnf27K8yUal1AH4oTn7k98CMCuw+xCR
tdUBd8FG4bai1MrbkIVz4sd8bLpY4BQ33PzOY2PoK3fXD1P1QmYATdIgh7JpphW8DniQ2ThV62js
OEirlbn0gHo9JhEkLVEG6QnxBpX/W+DyiRbTA9GUulIgUL2QPoGw06ubUdcBHw15iQ/4ABxLatEL
HagCMp+wiGq4CSU7rOfCvRgda6MUfPC1jo8IJ/d+O6bO9OJUWAMNFi5ksiuGEAVsEq0b4L3qizXv
qC14/hX6I/gkKd/awfePIi+jE2Tx6FRq088rPFOLg6+Py+nPybfbIi35SH0O2FpkQQlIZHu/ljfJ
18greGjsfUoXrUa0djinhddIc5TnLCM65QDRnWS3gxtB9B3Ve9k17K5Y2yFY+PvNdUyGM3em1X22
7GsMUUn03mcxfjrbmo6HXjTzp5azMfrXUJivmV6JG7qXxj5BOnwTm07NnvUF0ne/jXW72PllT1XR
L41zwxZyFp2drcCC21+HPyI/Sr/JeRfzmRWaO9iPZDYH795Ws42aAUmUh2691IpTRLoHtqR3kE0C
zuV+hezvX4yhNuzBt/rtFhUxiSBVxT4KHoziY4xl2wjs4hxbGaxx1ZmuQZq2SyJ+DWU8xtR2mK4d
MoQ7kuEccuZbDKfqvYW519rUXRea3a693Eo/zJnvblZaiwzT3RODfcfwiJVZ9Qcsz5vGPHiNoWME
WG3dWhE30xiTx9i0nzQ8XXaJkkEbQIohRWWQ3b8hbweYFLb+YLY4IMZFAeizsza2aLrnKQojGMWa
9b0pqLkrZfcFExbOcamTP7zdG8Tr++mPM7ayksjhO3zYiJDedoJ6jQxRbm7hy8G2ARgfpCJZVzkC
kmAWiq3b+cihOEZxm0QcLuq5DmBTBwDs4754XoeltwHwdMpdwbHeepYqTbJxxIAVTwn2W3ahsdSH
LrbbRW6nyt9gE6hs/Nu27RItk541XU1Vtffldh1W//xbsle02RWcXf+BMH2AEFKVa9kNrTLnKlW3
sqtMJGfHGESY2wfFMyIiq1539znVi2ARe5fB0t0/7Ka4IVkaf+4qcNqJO0bPXqHFa8UjVkvLitNh
UQyHbMCMPUGkdOng0EB20hrwtjOyGCClUiTPnaioLSH6Nc6iX6Q9NIi56Vc5hIXfz3F5lUZfc1Ov
tIc7NHxy0KBQTOBhTT2Fv5zTRizPojrx+pcwSKK1WnjVqY2ADES13z137O433QFw0Hps27H1CBR9
urS9mwE6hlwb/+6HLbtOgCBl0k7D3TtbGmVLj+xRSZpd3Qw/THjJLxPe8qmFNP6dfYa4etWUj1Xc
o+1OjADLENPpfsQfEznBCuG/k1EX9dtQmnbmSd4gx4vKPcmhhrUqWP75orf3CSz//PaiP9/6/qL5
p+Gph8hA0p5klsLM02anxJAhVK3HUNYe0mrB+ROkctIlYimdP98at+qcTZ+an37xBU217o/IcgDw
Y/CXryqtUU+y0WtE3bE5yzaukf9/1qOpRAPOtC1LF6oG0MZy3tFAhJ7phtVTK67ZXxYYg4iL0Q2I
VKVZu4HGnL6knfc9zzVt1TmBv22bwLOvmhvbQJnAEISi0leTliFSb9dfUtQoh2jW5fABZEI1Chd8
I5dJPnsvwlHf90MbrTSdk7GnN8ojJoVzngcxPrhfyqMShspjJQo4VCj12U3oorMRn8mQVPvRER4e
r8O+xxnlG4gs+KpCaB9LDNmWpZK4T6qHYIZf8j/oBQqnoTD8o1PH8RHKoLvtnfYLWdxDYmnRtMA/
vUaY1OZLAdfuLBs0CJjBnA0BWONzJBrjnGZaj+8Psqh6XFyxople4cDOGuGqvfvZxbqj6W9J3MfY
ZcbVsSp1a1mFUbW08A/A5cwuj3JCXskxF7sCtvww2bXkCFdFnqkwnTLlsUFi5hG3tM/wHdvj29D4
DdCg/tgU1SqJg+bBqTDACX3zg83XEaniHF6uAU1sKV+iAPTHViTG7HsMPtnx5HzMfBZ4i0fzAeP5
ZmflIRhOjUOeiNWr02vWiwJcYdtVTbiburx8scuU4KrTviZqW1I+8ZxH9O7KQ9oLG1cgb3oNUfiU
d5gVBVaB6uil8djEphEVnmQsqJnpHQwoBb2aSHapDqY7o62o50lRyNHzq+Nf5y/eQWjm51lXqSmp
EEuoSTnaOwRUr3pYMw+1udQHczpYTeddZAOGL1n0Lqa+Cksber8d9oC+XzcrNorhcU65LFXRFbuo
SsYnFmrrMVTunfvIqFXbBOrXkmPa+HQfM9tvmaUU/4+wM1tuG+ma7RMhAoUZt5xniprlG4RltzHP
M57+LJT6t7rV3+m+MAMFQBQtkkDV3pkrNzPZBWqaMz17YgJSYUz2SQ6ZqTHt1cKbHPX5pi4i5Yls
vfxeTPbuYy9fqDOqBTRj8zP4pFmDW43rOxG62aItgHAFpWPeQr03bwEM68QqlXPqZlisssa887U7
fRI7TBxrN83DR8q2xlZVS32nKUp333eQNKnvuz+i0V3rRmO/WeAsVxHL4ZOTTBogN0ouhWEA3BpI
39ZhbJ17lQbIQm7q4VbRTefUZVp7/tgznyG30LC3Z0UjhCf3uv3nQblfDlsl+fXvbzHv6NfbLsoo
l9uuZplMkhzny2o5bXItMpAZrRzPKA+ewhUo1HrtqhX6tNUssnp0+rtHGOT9NnUpbmABFqusD1Pi
FPFcGL1XfUdtuyWtdP4CPsgH3SSCotIsZR9VUQj8M65P9Ti+fZ6h5kCBuK/6B7lPU7oUYliwHART
+SEayzfHY66ZG1w/W80XL4X5B3CD8s0DiTLTbqZ1N58lbNonYiQqRifaRYOF9JefniYK6KVSH2y/
0O+UkluZwsulImwt7SxRmCs5ApwswXnygLDQCKSDk91skndOYwh0RB5obV5dClhximId8kLmoFiE
Y9H7bfDmFDgF3LS3sT237ZNZqOtx3u+x0tjZZumuzdgP3lLSesqhbG/OIcYJfOsrMdGg7ae1TKMO
3KG8BFZ5ouijPURjFazkFvrfF6V2jKdKNKS9uBFt187RD8ZQKGvaWfpLozlHH5jSj2yC+5j5ZvNg
2Va5swNd2aKiUR5iy/glw3Gmpr9UCjpzz3PyDezR8pCjGF74dPm2hjtNG8cbuGv93qKzpW7IVBKX
TLX+cbSY96lpNBe1jUNF7/YU5oG5DpzAeCq1/mej280fg52yCPPGd9b6cxxxm94Uw0cAODnWzhUh
eaX5cESmoGxo3Jm7wVCZHWv2MxCc9n1gpbMoSY67jWGpHoZWGdaIw7VvjvlTnhDGUJtRzmEDrnsK
TbH+gl/jpQnH9i4iQf1xBlvGNMlJbaFplTP5PNd5k+3soX7LO187ywd9KP/ckkPNVbNV4GKRlT/w
eV5PsZR2vei/Z2UQ7EI9HP+jSy3E1y61LvDtOcyEETGaLtlQf68bVyHJo5DEDW6ClM9xOncPADvx
PaupD33WpuFsi3Qdp0nzPOjJj5Yb/n00AzO533GFwazz2ev5mFSRLr+tNSLafOcBH4E42WHH5dWq
QyQPQVgdRumRKr1QX1DdU54y2LnKvNhREmdeg0IeksPQqLWFLSDjFfAUlEllpaihZZB1JBA7yp2X
IK+YlavyIfUQnHFfaD60qk7d9NtmaMiC1BcBVNEr4cx/PrQ9hUPRmMpWHlC16EYi+UjVY4BpnrZP
9mjNoXfYuJDMd+vM6RSymYtopXRipAnvtufcTBJkYcYPyzKazcd6VE09TD0WF+FmbgLLRansAMsD
Q8UCrfYpRbudslcjIgBM3W8vfq01F/R8FmklRbVBZAZhVx5RwuRsOgTQyJF80OefKCj4n4GqyD3Y
N0jaCnR/xxWYv/QHsbU2hpvq5PmOq4fDdE0ecmQC5u9DUj9ZO5m5G2m9LIt+6ttVEUa0rXwfdXFP
MsahGvARZGb1DT5psva9apbz7v797qB9UYxjajZcgXvBgN/rgkv8Ry2VPJom7lu6y3UCemXsLS7j
PMBktU5qHEGGlZu5c0ECHZygzCKdl7vkeTap192CCVa1cgMKoJ/P8HFkpJt0MOzinmSH1yQM3T8q
US5Hf1TeKeF6i7ioq/u608vt1FRUFSsvu8R8ZVeDmmsvalI8yR+yIqqLXlusXINii/wkZpZ5Vw9x
epEf0zExJpb5GBflwSGnaTdG4l4elB9Tx7T/cn4SjdM6dfAzyoPy/J7zPz/WqqXfJRYlS7nr/3e+
NfUgtuZz5WuRv5zODK+Fgvpa/najSd1z5U/38qDc9fu1/6/zf7/2z/O1v70W+fzZ/PzypfXR6Jzt
VL835Gv5H+fK/6d8tt/nypeh57m1IdhVW4HSvCMf/c8/5ud/9n/8kPyd83/483zhJRO2fJDXny/I
5AV9jIpi3NPsLpah0tvP7lBfojrObqXTFs8EDsbzXs91M5q5waMchb5Ij2EUpktFj+xn/iXbumxM
jOmcK1I/WdmVURPryTDAJ46ky8aZMp+sNOGabA31QTciDS2B8vELks4KLjaMYcrb8w+lZrO34iFe
yR/qEGev0yCdNtG0/7ik4HSPT7j7t/KKIi8mwUQam98FwyqdlGqhxlpxKbRGPHl6tVSqOnsts2k6
tCH6NjkcrFFfejqrMznUgeQmJBc/Z5OwzrqB6NfQvfTVt4NxXQYA91EqZ699JOWgwX3KG3rDD/uQ
k2T7qmWJvS2S0F7LJ4vnlzBZVXFxBks8TdCb5ZPVf38J3fwSKM3CRRs9TwdsYyHhM6SQS8pd7Th6
IrgMXdgsfm10T9EWkOX8HQwWsp3kmEmAcakMo9/kba7huB2XYQQRb9mHGAOteAyPkr3T5LMCPoYj
Ktk7Q1A3t/lkeVDukj8wJEV4zOf7R+vQtKoC8dcfaGjsjHGBmoJ8LOoC88mS4hOEerP99+vfFwsI
1g8yuCzdcYmZddFy6V/UYmixnTARrI7RtrjLfpZ0mGV3x8wx+9Bw9EDj1jpd07UycGOZURcQItpN
RnHqLZ2ipUNz/Z21NYxdqLcnlEIVNf9vNiaQrVLE/lpGPckhgZqAK1dSJ+hHSvdxXKoI5TBVCn9t
iQgvvDG+fHJt5ZZqkD4TuIGy/oTlygOf55HtrFGzb5W13Nc0ibpM8JtvRRuYlwp+A/FPLlm1Tpmd
PyYe3QD2RlGP4Ai9K7oJnXVUZNzZWp4u1ACmUtKEKNiUEseP4J0B98w5Y10e/LDDTO0r/kfBMQQN
T6/MeKpjvdpmPO+uqsv2QZ6R2VP8H1MoHE1/X9cgpXDmciIsGR0N8D/sHz331CRRsbH0VjrcMmuM
Fg5o3JPu5d2jMDOaE0kVk+8Q9I+DVXs73hEKZ+VbqUzeu0YkQQ7bi24DXPO6ybT3krLUbDhXnwo3
VleF2xFbmIqNUXfpraodrHw453+PsqyiApEkO5nU1c7BXTLCSw4/9/2voTyPrBq+jKq3qu3RPGM1
w+7mFT0rR4X1aUh0fGBTthdeHx0mjWaZH8T+PrGi+ITDeFZV6fV5svJgawQjkeAJs6FUaOWhYtkq
1jr15oOfaLUAV8HeQu6Vm+Z8KGoHaw0/AUSepqhbNU66zcRa682ovEvkxfEDFerm4ozDuIhsJXkr
dBGsatc+ugLKG7r9XaQbtrpKdawCLu6FGXJwE7m6hVK8D5CprsgH7c6a2XTnYtCzHlSPjwY79OAe
iwp8rTxER7ADYgGSPXce9dgdDk6tDoeeaJ50Icfyoc1Ybddp8oZ+Dvp2oOjeST5M5Cp1QVrvP3fJ
rdgIlFOq5hbmp8ZaT4VBDbQv9KewxyytRNPDlIFFKPNJW/l9vROBbxOCSgnLwSN+p/tTv9EGW2fp
05Om87fgOTk0gAZvkezjEBSOs/LVuroObmCj62zcA4mixDw7Qbmtibg4ehpGsTBViXYaaJu0BpPj
qG7GvdTY6KWBrcEbb82cjCSUZx0lGki8OUF1Hppj4nNhDf2NHFZxbC5VmyqqZkwrLW3zJ2otT7Jf
QxX6J9QH9wGmZbsbQlXdZp715QQfDcTCsQLzxAIR1pA6+M+fW0hBXnPYWQ5BFp1S6j+1Kf4JeCB+
bUeY+G4jMDbZib8xkrY9e52V7xsnqvagZ7KVwVz6wNPX97GloJiulYscdcBjt7AnNBBCcU1andEq
B2AcdDj+z0xE0Fq2HVL6c6Ei/mhodb4GpKRv3JwaTTz0y7xLYRM3A70uG35EPrtwdPSqG3cWstaB
mXyzbQKXwfe75IXW6i3xox9y/6SBBkHfA0zaMbI9PevxRlOAkMx20leBiKab3Md0tlwZDiYRM/B/
lkOXLfTSdTb+jM4ErB2c8UkW8dqtzfaZa9BR88n/GUrKwZYfuTfR6Oa+VSGN8Vd/QC35mCM6vHh5
g3CaYtg593HD9Ul+RciZXw2VS/NiyE4sajrwjfOoGyjzEqjZLMM4Oah8ceqlF4hzqAb+1Ye69wju
M1uB/Jr/M1OPj7ZiOQjA7yaMwNzlhoodG4nmgxpU+SJqfPMFasmlU5AP9lznpUCEj+u0bO2SFLQ5
1GXSXOoJuNha4VF8nucCH5MEsyzQQEL3hw6/JsOSUn1qetSy5wYC6Glgt7SNSHqJ6A1MeSb+40Jv
fhH0o47QNW7NwkXRDTvf/bJUtgDi8RfvfqZTG0CRd+5NJpSvSQny17fqaSOHWp6/VVni3Jlt5dzm
sxqK3g+NmT5Twh4X8Syor4NzhZnkh2IOYKhJTz8OnXPpXcPZIxYjcmzqx2+loW4bMF3Pcn/ZR98j
gaCRNiMTo4ia1hrBdIvYAGlobEfATsIn+R1OougUD019kSPWlt8d8iVZ7fKBkB8N+SGRH5eRz00x
IBBDQNBt5BkJDII1GitcAH7m7zxT++VNRWkeajPvtq4y/dJnvE/QhvZ/6GmQzXy5kwrwkbTmbBe4
juH+405quB1hrC5x0Pk4ma+1KL738MUe8Oprh0pB8SXlo5Pxs6Gw/YY6UGwKpdF3tRdFe1bY7zo1
7bvK8+HoA5JFHxOOd/KBHkqzCQd1Wsph4iAHjyqRHAIPf7KBhuRZ4VK8LAyRP/vhzOPgnfzYyuZ9
Agow0gdMp6nmvrcoP2zFV/5Q6uzFrtL6Jalzk2KARdRXyEq6NvRlijn+vVbo82qZkt9bVlBtjbLL
D7CjkpNwEzTddYexyzOm7ORXQBcnU79YSW0sXWgLm85tSIoWItjpmUk9qYhplHnVjQlwviNjgulp
NxQ7hBC0ripRYSFAipeEQ7KOmiC++hg7F1L2VyVAEws7Vc+Ez+W3crQfgc+hy+VtXGZ2ppzLYFRQ
nbElH1D5FydN4MD4+355ECTssKwygncDLw8WJjPax9YiqK9qrK0coZlwH7v4EBIZ8Cj3ADS8TErd
X+XIpVi24BozQlXih6eAbFonxMRIgX5nN55+bw0sEYRntO9FEOFEoFcTa0G7d0ArbPp40l4bmI/y
BDyrZNyRcwuoUisRsXnqvYcUaAulUFs63ajey32set4C0w9Pchcm5v4EFOdJHisa7ptJtVNEJHa0
7pIDvueUYLxmvnWUzZ0SAK6rqrZ4SuNYLPqUezREsVsLQsHn63ivDONAN7hs1tFk4FvFFrdSNWLM
F66driojMS4ubd6lijd4iwuvJanWNR8ayg539USy3izbTRPvu0MV8KrYyl0YgMlzo3i4q1PxfWKZ
ti4R8659lovnybRw7fThgZRsEPMev0dRqGmxGmcN1MX1nig3JoIwZveQZ5KtjouHeT8zBbAroIKy
9MkCWnVS7JYFzmgXb4NDVDDoy+JcTVyI+XYdaArus2yMLrLFqov+P77yxtf6IxYpgUXKcnWmivik
7C+NzNhqBlG71F3z5x7RAsYQbfwWJoS3m4PeXIyore8+D2igqBaIftsLItD6rqrqYmGWJvwKu6wO
LXlDF6cky3WeXSl+ATDA136I1vHB/ZYUxkwFeZpVDOdS198DSvAbeGPcSLC7CIumQ/mtN2a0hSDz
aRVCo1oX6IjCahgWRlIVR1Ov3ed8nnXOfzCioMrdVKbeGjdVR2OdPywJTCWRkXG0kWtNYLjNeQqi
53Ywf3zAtuNGfbCKBMMwGRZLQ4uyR8WtuU4Z0VaOgLHWB7frCKSjp7fnFntTAnKKF5aaOOe2Gmwm
6bYNIYxTHCAx24+hPAclPPHjgTDX1hQ8IpQ8IXitzmYTgWaSm58PTqUdK7tQ9+oAHASOcKwcfMMC
AhT2J1Ib+5PcKsZAp/XnlusvB7JG/N8pmrKqUFrh+MHcVrrELVqK8UOO6tRIl1bd2kuzrtOFj/Xt
zXcyAi29sDnows5ex/5M/6y4jn5q1Uy/IVlSsuw2Ix2NpWxZWEOpLJy+bPciDY5E52U/4Ai13E5H
6xbokbP3hd9umiH3L8mQx8uRULxOfZKfBDTgU6g+yVWTtpT7o9QmyDnz793SfBnqwKAJ2ulPqqd9
jMq5Bvp7JI/9PjMvhX2C350sWsv4o6KsfvJbXTyWSust9T6BZeuU4rF362BLG8BdeQ1HM5oHWH0H
egfG86dwGqCOtatBb+GTwiCZdMZjq5jjMRlUVCSFqT53/RDvHJ0UtGge4geuyYK1hm3ZpuK5rsx8
mWGTPTR8Z0NkVVsa8PpD7mZbuoT6i94b1qGzwEEMo14sqJ+3R+rVzhUeEG7DOR8wnXJ/pRoxpc8B
1WZkZtZCeiE6FxUAzwlnTloj8OOvXC+qT37xpqaYiBZ/3XDarLnhCcS0PNNay6mqT64Vaeu2Nuiu
zqRXeUA+OLw7C9gj1VmxKPdj7wUXG2v4QmCzLUi8XyCy4KmIcloodARRJMwo+whU6iI3f46uhjk6
0N+4fAWst6OnFjpKtFBRVfc5l18Lbp0+XqOqUB+lFoUBHTj1USr5GISeibnNjw3CuHX/3kjjYz+v
cFTDTk4tPUzejFx59qxo3Kqj2q/tEtZ2SXN3a2fNTJbRm/rYdwqbnSa2RWapO1VR6qODrGFvWT49
PAzi47NXtPvBmjzE93qxFEWs3zThVVsCivoDiVPN2VHNct0aav/kk32wmEGHK9NBVOKaQQBtty3y
I0XKvz7IfVrVofZRE3sZB0XpLHOtA7dFS40fwqhSr5QElHMwko2JH4vbJeAi4nHyo6X6GC4rv50O
dnez4wwQdl8wb05s65HgNJi4sW2smK9F96PmJTetu3zy5AeybvdRndP/HAxAwaEYKfS0zX2KQGmZ
FcOsNwmb+5iS1EnD6RgXWndkKfQdTNKcGNd0x5hUt2MivYBybJl5fuibYWuDLPrQtI1mdY/MjCDW
JBNHZdSedDLYjm2is4whd4i4UBPE/jgLNdMsvdRD2xzC2RtC6bA/6DZv8GyUqiihzF9n0xiM+9+j
0k6M+8oeHEQlLVGMJCsyd8nfzLiLT1qCYJV1aTmtM+SEp8Z1ork3Uz92nWIj+hfZAbQCvy3M6reJ
fNxll+fTU2jlrzJ8IuyiOxQE8UuTRfROwx4xBRjNPb9VJ5ohwb368f/QkmQNJNRcUi4lim7UyzWk
9mSpGXR/oUVlFxkLKbeYiqG1HHHYzytSO8hwexiTddRSCHGDtZSoDIXPNGSb3lwGc2WjLyfYZVRH
17nnaIdCTar7mHdnwRURYWZuPGLHXsgoB7dhqqAFwWtW5Xcp8jkyluNqH+pTgcXXe7LnAqNlG9Oi
M9WKQv8cHRFqYu2Q8keigrqzRs+0Vymfn13yX5SVr/IB1HrMEVTL1JAx4oH72iDCIuoHgbD8JcXM
rU89J9OFx5W01zcdJsn9UI4V4ki7AJtuIRf9fQZlTDiF5dU36mGv2MawHhJi4cK+hExfRfqxHYYB
mVQzfS8EBt0+q14J7G62URA522kiZFCtm408AbdJyeofBFts07UfRHw3WZ7GXwRVvLBdAMe9+pgn
fryH51cvmd+jMYm08ZHvJ8m8aAyuXR0qFzeb9A/jhjxQ6na3/dDxqZ3/K3aNatVJ2ISoNItFOGOV
1Jdll0U4XOesVhnE2tdi3yV6c5KOJXsFwjG9tCprfAkKnUiiWJKrQU2ngWiNuBZ4mqm+WVbCp7LE
GCWHOl8vP7/8e0nb/CKznN8wnKAa62LDtlnZfdH0CNdowE71/nKwoJ5DREUvUzWgLQen+J4r9OcL
Ef3EcwOsM6JmAJ7Y3dEAULdoK5QHBAzhQp5ijQlME9t5bfHsrZGCpCdXzZ0zX7l8RUO5lM+mGBZO
tDyOjki3M/0Xd5it1rpHoQw7Q2TNT39MniM7gGEGnmQReIX+EudZssTppD16ypStepj8t1zh1Qr+
aFcyWfyt7bXuqfACA/IS3iXVt8TBYka7i/oGIIgSzbO2Ib26pUp9nir/zfYC3FZKEC9TWyt2OPJt
oDb+dJh69WPUI9qaVk5hK/81n/5ai4YMTgnasGzThDuAHezv7Xy7rA3fGwmu/qiqkztaLZPW9Fe1
YWWrUIatKDneQAIw+72bmftY1+o3Qy3GlVF4BrUddzyqan0xgONv02i0CqyxrPR4r46Dn9JjTeJz
PtbJB+pM8s6w+PxwdCfYyZGiVt6fhLRKDMBIA5OFNVfys4hjPLlS5mw1bbzKeXp+mfsCSaaLl1rN
tHmuTVHyNqP7jwcTAKkv8vA/qjkf5Zq/OOY0TdVmyw5LEgTWrqF/WXmwBm895Gg9oTFo8N1c/HTs
kC88dVokZaZxskv+zquiCUtUlrrCNI6mm6GP36gW2CSlo1icAju6K3y7Qi9p/2pTvdpXMw82x4u2
i1inLVT4U7dxfpD76jIfSEAHQ4aQSce3nSUdYsnB26nZ1F0tl+Un1+AMWA4ZprxsjezvaHou4vpX
br4Uuvsoow3wvzbnXohfXjH0x24OuFBcz9obteUuoYnEsPfDZsciFFmrDsD2pHTN2q+YKphhp6wG
xxovfNf++lCYBgCgqDkOQQpA3ExYAoXmxOw0fk6EyJ6qyBTbakih00WT94Bf+WdJGuaD78RPcFjc
VSU0Zd2insvwCf+aAP/ejMAw7q2SJKSa4uASQIRxr8374qwk+mayTu5ssO7bZtpk3vht7BTn0eyV
dssSzAUMWY/3Js7rheHE2g+QGLsUasFrWGTDGidQfRww5lzrUXS45OeSGg4eQDk3lN9iUYI9WWoU
T649vJW9wk11W4St+9B2oBc6xbN+EuSz7IYoeZ/1sq6fPaXYCg5mougvvtFs07ARD2lG36XWrXu5
m3q6v7eYf2Dn5CysKRrRhq6zCi3jG/54bQfygkqA2jZnwBBL1x9gH1UkgeV9YdyzIjHuk5oVb096
zsFshHGf+uV41rv0Kg9KWDPBCHxpdTvaNlwc98gx83hNt9bdFvbsZZoId1EUjS5hEp2mGRoS2NQg
wzLGj8BChKZyj6ozzkW96efFaqZ450Rxm4ccOj2GwpBqr0s8Nq2PcEnDTyHHjofKQkWD8JDNAm7r
ASE7i8J6Sg4VjSqSSu7bzoh+eHb6JBK9ezfj6lVrLOd74bbficzgyh4HfxCkqn1rRuAAo4VutWsG
f0nBM7pG08T/lPQzLaiiaz/FnfGx6UWoM5KpJJiAA/JcudWxNsK2XrkbxNlaSaxr/R6RxbipiF9e
xJpdmYc+yl+qaNT2JfrDq3xQOqosdjK6i899csuPwGe0KsTUzwNT6SdYow5g2twrM9Sjb6YO/LZ4
m/q1f2ml2vz3UHp+WoJ6tmHhC1BPyUYutDRCtY6AUajKRdxajBhKlJIf0BPQKJcucnA6KR7TYtPA
H8nXjppzNUysYdNGGLfcMl5/0LJIWN5MJZfKLM0zLPdaou2xokYLV52C2wh959YM4dkay+hY8RW6
2alQtyOGpKUcDlr8DKG43wdOnb+bQe4hNVafkLgH5zC18pcyIBXYVrrHfKI14bTRpepy+8nSHsr5
wturCGotHy24ANHAdTk2wK+mQ7TVm3wiG5pPiBtUBOAFGrRQXVxxFIsrTkkaK0VtLOQBDMnF3vBs
dZM5wsDYn7ab3DCMFyfX9o3fBD8UnJoLtbKCG16L6RC0VBFYiy2CGUsqhPsepr5yden8PqolQH25
21S8vWrDGVAszlJcWsuBrRybpg6O01x9GLGln9ByqfjEc3PhET9PLNDWL/X0MY3pa1EYqpZyCBJ2
uFOydGvQROF6MOgbOonu0WjtLX+JcE/fwzv684OSVHq1EN3grmoNw55BoPE1qtUlhL/qTMugvcpd
IYauPfW2fZsHe8qU+ktWNO2BQBcWafMQWMawGmzx1hL6jEPIGwkuxER+bOeHpPCxDcix8PPwKLfk
A3nxzdIOcxd7B9FhuBe1Ta/k1WvvFT9w+BkqDI8oUAFwVzE1p4yPsII+fR7U84MHNXhrUl9flJ2j
XJgUPGtz3Loccef7y2g+Jma6ulMYJEtVyhbXG3Lk2IIAIvxwO4kq20RjNr54kWajgC7bkzyKbW9p
O3n4NAxeDV6AsO/5hzIUl0QfhaSDzcPYiXzuLXV0MACeHfJc7yiFlyRf1bH7YUKjGVosI7PTEbb1
yiNi4QAOeBVspc3MFVqx1crM/jChuVkfHDQIBkvDSbt7o8AcQmLcdaBBu+y4Y21Ic3Ov/C73Kg8Y
Fv1WhKkH3/RWk0sQc+235RHgBSXIz7HcIqzpz8NAd1bk1zbA21wWW0F2Jx+8ia3BVDRuNWVIZ2jW
0MOXJRe3JQsq4i9nVX73nk/pI71f75HweRKCmiTfJoodvwQA1OQJdtQHSyvj8xH1aqs8CKx2O8Ja
Xmt6DadZeHrPny+hVFUdmqC3dn4HMFk20SYF4iV4fu8oh6is9TXFP+g3k69tus4jIYRZBlKSdj/J
os/kEG4oal4lq4Lx5tuPLX7vdNX61ndTcfxtrmj2zjKjE9jDEhnrSIlQbsoHFWBz4bg6y3qOfj7Q
567OAZEQ/76Y0Gb9y99naySzOmgthLDn7tCXiW1JGm7FpApdhO+dC5LZl0PVaQfRWdqTW9PFULk9
0CQybKR/VjELghb6b9bGF8KGRG987tPLYV349TeYpJmjeGul1/Sr3OqpDH5sjfOWEqFS+Pf/mD6/
8L/9x2grukhI8D1gEyNA4+8zdswvxqh6MEwjg5vn4IvH3EAWQurno4PM+Bp5XkLMA1kPkckyQ27l
rZNeo3lfMO/L/abYTMP0Nlo5DkJmCtbDzEWZlqatVg8fy0oFEtpz3FcYwCD2HjtnbK7M8AggyDa+
AfFjmO9aitNQUbdp0rp2n75oOF8VdKXqgJUzk5NJWjqnf/8TOF8bq5rGWpGunxCIaAz768q+7fWx
tD3bWwg8bMEqF5G7oJhTX4nX4QZqsVpLUfQ8YIikSy98/Y3gwie9HLtfRfjmol+lVVRPO6I77fdG
13PKPtc87ceThCdIlkIX6vaOXBojWtf3xBFmD2pmmEeF0IZFWMfdQ6k53YNIsWmXHiDIoe8eSEXV
1h9KAXtEctXpL5y0FnFdPHoG4EEAF89qDgyd+O9XOmZMBxTLG5aZfg1/jnWuPoSJClpiCF9dKxB7
S7eQ187DcsRS6Cpue5RHoVYs8ojeDmEIGfpdqJ2qvTBiR9xrTjVyiRqKt4/quBs16pmUCvNRtTlF
75Xnts7bS6n2AYp8T3luArXcZ1qUr5J0fB/dLtkS6cRri/W92tnN6dP475PwvYfW8i4BKma3D2EP
vKUJffueZPUNTYD/WHdZXwTnvNcGTFMAJTMdGo3Wly46xaEGGoXiLto6uDNsBCGqLXSgRLa9EYOv
vlIYWXFFDt/TuaVnkadymtR2ujZWCh2itYP3XFHvZkv0Ux6nf/6k3dKFDxFJrJ0I0TjhiaCE7KB7
aLwmPsRJpC4Uv+0egoAHOADbJGrsqxyFaObWYkL5KIeWM4Z3MQEmaWqhhZ+f4389pTBSdaG6MEzL
VMOjNbdfg7x3T25ZnLAh1jcZeip35SLDxM8JZV7XNxWj3m7omk2Sd+Kj8mZif44n7uXYeYJNZOT1
oQfvfPtyxvXfv3dfmTGaoTu4BNEcmrOX0PlKKGyago6CCJtlRe1patJjZ6NdkyYZJ+7G/ccS1bFR
ubqttpaeGFQJKkbfYeB6gScm8MRpytvuWuR2sonnyWWUNSenzZWbDsjnse7NldxNQZngDCthjsOa
Ymd0qrIJx75+FaRFqHMxMvC7HwKG+lHCgYU3JOcocw4sw4Gr9JadnCkPHijNDrAO5mbmx+WiFl2/
YQXV7u00G7bRGOYP/K5mYTd9gaPPaC4FJjx/LCb6yOJmlHpGn9cTq8gPxCmYH1iLqxhNQ3ebkwFj
TyTrqVb6R6qtG0RTf2igaMm+DJonDv/7m/DhNv7rDYAigkaQl2No1Af/aX2j6GL4pdARP+mGWMhu
l5aq/WL1MVMZq20QDrzOeQYjH/reiQ4Yg3EH6tNF88uDZVcPFv06yj51ah2DIth9XCwU9alqu+5S
ZTFuHLlllAF4npD5gGV2F4hk3UVuyaNhaD3n1K6pYvADRq9/p/UsrrZvr0aRe38oJMRkRuK/Jhri
Y72rvw0Uzq9p1UbIe9ziBIkYS3HSzdYuJ8ZcYXePsde7O6uzEWzp3lpAXjsQc4e7wM6c4sB3Yi8/
cvKhpPC2zccyWedQaAJlrHHX8q5YYfPL7+fijK1/88P8zDphKeu8XUxTpQeUfU3A0hzH0grXLJ7H
b24TQCHJvoHJyUlrtvzuKJduk58pO70wke6hCgyWeoL/EuEPmkUkLUVCEQqDJDAsC6fR6mMcDFO7
bHOr3hqKSrBe5dt/hO1EPb2rwK/q4d6rqFsyLxHbJqagxSoTcgkV5QxWwYqujn8KtVmErHClHxpq
6wVzzQMy3HjbDqO6gQw8voJ1fU0K27tD+0Qd0awfBLFO18gApmM6lBnC2HhBnfL/GDuv5daxLNv+
Ska+oxre3OisiAZAT0qivPSCkIX32HBffwd4TldWnu6o6hcFQVISJQDbrDXnmMYh5kQDYGY/oY80
fsQUiU0HnuWmX76MhtoymoULSX55rhyKPeLsGHsEyXF9nRtsBDr14XJYq93PQ+p2m5igJ4D8cbmH
cDw9p4SfyHGnPbZmpx9HOH3e5XkoW6U/SsPNDO/K7zGLyJsMTTtNDefY2BPRVrXOxjenS+bXDcwg
XYizZM0yqsfHuq7CpyEZ02vDGNmg2tLj0PbOBmevB2vL8sXyr4szx51VOX2B3o62lGXA1u4t/XGy
9K3Iwvo1qoFosOgnpm0gl2cinw631VWZScO2yfJ0P8SKOGZBS5L2XObUhGzMh0YQreUmU9ZJFKtb
s2C58OdavtGsG1sFbmPn40iEijIeDeE46xAw6Q16WMOvANjcc8Gj5EjM+TkJ5y+1l8ePcdC2ZSOk
yP22ayFjOOrqbbLAm/IF6PTnl0qZ5C001ZvLU44cqWBM4mtn1tllLl8qqWKYw3l9Obo8D16r3KS2
6Nw+aN9FPYfXED2MR7C1XjBU4t7JSJA2m3Z9eXrOSwfGPnkGRCu2V1oeE26e2/VO6o2FwMoiYVKC
btV1QoFSQ6wjuhjdDYoBCF6RIS2MaUgTveJLCZbmy6O44b93eRT+49Gfr06jbF6FAsF9YsbEBg+j
TdUTOT4m5WR16TVhhMSP3v2bjYHz68aA4ZOgExvz8BJjrf9qYKtoEiNDmKg4amZHF4c+CgGw1Z1C
8YM/uilfSju8Cg2leU4Gonovj6LlUZnXK62xgs0lNYxEoG528QWRMFjQuYmjIF3JcnAv0KHQ8MaB
Jgr7ozahn1/sJErijbb+EjkznjLIxtfJ8khiQ78lSC/G5j78rOoMvQ1GQZnqXbooHAUJbZs+VnL/
cpguuAVDmfej8UqGWfUUKKq9N4MKbtFyCMXKItAL8ZhEL+imtbrcnayctr+idMWbBFUBV+Igg1NY
FEiVgdMD+O1XqFYvZoiOGgkKXvNRte66yU5WkWKn16YwMEgsXwZJPsbxYO+Gyh72l0dSmI3I6nmO
rezw49HlucuroSQ5XgOpxy8UUeCHWxLoiKSkC86WH/pNdMMqki72qCgvXWJGvk0l7xBXoDo1HOVH
uREvTLXDqbfa/j5RtNjv4JBtx+VQZh+wwfeYopOYn//1XKv8j80WQiN6IpR+DUVXQU7/stlCXDDg
zVM7RtJwnVcYay6hgppi2ttWODuWAenx8jx+zO8R3v1+XFLRejYn0TSq58uRhi80Lc1jkJINFvcP
bD/zW1K6d4GSmo82Ut8TNoWOUB1uUdpg9laRO7It7TC8MzrrRCf2M4zy5LMNxoNs4rQJrQIGQiVp
BxkGzJUCy8nPqRvvK3UGpBNG2bwJDZgqJRiF15JqmEscbXQytfZpsNPp8OcXIxY/D61qUtZjnr5c
XuxFDZFPdUi0jegJGOwzcCca8RY6tLmKC4Id1RjhZD84/U08KcgSq7Q4sW+Nj1ZRFCv8qZMlglNg
tZsfJdEysz9kTPTXThsUK/STAe3VMX50WEcZUU2+fZNE60v/OkRbdcq7c5SOAFjPl+0Gw5VDCqGT
HxHeB7e1Kh4ZaktXkSdrfwF+mFWKm68InRVpfEzVl+PMaB2oKjntK1ktMAX2HRUzeaf3pfn9w0mR
RTM6wMZSb2UV1hAQaf9Htxqkdb2dMK/2uvqtpdNt3vbDq5loGmgSTbqHJT37E+L+G7GEFoq8kw4x
JO3dxHIlbIJxK8GRPuLY1k+G5TRHowi4kMaQAJSlHiT3dXRVURW8lJriLOIbS/YDy9rtx3KuVsQ+
Ks37sDSnf7OP/h8eIq5uCyEdBQXNREj7K8g/jdkCVuA0PEnpdhSi5Z3UlFTRpMK8V1pFP1FUeClb
y7gn3Fe7lXIb35ZGul3bheuIsuY5+cwNZF/zUkKtELVTFJ0FFc/ciryLmOvyitb3yhHxSrHWzTFc
FxZCbUOhIBwvw5s2VYCsxZitO03k9waLfG8qnU66EyMbhTKeXwuYZFc11W3sF0mwL9hMuzVd27tY
K5113CsGTs1sOjHUIORNiX1PuZdWQxkzrMoGQFaigcMbDGV2mgb36LbTK8h45LALNb/Gkf6hpYmy
75cuS0ag5R2GwmJVRnq6zqTvC14cw/y4ljqp2mr0wq8DIo3dsv++XJhtGo5rMy6Yv/PSxIHw41ta
0Y18OPHyr0cl/ReKoErFgz4ke38DG5hi/iqB1GTNLubYJA38kkg/KJDmGqHE9c00aNXGUmLFHwcx
nxi5tIPOHhEwpT0+kgbzyM7G/JR0IJrDmL1c3pr3KW91COgQHdQEw0mfKA52j6iozJVQG/mgqJF2
klhc+3qoVC+KGu4VRZifaVU8RSlvDcyJt+ba0rOczqR5P7Cbj67bXFUf/nEEK0W7HCG+EP8Gh0yf
9ZeymA4hAqmVY2j8c1Qoi38ti7WlNVpAC2kbNU4ig35PkMxYSUHEZiaBa3Hk71EJJmmnRI66FdFw
pUkaQ6s1975JuLPXh6kx+3mSaVvaDKpJOqQKa5vWBv3t5Utis45kXbG5HAHyrUASKtMEwCZ7oQGF
3+rP5348vLxT7Yt5i4tmNy+5cc2QbHUNAp7S9T0hjzF5qrEzf/0SrS4nNmyGAc3bny80khrDe9F1
dMvagQo7GwC9irdMfObqchixfgRKlE7XRihXd1m+bsOn0bGoJxOv5UqLCOryJS+q2XMYXF32G/lD
WZIqmqmDse/g5T1n3TENYDv0g5QeA7VAVC6DrqkpL20Gi74SkXKIt6n6nKaiyTwQTzaV4oXwYLTN
ORW05Xq0TJejS76PAYkB2D8x41Uck1tA+5F2Ru0F6TwTwRLHD4MlNlJtT4+VyF3KjnBsFFIQTCWX
d6zlxi2OCfSOxAOnY1C9J8yp8BpM+zptwngnYpGtLhvCRqZatNHRuPlKa92aO/kiFZBKa9hLGlPa
jxbVhMh0VeYL/pSs0ACmv94QksogFSwmjOqEOmQZsoIzE2pwprmebztzjLzLcxJeQ0/vhLpLRSHI
EG9epZ6crg0xqpN/SZL9sTxsllBZjSlynyNxtXWp8Whb4CQSk9AOgJvrBuHN8p3KVL3/SXiO1f48
Nxn8AtmiiZAMWrIJIJ6U11OWxC6m8nnhNltHXUmyW8IZ3i5Ut2acXWCS8fzoYMNxpUrVoV64Q0rS
0IW5JbIlxeLSOhx14jsvKovLF9O0QH5QIfmhvPjzhUtoHRyheW8k0W62jYORiP1QTg6Q0SDX6bNC
mvfbRh83YK7Ru6GJaIv2KIeN9qYn1lpwOt+ECBpvkYGcK5X6UJKwnoUQHt+GqRRsa5Wsnj9DX+oF
12VRo9s2unw1l0m3vxQK4qI8i6RTry5HSUDvVKKEvf3xoilq17S779RM2musifpR6WZElUPdRkCD
iRy2BpGti/QJgalxDLoJwX6W/+BQ13nyHbeDursszS+L9AKdQQr29khVv1u1Wmut+tS2bowxNX1D
ltmnzJl1E1iDdZMiTdlicRigy/73c6NQp5OYaETShvpRFpbKoyRF/iBR10J/H/mFWvMotuOfj5bn
wmKRPbezvCOOlT3GRRAkK13qldIwrC6Htq1sTWCr27bR6I1dIoEuX+Slh5F04kCARbZDiXMVDyqE
o/9lY3l5bkpnEhP18KFkeGKDB9NrGLvcOJptHu+S3lqbUReNbrCkxDWa/loDzd1cjixUJCeN1v3h
x2JJkqRwW8TlAkGXtUcpHH4+ujxXCGJX6kE/WEv81iWD6/KFKhpk1CaNwPTQeLSa6+DS/G6QOPwo
2/3r6dNeCsZ/qZ8tfSFaJ0uZmLlS+UXHY9JUiBNHqTyLJpEvNwVtS3WmgZ0j5ruIZS6HaOJZ6Ghm
Tl8tCRYZ+FydxJgz0uKby+1RcrEZFzdJXqEgC1AJKnJTHibFdFzKFr1r9t1wH80Y/9AmxqfMpGVN
9VTgpci7vdpVX9T4Rq8LJ/0F0McVu0r9G0ItHYuLcoUfkUsxHEl72EbtHJy51OmcOfYRz7Z0xp8c
nKtiyrcDfkjvcmirXc66UW73P4MlgmmRHNeHn4c1iBHZrH48p0nTcBAhIZxaXmu+XlvYFwccJ9aS
Pq6W9leUj8Pt3B0jq5S/M0d97GE9vdAbaMBWE4SBqTxZp1QLTs7cPTaJpHllFCsvKoGb1EpfpM5o
d/YwlCyleFoi+oV6y3RLmMm4ryn40cMyqPxECbM0jrRsfryc6//4GP9f+FXe/Dir7d//k+OPsmJg
C6Pul8O/+3f/df/bd9n8drpb3//n8q3/eOtfv/Hvm6/y6i3/an9901++hx//89f7b93bXw5WBRKp
6Sy+mun2qxVZd/n5fNDlnf/XF3/7uvyU+6n6+uP3j5LuxvLTqFAWv/98aff5x+80Bf/jn3/6z5eW
j//H7/+Vvb8V8dsv7/96a7s/fleVvy3gd8M2DIuyAOa5338bvpZXFOdvy12BXZ0VJYJElIJF2XTR
H7/r6t+o6JpYgR1Tt3V00L//RodoeUlz/sZTmmFpSGzpxaHZ/O+P9Zez8+fZ+q0Q+U0ZF13Lh/l1
EafYbEZklrZssyxNsReF6D9D6QmPZL8dIGGh7K/q8ZdMb4Dp+DRzmSPVPWpafiPJg2cg1U47ENEi
jb+CmrTe2HzH4OW4zXRMzPCsy2DxaGDbnsXG24kfB818LrKMmqhm1F43zq//9C/++bf882dXHGsp
BvzzwKI4BETJOloAlT8DLs1fP/2MQdppAmA0RYQZPdSOlTOHdBVcnblhKMADDUqAVL0XLgKxyG3Y
NS+Ke1+iUD5l6R5NY+SaVNzGWbquRXi2SP5iTvkKKoSuE7XOdK5cGYOu15VG5XK6FC9t00e7DnT8
HHigLMy3TZf4tWz7RVk8OAnsbwswCMV3+SOSTFzdtVW67NevJtk86Y7zritW6Wl6GrhVqsMoJhrR
7chEiUy65pKDX6EhstGd75pMQh+uKf5M2xclUnqLZLlcOZhICLilDh/2NqZzc/Si6UbYKKvraLRp
GSeftaIiNBlGdVUZzWqmtujlmDARTkKBl/FfTNUQH02nepXLI4Hv0boLC9MXFiu0KmWK1HuTODT+
N3XqzH6QEOk558CzSBVfBVanetK7mhY400Sx2BiAp/T8mVEv7JUUBnd6Vl5lU1PdlkW5wERvMbfQ
WcUKQngZBPMp8UM1lV1wF7qfRFjLWRdqfpot7fAYmqChHMNci/cUrbIVRgWsI9RCywKRXKtA/S1s
Ny6bTdJ2NeeFCbxJWcg2uyLEmuKYBGgkY7021ZcqKDNPGsCNtdJC/JxYARKdY8y3wPEpYNdFyRrO
OgT1WLgx0G9MHfNtpTZbXao3DdUfhEfzNm3aQxBqp6CQv1KjPSfC8Lk4t13bvss00Pj79U3bAidg
l+hVpkboQWHjVhGfXYvzH7WOjE52E6YCqpEj3dtQdynmPAWZP8fSTg24iogZAC/o5IEX0/FYBSC5
DkBs3c56LzTCXcIlQwAjRuqZdv4speNm1NRzVcuZG87T3tTT3B3eJNn6VAhgGuLgo9CGt9hxbocw
dgvLecpPBpOcOzfSux4611nbPoViekj6PXAnmwZ//DSRlzwG0aMl9ZbbjSQRSZ18KPWEVhA7giSY
+Ag965WqdK2hEW6dECoVLHw55VrNlVtiJFNOTgl5UbnBV3dIhvpRrTA7zI1GmOw8XY0g9bq4eg20
dqGz69/VVJ9ilVDyqdGYxJ+o4gq3rTB5aJFFi6M4jFL+ZjTRcQI8LxlEUyo4o/QOgSQojMB00BLQ
Bp0e+zb4jgZs7lUVoanhx4DfmBBLkGe0GirptRbDq1QFlOrLBh6QRAoZTkwvNtvH0abHWiXnCsZd
J1meCh3IyGDLmM0NIZbSUDDgsVajav0hhWO7mixjIpDoZKe6p424WXuTnuaodGLFLtjttUHmnxUA
aksPzlDclkH4RE5Ayebd9CI2HRrxSx7G1+eppCNamTAoctwPrgJTy0IlDNuXYJqeZliPud9SwULO
w4Odch2YWGI1c/o2oxbjFbzjyFbfuoYqS5VyhQzVowxAvcZ75haYjAjesiflwOL8zJaNS6AsVmEe
r5OeIqJKhCBAQIzQiyJTcGWqaat51eggWgoouKv7fgLCFbZa7pZOOrliuqbo+iRNSz+2huxOPyQD
LOhGQv8upvVQhg+TTpZHMiTgNWv2Kowq3YT9WzR7gqhwXgNS7KN7I6sND9s0N3R8KhrpqS7UlznV
+Hh65Y5pAsncyku3ivR93sX5iuZAw2hmHSKT+O8pYhAyE0I4lR79tVXvKDq086JKn/R6ZajRpmhM
uJThc6pDtIsjJHUVCFC0eH6kcmIldLjCxJzWoAEkae2t0uQrEI9ro8S8PZEWkYZrs3M++O9wxWsH
hE2TW7dAYJCTJm6ktJsgimCvyBlKHD09SKQ0rCRNIx2B8o8dN/5sNMYmc9gv9lk47SNJnf0sSXdQ
/KvbeCH2JfpO0oSn0s3zRok5i/yXV6mgW5u3GpETylnTenfqitsuURYVAKnwJqZKjMz7sdE/Omh7
RreKSe/xjcpL42zf6+W5nKk5wCHwI0CULv/q0pd7uCp2SrsR3qzuD6q6llXrJjKb78Ks34okQ5JZ
mJrPHOkms/yUhc49rkxi6ajSDak0H+pu+rQGm4UDxA2mTP1ICcvYc1++WaWl76o4nOhFAeylh7e2
CW7winZpF5aJQ5q5MrPU1nzjCuA+p+pTGxhOEnktBdZDleT11hi71s8XvIUqICfhkcKCEs9+S/Zs
Q1YTzSSdqaRW73Sjv4Oov57sCFlRFyR7UsA8M4qsbZr6kSwRDATqKLXWyCtZjRT9a9jTsV1jOUK0
jgbCNWOcciVmFa8gXQAt30Rwhf2O2HxeDQnrZdVp/WjuV0mSvegTd0BUqy0OI6x8c/EZICghDOF+
CmLdJW3QrXoV8G18ramrUcFt2k3Dl+SYxW7RfmuYpd1ChhRTGMAwZ2fTmeG21t4SbUBVFVQPVOm1
QnxHIwq5SXQvKDc+hDpcGXL5arXhZ2VTjMBWpPfJO6bzZo30k7u3bF4GLklvMNZ1aexN9pC9bMEN
mU6D1VwJrV/HZVqsmhBHG787wJO96nQrckuFElNolq3vyNq3No25V56ddND2w5y8RVpdQJrmsyqj
+qwnNnSaEURN2BqnNCg1CoDZuhWEOJR2WZBCZ24xHcheSRypO+vWbcOaboWYawm1tF+UrrnR0VbS
oYLWX82Kb9MrW+VTDuHVkc8UlVbQ7TsE1pDAKZNuyinZWPbkyrZZekYqbataX5uh+hAp5Z2mjSC2
dLHGAN+fJ2wcQjNOYnaOeWfc0iL87LXmc6jD8xKYVkSYzBs9v5UmLAq69aCAzUbvdOuIPCQkJpbd
OnzCeyBzZ4eWVy3vJ2EJw0a9QtrkuARbuhUWdL/EzOj180wJZBD3lh5/24q2rrVA80xnHtDUZPcN
kGjypbqIcNvUECYzEFVss09P3SCfJrmlRc0Im5dVhzsb4U0/wPoxq9o337jKsd068oMpKd85kXne
BKW6MqS1iq/JJXr7Mw+Bz3T0kzyjrjbCEoWnttNnVddXjULVqpjuYBAHHkGwNvNq4CfEWHrO0Fhe
B4ukrXEBGcOEbiJrWQa3lac+AL4GaBOwsM/sYROSNJeVzRsLnFWqp2IF6Wv2ioGcZ0etKHpTfzDH
70a0kguBczeEZJkVEsHNS6KLG0i1NyYNCUBjk6+TsA29OWiQn9O66VLa0GQ2ZgwT6oejUdwpBalH
zjy5mV7dpUr+PLIc8hqgdazoqXoaiS802QaeNSberErEVkmNr9a15sWGfmgci/QMIAlrzLoRMJWV
Ubewu1Kc7aPDeSyc7lpGrCexmV4Vtr1Gl55u28RyUbVI6zSVZIIdjLvRCU6OWecns3tJZKNdVX36
xCj8LOXykwHHye3SamXPqUm4NjY58wYmD6aEaNxF2XPeUtjStc8RUVRYYhTOcCgySNNk1CzhgurN
vVRAWQO4kRYqUE+bscQYd2HsnCplFbUJ9h3njq3/a4KjWZbVdxDRMqGU9ScNZ9lTptL20Xlts3wA
wQfnxyOVjURAwJcDhqPpegqs+4YZ2UtlYFose32TdefKlNqN1BqaLwFW8rpg3Vchv0e6M6ukpqzh
nOWRNRWrWF+dwSSYgfNFCOw9I92qLth04LpaSFtImQPQW/xrDwpuXDdxOmIZ1QpV5rgSkfZkFuT7
5hSgUl0ctITtRp/X75mgT3DZRaZpD8n2mFvmeKry+DUcEFApbf8UEoHtZUqOrycdiZzJvmBm3EyG
9D2M1lPQXkOOU7w4V/C9dMvwLsB3ZI4nKuM+pKcYqbXiyaGV+o0xv6kDFONKSd9GGVCEo7/rarfT
acPBysoV7yV5Ikcw9SpsyUaHW2Xu+ju1Vz6UUbzJRBXhw71jO3GVdO1dpxe1l00fBDB89hWrytGO
u9Vs6jemmip+Z9edP8g4StqKmC3xgE9jQ8uMcZWxslWl7yx40dOOTOFcfQrIUVPraD2CSNcDt5Pb
Q9UZh1wj06DHclWgLYacZPXiKy0qBLDLDwGTsQ4t67MKVl3VY6JMV2lnu4ZJKr1GJKmo7PdEhw/Q
poImbaTifH0lYW30wANBgSlslnZRQq7OfNe2xVbB1xm1FlXCVmf8QYbqGSbQqvzNUTEf1XX2LEVE
vScx3fJhPRSSWPH7a/ayxQscIFcd9A8C/CZP7eNrJcdrHBsHmYRFwHQEq3HqUy5SnZBhN0iUem/p
1Wmu5wc9067IJHsPp/kUNdV2+TDZWD/ZpnO18LPj8V5uWaE2GohLDBc+ikFWPlLutnb9UKSkuEHy
a1ggGZ+hRXFCsDt0cLmAFvt0orDxGsV6JJaTO52MwdJ6w6ABtqJW8H+CQxvDYuvQ39pn5XcZ2hL8
QbXciZ72pP4I1wfkk4l9XJufFRJXGqBpbh5hgWu7E2tgIMgDqUHlVxHI5HYsCLzW2QVYKVwb8tS6
t7SNjCXPRRZzGDvxiSKIHi+cSj+qAQvbs6dkT2OVoEjqYXmwxTa4DtaNYwSsJ5J1J3FRt1FzMofE
d0LjTQj7NqJY7yF9Z6SZ3EkbLFfVUuHqFBzXncHa2aofI+1MncP2qxzyz8Ck4nLne0Udar42BAMk
1Peedxn96CaqeTuiB1wHkvEilBmHr01mapiPXKBKEK0Q19ZuS8OligGB6BGWr84io8bOFDes5Yc0
ns+GTqpZbzjMRjMhYeF0N4kAq06IP03rWXGi9/P0PEd9wrxqxw9xnL4uxuE2CVb46u+MSqYMXCTt
yShqY92JZLyWLaP3oDYFj0wQ5GtRmMK0z1ay6uMjFnI/DLl5rDzpX9KASvywlFunhEkQX+h9Pycv
trOZmuzOjqrnkugWtW3fmtR+IXqNaHM4HKpM+KNG/pHbhfFtEzzXXf7ixAV/y1BDNm6BTk0AqWkV
upFZvmVxuUlmwt16GZCIwW2SjPYMdjr5MvP+zJb8Jhxnv57ZMIZ58lxEFgJn/n0VipMyyB+Mpj9Q
ioGtDXLT6xRIcRLS8z4D4wEd6KrvwEG0gnqTVCQPbIQ63FskUcnhU4xTmkWhbqza6CF0SFKU4pI7
lwg7bupNIhcPNXp2aOic6AFKgaHK19WSAyLM6oTMh/eF66oBeBUV51wnqbNyHmXJ2iJyOiW27jr5
k10JnzTsQ6Plx75OPucZwtecjV921Aw7hIRbMZivWhjsBalGe3VwkvUUXaP4L465om8hmZKDNRTI
stnFgMm0prWuDpuEFBoibNuOjyb1p4hal6KDCx3zqfKoSL52+vAYkRoK7lD90hgFqQTtsoZMeccC
MOQ0n036xLsf43R6ruZxaxvzK542FhRqup5jfTsnLIHGSk68WNd3SGS3mVrP6xaFqwuBzXAVEjqg
qLDRCnWcT53TejNtYHk66ADgVkXJ0rmBLgOp8kuHgbXR5GaXq3xU8g8ayh8C7ZZRMbVKLetAQiYM
jKJzPsmuXRpPilPr1P7aa8iDz5HpFhB4fOy51krJKAM6HzZNTBetQLiW5nZw7UpjHRPeoTAlH1dV
rpLEODegg5gkifhIOondUe0HIWmuDapMR7FcrRk4Adg+RoM/tsn4bCIYdpOY4E9gP7TK2PQkme1P
OCemV22KymZ5LXfXAUh1aFbntg9ql0Ea05P2HpLNRsEp3MnmWYnMljUC5u2mKtEXytFTRz3OGbhO
wcsSwMRuxZst8zbFAeHV5GXKQ1AeWuK3MdZJuPTD55xc+5NQVFiV5APnHTBO7uHnueQ8sRhp/IA/
ISldvY5jv65iCKzxGTIIrBbAkL10jfkNOr8AJZ8yoMCn5qIdtUc4dzXLYpY4YVAehWXswlmsUnN4
7CN0lLW2wwt9nYrxuZ3Dt05lKMmce9MiMVBFwhqPz6T6bmN+Iz6L5EtW9XWlqw+DGh5g+X45fdKS
fuYXVARZKYahK5BojnVzQnC8FeQHgB0q3XhWd9LQXY+lcds4ISUv/Ukk11ML41SVxYp8dwVF1PBh
th3YsPjsaD60eqp/1LhWzqgeHd0H42FvqzYXmxg8KBRQgdJeVXaX340kq/GCukEvbFF40XIm9lK5
kSqmGcnUSE53tM1i/4RE+SrAGEbDVhfyPaXYkghoqcB0UVxZBXOSAVu412ovbJp9JG87LWlg+HDd
pbq11P/mO7pHftVM90YsX6FJfdQVwd6x6u6T4UVuniZpvp/m6Aubu0EBtQw9uuGFPcJko/2cOrQF
Cg3QE+1qzgTkXFpXLvnyhwoQURHN98Sd2LT4O8VNCpX7AX/GSqqoSlopmF1LHCY6B94YE0tKWgto
7Bb5Q9pt6C3UfjryvzK+kwJ5UVCrK9mRKOhKN7WEZjJt5AfWKAWiL2MXyWRVE5/GkgDGP9rlZhXV
TYb4V3w0DSoSVcVBixA4LkaqAQGvJ1XAroUK+7BoCxHKU86rcPWI5iiJd3p6d9XM+SbDN2EP3SS4
ezRvyoh6popHjbkLZR+VsepNIBacdsjWss7tVdIhdmYK+mk8PskmnPBhpNQ2qclVhor6aFvzuhF6
uCoC+6ZZWEqk4l6N+FLV/XKbqfKjGui7FqnKnHdc/hRLvAj7TSaFp5qSiax3Gzu2Tr3Tgr0Zn21w
SMfwOmbr25pnM9E5/86waW107Koeqes53OV6Il8twRsijAZK9OUXBfF9IHP2lopLsOmVyV9GiLwU
N/Q0gBcWXtMikGTEACQGMQl1f5Lwq/HX0BZGg40E45w3OCfrSjMhn1l3ZCIEJneXHTpniSIC9y9Z
rkMx37bKtGNyPmh1XngjiigfsQf8X2R4kjLCkcbdkLAmlbL3sSioJE3gLweGYiupDuCUT0H20AuG
d7Oh9ju110NEtlRunxoRnWnduKKhcVFzTaetTNAvvy4xrkh7O5uzlnjRzCqVXva10U3XFdVRVep1
PzDG595BnlFa0qnMyDxR++fJMhFol9fAuXD5tjNlY6emx8riGd6hN+cQJmKqRvGX0FsCyNu1YOHP
TdURCDwsEuMRWzN3TeloO0WdnpsiREprUUoKD1m4LNvB2AK32Fd4+aN5fskahN0A6KjxF8ZrQhQR
P1gg63fhx4lnuRgpYQ/bWuIdgP3weXSbEIdsGElocaNz0VRrRcF57AyPZgWmrZRRLQmFLV4c0HgI
KQonG2KMTtWiZagZLPiFYVHf5f19MevvwzhstYyYQVIkQXC8B7LxrmTyK0HJNniv67C4zofk2epf
TMm4Gft2q8vWKz2t0KsSpipnKQGZVnSOMrCJzkpJUkDhrIAC0a6tRUCxXEkhw9vQZV/4LlS3YAtf
2MWj4I5gTmFAQuPKKc9CAg2d9aAOz4EVfsnWsG1Z8EOhiM4tid34zc6YBR41tT3SRNkpSrOGhZ8H
KJyZwkr2FURmt/LPTzeVOzmKgPqvQhZj68pqIcpPdLSciFSqdAm50b2y5SWpiF+oon5LJrozAzmy
a+a2iSNkZO9txC6By0poRps44TzHhbknS8QNC6beZBlJ2WXKbq5oD7gBsNYkG2Sdr+bAPn808o8p
5W4tOKEWy5UxpV2WPZTBqlHrM9Q85lqMnB7MHPbvRrSBy/QREHAtJ/x0JUz2fYKig978sxmbq0Fo
GcSuIWeQIxnXMG4KhJzkGrmKE33laJe9yFDXeO1JfF0uyt6SAUdM4R28H8QLHPQpAm6pOzklrIt2
+nKC+TUX/PP6WaeErEz7ItaY4/g9tXE7/3/qzmu5biTd0k+ECngkbmG2p9uik24QpCTC+0y4pz/f
7uqeqZqYc2J6YiImzm1JYpGbQOZv1vqWu0VSLixRR80Npuw3eomd4VoscqyjlfSvkscRzPBWfnJv
ETo9wPUyj9Ps8cX7B+hHV65Hx/pOqMwRxNzFaLNL3Q5h6d9Up7xDmD/YycYTz28LDHlq1p/lukWd
kf82uu3Zb8bXVuAhVu4nDvDboNG9ygWs/Ny4n4O038GBhDy03wq8G2MyPGjbdynb2LTghRXyDav2
AbbfRXPmA65VdqsY0pRaX2cj//kPYbBinu+56V3uWiX+b8YdNEqPTZKddZArlwZ5KW9Gs1M61q2O
D9VbKuodrtdw6nboNkysmuK5sqoLMiE+c3MaQOI18e36BBEpD0zcnjJn/CxJ12a+CnDDWF4H3bmm
toxrnmg7wSTKOlqf5iNjiul4+2hwJV5IWeJW36ZXnd9RYHf1YzGl1woQAMiW9nkAbWVoOrRCZMTV
qj97rYpVY/xwvXxHdvceN3yM06YKFo/P7nYKgRL5zhR+CrYkAy6H1SFb3bvK4UXN1+15McQdrcPv
XFmgLJ0ry8QQ7fuTy1nJfptv1bfYwAwvhCNcN89ggVK1gajmV58tV0qLOJlojDXmATorhdshsMLD
8J3n1nGgEbqMB8zjWHRrKHXoA5pDQGwtH4Zmfr8dFIVD0VdY63Pjps9JfzDG7KnnIoTK8JXzlcdk
q2NV2NfbT1Zt+o9tcT7HytwPsty5NbYyh7+98c75znRYLE6o25d3WKYTo7v9GBzzsjis2OvNdBBM
9rvCCjbtQGFwdVgcZM6HxtjfWfInZ4QXa2zPngNwXDD/SedXhl3R2n8SmTmyI7CvVup8yqFuI8ug
odM3qObTq7kyPiZmxY/mVkW30rTveWg7iTBy/WEty+vtE1YjnyjrBS6qkHTXa7nwxlNvs5XP0nOS
tElUCiAUbXvs0xoxOBm+utPK3ZA7flzY0ZhTdE61/54R6w5G8zTfIE1NjmtKL/CXrabajezrg210
xzuj4NZwMJgEczNqOyqqB6/50x3/T8XN3yQl/0PF878Kfv4zGc/flD//56qg+49J/u7/G2iCYAP9
RbJy0xz9TRV0yX//zOTvZpS/879pif7x7/5UB6HmQT6NetcBqm1YwsV5/6c6yP8DJpvAe4IH28Yn
cbNh/0se5P2BL9uxddvHReAaN13MP+VBtveH7qA1QtbDy6Y7tvfvyIN84+8CG7TuhqvrgpKd/49t
OzeY2V/kQUqf4ccNvRt0Zj1EykXcpjyL3j4P/bZ5mgQ7uDmRard2FtsdHU+MU5M94iAKkDbQhnFp
cfHCeN5iL6t9dA+CfXDVBHrn+Ueri7wS+2HOcBCEECbLrR3h929TaMr0M68Y06kpFjUTPcRJlxTN
TFC7zoPvlixYki4oZHmZ2A1qKLAOqY8xfcndU1PXbzgsmUtz4QfDtpzKDm3M5sx3Wt/oZ8y73iGF
Bo76YZdzjwZpaZZPBbWtS5gad6Ut4A5P4prW7RdhiNRbm0/q5vhoN6xHFijQ4UjRxwjdnhkcap99
BcUUrusV4BEjDxb4EOBclj5ouQWLNauc90JU9sPK8CvISIiOYH0++idNY7QpdIZR2NGIy7KKHLCH
M1NhMoRJNh+1SpHoQacdHMSstDMLQ0gtrDAf/anp/7fe5f/9y/d/+Sb/ZwfD7Tv662nyz+/w/6e+
D/fCf6Hva361w/A3fR9//8832PjDE64jgKDrBPXxsvIy/lPf94fNG234sEN0n+wZmz/51xuMwM/h
zfKBceoe6jWUa/96g80/wC94lq4bMEc4HcS/8wZjUfn7K8wpYHKwABGweYexX97QHn95hW22JBDu
SsC4/vyo4bblxzlX9LIxvdo7Zfu+IgqortxgbsEFY+6NTX/DtOqt8cwSPHOTJ33NWckOEeuISE0k
y8z0h4Z+SEYq5V6zXgnh2g/aFls4CGfmEMr7yQRoxbZg3i2YevmP/UEaWRNUoykDNlNns62utb6J
CBHYsVJHvIBB7zLjooTIVnKaxynofOMOBRSCtK574EKNtmm4eMbye5HNudw+PFnf+X1zR0IP88Sa
XGfZPCOhYk0pniVTnlI/Mw/fFx4XoasUtN85Eob9i/zlMgabRBk7jAWb6vlpYHw1pY9MLM8ekB5K
srvM4yy4waNzxtgpEO70fbJYTjrsxbNf9lg+sa1C9GI3oRyq0yo/Kq88mnb9QJ/LTOW7u8583P2v
xSnYIhTROMsr6ty7fMSSAc4iGZkM2c1h0lg96DlrxaWL67a4zNm6axuELordaaNX53Junom9eFID
iiVjuQn5m9PasCojBPFGf+xhSQTJsHwODCD0wTn0VX5Rrs7okymMudylhn/ANfqodLizILmUZj47
nKJ+Vod1lR47N4dDyRdiA70UkB9XO25T/OIFsRMJrQzGicKnA8yIB7HHU5Fq9K70fDhxF/XLEPM3
3K2M+fslnKgFVeH96nH5MNOIRw9EmXLunFLEplHclVXNziffj8yGDDQkrZvFvVp2AmiFPowHa+FB
LOwLqFs2jkxbmzWkcQ0Nv6YXs89pLZFmGd4psxs7lNDLNxeaEn37ZtpcPMuxxOGW9dbLRmKA0E0U
HmB6M7YnDOzGzovtFF3dWB48RRivSKKkvLcUL0mygI12Icol+Ym89Z01dkgC3QjIWrTwXUH82pm0
uwtWJOx9u8kwT2PnHjJHRgzInvOUtOPbzBymCfSbXSnmF9BaYN88Fs1O+bCuTFDFlzZMb+Bo9jWf
AlLxaDSbmHnDA6C7j2kpv2SufSCkOLJspN527nGSReyVf8yuxt+VqCnUYfOyRwoENALEDkw8f9n2
iNWX+Tg+7np7HEQBxrqIxfCMHyUyVhaDAxbNwXxHAnCnt0VoNUY8eNp+2ax7mDKH6sb9K1GTMuI1
Ki3MFEKjqu5+1pPg1SXQhIDjTBLR3XvxaOrnwmerhBm6hJaqqoesQx/Vp/E4MwN2rWqHRg5hgfaA
TZ/MtHJ6yNOG0Mp5ipJePZoW4gjRVRKhkfdUFAjGtsIMbGh7pSbvXVSXhVldrcUKHC09FX5DXk+3
G3PZR+B6uIPJwGAkeEkn46ir6sUwUtYrc6zSfu81bG/8dgfZD42v1b+NBdRseM1TlKkc5YX5mA7y
iKxnCYQnUPBw+Fg1iGfhQrvcBjzc2VHbphObmzwchP5IlsdNCbJf25pldXnvbIx+/ORg9QB8itIO
hF3vSbOAV9TcSW1CcdjMt1iP7oQe6kXPYUhJ/2C2G8oJ1JD2wF6wPiPWY2kCM46BkvcoTWZ/heXT
zWG3DiodJ5EQh7Xxz+6qXkempzm/xnrzH/9xp/2/vv7/G13qBjXzf3Grq1EOf1ft3/7BP6917w+D
m9PEKYJnxXFd/uRfhbljkcPr3zjXRAG6Opr5f13r/h+wfQlIt25VOUqv/6nbt90/LA85sG4h8jBR
blr/1rVuORQPf9W+0xDo7H4w1Jg+nCbrHzDuv9zrRZrLTGy3QUiK5lfXm3rX8SRvWk2bmtTLeVl4
9Z03k0mzTNb1mK6QL5zlnEzYbFzXPTAB5S25ZXNIVhYreDWrzuw9BkfcAAIeCcgYzxuhlXoGc4O8
ywNrc47gi8mtoblVuYhax3xVTvWsM0WTaCnDLOPOmeVy6znVDupIoGYMiL6VP5Hj8bRsa4ru26TL
zdVlTeePREgZmkx2gmUqfwitYwI790V4pt6CwFEbLhPxwQkUvvOl7pAVDI2zX0pUcoRz9KmxM1v1
VtW8r8PkfwkTTxF+BHmU7QNqvrB2yavGZ0GNn/hHJ09IY7cGhphdMQer7aPF8yRoA3Zgge+fMkOR
vpW+oPkxRH4lbCRooPrU/bDrfNdlkJj1LLLizJMg97rtWiGvIzjonrnfK0jqZG+kJbIBdm2WfLfd
uY81ssEdt6C3dwhOqAyE6Oxvd/ngotvSvy0pLlhvHZp9yU6kTpJPg8lLJHB5k+4sQs0SfSR1pSIN
FVkLfTKSgxziyuIAdGbXj5g7JkHTuGNEDtelm7L2aEoybwg9RDOSN4ec26vwsRvWHTf/JOb0ImsW
9SuiX90qynCTLUMssT5Nem1A+NwueaYZUS1/NcASQ0dqX4SnrVQeSOxHIuWiYfVnTtXWvHjsZvHi
FCKC2/Mzz9lAriXFDjlkLK4UOUQkBIbsZIqw0ki7tXAiFfBJp8ncjj6pH0RmqqjMhQqS1mD6w9Xh
Y5sJhUSKDBVo20/jqB104R8Gk68EV8PctGlnr0UNmvbYSpuTd7rxpAqhRU3DpcK2Y+HCL56XxL9S
LVw9bi1EjEHpCn6eqZwOaoPjzPp7QhHSaWDfPGRywZR6T8Js/J21JaeWJOcDtw2XGnvvQJe+z001
IKNrMjaHIouFW/5OTJ/U2rTvWdHndqwZ7bhvcmIfJOWSLBt7xyIZ84mcHOClw6NuLYhpTKoNmyRF
ECX+j5oRVjgpabz4W/GW3cbWVCD42HDEwujxxUjxRSg5NQhGjcSwq+M6zuHipVOofGndvF0TIyXk
JAmUSXYfpLYy04zKufKZ/WljyAANJGqrXX27RkDiboh9hrLd8eIwXu6LaLI6RGXQyBcxpbtaR5e4
4KbR0Iwz5BNz1DtzRRRDUC3i5iAbUVN64/OKEkGZ8gmNitgbZRFJFK/RkFs/TbNx+B9NB9YRJSk8
eoxzj60ychHNXfAsobuGCzUvQVsN6BXyLW51YLCjnJOz30k70MxqjHVKnE4jwG5k8bw3S2vZ9QCR
4RBCHuiuyzZkb65evhT8+iJmfuV+0PMn/NfsJbG0BP5NzNC3/Au3vCdN5LCk+Ak65YBrQTl3M5K0
MdEyjB2UiUyHVAc4BHvXIVkaLDONk0C11+fICZsE0mdlfGR+TYCXVf/C3t0gH83QFxYoK5WvmZHl
U6hoY2wmiQFrhz0sBeVumfSHdeivE8B9pn2QAAnOu+uLtwGAQDkAkO7M7JflZuepZy7LQtYLyUkn
EIl5L1mYz6am6IM4GoKkt8j7E+69UdvgYwnPFEzHo8Yv84MLJdZurYRbgddICA2xVll8JGwxTiY6
LaPcqX7u7nPTCb0i0c7ttO74IZlBwwculp1PqiHYKFZm2Po9lp5Tt+daeKtKUihZJISJnwxRYy0f
KhF+mJiehw4iBVi8gfpkLjTq2XVRIKpKMLQXBs6J051KtnqNbrrhlGvRpoYcgUbTR22PniUjzgGU
ijJPSzKcdaEhzuCQFgJNE/y7RxZYNcUciv8qt6hGZYa0OXMOWLU0TiAD3AkS7tH23gz2enu/zTze
tR6ld1cfNwc9BWaLwUgOVY9DYZDGXc36JRLVlN8Z9cPg9iLSBC5MjKT7QVgnodn2Xk+QzObISkyn
Gl9z981BDGJjZwssvW+Okyz30K/kTq7ppV9lHpnsSllQpChUnWs79V96nw1RLgEol5V+mRgcBbVv
IGzQPlvHR8bEjGgs5N7oHGZUzsiD5KvHAls9T9YtzNFBqNTS+Azrg9ZwbZpO8eDShfXrfCAM4T71
EufbDMqP6PWThK4draaJpNZbcBUXDs8QukifCCgg3Dw13cIaoxpWJMrW3nQ0yKK6V+z8QBoSbc+y
xtvqpUd/BDHTWvUDr4PYL4n1JTFo0y4a37MynyPLbsN07J7yYYuNvpwilLtJmK7znsJnj+8dpFlq
iagGhR44IyrBaXrP89tyfxrmwModOiSNxi5hCp8XWX3sNj2LODgoRSTM30JgV9BB5H2f1XIkc+1g
tJq/r3Hnjkr4kaeAf0F2Y61TgGivwFPeWMd5w1OQ5fk1a5vihKmn30E8UWGS7yWQcCxWHYmAHo+1
wCJhjE8mIzaN8AOi4B7TvmC1xkiuVi+ELGg7Kyv3bDg/LWfUaVUatvup6nG39fWObXawpuVyWvG0
e773QpVFWM7bmvikufAbyKgjOt3QADl5VGbOh+VU9BiJ+vBGjFqNuCzCI4PK1g5z7x2HXBwJCImT
vP+YMvNCI9A+emN2ka3xtg4FWIoJJwCyx2M3SS8uMUJbbXNvsSCJQWudm5wzAMAeVyOLkBKYAhJ3
RD4LHrxwMvFPrMvDYioV1tIwo6mISs7BaCUE5SBva/DZfSyBTIcyF+XNCrfvM0xy/CbM3WKzMllU
NGBkoK2qRDgrMz/iDNtxKdGxpG5xSDx8bqg3q/wwzbM4+DivCdoDgpLrFyfNioh4ndchMdSuYHQa
z8n6nRoG2lGKR6or8reNGmgk/oPQj6aA/cg3Tg9F8dh8mdP0LU3Rn5rW+qKPI2tAPUVODwOpkOSS
miiWS31+3+ZaxFZJKCHyBYSa88qopk6d2GbVfNl4wFZTbrCyPC2eEYajuOK9nBHSXACnuweLsPg7
oKznocKnRBpUSORxtytTWkITxEC4Zk0Tapo97Ss3v0+hGR+IecwgmLA/nDgeaCKIaRxXFc7ACF0z
YdLSoRAwU8u/JuiMbcWeyW7SV9noL1J/1euU3Dvv6JNBtGMsrjFLGgOMft1xMQpCk4wyRCPonIwx
HYO17Z7bkQq+GxDyViiwdowc0H9zBkfVhOrL0/ea67/66fyLkKGLXSzTLnONPUz0+pi5FRfI1ljn
QhsWZm3Iz027A4grb1C0eg8iflfvE345DyNC6xSZRbj0JOaNUZ6O1RGLx++0ExeIRQqlAqP4wv2o
yeFh2Zl8M7MZwd7K4Eh3geclqIcG501Has9d2zwS9GGHTmewNts2ig0sjUl12JzqDUenRnXK7FEf
bLJndDJMoft4fjs92BvoxFqSisisImenKQjNiKyxv8lI0ICVizHQGRgcb3WNOtDO151unRsu9yDV
8IfNnByJxuVvpKN5qnR7TzRyKKnJwBQ0UWkvnI4F7bQJET6YfaRNkmxgBgLDT8xiMGkhF7LTnlFg
Qyov+KN6TvtDhUqB9KHzqmMGGkvkLIlrcZa47cmeCVMpupMa5vQ4++qgmdDsB48plS750DDoxiMF
csybgtBoyt5b/Yj4oNnJsYUo1wxfhdOOQS4RLSK68GN7Mb8cnFeIV9s1wN3EnpijryQ7GK5kAGmR
N7u5mdFKu4lBxL7rUz2j0E9CT7UP2gh6kjyQZzAXJLrPrDvyFZfU7VPws/xk5DjpUPnv06bZ4TbG
SOY816ZYI2AjqJg1/80u5GfZcxvOZG/2N/lInXzd6uyhl19Vo2WcNTbL4tasojYzncjzD8pKFsLh
2KI7ogBq0CUHc77tMdDyZrZ4NXtEVSQfn7w1ndAUTXRsxrcVGWlc2+PNIms9ltoXfv0bwvTIBIyV
Cqc5hq17rz73pI3vRX2BwFselgxmyCyIX2uafT1gzpOW/aHRITMVFEevSO3dONuYU9Or5VHPTkB0
jHH+EP7GfmfZo92C7zK0boCT3ghUSwXetN1Mq1WFvUU9CP82Y0hT4xYjq5xLmCSCbPtRTdrBsLUq
XpVxwmIVlnPRH6GWJPui4y0bkhdttMmNIOcn0O6m8uY3GvQplMAf/MnwQVH315HSJ0plB+/YEofZ
zA6t63EFD4hP9e9W7fLdWN0W4ZqUQeY5v5d55f9b3xb0xuzhCPJWRJt4b1zmuAHxJvI41Z3CMqRf
leHPZ4e2Nh2JEG68LkzqZjsuafFr0HEzebM5xYuX4V1btXfhIOwtMHFbg81VBNGunnraIvk0WFId
EmFfyhaSpE+eAsT3KDF0Lew4MELxzGnoR6ifuXA2eAGiHDS2DEYXe46I5ml+SZaiiVD7gyp3B5q3
YUAAvdIVF5NengcgCbGpll84Otu9O5n3hmRTUHdyZ07p9DhS4T/007OROgFYMu0Z2ZBOdFsBRtJa
fioPJpJtPI6DHaAFgwV2sjRMFFXaEnLnIYlek/lqafqLkO1Pa8hnbHycKYrjLJkOmr7l8eAMmO55
eUQtfrbeQFVQvWib5LwZ1StlTBn0JpUDRFS8xbdsOgviW2Av3u2CF0dc5lukbcsDeOWozWH3g3f4
0GgzkKQenKw7AJHX0NnWu6Hil1pDZdRAlytHA5+0sgUcnepk6S05kPBbwjZNirOZknFm01mR3sfI
gt5Vc8bTYjbdKbWbbr8oKAYGSmAME6baU7d9w7gjw2TsGRhYWjwY5XfDcrujYnofF/mzNtvWIZXW
NxM1NsubJPIsQCsSJALi/fGgLSPy0c64I36W3Yl2n94VXse308Dv1js2IksG03fwjB35tqRn8qLL
pz7fjDsyZXadoHHEzTRy0JV32ABx1vA7Z3rUH3XAikm+S4vzamZmTKTYwc20AjWFV8W2M8NfuP1S
3FwQi1Rhy5YNNbwg3ITyG1dzjh45m7s7vRvOlnQfCsI+yZLw3kqYxEHhocsiKn6FB4ss1/YKI54X
EhCpuIiYWCmKrQvLsotVmK/+SiW1MrIZFLX41Lt0BwW+wVQdR34DOxe6Dom73FIGQjMkhbQS4LdZ
1f/o3DQ2IEmclPLDrLcxeaPRwBKAtd6kw5uQ45fVkkQViGIk08P7hpY26Ja8AJEbMtRNjovYaY59
IBXqjnTyrxGFFhQtg3dtpn1rkY54NQiF6c7J+2M1LfeI8jj17Q0Xr+zopYrkPUX4H+RJsobTvB4t
T2+OxaqdK9f/UJW628Z1DPtlOamKb1mjbWfcGZjG8FZjTNDAlGnid0kGC+PpLrZp9MJWZ+hS2/6+
6gyyRG9hRY4/IfjGuYyR5ySMEl9Sk6dhP5oH2vsXtd3TLx5GUWsRMa7c45P35ObLaeS4wuOs1btt
6B9mCuBw1amE2eCZsZMu0YB9b9f7xcJYjR8t4TLXyGHCqWRcJVlfOLuaz7I0FzLkSN0k1vlb81RY
PE6tV/zwZ7nLNP2pbYSDnWdiHkHm+JTiPVfccck6EAmKtyRq2D1sw1Cd56zcJWgxCBAhQsM5zpb6
IVR2aBr14tKGUKnlp6I14JQjt9tuQZ31HCnE7sHMFV8axFYYVkt3aP2qaaToTfJNvjMvwqtEuBxm
zhPf3g6+BjZvW9AVL59inX1uDzd2pMN8lGeJRgtzQWVGzcTJC/QjdDWPrCiW/jYrIp5XP2Jr2boK
RICmzP2oFe/EW3ytLmRZpVW/6iR/Q5tGOJVwvkjUOIEAi5bCeC/9kiISj2UwaugMyI9KoqXDklz7
ibOzlTzXuBGDGuxvJ5cgnfp7qHDYwuxm3gmXPNy6HLyg4oLVFfFC5KlfvXRhqbalJ6tkXggUe3rQ
qY63hVgKQneIIEKibi/UJwX5fp40UGp5KaEcdHIdbglWxZgNMdsn+OsT6nEbHHVF4JzQP8jlvOXM
8Egidh2xZtq6+expUOPmlgNgsJGiSXbHlTDPEr4Hak5xU1VkR2fLz87kP1UtEFbbn3+Wj2bVNO8W
RZWbXS3GUejc9STqs/qbkn5MfV8e1Zq82jMngylw2zfliqkSlrwPrzUc044w0ZFovg4mhoEADvFJ
NAvRYhV3j3PGvJmLDkCEj0HJACVSoEY/JY6PKJ+/s6mfej++EiKanLSwUcz2euP2errZL89rvk3a
9mkr5Pcu8DtwNCeVvfZQHqyEjVKvYZJw8F5R4d/p/tdSof1MNfO9Y41+42XzyPd2nEqePYRpljlp
oVqIiOShuniMWrWCY87zkNYIoDVMVWAgAo8OE20eg3o48hZjBdDEd76dYc8vPzKNdt8mFOoW+FbP
No4WzkY2rERZE5ygARYgkUQxlXAMaoT5LFO+PxhCF8Mu6kjveZpBp/7cWg6kHER5mM9cnMb6q0y3
LvR764qC1kbBqL5Qbq8RmAGMjB5A42Y96cvW7w0iBghKa+wgFQ5fsUA64GjQPyD3eOVZdpVBief/
WlMLZS4pGf08USoCeQXTwrg30+cn3ELmibe8xkVtvwvGC/cgAGGL2AtGNlfFvh+WBqPB0Zn6U636
aJQuvnrkS3U5wwHrf7jM6LXX/hb3MaOjx9F7GGHCbPnjpMmck+pm8Ste0poxapVkkcU3wQz8PVUs
hj3x6fXr95SEOuKXkhf4wpN0KN91hPYVybQQK55GRWrsZOpMI/3mrsFArDPODSX6j4Aij7d1Nj+H
7neSWUxXJLuCWmeHPk2RcrKXQuE9M2cII8nwXWXkkgCaiNJ6ZDiNIgoozJwyujCeOqn/6pnX17aJ
JQU7Vks4nbZd1km/ZgMBMkn7BoiviiZVksSJUnwxSDMEL37sEPj3Dbt/hrbIQQY2PrKZzzafxrMN
SQ1hV3WDUJyYMaN7bdEKrN5uLHrUAtn4o14c+gfPL2GD0Nlgz50tfzuvc3LiOuVkmFFPltj/dlhl
9XV4m/TGOA1AOFDV5E/wb5+csjxC9+X365i3PIHlngHFhnKsriLT9YIFsW9paVezrrkqOE5Ch+HR
UrYxJJ4n8Q2lmbpN1z6EZtCnrD+cYkXpBaIJ0p1jc3I1iDV8/9vMorffLOJZ50Nn0v1TiVoK2Rmj
m/ZGVmrd/n7MotxPcYThJei/8BzHw1w7LCZoSJm7HB1jOJvcWeTgPrSl+cmu+nnWhzqaDLkD/7Jz
Roc9eO6SPHs/txwPZb3HF99+k1Dbb7DUCSPjfZUd5qpm8pIy8NDrr0qgD2CecMlJSAjoNKtLLvhR
Z3kQuDofvE18TyYfffuMHhhCy3gouD9MpinfGiDKG5O1vbViG+KT16w1IxOz9I+r/+Daao6ywlU7
uwWAplrmUynFDSALSo4A4XVzHgfRnCdq9aVAmKOs9bFg/Tf7Ei66Xr9sie5dRYPI2knTuDLlY8+Q
/FTl+IhVPTb7zNvu/TrzGKx73019UXdDSx6lA66+wdNVCxYi01h8n2Xs9s6egwXdatVa51rwa9LX
5+GW4JOQ2ggjQSXRyIcxKv3gziRG93odIk9+8LoUUoBpX5StHpdRudD+RlJACOdLiCPap9+Z+OOf
BbqTsbIDWLZ84jz8alFMEmmzHOpkfhPDSLqr9ZuU+50P3DdQPdKBTWX3KUa0qNsI2MDVfdkW+d0b
u7tyrq0Yyd0PQrkumzdTqGjdg1nUB2YamL9TtnaDPSA+MNeDyMoWXtjyMI4Mampn3ncG9PC6cAjX
6MvnpfGzx27hiFm40Q8MtXVdXwObge61h7KqCAZydCBSGznRNG0sYF0/VmXtRLiCnTjLk4jdqC0Y
gFdVigjIt+NhFUCIu9t61TrMuoPDaXixK+1jZeVhqPo3aJUj1AuM1iFu0hb6oz7jpLCoqTqM3ker
R7gBKsGJNqGY304Vo2ae14lt1+c35KHeWSup5VprPiGCjGWDrqLr8lttZKN7FguUTUrKmest4jJ6
nIq84jNrre8FqjOVxk6m6qeunpvAWvi3KYtfnHbYt0V2563utVIaIdgy5eKWnQVdFjZEKZlLGtoX
0NcPX1+Jg4B9gv4cNWZR9hebNBNaKvsl0aXLaKYQB7vOrbDPMGlarvnT6rUpzqvV3OMWIXTOW8YH
Q/dY7+UFrkBDxL6hqNjgzoNYB9czgOLQg6Xiu+xcNrTb3E9Hyyk/fOp3ox72xB6ST81QXk35x+Qg
m1Lc3rQGxZvJaD2YrUzSCxLZOdSYtEneXltv3xVY/sbBIiSidS69kzc8+Q7ybLhqNZ/iETLRQTo+
/k6fn4S7SoNSdxsnEBImSv2QtRhtUeJHSnm7vk/y+1tgai6SZxKH35y0vxgEboaDWTywPwuUSuur
dPT7euA0GZb5xJk/RAJyd8S49qNxZ4ijdnPX2hkmMIuf3hgKVskpbmigzvDtiFPXjraT3uPvZJiu
jRfaSxIXU0YgqMi+zwZP8IBrs09KGfRl9cG748Hr4UqZDdDUVfvLbnvycZ3mAf+4bHn+c9McTo3C
KOO6Fz8bYUHfcqY9CBA3c6TFiiDJi58NYRax6HMOphnxXWPk39BpjCGQax4z1Y283xAY2JQenco+
NuCOI9snW6i6sq548yV0pWxh5OaRrscSjbF3TzJ5AHaJZqdhWJvVbR0mbJPokCmTuKWJoxtKQpRy
oe849A+GYV3McRmf6gw/5NOQPfgpBqqc/kIvix+8C0QXevk3Lc+Tm+De3y/OE2HZ9C88o5ZRCVyI
KxfXpL9NAuDsuDAMTdke2Fnu0z20FRt2LHyUIcbcGDvhlO9rhhyY5n2JVmvbUVR7D65vvrNL9GNp
EJtZ5VflFFg+lM54ydyKU7PCrcXSeZmstKJp7TAWZ4n16Pv9QSzad/DczOnZWoVgbfBmYq/QmWA/
5jPFHpSVNcx5lYjT+MpnzFQJSpJZWD9cs1YX19Mo7tLmY1KbE0NxYWu0oZRgIjIeofRGCx8v3I2f
my/yQ+VPl1zrQEdYEpdIZ737PBmjXb1mA40oiRJ9hDVujNPcrjh/I80WrOQ9pUezS3eg6eyjG3SQ
RZZ+tyAyCEYVZFACnR5znOyyy9IoW9ddrfW/GjL5IixTfQAJqovBNzHSy5Z1l7gNFCKt56LLkovJ
3bVNZezlTAZ0VtNV25HtTBXj2+N/sHcmO5IzWXZ+IhZI47x1J+ljeMyREbkxxJDJeTDO5NP3xyo1
1C1AQkuAFgJUy8w/UTHQaXbvOec7MsxbZme5GFT1rDO3riUO3bkPrIzB01VO5BUfdIDgUFUAoYe8
eW6lhrxd4WzUQQzmDbNnws4MGpiU0EeWFzMzjD1fH5ZaPIL1dxsPL1XCTZabTh3wuzDY8WLCXH39
uXO4ZXejBryF9HdJtBs1BG5jXrLPw+hfnkEeAf2Z0cCLXntdW9aOanLCecGwm2RJHeJPYcmxM2X/
05WQp4exZj/CxapRcxrmgOoC1bN2d6TO3shrIe5mxUnmjXMQM6q6TWoEPgSQZx1LSfq8qGE9OFl3
YBgE2w5waCxDvXXywCJKtNiPQ19CiW5zjpwKH6vWY8zkIrce1oSMpsC2HhVxvEaG352LVjMOs6F1
7Ocbmhmq75lKIsbdhXpOq+HeO8QEdwn36kulnellyqPaw2ZjFpszwmLzmBCox9zSfJPctYMEKiW7
IQxF49KxT8aZj2VhR9x0w3ugPeZJYEmLG7Bb8nx6XDdA9TYxTgRpGb8IXcLYw48QUZJY7F17oR4l
/9M7xnQ2VmvT974g93Mw1+tjjcSzm3rbuIPv/oiPmgv5JZmLC1dgDASp85T65p9R5h46lgFf+Fyt
GYa+QuuDdfMh9KViXC/i8h4c6A+GnpkC7V8paM+9NmhnD9QJiKbeimhG69vOOxNhx446AsjPY7/B
QQPhrTPi+0XI5KTKIVxabkVzwvVm4COZaez/yxzt2WXfMMzpvtkE8rhxd9Dv9nRC8M5RyxfN6fvE
oK1B2y4lxTRf10r7Xiu6E13Mr3zXjEoI/EyV2o1fgbropwbMGeoAP/t1XM8LOQZutryTK8MK4UZ9
pis9UP10NyGUBf6IOJtTZRjL+dfoEnsHYXlMGky4dTaSidxy8mKeSYYU5nDwewOoasfFpqsfWysh
a5fX59W20sNcbJ6REaNOk7nAFGteU3i3eY6icXG2iMkIBNPsfiWcBoEnM1ROIhOP5V29XzSoUfbK
Apj4HnsO9sszT0EO5KxHxTTTQmMN77zHJSpn0bR4ANbsmNkMNaRoHWxphHUB//goN0FbgDhE8SpP
fsy9qiucYPEB8zVExkMl2Gk/+bLrnmv1CtDpmqzJFdvqGjb4yeLmfvFo8Bq04S87KxWusmEbbHLR
zjNBK6/8KVtLcNJPrznkj9HC8aGQRcZm5erioZ5n+cIvB1AEJWHvwrHbi1tw4oPVtHWWNL0teAKr
tb8orQyX8c0oZL9nHO5Db+YRBzRun/BHnN1DBRmbHr2VhzQl3Wv23lPntE8mAeIsd639wNkaWrhr
2AS6vKcilcDDyVqfuCgLSlJBIB6ax6lvEKgMNj1MCmxY6uzBlxrBUOS+fYp9tjVRIbWanLvSmnyH
rgrqG4Je2CwhwDkRsC1ugzZMMVU8ZRjMbd0y7oSjRS56OdCjLA79lF8zRr9D6orHMZ1aNhgDC5Rk
uRi8gIxaXag6uItbuviWoXBpqbNpHl2KJyVsJ4AS+JmCaDwk4C4hll2TebJveAytqpr2U6E/T4M/
XdFRT/gqKRkngr7vTbYxbbbewROztqNu3AMYOS4a92rZT2HX67ib+0tcc33AUbHJlBmZJAPcT8d8
5ZYaT8X2EbIMNmqaTTmdTNIvv3TfCNM3VC+D9yK6c9Hj4rlp4r/LgB2+LkcRZgY5cTngIuEX60kx
/cal9a1p7ael+CHrFaGqOG9RdcwaHlVxmq3EDEXc4Ay0/3Rm3gdzDYhQk8UjBT/poeUhyjnv2eRb
d+78l6a2lOxqZ7CW01BSa7VE7WZUnh3FgiPxE/Y059Ge63sJ5WbnePzys/pYLOXTMtLT5VOdPmVf
s9UZnFHpS9PhC+W+uue9MZIzH8/KTqCzdPKSZzd9tLj20pUQFIbEJ+9YN4GssotFCndUH7m1daMd
YnL4TblLgIILerX25z1tC2dPOtjlnHzv8zbe1U0KdtNqOXmd5lUo5veqtJ+HdjjSdUj4eQvnb8TE
EOor+C+QojEZD7+pbiMsWNaUfXNItM2lbvp7I+d34EHEuuRq4rPvmOdMf2xTfptI0OyImtg9gEK5
qM18PfNFBpJuCHKf6HINrDQcEai6bO3jKEutE2LucMicJb8MnH6jhZmOFBy41ERkzD5kTWedP1u3
/AVXyGDL8gV1/zlOxs232fEnlXkUzhiHo8Nqz5qqOiipBKjqKXScsy1reh0mqKHpoNMl5jSh5q3G
NatMHtp5DFuPfwVsi9HPpJshg6xMuGxn9OaHo4qzjQcY69f3outaqJfzAfiiPDdc3lwnsuKDcsCa
aUX1SxjskXFZdl7cnaCGPWN2jIQnaWotnF88Ad0+ydcfP50f3Hj4US7EqULXk9PsXhreu3cMZ1Qw
FlueDpeMzv1gusu2rJ2WMCUKhDrDWsnsEcibCObxXaCUb1m9gQEwJbzntbjuoZ0GqCb3mkBfo2D0
CuVTkWZnOU4EUMbZV0YkkNWodai2lGCy5QWdLTkIg3DdkoTplimcCRcSu6eyCgqqgBtI9rDbUojF
NiyQ0ueqipbktHB76xZ7MvlLduR18SiwmBHIUSd3aY4Ln4ej4S28PvT53Ju3sWH0xrexiVruZ97W
3MFW/AqIvMzSpf7lcFHSqOTQtRW3v59SwlFOl6R9Ktg7210CE3pNvB0bs2NsWGao0c3BNSXG5+dk
/kH3L96SQM8ovQe3EXeLmnm2DUtdKQ0PFxsYxvqgioZOC8eAh9gyV2NnIE0fU7ORmMMeovIruEZI
JdzROHBh90bjZpVI3c8m7/ktJMQY2HtThaBshkoxBV2DTts79VUsVruDCkwiCvxhPH+M6fpc1Np4
sA3s3jR87gxtGqOeMz1jGju4VOuGmGtBZZTybpNZ3brbeAZ7QIcKyxDHWa1Vw0uzqZG27+/gZLQB
179Hm/M70FlBIz2kF+kn2q3CtXc0Rwx9dvHVw1sPbGeGgOtLOB5c4/bCcldEqH4NLMp2ZuTjoOWe
41f6kRjNY+m7f7e/KLJsPuYA82Yx5wR1PHFOBBn1FXfICsSmr3LzsBYcGODNQ9yL+CZJ9ngeXNPa
/IOVdj0QrsQw435mNPBh5RLVCfURE51FRGUrEOH96N/Yj+8L+B07KU289UiPDvHUFnKUk47vlOV2
2/sm2PKsIJKMK8XsxpbyXna56nkKyo68z2LewbZtTQ8hoyoCEPvwL5euiWLc0uCd9Ld0nuFSKuav
eK5OdHYxqdogjEZYJkxR8V3hdUU0GdaLTDdcVxyb+84SF7brNY5QYbJbsCH2QHhWQ3dr4hKlhe4+
TvxzPmcXy3Oe4xYO5urclh5xQGaKCjx3OCWYS494P/jmStFEtaUbgdK8AxdnFxdl8ZMah0K0+amf
rciyLey16zwfvOo4eWA24TzArDJpD9Zd4zhXo34ws/6FvkReFCo7NngVoQoNE+QHtAnu5bwgCPTA
VqHMYxBHV9nnzN5ISFxAd0nriwAWG0+EKKJ27J/teaFFCP9/ZNoAQz2SAbVqs0M3jr/wYB1jBri1
q3hFLC17WyNA2zS07xy28UmJ+K1IAYJLvjt7hFzPFnlPBhEpz/M/hdRF0Ggjh4BRdudOmuEC0QK5
hjwONTh17tIT6wBhsXOCSolDL83iR9S3imMzoCCjLQDzYBfJLE4Jo+OoO66zWCHgX/WTmUM/yFBn
6AzlP/XiaOMv91itFYrMd+Y+WWP5u++BG9hxhZKvPQ78BgNsnyvxKbkEfNaF4x3TgskWVOve98Y6
jP3S4tiUOEdKykXwkLXuqZRjc6OnpyEOoiUHKnB5l7tx5Dt1zzhWPHGIFWHjjOESNydnbc4JSOB+
zt5bYUyYdjyOMgWm32S1SyRQhwlK8xgsDUwyLlId7M6oRjWpB0xkjS0eYbsRQQCGgOgNIguYjz/c
mQsS6naRZvXu/Bo2e8DansCxXq2x2+rRhTiiV0Du7/QplDray2RywjnqgznjRy+a5qRcnLK6eJUV
InRazjkWlJXG6wElmhpIEm7YtA2r6XGFr86+82vqH2Lsg7OOrZgB8jo1KFFod9rZrHKXBaj/XGkA
txpFxK42+JKmHwzPGMKG0Fg8lqashKqujsQiSLfk02Uy7YdGq0Iinowa4sXEP7Mzutm4ufCbdy6B
HW5VbYXpsce8tFl8aHV8aHEe70XBZ8lh41FCbY97bJdxNv3u85Z3qYmDC58vWL8hkKZmPWSNEqdZ
2GwBpMmLquqeSfsBQvzOk4T1RTxrUV185uQm2VuoQ5N3VwD/7TnVZ9ZY8XIHNOfLoCZT1tArmRS+
Sg9o76QNJ6eb8wMKEVw2vwDynLOrWXOOzbrVyWAIXOG5waugdMTHMOKWlVjindqEhJ79rpMVKY2k
Ae49DLf9uiS4tCU+0qDOILWZbPyjpheXdn0dTAIlmkxaVtG3qffKiKTHzSDzHFGK8CebhuTgCcZo
ypsW1iZ+EfRaewF4CaS4JsJj1j/aAlDF0uFL2SwM2eauIrCLNmVWtZYgneX9Ypow31y8F90btyVx
5B0IhtLDXM/xbBIhptqn0TjlCmb1NExiLJkb30MMW97IJM4HQLfZU6j9zRLLDouE1AxQIqYxCrTi
VMfN/1mshfNIoPEEdhtUGphdrpv516pJ7CRa8mHPjzBPgcRh4WkXDluOFOCCfnPP8vSNVsF3IcQ9
jMSPtFT5c+74/W7hM3boALVPxq94IoIlU8Yk6UUCyP0+pdEyAjxOteaC6iGpDrxjcEgYW9PUuXOl
7u39EqQ+fPQxsDm4pV2eFFuGoI6zY45JfJ7oVIaJUoU2e8qgX6lvZT6rIp9hiK16xQPZ9Det5EJG
nSdeNE/FcJXMFGjtPDDfuPGefScL2LETfOCpmSZrTM5oYoO8Yn0nNTIfum3FQRcRdKrFtAPmE54q
CIy7yoJeXQ34gGe3oy5aG+g+s7+cwnJC2EssVhJEMuWTvzJsvT9VWnWX5mzOc8tiVlQ2wyhJZmwL
LMLU+iNb02Co7NBoff1g9AWNvjkkhlRv71YacJNl5SQl67PIsExoAZfb58NrjZ0zVc1xRRIvNcB/
5kxuiVrcOpqWGmvSl0gG80A/LNsAmyi4ndEFYDWsk02jusEdRJ7I8UkN7rWezRqWMSLuKCd0JnUY
S4b7xCcPLPzWP03TEqFr8mmaxyK0m+yvp+FHHAc7v9qrkheLR3VK3fu+dX8p4cJUdlQaDfE22XU8
OFmWvcmYbJQzp8+cKfwJ7v1+ALNYEE0NZ/Dlp9yB3t3YkL4HdTHvDRZMAHacYCqb8thuOyWrfvaU
BydwLX9sHlLbA5FXgRrZzeSPjeIhppKukgJDGR3BdAE+uPpkM8/4vzutuPk+HEteBaglw5tB8cVc
0G8Vg8oO6Dj8tlJCJZl0n4F7w2fLs1CfdHPvr34RzjAz8dtxqlse9txFt390Tu9pYlOwKI4XCwBQ
mGgg+SoDwo37Y9lN1ILI3BdIMAeu4zUF23ccY2vtD2dpYTIsFrVlLTDy6tSYKaRYhriN9FxHrCVb
uGrJOTcY1bGJYjb2c9bqA20fyp4/TK8gS6TYqybw2oOeyuNjYWsB0Dn/XGk/uoZtNSY1fXbzsXqa
gHZ6g+I6n0M26OnZHUyobdUC9APHUYno+qKvp5a0cmkmGrFxZ59pxL0lv2Lh00s445IjC4Paj9Xx
2GeTxtEFIVvO9UJMGT2w8medqKKOmA/AU+mDxgGs1MXQsghhlfOqoy53IGJ29GUVJXl5ZCVCKxPq
7FEs8jvOHBoFM0RVc/6JFSy+aqWCeDJxizvz5m5vcdXrblxFed3dKNy0EcXG8a61qT4qClQbYyTK
5Sn9ThgzwGf3NW7Th6bBdauzpdr3CmaQTTg/L4f6QaXlndV7uAIg9eJicA+ifi4zfQkWR7s4WMUI
cXGHmrE1zK2fXJnRuKHGymZhb1GooddHDin1/2klf9rlv9ZGZmwYj/95svk6zH/KL8CV8X+sJPvn
P/pXutn5h43BCQCJsF1YIwSa/z3dbP/DNbmy+/xPYBd0dP7mv6Wbbf0fBiggy4VaggVD+HwNDM7/
LCyDVmTRjgvIyLd8QXHZ/0662bY3KMl/KPbSDYuvwTYd6Ceu7tFQ9p+hJUtjJ7HJe3Enur6nAcZh
P4D7iiAPN1E+K6nIa/ZUE/WQBI9LA7he7YPUnphQW8ikZcN+ms6R0GpRGldp8VEw/W9Ntr8So8z2
FPCWUDC5SwxdQTGWL29yavHH6DZzG0edBodgz7zxNbjd48SebdXaar8a0xTYJmssOX+04BtUg521
Udj7E8kQdWk3S6IyycbY6d9K50JDytTLYdMZSYNGas4Ewbwvg2RgKgwBbZNGwcIKnARlzI4Z4M20
e+1cQTHUKAmbVPPeljgzB2idhXxwh/Imx4IahFrg6Fg+4M3eeDeeqH44ZKZ9LKvxboZWqK1+dd9L
LGS2GvH08Lqhj/lj6LYYDIEW2sDnCpaJtRK3K2n5RPzmE7rFQwduI37NcExHwL6K2T+N5bZrqEjA
bpVoc8NSk0qSH5AOckflkx647E5YgFns/3lN6FL3j7lWfw0TFxGPSA4g56nbx3ZN9yhSmfm3SIeo
1tsXrjdfiWlNh7afThuCyZzhCht4TpRRRgN1a5vCivk6IVAIPjnf9fSfUFrX0TIw1Tt9mmmYaWO2
MMur1U3XIruR8qPjorLeMcFSFJDcxlZBhItpR7eSv66rf8WxjxCs3Y9tfc1TBe2tWKPKmF662dky
OTn+DzCvmst+LkYmygTf6NQ5azQNFPUa608rq/vU6o4tvRnpiq4h4tAx2VnVpa2jbHufDJ7yxx+4
PnRNAubKfXFm80erZ8gr+qQiQ/d+pVb7SREYPx63eRgQhpFEh5ZdMc98KdaJLiQWeURgrCfIAmBz
BrSicht5fXugTVV0iIIdRmvwuvHkvgKKAafhIL9uhNLaszhQAMeQ8+VYFKQ31qZVrBTgUoDxCx30
CJefua79NvJ3AF9VtPbrm+GZ2jERlM5JmUStdYpZsuJnOKfLwiRnN0/DDC6zZj6Jey51FQzeYR0P
wme/a+rTgSIaEPEjTQet9aqITJD7ad/MRbg81FwtUPeb5dHFD5/66tXMSH0tM71iBA+5cdhvzlC/
0FDEutqUZzX5Vw9QX5EwV5p16E0kCbX2ZWquXoJwkX/b3HT3I4uvaJ2vKes1So1SMvrCgcHZ/fJG
WqlL9eaLPigSNjGpthxTCe3ZkiWGADqjWM5PZBKt0BLquTMAjy/deNfjlgXUNVyrWXG/6L4qbBo7
F/5yU227Fb7szCs+jXZ8kDrOVNNnYpUmhWxXRcd8obeRJFS3g87zbTKW4mchqGB4/W+8pWd+PFRC
pZ+5wAFJm93cgIMdgkU/xl55HnqT9qp46bktGF/tSJjfK8V+RnTV4urVjjsM6QD98e8eliH7pOKE
ip7Z/q6KZIuZcsMoRNqGwG353K3+vZW3jPWV+Kchn/I2cTGm7tSvKWI0gV+nX94ZQ4p9zGxdU0jh
dJYF2bZgE0ZZ7Jolv5JuJvrtZV3ot8NHXuvnlAgmHiHqmsaH2OK6qakRlBE3bhCk0aBBD/UXzIcW
izi6fPgBpXGYaizgrMm606w4uTe0Nj+SLMD0x/PHKvbS+5gq/YKNZDLbfI63tgMnIX54mlh+8oe0
3t3h0CDxj3dxp3otGJPpb8/NjWIby6D5Tz3364yTWOK+N9NT28TnWGp3UABY4czzqRyzh7kdNJAu
M+r75IhbW/ZHY60PjIznqqXy2KFdaZvIa2zIQd/8Xfr5CGnKxY64NCHp2306er87XDB5HH9x7lzh
jD7WM5nGflpfOnvPboba2mxPoRMtMaYV5avlhiZQT5JvaOF6roGywL25Wibr0g53VYOKaytHEkKv
susebzz/XwTZvVMyQH9Xjv5c+fAe4PQCrqr1X3T8HagAvvUs3E3u8vQaonV0Lh2wyFijrz9Qi4ay
pORGqpRPPYhsGv4+l2x+oU9eAEZlnzwPE7XIWfGeEvBHdEa9A8ca8QYiYCjHg5MrDIW8uVjWsA20
6a+QqVwOmpGXew/jwo2XMnQ6lV5pCGKjZrQnSeaTRj9IsquHj5hg2iGn1MJOB7aRDdJswyZUuFTb
ibk6J+1EO3xJIYdpgg8sde9I/qaERAA21sNCSRYUUbOcinut2MZPbieBYSwX2wB3MOKE1NEiWGFM
e6xK58Fk2mOQrnBYlvvxEYbsA96T7JwQKtbZQmWJA4i+6lBC4gLvjP+Xo+Cm1/gFsvpFliz6U6TQ
/VwY/d6wRrEX/ie5mHsnTfJ7c2izt5q5gqH2wZbyZ828xx7nkL9ueHefjMCQvceKjL+IEWPTYX11
Cyz5S3OaaC0uuLSwpOAkpc13Zzfmd9pZUDeo5oq1Xt9N9vC06k4ZyX69VBAtSmO+92dSuby1wrar
/tYFXgQPUXznE7LZaURPDsKV7A81m7pOHCDu8lkPDDNIkvExS/5i2HwnAB5ko/MWayZhJRPGtl8i
1PfXems0IiLKptDvPnzJRqrS3SHMnAlPnrj+X8EM/dd5of9PAYkgbP4v7u0we4b/sUnYsPg3/7q2
C+cfnsltmVgvGpmrm/zNv6BEQv8HpGfX8RzDdgWGAICC/35td7a7OYBCy7B0R/x3JJFt/oP7uuX9
H5IGTXOjgf7HW7tlESKzgY7asAYd6ET/+dbuGUYv+s3SJ3IubvlblnSfJMEZfhPrGZgSC0kiJyxz
9Tr/XCR0AWLzzI2CWMFGZe/s9lxaR/oRXwhW89JsIoF7Xav9aKadJXSdP57LGt3kXtM0YdrMD4AK
YOC6bx4bQdljhbCoLm1dzC3eqa7dG3JEmUy3MjUwFqg7cnosGtzH0TQAVXiBQQN7oawne30YqgvM
mKdVtFe8yi8JMfZ66rC7Wc15bJjdXbTuHFFia/1V5sdSTQcoUKyvCvNdzf2ryB41zTrUqfxUU3dr
2w43ojwvJCORhODpaaiHXExM7340ukgRSsrhePb+j3uP84REnH2p+fZ1+ZAlT2PtP/XNcKZnhI0P
Pkamdjoqbj5qSw+InbX/23YTwSxINN1ZO2zseaA6DIZtRsylCqYRaOMoN48doMYZXXkK9Y79c1E+
KBz2VXxejP6x6vP7EdYNoUyk7enLHPWXpLN3tp+f1JtBr+E+GyZ4kCWeZsm1nQCdNyqqRJvHxeec
5vb50GZLlFcF2biivyXA0GJGlJJ8AYQbbl1mVOfdUyNkxOP7IZI+Qo+NV9SXskiBGnAINSlL22IN
KsvnfLReXHx3PDUN8II6Je0uiXD1NgcyxRqZ52DBtGgjK+y9JUVk+8VjPvIEwJHZu5O6s4vJi2rq
SulJ+qltN9TK9NXku6CzJ4ht6r+05yH7Ja316njZiWvac9em+1Thwm+HF5QZllQJ6enuCxbMTOS2
uuVJHXS+pvOa99Gwi8uc1WfCUw9tUpzoNwmR++h6+JXa8mZztd5gQ4Z/77ZNKLz2cYyt0IbD3zX2
Wc+S/cIoydx5yczP1i4Pqtjaxj6bLv+dMZntxFieW0M70iFKlS5pQrXJunF7SKl2TLInm9q+BiNZ
V2gX3YxvLt7QGhmQwVoGoxWt+CzKjlvD6uLO97P+ru8Bpk/MBUK+jO1IClntnWwOahox1lwdrJlF
u1owAF4TSRhs4Irc2EZUiTUk/YWjIr44DHVMMFUH93FlR6Rp2X1ivvqdh9V8OSuX04gGqicyKq+d
oT1M6UXFx7aEGlSXzomOpbAb6hthvsugvCgr2s+ETGjtdg9uUkfd8o0z9cdOtymTJtlUkzd8le+l
Ay+AnYX3wglHRL1ForTp5hEJYoAt6M+N29e57ROoSeYJzLzuLa810R3THa9m19P7wW9WJ/hiLd3Z
6N17MAqPkgMXQSwULdyOrrXfa3pHYWOdNDc+CsPRuR79Fs1bR6KsdTIasXryWgl2ws1ozPJb09+c
VePKeg/0Fw3+IW21P0m5XLGB39VEdAbSpxr7uYnQZ5E8+YaAbVOakWbGX/oAtJ7MQeLEfxKHe+M0
YkieuXW0KZFP6bz2Dl4VrjM4KBKkUt8IMF1WwTL8pI18VEDuwed8g4foiK5hnLf0mgkmfvHN9jMt
eoLFyrlZJLQUcCHXudCEirsC/16e9celoPqEzfTHOnSHtO8uhaknFJ3QvZUtw1GUyUtN6Ceri622
GB+/Fz9jDT4r9WNKIKd5d8dI2u/1s90av4j5Pvqqe3KnLQDujsiYzLHQpayZtCNTaVbDdsY9Cwjo
FefW00KzKvwNTC5+ULfJE1QnPrhUzjMO6SASWzNkZflpaXVEpDdgp7J3yQmZg0v6atkTl3hzZXJF
ZcLYCrKTzo/ZBF2VjnqQvvVmWwWOA2uIG/JP5fExyOFPBUu6xDtdjUmkbXVl82fF/a736/Ogvqr4
BxsjhY0n2pQRdV+q6YWKyoMcZ9JhDh2ZayRMcVFGddYJtzu8lYRIHiFiopcpn3SsDpMWO7RRgasr
HOzW9oID9l337H2V/R55s9kYjROBeE1OoE1AeqrhMBAOxyO8m1Yy3asNeKq59rP+ITKMF1Zjv7uu
dlW9DN2uPc+9eG5H7pkZEkq6+l8N/c+5bd46nHfEjxEfxkkcXJkxAPEowwLF+QoQtJmj3HO7/dIN
bNflmXaKXyVShkGkYuLN5gv0J7KuVrNXi3FIKP4xcInsXID3iPD0RN9iDBD56kWm3ObguWW5Xv/V
muJP7Jbv2VT9kWR8JiB3tGOqZ0pbVlxAxW9iCee24OdoPsmUPXoBDcFqWSTVeRH1Sf9Zx+oLRrAR
YME4WinmrpSfceOlp3VK5l1ZfRAX2Yu6uuh9EvSZdpig76NSvE4u7mKB/GGbT/A572TT/R0UKrBe
4od7yaGx7pIE746CfkRuff6ra9ldunA3UMn30GEjKNpDmSxf5fTR9Fg8bbBysYisDk8aJXgsUpCN
VfaCaLerjeqNQj68aNRNwzNQ7bnO7ld32TspQBW90z4RePy+OybFeqIQj6Bj/hwbbs7q6ruyN9ML
5QO1p13HmuKreAoFHZNuiqm9btqz7cbrPm6P7rx2TOXJZ6mjz6vlCcEWC1MfESb7JF57Fdb4i/6z
m4bZCaN7/cZQBDiLRL1tkYgpg85Ig76uIl6mduSaJigx48t0DLpQlX3RJMt9vOVBr+qYNKRLV03s
HB1rPsdmnARI5WK3+MUBFe45TZOjV9Xnyq5fIK3et7p5HEV5L11MstjUr3EJlqIlj8Mm8YLq9svr
Byv0HnGSrH9izTtX42OeIWi7B2cRd4ViKUqKJmOCxENNGGmErLDL9eJle5G7E1KbVe4kHRENDCsj
S/5s3jSmscCd3JM10aAu8caIAFTczVBF2Cse42yrlSMVdmdogkY7/5qJ8gNiGuV45ouZD78Tn/hk
WoF42F6TiZa+OpS9LjzSPPXcZ7lHENeFUSONdF/5rxPCBbZGRsB0r/snv/wDOPCQwiOw+j/UTpNi
vquWT5dY+rK2nFyFi+i8gKla70HE3WNuB18sj7628N1U2dtMIougwEPRrCeN9Jz/qpb81Z490spI
5oaKBja+ooZgxsOEUBz0/DDW/EWxnxjK7NUy0eptcdFE/9hwkHTwf2Th31Vlfk7P9L1o/WFQ6dFy
/CdliatG1mGIl/hcT0Rz64c46T+souL+gonR4SrltuW9biYfG/ALue4n6bvu5BOl8Og53lve5paO
fCpvedHUX43ws72iKpcC7T2xkAiTYTTJ7lCYbljbzW8+Gm6bv6I2fJXdTEE3BivW0PgD1xc8w9Cg
HLJAfsmGgC+LU7TAHLnZ4NP51W/Uq4MK+IRp7ZzkZmCZ8CLkaGUhBGa0S+6uq7kMG7d5p/DaAZKL
qpK1mNuoo64rKuowfmB8x7d4K/mFn8QMK7RcD+ymYWfpEMASM9UIzMpfFlAQizjWUhvsabz4hXY4
lkHuVZf101AYPAS1eZDFPxU2GkdGTBhwKEjLalxxO4EdkzTlrhVdGg4Ft+45+5aV/Mpjm0Uh2Km0
0yhZHdfLvFj7zBt/QGx6Cahp6arnodiCoaaOUzat9p1hHEjcwnsy9maT+ijlCS80pm+ShKyfOXzp
GZcPxpGk8WvNVo3MEPpCPvxRLizPDe+AsR9sOAEoMEb+ZZLx40JSG7cCzMi/iuMGb++uZovbrQ6r
e5BjNu8chHHxbS/TwE4SbYOyvtBV8wFTLsuA7t1PCGC/oys8LX12pqjoKeXOK9rkxfWyq81SJqGq
dHW/R3YRrnxF4D8XE9v7udNY5QuOgrXD7GmBWp5pjrR0b34nKxKtWOuaxTyXwukP+eQcFokzpnci
ZY7v0gS1wZilXUz+E250YYpPULPHnuJALqWGzSEASr6s8EGO/VlreuC3a4/jkn4vb6HJqCOHzGBB
XMidp32zeSoS7UBPA94mPxL+u9HjMve/iSBeqRhelcN55PW0jXJj2jTM5Dm19HDN21BDGWAFDHK7
jF+pejmumMoW+aQvEg7MsGIcdUj+M71dcVu9D0n9TKgiwjz4ARs+qZeA+ufHZhzptzGyF8tfqWmt
0Wr5Eb64LXyq2HIi9qhRRfV6P5wV5WHoJ9I+28bXWhEt6g33MM82VI83sdanLOtJUvjOk4ItMv4b
d+exJDeSbulXGev1oAdwKMe1273I0CojtdrAkmQSWjuE4+nnA6vtTlX1WI3d7WxorCazGRFAOH5x
zne44B5NrrCbn46JF1TuY84jV/nHbp/4M7Fl6jmPxEEF8cHJHhVyhBtKvKd+6DaIYHcjKezo369y
IoWpqHd5ClYWJyq3a2eyyQrmJWXUPWdedA9h99BZ4uJN3gG23Q3fQd/f8CxDXMMQa9qxUrh1WvjU
YNq/tMsX4Carfo5DeiTt+xRyw80C7zwTOcBCzXCpALYKTkJBNKXfIdh3X1tEvD7lbF8gKiliVm3+
51J1DKSRaw9Nmi4BZj01/sr3vuW+efSxT8V99KgZ0RlmCWBN7xfGWJAPWx8RdxyRyIQ4LY4fKxYz
o9Wy+tO3ka0e0IY8hrwD8MR0qdlaipPPTTVTWrjqhSZ6sYhgBvwBDHoHYvLc4O6Lp/jsEQBLE22B
MI/cE4VBvm4aCjAr4Tge1i3tJ0HJO/40+5HgJdunGaa17NuYPdolywg1GPeRGYOgmA+1a2bU+uG6
L9HpjQThuYpHw3gqGu+KseWjqAN4IMXRV+VT4dZIq2BbuVXzzpT37MasJCPrNEwVcFF75m4o0D3M
GiVPCsUdEyUXcR7Obmqu2SfupGvfiQxnZ+zaV1MShg5ZgO3djzrXZ6/xn0ikwONuJh9Jlx66ZLz0
gbnpxMTKx8lPxaC+RZJAPreA4qLiiIdBLo+8l7UZeRuvL7eesusbfnk2LCpbRTw0Rsw+rg9M9J9a
ksUcdzap+ItNoZvXoTbfIZZiUHPW0HRoU7OTNOw9+Qg0sM02D+ad5c2Qqp1HzwIGeaeLYN6Yobqm
vQ2hnqJ2AqMwqLeCaYc7cb+O9ZJJ7a5Fa793drkXC9+9MRPYx81DQ0Z1GbeXPOYQSiYFO2YWrB0U
UmRwIvihO1BPaI7ulEJIM4zGnU9BcGNQDN64gJ3HWDxFeiFxGV6xcxiuW7FBeLFF9jMoNeYDLPG6
kJxKZ1fDSYtiExmrR9WvjvOETtCTdnRqi0qDlTXvBomiNgEmdMYtwxK1h5XHgHnYFlO+g1cPyDFu
ltn80QxyixLt1FXpN2hfj5paQ2TZpsuD/WzR+Cc5Ko3eJTiOLYsriztUt8CjeHaDS5v7/QDRmcLm
KwMBi18BsCFkv9G3n6Pqh5fntzYybdnV+3hJSZD1h9XpdZ24L/ZiBRx5YsUA2KoG6J/+EZF7XVcQ
apbEjU+DVcfosTluQfbm3gvsAO5jpmGx0696x0EpZlvf0sw4JF2HewvZoIleqY2Z3bGy6iaSRSb6
sxsMp09B19KKigMotUu1OIQy0/jEuFFTjKh2j3BXxBh67U2snAuyLUwkL3hf12nKYeS8qY41e0Gf
gycXlzViUfL1xnMaxFvK/40X8ybztzr8qM3XKhtcmBTl45SJbTuiYsSJ0osC5INjUnqaliZad3S3
Q3iUNmI8tHVMJQuQi07/3A4l4sqheyADBKO8SxCs21ysXJzdrrkfpq4lu8A7WolBdDDthGlVhxF+
sN0F1zZ8NahwaMYNDGBjsGWhc87D8OeE1HUgjRR4J4JS5nfZ/GCL+Ls0+y/4D9Q+KQYrcMrrMOHc
wo3Dljpl8uPj6601NuR4/pm1EYM++9zXd5zLe6XvCvLBDAzl8ICZstJOM12dJUCjkaWy39z1icdZ
rD+Z324s3t7EHUk168NUjr7laPttsLdFclw0p2W2tX3jqvp43Q8QOVywb2l+W2RwgFPzR5rQ/Eqq
mnOukU2noKJ7czhNbsJ4LnUZTzZqX9PYtFV8TBp6JWWjAnX1tW1fucQXg+lDDvgENfZWZ9WJmk4i
9GhSe5eQbRpWcoVuFPpAtiKPauO6F5Y8bL7Ku3m+yGygjGjWOqa2TBDMRhtUlNekRFwXoB6gw2zW
OSYrsCOPTGt83I10BIThDECR2ZuynHqYfMLQQ9xoM4/CDMt2zlCDiOUEfx551+nADOdaGNMRWe+X
KKdjMFH7ehlbnQLcWchMWWhMER3D3jriXG8wihfo8RAQfjWSdJtxPck3mYW7OWV/ZYiDzz+ZgWYb
kRDQeTwqhXlVrQPpU7hAUYvUPrtd+NgZuKgLYR9XldV3PvnMi9duLtJD1dl7k1oREgGW5LVRn4f+
eYDnMiRLeB4C836DUlx3G521h8DfshIcZjxIalWNMSV/vSmzfYLpasLQufCkg06s6gHhQ5JCE8DT
wBjNQNjesbSaMc7h4NlPnr0qoW+MjrGdIswe0KAidz26et0tlQiDK7t+tKp+NzibZSEmzR0KyU07
vjRMJHii7ewlDZjwWT01ZDpiV4qfcwyAcDFc8NQR7kJrwolJ7mpbjDtt3k0m61l7VYRvmSKOg2Eu
ZTsyfpNrh1om+BYi3UkRq0SjvNbDidTdPEeLmIASJ7kvKQ65h29nRtXW4PmfOvEcI+PAL3ChOp+x
d4Jc2pkDEM9A8/twY9rTuswysK8sAglgkQAgrD68WvbPruw2RvLUpXIfAWqnxSAsmZV7/Gxa/iP+
+hqMj9O3D6PdbT3cV0zkj0UckLTyhut3AsYoyPfTzLGTc1p9c2Cpqeemzy6MulD53yUd1CPIZMqb
n5Sp2C4Tn4I/GgWw63AyZ3sxsFo383cw5kcxfRSt9nZkEJyof/xNmcOia51LVTLTmcuniXxH37fv
RiO7DTP7jABpHbbGtEE8GKw80xbHKPVvLWGTIdN07xakW6fBEzH1HEe1zr47Po/8qCahlM3OJSyj
p4rRdcOoq6UYs3V0O+IGhBgf1cdOM6AwWADVRAz7cfiiYSCzrgfTrgPSirz8WLSEuwxLsxcW30eC
mfmEKb5zAVs80vuhIH2xCbR3pk2H7ICC1MMuSWoVGkyuIecYGZppbd6U7vxQVuF4M4XOZvpegIcP
cMrN6NbTeVeExGNwfMAcQS3ZgWN/B7eHYwpWYbZzCQDPWJXY/t5WrxV+LdwQuJ0MfKmoW6yESQEx
qwZqcXKmyKRSD/Ijcd8oI8DqQvjpcEIkWH/9FvQlkwDTWJCN1VowWUrzezMqdoGFzCJgZa9XWQ2B
FMyIu8ibLH9rgu5LPOyFnCslLNRI5GdZbkb2U2ixogw/egmAirX3Mkn0Yw21JWk2rdFckqRTZyzW
8dElhguA28MwIrz2W+tpBgrZMTvEWJ1FJ0p21HIR+ysry6kjucUtq2OY14I/cwOf1tEz3F0e1vJk
t/mLP3kWowTDxCrCEqAdQFNSX8WQDXADhQ0arUCN9Vp5BA94EQoOnVpo3dI7F0qyC+0QfWK/lqSd
n7vUZfSH798Pkd0HbaafqufeRZs+TIkGwyWeRlF+I/coWutu8vcw+TxydLj0STPeaeIrHu2MA6uI
iiNARnZk05jfx/Z+EpVzNvha6y70n8K06u5C+1GGxsEtfPertpNLGuTtuz+CoHDc79JZx0Nn3QKA
j/jE4GL0unoiMTS9a2uutiX4SAK3+ZzirIOWoM5B+ktyFxoQ/jnfgB4xuVVUFkZ4H2Dp5kcIuEpi
86PoKrUeRhyRklH+MQZ45TXtJcjdBQM/a6yeyIzsioJ4fgDrbe57eIJsPodvuOIOVNLoeSIQadhJ
2nMffUUsQHeuHbyHqqSFj2ec0uK1J0KDWh8GxQCyi4RRNnPoKQBXszBtaXIlIMRGgaVsuvHJMdtw
lQF19yGkpyxfsDb7fb4PytQ8Ngho2qKXKGKmV21BAp4jmKhJgGctOmYXmOD9qsnIMpiH747ALNx2
eItm9SOEE9WZ+ClN9O2RAgQcKur1LH5OUJSu/ZIZ6WRS0Vsez2ox2te+NWMk9+SvqfYxDuolOJiJ
tWtam2nOoC6G0W7wgx+mXVOI1UW2zrI2WZve8FA4JeAjVYKMmeuP2NfxTjQ8bLHpPmGQ9LdaL09s
jyAJtKuURj76vjaBd0L8O3DraWU39qas0FR6jnVqTXT/CkElmBsL89JEWQt5eCMSKKSjNWO6UEl4
TJc81eLQzYkBw5VZIab/4maKmCb1YffDmnkoQOIglrVNt5OHNskft0wd3TWyta9w0XhYXdWdbfeC
+xWrZDXBsgpbogz4lNh7cordz9xrUAxoj8cZc64GLcNWKlgYEhlPRX6uZnC5LWPzRrbaZCzPsiOM
vmAyqQsCD7GVw7ue4+lnTGRLQjwG0VSnAovwTQ1HM0oJ7lMY2W6KsR23Xh49iFgTNVzuahPzFUgE
lP4kVzHubRljjatZlj+SpVhqDXBF3MebmbLZMNtise2dSlfJjQNr66Z3KFU4eukEPyPyNFejUJQ7
Tt0czSw4Tx5GWowu7FR9H+A7rvaZBpnQqm23wD5860a61cjb66nMiS9k6COZolDc6jYhQ2/8FjTF
R+uF5yhQp6Ijyz1txEPbLzPTYTpXsYG0Lk2mVeWpTREwtLJZElPHi1WlYVFiXc93eixeWhvxWGaa
0y7A3hS74z0KR8gD09b9QI/EN39A0ZRk87wNynVS9kyiPJN3CFppRpcAbNvYgd+ls9ItId5F9+jb
NYKvkQcCPFO57QEU2xBmd3h3HgkCsZhtnRMmjMhSueGHKb5NBmjW2jLIJq8B44/8FpsGlOwkGrPN
yFxpUVtCtSYkOR/HRfjsbFukzKuR8MJNZtOLkJdCU76Q7CKAZR3DsRsz4+nZz+gD7Lm6pYwna3ly
Rp5ijz7vY6FE/kQwwlYYcXQYvwyBz4HVdAdifkB1WjgGlkMgyEkcNsPvucd1nslJ9IJyOiRItLy+
uR0mc20kVo3d0wOXkhLP7gt0VWaQMmRJMG8yIcRtRV5N02JYS0BcBvYCqDVeS0gifLRXKyBMKlDP
WW3/yGRr4Jc1P5t0ZAETJtXWdr6ygEFNjxGpdvp3D08+8zbz7DzpXrqgUmCz0mUfyGI9xE4ndxFE
5A28sQgFt2fg7xlvXQ7vVTrU7tbODf8+0rN/r8Lhpw7IrsXgGt2IRtBwWPUJTLO41OU+I1cLpmeg
Nn6KubwbITjMg9bXsOHrqs3sIXXCFH0BbOTszbTEfOmxh9xOsLU3zE5d3nvf7ka7Opee/dQs1BY8
dXs1k6DJJijaSMiHW28k3zGgP9u7Q7ht+34618svnpchCLeHn7XXwca2PexDRrIvUNhv9QQRk/vi
IYv1rSzhDoco1/elCbPY9ZNq1ao5v4ENMRkWjOvaJ7gO/SH2/Kw7mVAVGNQ7Of5fCFRZ1BEdg+Yh
IOz2RrJ93HTmxGB5gMJneO2axq5elbF8hqnXMkGAAVzHPh8IZUaPaxGvJdPkOEEyGAj/VlvsL0PS
OibsOxsxTF9y8q+xrM/pVLHIavGJGK0bElVTVMh3MYX5cmIvlYBoH4trD93wkKV+uokA+EFyEy6L
IeurEolGHPExICM5VUbxOSUHqWa8TVPBPhMlXzQca6LODmT6gHeIGD3KMRig4ZybXFRLB7crlT7o
HGpHAYXDmbXcRpPfbjDfR0gFyfvOa+NzruzyNrU+oSvZZ1ieW24WfEJCblDV33r49s9pDkaSt3Ko
kgJNysK5cVS/zDrDbBdORERayVW70dXLgT40PjoNN+oR/8W9eVMoAhIbpkEb9LNQfvDAXIL4KYuX
rMmSTXUsHfpvdCWboczHTYa/APlJh0E/th/gLbDJKsNDA046DQiLUVjPOARxceqCybeM+ZGR/dhC
5TxPKSMuYIAMyx1ST7MUSYypBoa406uJOwrY6HlEM7YZatCQZD3d+AzKzHTmnNcrq5ZiAZWmq0QR
m4bii1w0kfoXpw62o4qKvRaPwwTQDxJzxFvx2iPxq9oYaC2A0zXLhGMic0QPsn/Mbe+cITiFi6he
rOkjRpt4b46vuLuzg+xa4E9tT9ake7CCeNzlicbdnKF6x2+2NiLDPVFlrhq/OrtDoHa8b07a3mH0
3weL3VJB7XO5AMpqi1McjAPjynleucOEJsrwuBVUTvInym4DZS8AD/yT3Rx667w7xwi84Ckh0vIl
bTlL2GctnUs68y3KB6RDeOKejJIBCEpT4owi9d7iiISvSu1SoOtgTl4fnAFWRw2icsg9f60nb4Ny
Jri3QtksFZi/SapRra0pcT4adF+tkPJ5bHo4NIzrPJaFrGKss92iLxlqZNFeOr74vX4nZPUTCPpr
BWX+uoT+9EwcMpkmzyoZ39wiht/as4a2az7r1GMeNSGSZ2mOj7CsyXyfgvm1nty7smW+4ct+DZqF
x3tHtogRi4fcdDlk1bCVo71GuMbWCHxtFT9YiU/+ziLa4+aWcXUDSwfxco+3rY/4JWekqxBps15u
gEoBQWpomtaVk7THAeb0wMj+4IYIsKPwO+YTbP4d8j9C+WLr52isLIA3hOvkNX6x4mHWAKuqhKHS
pAf6BR75bNTzVeIdMFmapxyidMbD/cK0IMr8N4bcCIWGAhWhXVWX0aKYcSV1QgsJMMIG3sz5tqef
YdxmPfRphgyAxNZVjUpslTFUOcVGAMmFrTQapNKD2EJuR2Y+evCpbj2n05e4OQF6SdcyIlnVgKhz
TwCxuOdYoOcD/Igz5tSYUjx7dnobWCGn8IRJAHp3eB0tRrmtMRafmcdMuYwNJNRDRbJGk4V7XqO/
I+AkWuHBKnZk6YXIY1Dy46tGnR6xOApyPz5HlMC//e7//G80SIQ4IkDhAzv7rLS5kETj6sYyORRp
x+DT6dNk8ayAFLdiGMeNH4lxO9ij3njJZB0slDhGh77KHEyClMkpNpPW2rOxL6bJ2fSO1Z4DV3+W
7YyBKnHTAwoZjMHFRZlp+mCyiO5AapOBmlEIT5pC2p0OHcjLLKrQn7lWvUasYFPKPgeTzaWgvi46
nP39eBCxvXZnAdEuw1AdDlAvrMp6nlPsnCLzP5Yef+ckSCC9CNtEBM244JusMR1fCtlSa/eDvqB5
hvZuz0dwdtZR+eXFiSGOmFYDPVLet/h5b3vSpVeuoHFwgqQ+Wt4EEjbt72tvOHcJASq0KvVmjBO5
UwsbJAxxiuBWv0asmgxpkcphE82hCEtwKS3YiO3a0mnv24Ekj4Lt+FyVxrq2pLeLrrNgpiFnBHGO
A7+hLobD3EIHIc96UzN6valRrhC1kZAAVDnprpEFyw5AFatZ98MxddqjR+L2Wrq8WYivRL7PTNWN
JJQbQ2jw3dA0t5BWaQ1d3wEwX+4bmX9kBhU1sUweHtD9Eg6JEd05TQX8mF75Z9DP+6kK010OydVt
qMU781P0P3DWw9WT5sgcpqHUjsP7bK7cLaU99NYxjnZlPLqsxesXwzQjhJJIcisZWruMIuJmGJrm
PmQ2Qbn5Ek7+eGjj9mWyfX5kqFk4dRNeb7f/kB3VQBTflma3N5vOfyFOuLxgdWIM0zOcLqPkoZzu
mzJyt5Ls6DOgJdSdgK1T7T44gcuh0H8W2uFOZuxF1rFkmJ1n+MoXPAh8LlcYW69AOdljx3ctoONd
jgzBGHJY9GFN/lPy5aXxuoLQjx+b5Wlq01e29nfb56xtxuSVnHQ8DMY3o/NeRmZ+pLNkF50Z3zFh
3c1BnZHjHGFPqdxHh3rHlOPGVf3EdottGlMZYFmjxTrT+NkodWSLJW/CrMMCo7Z5FnKTK8HSqEHc
KnSa3HiEUuPIUCsD5E3eH9l0NiuoG9tYxTxdo31QTck2mJG+xlH0GTkgKwN8V05b2NgB/GxNvfIU
5PXZDLoOhjbq3b7iwOwMKuFaIShGiJLMI2ykt7poVzOSq6GzD1TdaWS3a2cqMTUxvO+AvK2dBBRC
VXaf7iDWYd8RMoAJm50QQ980JKi0apf1Dt0Kcer52uUytKB3iKNjA98403YwzIONTw51BmnN8fSA
ShvjFKJusIXELVwnNLn2cmE8wBydA0EHgo3k2duUmFoEd1BuXlvm3F3a32kHh3g7A+WNRfFGj/y9
s3H8i2l8jbqR79tc/YjT0WdzSesRl1cLGNbVe5wm8HgeqoLURp7tlSTttLAAwUDQXultjOVzJSyo
Bl4ybinkpp2Ih5vYs8AFNUQRhtLYhg599CAG66Yaegnyx3vB4davnb5YS1ACIPXgejkjpyKTpXMr
IHrx5L4CuJePgdLHjIAQDDDVZ5laVz8PGFwVpnkYWfsNC+G/zJxzFE13TgTRV+D38r3sUGbtO5cJ
9mGD1KmOvY0G4cXXZ9w3eflYLrYVf0lNQQaOtqaderyNo8HgEkUFCMLVWEK/NGAZ6Y5hlWz9kuyR
GN5AgD0mjvdtqXw4Oj7+fCV2YlxYtwJYW+5yDMdGdXR7BLpNy17DiGJUYFO6zXu8mz3N99pO7kos
QExErRdyjtaixwPfOZC0workFOBWsLTzrxY70E3YufNO9oSiuzCy2vSbqRezZJx9DLx+lhMYxZ24
WgVGco3QWFbGkyTT1u+Ybw/5AVgZZH8hAHI12bdAt/W+DivmfrK+VHwx0ajj6SmX4I9jnLD5zxty
tJuCFxSS+VKOvJ+SZT/OVpogxD2gzXMFZXmMyDe91UhTH3y7h50w52feHLEEfUs8Qj1Ul0xHL9nI
xJZieGXJNNsyduFG0GFzizQKQV16HlLTvxtx1a87ARakUsQ+ycaiVq4nUBWQd0mDcdfAqTdizrxH
vhQ3E4bZm5j0LXJm0OaBqTgzWEkyI9gZnNr+3Mod8Q+IPXkz146g2la/AmKqd0bpuqfEK2LCPBn/
qiV0ODGbg+0IfUcgqwOMEoRzvst4WP1wGTV1svOglWd7FooKRHDS2hztzbOqHkAZbkrvvTYop1mv
hdpY2cO71z5aKeURZ6nhRitmwY1fM4/ONpH+bMNPi1c9iy3E1LWk/zeCn2GOsGra+DAQUjlT3h6z
wlsrPH8j18P2f4btg7QJAaq+JlzZkAJ2QfhVsdWL+TBgMsH4aVCKdyQKpdu4cE5eh31uyI6FBV4E
IV0Td4d7cpIg45AkwBsfQjYoFUrRLfICD2V2rp9URXyOdyl+pWX9ypC4Oug+kndBCLNLd4nKaBNG
4sMX8apZVN7E04xO/dxh46UnupWueedN4iXyWDsomzir0v1uaaaJKvtm2GAD5fDmoSKYmcanQ/yj
THtYhHcD+dFRzyZqMg8zYt4iqx492CHKbb+Gdl+0L1n+3azOCZuQwHlph9NQ+6wq7JfaB/w7sl3P
y+jOyhaMKntwUrdK1CdkFOUpsmcUyTZLMvla9dE+68MtGohDC7THJEJPE1Q6NXLFiyR2Ju5hSAwL
hvnNRwjTgT1hng07zABd/zUmzV2U9zRdyQ2hk3sM5EfmAEc8NxcVL/Ftu2KsLouJwmGXkUzu8n1Z
QL1YG1AdecYGXcJtRzk6pfdl91b632ZTbUSPJrll4D8nJBEQJ4ISI3zEsdjdKBM5m4wOTCPvyME7
Og4xg4/5RNEP2JwlpcvEEOaFqZJ9r9VuJiFmZabeh5LqxNkjjiORUmWMPySUFBE9VHnEX/spQG3V
zRh/pXUfCvYXjQktOfbkDzsHeIpRnoaP0JmzySJascrEoTjb9lUJ65vXcGSQGbejZFl79nAi/GXx
pn4SHLA21JtLCQVCTYr44jnVZaotrCvLzgS6LLqLgu90623dnv/0nI+pROgsOvjDTDk06+R1b5Zv
MBM/wavd2SOJDEtZQqssuvyb0YOv1Pk57YJ9YfHFGtC8Jt79QIUatXovOhi3AJDYpTr70fAli1JO
HHaBJ+RDPcU6YCFEQ0s0kwVVBIusGQX3qsE6ms+osJU9rlp3PHQhT2kZHSdE+0pXV6a02xwVmFvo
uy6MP8xAP0u/XzPwwFDg4hhu20uMY7qTlHtYbNcJMpKW7bSYyPyAolI7xqsRdD+tAsGovUc6yfQT
seSibmmbfUDmzAK+E0l3Svt047kGulV2HIQKdB1nTD8oYCTiVLXGgXCwtcLnSJ7I3qieC+/I/Pak
MIAWfQSjHbQQUnweNuouoQIuBv/FLqlzgzBbt657Vq3zlunvaUloT54fXMF60V4HofUUtuPJhC1a
auM9mwqGguQlcdbTg77ZbgxKMowBbMfpGbnjqsirdaLJtDOMU4nS2pP51tIha+lylaXe0bGpIgc1
3Jo8HVdg69K6+sQoyZSnJj9BF9ZKdsnb75x8d7/Z4P5H2RNbjZqg+8ffLOff3HEO6inSrV1p29hH
lj///vmAcW352/+zylOh69KZ12ylpn1OnkyM46YJEWuBXciy5F05XHxGv0Eoca2BTqsBxbYBd7yp
k/Wvl/O/vk//EX1V/3o93T//k//+XtXMzJH3/uk//3n7Oaiv5j+Xn/mvv/PHn/jn/58uTEv+7tqt
P9Xnv6grt5/F1z/+dlCfuf4DOGX5+785MC35d9fETCmlNE0TmyMeyN8cmN7fPcvBZenRyVtQUpbr
/y8HpuP/3QxcYfrCQqTtOl7wX+AU2/27I+0A07HpBTZSQue/A05ZXhfzOB1V5eHHP/7mmxb/uudA
TnZM0xX+4hz9wz3mFs2sAhgczDcDYrLetaDDAoiBPSGaPRbtxbn1bdaCW7/0YZXCokSyBYaud15p
EleiHx9bB5b7GH3he4h/Y/b84ab7w5fgTy9QmDIQjnSkAPvkOZ7zpy9BOkYCeSHgEekxgUsdkZLj
LUlFNK38yG9Y3ggDzwUxX5shJISwSr93Zd4/Jk2hmcRmzRbfT7QuQu3gFSWGLOL/5FBh/PjdJf+/
fF3dP5lZeYGmHyxOWmKruXbe8k5+93UFeQX6xoUcMgdT/V5F/jv6vOlSeWCqYkb4dFjtvSaYHq6v
9F7JxnFPnS4augaOGxlVYm/FZrKZe4dldAP6NM/3zjjnm6qv9UcbjXtRv2PMFPc+Fq4HhJNPUW27
J6uXi/ak6JKdCvS3hpIlzvvw0DWx8Hagpcu1jWXiKrs30/G8p4ns6q2PjtR3tDyFPUTtBpVtvC5a
pqo4wkG7UEibQNWPLNd/Gkr2d24+wFsoSRcguXEeH420R6cEBkWFQXuvegIm/vrz/PPxt3yegWSn
u3xzhM0d+sfPczZEbamxxfRRG9exp73Pslqvg8r45Uxiex0Gh7QJD0qX1hkV2RN5y+DZLeaKIajl
eyaab3/9msS/3Y18TS080K5perZlOnijf3+NW8TiPQqT7mZSJiGlKo4v0KvH7WhBtTNV9Q7gdL6z
VQHePkHiyH6zUFSEpXOYwqZ+F8SpnOwsZeGXuQcUxu9yHIM3Bx0C3rrqe1g73gkvF8+TiBSrAqjQ
jUVdc+gHByRQwWpmrLv8ROeXbP/6vVn/fv+yhDFtW3qOCUhpMYT//r01WWsNSanhJtK6341ofM7l
PL/U06wAMprGpWR8ms/ew5DVP5lA+as2H/RHAVaCxbJ5899+OdKypc8hCCJKCv9PL6dsWpE14Dhx
U9Uvjmyx9zAXvhni6FuFvAkW47Avi57yJfx0UCedmB2ILVHYeJcqFBR//XL+xJfiZpSY4X0pbJpM
jqM/3YyBDr0KIST/flCUSwAC63++o3c6M4s7x0rvgilyDn/9b/75cBYWFndf+BYDf1Pg4Ocp8Psr
wkghTTlscEtU5TOceA4Tu2H+Mjh8FZXuieQNHYW1lTiZgSS0x35uAzAcdrJNcurXiLBjK/DvG8d6
E1YcHmJrToGySef/cUqL5ZX87jGyvFLBTUOQqbQdnwTbP75S2uGEnAe3wlxrv0ZZAmdlsuyLZQ3v
yySJhVJtdLtmrO1np2IGEAXhgzcqRBN9/26wWKLvc0Ym7eKVaSZ/382zecMU0rgwWDj2tOG3ZkH/
OPQTR3yH0SPIrlM9vUCu6W5dEEw3WlnVq3ZwDv/1ZfAWVNof3x1fddfzBZgCx1we2n98d8kokgl2
+OL9IxrNwJg2Yhi9A6WElzdBQdZotESFKB87o4rO0iCi0izrL1MX4n75s6lOqseoFMap8sl/h6wL
cy9m5MGQtLkzF0ovkdGPxCR/9WzSzv4w++vYCmGqtMPRSAZ5T0A5yVNG9RYGVbk3vPQDhl73NCD4
nLPpxJwMU5RplduUxl8CNPN1sHewId14YgZsGZgubmu/fGQ/dRsiOdt3ITxEQoZ5bpKkt4/N5v3X
kwvvBrk22cUowupcRQh8GiezDkNf2jgKLlYQ2c/52LHOt+NLVbC7/HUOtKE/oZSD39lZY7av0YIc
JXtsYjsZbwYCSX+DmPCx0/IJW0mwzU00wwH97yt2rM2QETxQN5V64GSZr2lY43ACk15XacCmqalu
a1ait77QMGMY+EzDgEFYd/4mSieU0y5MrY7p9CUqexqwdgxgfQ0pwhAQpCq59jy5D8Yoo0st8FUr
m1Ez53NSZxBqWgBptY1SQHpevOk9J70dBmhIEh/9dlhuvmn5xZ3hC8mse1LCBxEeeuZZRwULYssx
6qNqDbF3DIe5vQrHU63FmwH/9IQz2jgFpYfc1EG8K9w2uP76BQZ2sDFYDvlTAws+DSbi2ErzqyLF
p3R/RFn0UQlVwSs3JRId+qQGjiUoZrzjA+zWF9H2V/Jw2O4ITgDhCvsShyGhRUgFM+V8VYPdvPcy
SlcEf0S4/SmgzAqNbJ3PXG9+x7BylZGUdq/S9450p6dOjP3mtwPGtQj3DRK/vS+13+zdCsYDHSI6
68Z6A5nLxIU10L1yEPHDwGLFU5fiqIi4OfgDWyVf6WZl6PzHr9WIJOCzLheLKDd6XjnFNTDaPUD0
g5ib4d1xqFrsYJlQmyzP0n7AP5Pob3Vlez+KstnkmXH59UWQ7PIeWP3EVZUhKcvn3cQtrP43YefV
HDeSZtFfhAh481rek1UkRVIvCFl4n0Ai8ev3AOrY2emOnXmpIKVWkywCyM/cey5L6Y2+FEIkWHhP
WuQ5sEBYVFSD8ZZGmFdpYDGtuX6xxd2yi6MQ/XfogrfIEnnKqhBrjsRKTNQ39yWUWYEHZM+02Lx4
TAd3pV3iYm/99hD42AEpVnmqzTXc8k/Z5nt3zQ+tgxHF7hHbo3vW3PpLEgwpunoHHW8Tuvgfpo8o
bqdTq4mB7BouX2I/oxMo4X5rBaw6qsb7rHXlnF2KVDbAKJx4UTFt9timqFrDco/lxHlZvrYuCEUr
TJR0VSuSPQ5OUh4qt10RxTihDBt/wYWpP1FrMP2zPIF5sWzfOFPw4TudywCff1UarQNVonJPMhC/
EhNZYRhpAP4ksYLADZGSVSI8LAUM8O1y1U2e/TKAWygMOe1tx82uk8eyrzWneme7FYYu0ozQzSAI
H9r4JKy+eM0Yc7+MDHeZcK+IUMGXN797Ud+/BF2/a0tfXgttSEi/ZZTaZ4jIJwcFUslyFhqAgeLY
7H+kk4dIldX7PuNYudbNdO5LAm1ZspVYR5Akw9/zjyHYhm0NVB9D+d3y6oSdavE9qhz7HVXNZxMl
R7tr1XPfpRmZCfWwGWIAYl2Ag7uCDuzHE6NdPb+xyNN3aYiIYImhiQS1J3DVQ6fJ6WAVI6xYAGQH
GKs5Nrc6qb0nxFWnsG5YTKfa13QY5Hokah2hZzo+ZQqkmNRxObKU2HmRjC+dHhIBOOI+JPhefi4f
dSBovjiKbIDkmOvehPzQL2+2isP1n+PRLzv3ICIyVhCEJDt3KoZXRIykrFjZW02Q7IO779NzSD5r
TOGgmTfIIfFM9kWOXx30ec9fz9Okdn7xWElv2kRn4uhAkRoERbeJywMZ+/fEscd9VGv2SzyGWxsm
wZHbhulzg7PSqvGkiOWAz6KTmKCl0xqVe1U6JOTmfcZSfQyuVoIGshuJmzHIWDGzWh71JPvdFIim
URwK9NJGAk0r7IixEo9MG77oFEZHmOeoy7OC5wvgtYfdONFK9lb7JfSy72HHo1ywusFKXLLCLmug
Z2QwhnUbvxjkuOikmHdZNby6Y8ec7tRODM2DIjTY+Fjqa6I9wTG7hVX/3HbI7zxmbnvPZqo3WNN4
rsx4by89T6wZ3WXpuAKXCWcS6ess8SSDTLQ6qdHdTD2ZwXqZfxiEfwB2h5mTcaV0OYBTq3zSqav3
tWbdUO22dxZ3EuGmV+36XAUX2zkr3Qi3NdtEJlcDauJaOsg7R0K+DSSjeNPVLj1xQ/TPRNqp54nC
aeeDyE39Mti75Nqg2yjjU43yn716CHhZWI+aPgm9gDFsFdjTfe/na5BweIJxPGQDeOn5RVoOpj/o
OasqzgkLMYvxYAV1fDEsvNBeWp0nf0yvuZ4jVcqSYFs4rbwSnhx3l3p+cXQGTr5HCIYh/e7hRPhE
KnFIUgL32njTwXB4K9LaZ0wYPmFFpbILGjbFdoGNvw+iN4BwUyCjW8q+iMsQ72LaDU98bwz4RT29
GHHCzBJK4JylWTGClhRPa39+i2BvWluYAdklbgLWHRlLdCue4McU2cMBKYApN35xJBbWqWG7AHKe
xDypCfZVxVU6NRABTvRXtEdEQrV5viNdSWMOaLUXPXZTJKC4rFH6X/TGby9t5PyI4WveBErMyert
l05CQ6ilau+TFr3B+usAvRTGo8aHDwjZyA7wj1EXlz3LOYXCfpU3I1WeA5nOwqhkzv9b13MMeElC
7OWICbxz+BeEpDT8eOzROp6yIF7CHo2WX71zQ+/cqi8Qx+uvQSMKjGFEKaAqn582aXQnyZTrILXe
/Ewa27x+jKOb3Sfde+lZ3xGyRDcw5D0s8CiiWJe1fJYdX4IqBtcl7KRtPzbTFxxr8BZoXJ+McJh+
DkjmVhWZ8bai4EUmSdJBXYI65Ee3yuih5oHHAF79Ovkh5Q8UGT8FJxtOwys5MmD0iWc8EOvSPZvW
U1TlO40x0811O847RxXbOiR5ZoJmYDAxucDTlDuabzJJRSIeUxdq3H8y2af29OGnzU/fA0tvtgFX
01AJliNua9MS47FscnzKGbeuMbjm25SDfRWAnMax/0D38fBlWb5282nUxez9SV3tAvVAaB6dk4Sd
n6kjjHcARB1JGTT+Sx9hzgzif2uSIPebOopy2loHfbf5721EgOGrhhFPR58kJ33yzX3RjwKCARqE
XBu/Wkgj0B75IHOAIQ4++ToUjN3T8hLlpNI5dkQyePt9ecPjxLRODPydoynBY+TTfxl2/KOncz2b
uYvHiNDkqf33eZYpGz0n84a01pHEhdwOoquJhOTQ4ZZkOxTeSFYcbplPunJlq/H5P3ddxj++fOAw
4/R5tQzX872/tZR+TVAHiEL4/pAf1xLc1y5B6bNOWMyua11vD3bMbsxju3FO2YHfvH7X+AjeYcAF
VXAZPNwlve+CvB0UeTDkpN50D2pjmCLr+c/frPWPXy2E63k0FDg+3Czz799sFBb2INKKBZFRUJxn
Lomk1C9jNZzRkgznKc4ejRki0mBf+zaivWNLY73PVc4lQ+my9oYCg+9cRPLIjDcTwQVsX7LxGAg7
2PsawV12J9VJ1sNPmXTFS9F19DNDmOziDqho682ZXPAdWYdpO0KH7P82jvvnjxjQ/NqBjrTGNA3/
b5NiqY3pWGT+BPyBinIaOSmBojHn8gNZbfuqJJt5vlo1r2u2doncwNHD9Pyf3+h/DAUNqIQOFwZ7
Ed/2DG8eYv2fISvWfXRWaEwI+UGG3mvpACCrZZ2DcfTe+jmDkeVwSKfAXGlMtolIaZuTM5JL5rvN
z4l0Fh4aSflfroB/TM/mb8x1GVPZ+J595CL//o1NgTK1kqcoZKYiv5CTcKnIDEHDCSQ7ighnMPIf
2C9o+Mok2+QoLo+9IEiw8Ozoqnuodf/zO8UQ/2+PG1M3bdfwHN+2GKWisPn37wiaROl2Iat1M+18
doewXuYZQ7A2lSAyawwlfh7WgpHd6Z/Cr3/ogTe8dH3RH8sgL/HSrooqYgCn1ylBo3l+IseKWBVQ
0odp1FiO5eW9TKVxDZphnecOQvAuJ/lj0oMvcZmfMghYq0jrpmc3rH4lnZudwCO9dE3bPQFmL56W
Ebj7dYjG6pZWqHXhjM2zH81GwIanBNise0vjLD0sd8bSaPnQf2hDZ1dRFH//M1z6UxMnvpFAU9Xa
uyeCT97bRy4YXVZGKOk1z34JX1pHKjujmZ6WSUM7CYAc/oe+/TPdnsqYsFetNl4jqattjnUSkwNN
Cvjq7y3qUwR2wnpLyuy5qqfuGJZINkIfukPS7HSjI7xwfqlMuuq/etEhto4UbUS10Wls61EwwG5x
/2KMgjmC/yJc1a43/rDL3x1d2S85DIS7l/hALXK4zlWUiSc8//TaAcGGU18dVeoQjWdc7Rl3l+ni
sfwouhYcBgIhT67J88Jw6CmS2HE2iQUDwhdB/bCG8HceAoWKCQtEkkLcjgz05qHnOmP+wUGVHHox
y2GCGIsx/Wxoi34JsJd65gHbVgRG2alZbUdfFtc2aB9u3qhvtkppXJI+eA9H2CBRW4yvMmg75Myl
uCPVtkZ6YovxPflWrfqIFG5ocwQpoE/k7PbzNaRGGD3RXJMbfvmqCkYfKBwhk+hMi7i/EW44VAw9
qJG5COrBOq0rT14sFYir3WE/zBHketGjx2P97Il8BKREQkxVB+1FIOPdcMvh6TJQF80FAPHMxSuL
oD+XjafpO6Mtrbd5LH9p3JxVujuiBImDr1kFocExfgQ1ZhbgFPplrGZeRkGifZuMKFX55R1tJC5l
OHEbu0oe7Ta9lU7X3hOGPexivbUFZWszC9RDH7BlYAr04hUD7bXdtD8WmfBAUiCu2b8+I/kN9Ena
1WuN0IXnTg00iMMIs7TruTFMf5UoA0nx/EV0zdTR+VWCC1XdEZnJrcyrX64GwotIowhxvPVYOndJ
03uK7YmSkzExYrle27V6Th6bXX0LzAknkwEpLbTA12WxLo9xA3xm6p3pqS2MaPPn4TpVfrKFM/ue
WTaSfj8+gryILgWVD+QJmXMDYnrj/kQg7xAAPpQhuPRa3iCRt89hWhI7kpo/C/Z+L3FO51xjqtvS
N+xzkTsvxRByegXGzyZ1SKnL7FtE+CitYfLuRs54QdS+UobSH6E2dMfB6NlaGdALyBBPLlOWX4f5
EmhlFuy8oKUAMNz41begFXq4PECv0uWdkxCrcphNp9Hu9QuQ7c+/roTG628TC/l1FVNJJAnOXzPz
z/X8uwXn0VqQbapA9kdd068iBZnBqVOwA5DW2kjxpeXRFO0BmKAS1nPxiCPypDRXjzaTLe9jH6Ei
mV+6tqmuEe0yq8LcPOpuQVg9giGolS+jwp8Y2+m4NuZiRSPdfGV1tbMv++h30XvjlRWieTT8nUPz
uV46cx8xOAwhjmVX8JiQGMvcQRt2sOu63fLdF5P+mjYVnrz5Zyn9WwYeNZ3PzHA4pi2KSNv0xi++
GZ7qiTil5VE7Aesi7tyIZjSddRrQEO0ml9mr795ya1TUqjpGXwcE+tIeF3MaXI+Z/c/TOlZgL0qr
eY5F4WK6MvfLF+9gSuwDftswca3pAt8c/n96Tub6DGniXXdS++TaaFjaQJD9p5qtq7GA1DN74rEV
OivcMFcfXfpaiDnRigXUBr+32lOLb/XIzm52N3C7R843ZxLmWyrC4oZb59vkeTFmTugRi1vF5B65
Wobm7kw95c9Q9J/zcArPTtsb23TsrQ3mZuiOdksujwPaDceavjG7qL7EmdORDwk8KAeiv2l1DUJk
B7GC6zrFVU5i/Z/7ZanU52lOklvacyqsac96qf6sUQPuprbH3TyO5dlHVp05I3dCI4A4Cmpq9gPW
i25YRBrFzb7xnPJkG9ZZ9ZX6WhJyBv+gP2jpqG+1ikhobci+6cy3t2NXavu8zr44MjS3fhZYGAhS
QtzwPm1KtqpnRu5PS5EUy9Q4JHjcDt0cwGRO0wXQfra3OWN3UV37d6snJw8w+Q+Lbp18c0NsSVBK
VnYOJiD0Q/1O8t+0G/ICdX2e5uulw7QKPdsELAhz5ec/NNXmuDlG1MtL226BsQzmkzOo+w/TlUhY
iXvYiNQa3gcdDPp4G7u4w3tVfPfxsv3Kx1eCZV/LYgQdk063vvxZ1qwA9aZsYSnMDwmrYQFuJ2X3
KZSiGDG68rn1ur1TEg/sEM51yYHpQCWxgg+3tx54P+BhPcy6qNd1lJjTQTXu0/Jd9fzcZwMhZhwh
Jm8jDWt1VVbn1Kz5kaX+w7PhGXSWDM7dLB7vTKYx/dCfB0I1YSjUa9p1UoTdFsqUcIBXBcP0WabR
K74AoymLO0Hpw56dw7D2Ee5sPD/2tsFwQDybfC+UPOjcK3fFQcwxUXdAjeZzzMwHsS8a4Gvp8BkS
NvWuW91R6SwiCVgzzqQjeAdJR7XOHCNG/24PJwPEJ++S/IZ4bGKwauCDLh2d1FW2Mp1SjLiN7r4s
dOwyPuZ+cmqIxDzossrUykLmsRaAGvdG0LAQkvZvQPRXYZJTHLFu3BV1GAGlwn0lc4nr1SyqW+em
BEqaetRDg1LFaWkJ2hiSaUUlvEND4BL0BB11acUiMMUq7lluUqySrDHGTyr326dS2Gd+w3spp+o9
qaL4IrkxV11kggdxVfbow+B9zDOszEUWr22Gwq8mGGfM8uObQ6j5zm4CCF512Nwbd69pvyNDB2lX
UpCyLPU2dm31p0mv5MEQSQ22iJFJCsPARUA5KK/+zOsOU1cJVlR0PlLSAsoXyIr4uQwzlkBtNa01
nne4Pfr4UJJVnZsIQufVGJ7KkdCPnCTV+WHSz99ajzHNNfJ3DSjWqXfkeI2T6Np6WvVqOt1JG2Tz
WTCAXvZvhoWkzJ3c6uoZSDqjYJAgqFIeLrCHrX3WMPyw9exzomggVhjDn2i9bJ/OVU3dc2XpffOH
wP//qnDorP7e/tFN0EnYbMlovjz/78ML0y5Qcho4XgbcaqTemfY4d6kUWFlnH8nuZcY1tP2Exl2p
swsn0cU2euRJps7XbnT67xpD8S9TP40r6cGdaYvCvoFr1S/S+9BTG2s00LxvAthLbINwMabLOLRI
M8saPEXkuhg7CnH2Cz05Mhonmd53BQGZfJqbw19/QY+MuckQX/pmAkjQG8XRjUPzYveNtiOO2H7y
CkpR3KQZW4eiWVVd/lqPnn+QTVy+guZNDzrICt3C6z6fD8b8wlhXbUfPy7aBy4aKnqe5qQqds1nU
FRmDYf2CFvtr4vW/iHWb5RBUqHZuNXcLIeis79nhQ6yu/3pJCqjkmdJJBJxHXFYwyR0EBk0cA2Ql
5dHGfPojkAaQYtXviG3PjiHt+brzfHuGvazAiKo9MXSEpc1dnaP5wUFXGEczElrGlTGerYS83WVq
U/ITkZ4bAA+YhkPoYnquvd54rUjl2pNJ+WzMYUnLRRiQVwcmkSkaIT3fCrgscJp40ay4uwLkWEmd
CCws7Ob+X28PW6xvfiPbw/IEcJr40lCeHwscyNkQqK+On7rHYh49uhGOsLjCI1N3r/AisTuka+2H
0+p4iM2wuleDM57NEvoQKFZkjshnDssoj60Uk/4RMkKbnGth/VJ1Pz2rOP2RSY6o3jbzJy8Y4z9r
IebhNzZ9c+M9fqkKHCNwdP/MCKZRd28xXq+q8MetDOpiw13WksbStievHQ+OdRlyW/vaDZ699XDp
bGwFmTBsxKuXesEXVKkfDu7Vo16xHGalyRw1GAq6bBhBbtq89+3oXWPpcd0UAZpmRltHaPLTIQ2g
by2/rvxnFLhElc7zkiLrYdPHSgfCCyQpZiZ7hU0C/7xXAGBBmr0EaQ04ow2ym9/rOM3YlNFRb1wb
4jzZG2zxY918A7hrruFD9UdWCd/HUWRznHX3NOk8OoNy2lc2YI506LM70/dJMd/VBlO91y1C/LRq
tkYzjPThaPCNwvkx8IiE8/JXbawCvf/TUMUSHzKaRZ3TKfeSp3T+Gkk+aCceiFcrcH8Fbi7fdTc5
lhUWlkWskmGNeKl992NKRsRc2Dzz1tIBJRCCqelwc/Qg8OYMEX0vyNs8Z5GuHdr5I5ZcmPW7JFwz
14UFpxf+eVDxsOOZnd2C1geKAmOK2AdM7M6gCBUSmLFMOEljhjkRdKBzV8lovTuifQNyrjjeDGfv
aGjTtVB718fww8twusfF9LV1LByUWfIWysw4JQkddJvph4ZVyyvePDYJVBlPYaeXz5rC5N61bxNK
rl866+2hVACb54gbTST+L8OFWVCHV7Nyk+dx7IJXDVCIV+DRbyGy4JPud/AZ2NswsmNpS4RDn5Jj
46SlvVFTcEQEypwaxd4WA4azNVsISIEVGCcU4NUh8yFBS2x3XHSK9FsGiBsLJuEuywaXyX/h77q0
IVy4IwHZyBtvlfeDhYDosKgwisGiZiy16GDbnXuqhOfuHTsZuA05xfN2l5ffQbhu+T2oj6zAsla6
8kuazerQVpLsQ0n53PuJC5iWcXrvNcZhKlgkhcjzIydTz8HkjM+MJcQ+ILRAS9JvNcD9h6uX3QVQ
6aPN8n7fZb0H7k3z6TQns9/9OWy7BtKnmJukjnvsunyUmOa1sW3MdPNNY40wFSrriCJaJ4sgCrZC
FfFzP3nRcw4TfVfNVL7l08QicqKuyuFoZBWRxUIxJJbi1Z6vE10bZ1S5TeiF8kFx+kF8oGhtniE2
gsHR1TFuPfFKnvF31ZA/7oJqvOud2DZkV211YaFfL+v22IIpGqoO6QWmmjO4870TjAfmOOkt6XtU
m232AXYkurLST9h59DNEojC+kEFq4bJ7N+NmZ2a9v23T0L/FReLhk7LH15B9eF2nb8vhvrz4ihV3
4135JuLr4HXDaxyREKUlBSsjM3inocmPaingXAuSYtiifACCTOoXasNMjtu+Yas+GnGzJd8KkCgd
+8VhrLbxbKkTgGVYhD1rPA3NgWiBICjXiWMgVtDG7t7nU7XmIC93ixonql7MTquvlKpracXqUaqI
0CRSA3DR+aecym2Fa29kkBFFD0O9t6Fpo32Q0cb0EeW4aXRBQKW2pe7nW1LbJLOkMSQAccqf4GRu
jG4A6utm9sZxK251H3+8OzksBztMnHVbZQ9PM8BJ4wqDtojnO3KUdhuimQtrIytLYXjdmJuJix0G
mBCg9Q4AIr5Rv69anGefretyOrv+77EiFpmkj/qcInXBZVq5P6GaORx7sJV1S1SviNz0VXbV4zqB
xZaVG4PejByULP2wHRjwKWN58EnnZcA0RosUWIVQuqAp9gQdPzcSPlJKA6qNPZN+t2g+TcYe2wjQ
aAXuAvanzz0hnNOQwaadr/S+gHCSpPgj07CY2bQ+SJQ8hb1HpJhbdN87Y0LvAYur2VmMilZy1uPa
mf7bzJPmJEZ5ChxYJ5xK4slHdNIEkXvVzP5LWvLWiKSr1pM0zKfCcUE84KjBETXDMySEh+2oK5bv
CJd3f/rzGZlBU01ouyRQa3BkcFJm/DIsd7CknsExD2KTc7fdV0U2gVrkIxQ23IKtcM5xLM4uHdv7
CAu8wUi48zpwKexPgms8uaE4Cgfi/QiC/hkdz7428XabWCRuAeZnONjmTQVED86FNkXZdISN9G6V
ZGKCzuw4IlrwGXZ6xwtbvHqayCifnbdBEvrWBE76WF46PHuWrRvPy2eiAZI6Jt1Ho8ekYRu4/qRK
BY05iyJCV2CZ/fm8TCtI7Wb/tZKtoHLo3jkMQo+lIewPvUEgT9/8hF5Je1o+appwjg0GXtcjSdiH
EGeIkbecF+lTFki4tOd2FsSpHDZXKbWPaiCmpxBkmKwmO1OAk/F8JTNNnp/WjErCMKGSLmc99xFL
hlGAM8ctW9fS5/rmallelhPZVeQxwDWeF5zLP4FXsO3GUT2MvCueTcxHTFyepRWCM4EtcPfC0Hs2
oI2XXnKIRkzIan66tGD+GF7HBcEU3XTQo3QOwEAZboY9icnzm1pKvD9GDVsz87eKaNVfIp8xJNzN
o9LUw6um7GZo0e6PWE447ooM9/Slc3skDxMBHDYeroNREnxvdSQBRi0IEC8Qzn00Gcd6Y2DTARnB
MRvqaIdYY1VUYUyWeUOeNAKVm13Uuy5Pg63UGyJbeg0aonBAz0zpByui7i5Gz1k7LhWp7pXOiwV6
XAdJtqunoaY3V1/Teeu/vMSldU5Fz+RrsmBMR5G770zAJYHX3KWtTysGkfZ1eDeMqv5iQGdpRCkB
A+R71+rjFzk3hI4CjtJPxCg2WHyewLpgovDZvHREwS9aHmc+ZkkuJ8SKJfcuCnrjvLwAJWgPlqnw
/E/q1I+3qosa6qGpRm4fCjhly5KrNxmZEElge+Lk+CCD3brhMUBMu71t+Tt8rs7N9kiu/DO2nied
g/DEJf49dl5/7sdsOLuNBhmkcL73KE/PreHYZ+BuOIAL/T4Y+SHSHvB1gn1iBKyKpEOUCS9dan5z
pF/ztDQLdaqanJEnNeBy7VkFsgpTwZ3ChMeTpOJiQt4db43OsQ9pzxlaa07zKPwErhw0oa0FeiNJ
hbqB+1K35SPgTTDOK5dpGLCA5WGwvBgugzn2JtUGTsW31I+bq+wHeRu6/jPAuPvScFhR3mDlzXi8
NF72lGPR88Dhn1SU/Pyjs8xGmvxwrk7QuxRb3GETsDjwR12HFTcza4YarYuVEULedhwCuU3xmr6y
u4/PvQnvSS+/YTSwP+bSat0jlF9bbKo2MmX+Y/ppuof6xRO8HD8sQWRY7tbTk6fBIoVfLJEs8peJ
Cp31ENOYhXiyt/FUD++hBmGr8qc5/JJPkTydo65lqFwzicTRMj74VZ7TeW88RTMbGSPxxmqQukeD
3Z+bXLwTeqFehzgcDzIGBeg5hfUFo8ZF6DmoOdylVzzRBtLWVZvx1M2i+Jcr07e6CryvwcCqXCRW
eiZ1E0M15+hZOCko7Hk48tenaCSWT4lmhHzZMFW0qHftpPc+oTQabDMT4wacdbjDGPiO8zrZFvR6
YO6y8rluMSwHvW3h7OdTTG9w85362ugIv1RPM0yiefw6pBFX1WBA6MtK9IRWHG/Jg4pfzDQ5M96d
bs483Kkbu9xnbLGGFNZsmCj7MeaF/WAB/6Gpsbwsf9RN0GUHtJuEKhbEusw/C77I5pyXIBmXTyvf
adBla1sVAOqwE6f5DGyBPglU4MWbUDDF2JqjImBq2xb0ZujEKoYlUKgwFoZCuHcO1/XyWQLi9JUB
eACBtvdssYeIz53BNOkpKpMfRGQTVjBfoF0d9ic5mbdJTWevM92faQEQXSS/NKMcHq7PwrogyYqA
t/akrCp+afT00AXToRjVL4i8wD2XIi8xJOHulB08F4WxN3WeC8uDO5o4fkoeNisyXUs8ghwiSYNp
kqKm/LPIJKjCgQWFRmd+XPeJ+mjypt6C98V0mkv1ARlur5y6vckoenXGIrq6NOBr2nXtE2agWKle
DU9Vq1oaefC9XUrLCnUuOiQN0IacRJ+DAEv9AdngKVdadjCkFGsKuuACoptvPMhI/HOGS1OU6q3v
+nLlxD6bHbMlTodChkFfe6fyLp+KObmiI9Su9pU4Lc9ajAx0rU4utr3YFF7BsOJ/XyyWGuva+Ob0
hDfIeaTH/bsHfF68tXkvL2Pgkf7kJNrdnZPyjNTeLVrjiHKMk22XyNL4nOOENrHryZMuOvfVlsMq
Jwe55dKKV14A+tie6t9W3L5iVu5eyLh6dmHXk0NSx/eksYdDXTQWXrXEem6S8dGyYQZlAeptuQPy
+Tboop6YQRY4vRXtBa7m6wQG5NmNCxvTKwnHWenByoiLo80Z+wFljuio5vjnLE3wvxEiU117SSu0
6kASrE2r+yFG/M5spGBZVQbDCc2Ix2MYvSezUs4VTXYZY9/fVlVDPAV0mUuhWPM0Vvgx0ibDwizz
ZyeRFXkt4knM+3k3ya+56FCj126zwbF2j4ta7D2NeB6ngYu9jJpyoA4bEkKYLzfMM0WKnRfUfbyh
hLKOy3LAQ7SxsUyMKFNZq6MXTDs8YOWqccbg11V0Ch7+0DY7N/XIV9GfPGmmD60FiN0bwyu1t/6I
2+oQRb55XR7MyoO1Ksu8OFgI/LBT6ZelWIV17h1C6d8ZPs6AsgTc/dxr8X6xeQXuib0seOZS7PEu
q+z8Z1Khd352l/PTZ+Q8OlZqLiOdFxye7aGVzJ9VWpwjYoxsWzVXWvfwbkZGicMbQza6NKYWhOwt
O3nLw6cY1uJeVPjIeTvbb3maHKuenTcYSfh59vCmsrq/WzC+eq1HLe0Ca2MaaD/n2Xgo+ia7pjMI
0jK7nTNM4w0x70fZ+/KsjcAKm7D07iWMtdAJu4Nb4k8K5j8fXAYPLJCOy3+1/FGqYIVkETt3jq0e
SfJI9zsa9oMwuigM2LTbTKyjvLm17NX3KJOj9SLcX+qnxMV/YaS4oWu3R3rHulzq1FuVsgikXCbk
8/h9WcbYqrdv82NxRfHJY8qb6s1EKuW7ZxIel1YsZIysvYG+i/EltNW1QL+4BZ2BwW2etvYpXoOQ
6Te3GckgUClDrESQoY3L2DTsgEuuuEFPyZzl9FvzT4aNHDLAolSli2Q+HkR8SGX6Neys9qgU+CkR
WzMcj9SPEGDWzhE5daKb/FC2lj7CUvMveN+eBSLN09g28tpK5JJMgXe8s9/KHK1R2hE2uQzoRV0/
LdpHTW+J6jPsCm0jxTAOMnXTkT5zGhXRibIHI4Tb3+mOfscZe5QQEefeNOsfU2YYT4Bhv0Nk9lZe
bcTf7VKxX+NsZPf+paT2hC3n4QPJcN2VOfeH4bQcJzMbkMkd4XFNrLQrU+3QZfDyreqH4VYimFsX
Q3QqHMXM3Pk+uMrZpZnxsGXCZI+8iQYYil+r+MKEaBeqcDgQi8b4hxCd0tfHfT+gES+jCbZZFX8g
hswCm+APQGAB+srJ0lOcBlm7Y4L/HFj8KpnBE+Oxqrt2a1bSA3MBtnlwamc7aWRnBQEeG5uTIpSB
ehkUdKdawyoAfKvcT0WdbJMQHgCos9HJcswOCROpGD640s1pV2o5TVryDfCas0d1fm/ddsIN5Lmw
A9l5mDr7/yo2PylJEc5MPNDj9hwOCiG8//CPohDZVgjtg30GOgffPCRYM49RmLG96ROk6IHY6LTu
bgBxKWNbZmlAaxpqylHOkTcWWAyzrLYg7U9d3jJTLPOfRk19NWVvwDcggDMAJuzeJAXI+BHLBvmr
aR6c0ZkvyibcZgR0sgrptz107kYngZZx09qcxBur1o92LL9CpAWhpW1zq+ywfRqMD4cfXfirDEic
TPofkSWLucloaCZJhjCM4hQRLA3DnvgYrWICHJQEs88+g1ALdjTQv2JwLS6/w0aB+EH+xpykJNLW
X+X5h5BjuBMJA5IoIZyrGzOHISsu40lTvzPNrs9B6JkbhvaMtDPamFYfz4R1TKmHR9XA01M2RCkA
DW/A2M155QFQC5FAILGj/uGTRHX1YjpBdEPVemxZsoyKxNAA6f25cwIoSCgGV16TvM1z9otbZPWm
Z0sQMQbyLfdcajHLFx+lByTKYUcoORjHBDxFL6dib3Kd5Um4dZv/Ieq8mhtVwi36i6gCmia8SgJl
5zD2C2WPfcgZmvDr70Jzb92XqTPpjC2J7i/svbbHjFBxyugjWDjMyIbIzCO6pMktvJ0Q8aNKrHY/
6X8ry/1bakR+INuBMRtXiZ9Rhy2LcnYJ639Hhx1H0FZ4FJNfFprN+rfjK3hqu5Rw8lb7SnUiEUBS
kCHgfFV2YYG3BR7iNjSIAwXX2M0/XgcvE9eVQU4tl8ukmFfFXdrvUutGmM72UQIWP55d52RPh0V6
57b3UJUsTnaMnOk1z8v+MNlUsRVXA1qK2sNEUpohSXnM76JivIBENvYE3P+GWbiZc+aNeCjgjEmG
m9qChwDAmzFwGdvSGq/lMdImMnK0Mg742BArINXwEMrh6MararzAz6ewqzkxCDP2iN5OT1kdRxDI
AqZf8FnsHJx5ue+1oaF0YjNjYhcalgpKkVfqW4NSZkfKGRrkfGtn9TUzR7iJJULzucuOTSk5OpFW
GI32PNf1ZfSSI8jSUxdxPNUN0BLc7U893zCCXk4Gk4jSDfPIg2YN93rlDSdRHNGjMETHtprio+96
G/+CrAP3pzKigtncxBmkFw2pXLxiIyzWwGAytejyBzJlF+Ce6gjggpUqbcGI0YZBqtsZtFmtORBY
8kwF2Gxivf5bwdbd5SNiFtNuH4zhLdQNSGMZgpNey+8QDX66+rhaaZKHoTBSdP0hb6fGJsXIHxZ0
hp618QioZ580Ax4vfryGCA/LfSprqDpEshaHYZS7aeBmZVHSDc15qOUWJuh2LuPmWEwCa1pBR64s
wIICWCsT42cNxxfCyPRt7pBEEgqcH1u7SYKWFYc/tM47ynjnXvKeLwhYxkFmF97xcm/X6X/1pHLf
sRPEw81EXGDqHT0Xq2zakMeMqgQLaUomEXGI9YQCVQzOxc7EcxxCabOM8m5VTuzY6IPul1267SE1
75BvEKwyfTP0uS5goGHM22hMiW84Q1ICNFTWB81FPS9DatAy7vblzOO6eE8xnLSjPp7mRG8JXIZK
xPDznjNL31u8Qaa5GCSzjT8mpgt6Nlht1mT+5iyld2mGMrPSyqspEfYxlK43U2z0QQRqd0M4h+33
zXfoAHSk92GKN2BDrdi7ElM4NxuDbMrtGLOwoTUt2IuUBTLdca/nTLlgq0Jgx6i5qR3486Zi8Q81
GEys4UTbxmoHPwxHqJou3BVTZxoLTFvsnLq/y3segtAqOUqrwN0NC9sDWysUVwlN/Tx2BhgyJp9R
emjdEi5dKNlHZ0DcKrLACsRLKGiAFyWJfcXk1kT/gaCdruFM2R5xIIGLN9tAAAlHU+IGRb74VuMR
8JD+0RNu49YEYQP3BVgi++yk7T+w5907wv4jZfSGjLq+99wCyAQfHOplko8gX9gTosH4Q2fxu2EX
+C00SSh0RPlqyewIIVk+pupLcVjt2qr9KgxYnAVZbDEeRb9O1F9YaoiPxMQdO6xrD2N5SSLGGamX
+NItnwBca7R4MAbTEPZXh1ooROY6Ja15sNvuzSFDRwgIHlN4v+TEsNs5O2XLXkwoeOiLGcEnu7Tv
Sz+1foSiwKBGDnfx0p8NkbDlAie35SLJN/Da4v0Qab+SLNcgDo071IkluKe7ljb4gFmJIMfojW/7
bJk6/LaU1oWQDQycvFm0cGPZlrxFibljbOdtDePD5hFFD2ZwQyMBMBtWJtQcGD0nCThEDby1rBEw
DROSK6BUNw3329wxCYmm/lgAxNj2afqNJAu1r5ZcptD7Qs6Das8eeYW8lkj47lIoDtQuj1CufMmE
Is61nZZm/a/rtO988p/Z7uc+0VA4qsMYN8qoWw9t3u9MCJslgS0bFIK4Sef+c6TC2rt0kswluUaR
RQk1hugbkwfbVWob1nVDEmUBNtqbxaacBW9lWJBosXhIgpqXeokYCmmlPwkJfGwkR9HMX8qyq8hf
5nWY3S8kTn4M6E3o/Q8kSj7VdDFaW3ASe8/YYh1y3rH+EQJlbbIyuRgArqnEyUPr0G+hZxrsbdzl
xOx2a/ASGEY+KDXzfGC8aTFlF61kSdmnLLFboIx5XR/d2fkhJPZDH4lkCWs2xO0w+qaOZnJ0BxKI
mSziPOwB7x0BSdIjePZ7P3CRW3MxErgzXFU6omFqtHep3kyrglwm9EdE68bG4rFHUx3UDkVBXFFD
4HZ8A6hAxliyplw3+D1hk9CnxmoMpiz+Y3DhJsS3zzO1loVFmurdN7P0qVY5CHWps6rHmFaHGp9I
DWIjUbz1nUZMSwd/2KogGNoh5yK1X0xovD9Af93avYv8dHYPCSvT9UGwuM2LxOIz3nmPVrQ6fXNz
z5b4c50J5eH4tya3K8Q/OikzYmq8sHCVKZb7kVpc17C6NQRN4tdqrm0RkYiT55k/5enfXEeDWRma
gT/RDcZRt3fsu8wNWOhHS0zRZTDvWEmQolcy8utDwSC/6E50TB51F/jPpHa+wrKDkUqw3FbODZWR
zhdLvlprRm95aTdHU/sb176mduRNGb7ekX0ZT/0Oz8ShV+q9btp0zxic0iufeWgwVSM5gFrbtM+z
Z+ZBghEmabm+LS8uAdmtHxbXPhE7SkWde92ZGlizwKiNJbd6GtHW807N20JvMNGH9c5K+5e5VPre
cIwDtgiNQMDBAbTo0RjTmi/TtEe6wBMA/pBlW3YkUVQuyU8vZ+fQkJxpNYq0M1NhIlp4loxMtw9N
3x9xnBL/mnIUVIsNDsWAfuxRIaVnVRJF4oQ89lCGuIPvOuTsTC9k4PWmCKZyrna9ZZ7ZJDD4BGVd
SAZRrQ7hr8zyw4SbaQn7Hz32nvTKnoO8MrHBtuNRhM0fQAIMwgRWAcd0jK0378WCAZzsAWJtHLkz
PDItGEZk6KyQ6Lf9M7RBBMOlkNtC9J+5V2pPEzu0BG6G7XyXRed96A4iJmKtks1AeKQb9gOJMK3c
W3nkQFVv4R6A8w4dZmoJ65coDMkpk2FLFwSELcTWvJnKieTDUs/2mXa2+xTWo0g88IPItVYce0+Y
vG0vvgjtHoIgOU+uTjp2jgYPYjETZiRKVqH2I2+xgJHllxDqA3sIway53WmoyNlyW5DfMHQeKgeZ
STPap8QDhobUsCAlFZrw9B7FVrbmfiq/4GSNwY34RT19eTA4Cb7z2n3i/VJoxftich4Y+W96qO27
pJrHDXHosDJc46HjUN67bNKZBmt+LdWJl/saZ8QjyCF8dCcUiHmrk0vbEw/ak2zDxeGGYwx9akEg
RByLgVfdHcRP7TK7ABBPdBX6wAkJE8O1lHkiaSxYbVxw/y0qORO779JKm6rDVbwrxyzT39o8OWAp
AKxbZoLwLvgDqkbnuMk7RCiIALNdQvhGYqE1H3H/7vqs/RQxBicWovcWhq094tIGjTDqDcb3psvz
iII2arr3EqNnQKOCwiZl4IcR3+9QGWszuEUrHCDb0agObsHGkP/A9zd9xXLXG0xwWoSsOWEhfXUk
1yLeTqNxxzu4HNTcoFPwXiWV37GFYDs64bfTDccaFo/PxlhuR7TQq2aTlU8OTJCMDUiSLj91mSec
e7aC6DJ+lBDWjgl4FJjD3hxLc9/a5g7iTLStlolmH/MMPv6Z0e+VNMhzQ3iIr2tW+dDMlwZq6raz
YrrNniyoSgIgiPRSXHow5L5o69+qLx8rzECcDyxPnPIDbV+6r5Plo+Js4TWzN3ZKOly4vm1mx50R
wQ9P2idNkruU0M5xFXIGWvrM6DPew4ai33cEkX3FGmxoHQbkwdeezJZgRXBtk8I4z6Clt+QqDIZ7
sAeNJBbHXXatEeckLBAb0HxlplFz/jOa5YDomZrYpPX147avy/EcLSpI9fE5NF3vEifzm1jk7Lfa
I7ziz9kRj05JVDTEriwIO3Cv9sJrRIiKgc/ARGrNoWa6aL4a629mEl9Ta/Yr8j5xhsv+rLd/EgvD
tYPgioUnEo9WsUInG9ylDts1CZjfcfA2iLTUxtKLaoM4U3IkWCzs57sJ9uadLHUmonNzGozU2SLS
iX3PEszI0vcWsa9P5Rvv84murUEWErQWhSBm7AMQtrt8IoqiL+h+ncgEfHDDCyRyb8D3htTNGnQE
MVbo3QOaOARfRVVtpJmBJ1WO7xXdwk57+mzL6tnjKweQidJJIYWGByk38Z88KWY/OlTbrktM9gL9
iw5d4A5f8YFtZYK8jzClGgmGtHoRlIYOeAXNaGMJf6hF0MDomeuG9E3LfqqYRvvN+L0gifVj8hxQ
BBNj1QyHcRiWezPlifYktbDVPrH+wf3mEo2G6HijWnC1mGdfk7a2fUeben8y8NSBm9npRsHF4oi1
rkX1gC10x9QcrXghznn/ldaZcwE1SppHGyzhdOxQ9G+Rpjc+s4C7JSZNrZbRyR7g10bEQOt2HZ0S
K0HgtcybMW0+6qF7AwEczGsoHiXXEJCjce9EgGebcD5yptYEtQx/QhUbh0rLvlnkRidmzGIjImSW
arSQzZmav8gheR4c+4TMFuSZp8cbUk8SoDJD2Z8GS/2Vefo75IInxhtoGKZhjQ43t0n34pWV9EG8
5r6X67/5aD4x5i13dHMTvZSDxjv9tlUxBEUD73mfW8yTFsT/ux4WWhvFZHoAPkUJkaqTJMSpSpkI
VXnV7IyMOX/aauEuWQYeAWRV0NL3tZ30Z6eZD7MxRJz0pjz0pfeQxuN2WMdWtqOmwIykxNvRyy1m
EEYJKcoFa3T2sRSQxKkJLWtYrnoxHIQrSUrymIWHilETDSjrHn1Id23tgBye5pbNI4Oeph72rSJp
2+xNQoURTUZLo/uG+EsQuXYQyfPsAKZ10ukNed9PbZGG2Ug0SxZzkqTHcG6bT4CSrrWD4L9ZYInO
/YL8c/bmu7nFtnMnOt7YASXLltxJwSbBZEotMJKL8Zs0hbuezdqGdJd412uUfyWiWuxmEJqw1W/s
fD70LHc3rdE/hsgjKJ/dnUxzSMzJXY0f4Kw75ZfZ5henzi1EvMZ1UPK/DpY+qofs3h4aj6EmSRVM
48qQREXwNIzr2MRBZ/icikvToUKkp1Qt/W3cMfhyaDrirCmZBoUBo7ee+CU2mjIpL9LJr6N6qcsE
C+mo1QcgzuNJrqRurgS402l8lQWCD2PIKSh4PmEJ4FX0azcVHBwIyIZW+52F+aZijXxXq8TlhUPR
rVnwGtgRCDxptshrrvSQJJAOfEb4WH/GYXuIcp78AqU5wegmw72m0YZTWq+DWeJrZ2ZDbp9fdGP+
GvRaPw1u+cUwRgfcwLS4NGbwHeUdkrpX6eniULXppykq2DDD9K1kWWyZ//IUdMPbUGr2xU33JCMG
KfwYv5wGl+nxcva63kR3Er8zaTQBNYJGCRNYB8TbJnuAd//Fc/OwsIZtjImYNx01wpA5ZGTn2tnR
G/Wu5e1Br61wO2qq9G0r4XHBf8ch+YTOSttqQ/Q16qN1MMsIhyL367YEocF2T2egDfe9yfXHbM2V
6jLBFnPOPxMoGyZUCDXTuSiI4xE5TJvU4bPYlMZDOpS53zXl4M+iu2p9fD9oFbmeRHhLINKDCyaX
Y/dnDHWMhQVX6MxK6z12+vSesAeWMZHZmvtQrvGmExm0GZbY3SBV0K4pbK1Sx0KgHcNg+Zw7xRxo
o3iH3Almnmk11w4EYLpcGh2GJMP43mrdh5aXGdEBghjJmRHgmBfPkcZjqozpWhqnmkDwcZEYQchc
ocsRPx0JHKvf9NENUQ215K5OLTEvSpgZqSNM6JRHdYrYwsZRWAx+W5ZQV/TkXZFmMGe5OkiTQF0n
JXUszNdpd6aSBzeBk08+y6ZnO34OW3nXOwPRf+Wg6OdbAhnCZrXzt4QNgQ/cLlX4FaehIvqC59cK
teQ0LfbTWKVaUFgO8J0aE01qLE9mlTy0hb7jA58+AqR/7h3mcMP8NquhfsZ3GlTz8IGToSLpNHkj
k6ufjPA6leGViNTnqEJbZDfhM+sNGj/zK5mYv2eSelt9NV3MfCo0ysvwR5EOU60u0jxO6AZ6oo07
d57IFeiyS6UIeCAYKt2BgOF6pdvlvJ5/m5AEdzMVlwF1tpzaT8ObmZ13/MEiBeSmjPCnbEFAj2TZ
I8OCxpK1bA0SvcwvRh5m/37gJd70rHxgyofLfiiiv5WbrjVf/CPwoO+tJO42g+kFmuU6+JeokQlu
yVCs086xyiRt67DUHe98VuwzQc+PFBAo7Hcr0O61kkveQAga6g+2qZfbsjI/0+F3YgiwGSPdIA6c
QEJAE3KD2Ph7IlctKWh4xIzotPyZow5hwMjgM7fsP6lHw50ZgNoF7YPKxWcZCxc+XXg0GtZMsoyY
KjKHrWeqwCzdVxrhXPgUiSwgEfWKZMNPRis+mIgtcCyBxs6IO3cX+6VVxF4MLu14VOo7FTECjlQa
iIFE0Ap0+KEmMGyzYMLVUQVsFgIAZx7S0eKeQ0+j7bDEmy59MaJsFza8wN3bW37Xit+ebYNniO+J
1nKz6J1PAZ/fD8xIWVcoavwlOqpaZ9SFGIiWS8RbJlVM6ScujFaQzD1JROjlmxDRm6VxqKXNO7hS
7E+mwk+vitdQW7jwNUG3N5jo7V2D5r4eTo6e/vZxSGJvVX7R2b25i5MckcwCPVDdU+e5zb5lkJ3o
hrUVk8t8kuRqqb5ma0XBc6LLfHodZzRK5m8s+x9ec2PnpIzD0yRqPmu0zOYUhjRbHVHrdbf3plQ+
5haRg0SfJgOwkKXes1KC2tkRAMUX+ikdlhdCeu8ex1WbrO02Ei1T+y+d0OD09QnnzsA5sK4U7K49
Mn37cGuGzNKkLx6a2VcTHzydJkxnGhjLwQocmxqJozKH8pU11lVIygIrx265MBwK6HE/w7mHE9d/
wvaefNSBjEAk0LFwor+mvAOsF6VuwP6XmwYIEKQPH75ptetkxdWhQpaJmnXJ0pGXtjGTXdLFO8tl
SKJmOisvtp4XT+Un15jeBzdO/CirTszTSEIG5R80iuk5UdJdONvXluUWkXreTiHW8g3DQCnX7XV9
rK+QuNiODbslRk3tkOK1bzoCuhWJw5WM89dEMTkBl3RCbLGxdaJAyQQEESQxZIXxYaGJ3+rUu+ZE
zkeSwmjwlItmYFkDfvE2aS2f+q7iQtIShgSesBmEscjdOmN1ZwhGBdRE07aHuJ/h8/GF+jaFZ60K
ugLHk5ER38UQ3q5nOiEjfmpsc89mNwxUg3Ohp2RMiKmkq+/2VlXIbWZmbP7lex2PwPTQeQuBsBnL
5JG9B76JZXWiksXRWtVWuvkRrhWWyC1kv2YLMvB3QBPvjR8h3YWnO8XRKOxnM648pBgGQ1WKjy7E
ns2yoP5uaPHn5E+vtyRluHPLFpcPYsRxoiuKU+Ui59BGopx50YvY4gKAkkBCI/r+EEt9KJnPOy51
6VAxWR8XA6jESFIYKot+hYTwz3EasElTm4y93BasEWOBniiWzKVj62bxyGQEpZ0d0TgP7wXyyYrc
u6e2yg+j7Adfa0Mqn9o9TgwAaOQ9SjVgWBxp2X7IP+s1G5sgwI+I4LGTt84G1zGK3c44O8amQtzl
Cjak2K9qU2egRz4hyqgNElSxcx2Chgy32TlwwHa87ke3JOTPqokaj5fiojqiBdiEb4YWcmhPK7Wt
CiZtzAHjKcu3LlwXf674PzkOrwEGEsl5J580vL5eyx3rTnelHSEN0hmU9yhbkpSUx6QntzvMp4NX
EJdhVWzzO+sd4QWaTYdIdIY3kDZExUNWkPTRs5grCEvejXZb7jxZ/k1xoOuNq0MxmMFLoWkdEt58
d90aoRAor+jIdw0RavzprGRqh5efRpqswEI+Dl7yPq76ZItcXlOrMMHtUUc9epEVPtq5YJOdL1c7
cy/dRI6SLquzLbUVCNb8l3sjGYR8S1QPCwG8EG2KqGQk7GlfEaDTfQNcaeNhC8YVyehZJctZRuGT
boLmMwCWTXOjUf87CdOgcEUlGhQQdQj51KOI0J0Te81qg+hvs3jZcByhuciYGVobuYiZl5LAv+J7
ghfgh9DeaYT0DrouYSdayFwTy0mB1H0/UwNL6mR4Ey1eS3g1vTLdyxAS6Uq1gt6ifUGAczbsyN4t
C5gwgIfOoQIRxufGPc0DMVRLNG+8tHqsm9jeaSWldtSbn7aJhTx9cgdNCyhxZMApt2kVBNxB6Ltp
qpc1A+bBnd1X7uPqiE0KAkMjWNN57XnhRBA9RbARSYJnk2xPCOsvrVy+WWw+tXQnmtZNF6+cz9h4
bb9Rs2+19CBKyc4vuIN7XFGnWRl3XleTRK3KF9HYVyHc5a4doThF3kiYQtUdiRADia7NxZbCBNwQ
c4+oF09D3EDKqGUWoAzot9I5NxZJ6ygMfbsU1gnvIo/ClIW+O04HS43f+kDMMAJvoipL+56RI/Um
MwOy9Yydzz57uSws2pasEAFlMNoJiCq9nYrD8pqX+ueII+g5XC0iU/Yde3lxD/jsrs3+Tvn4wKhC
XWqbERKQe0xSU47FhqEO4ptTBTg7aKRjMTOP/6Rgb9gYfowgMZHYdtjAsdj6yDH/Y6EmGXjE95ac
wj3hNxG0GuNVS71rlhZXQ4Q1Ck5d26Frfoww/iRp0p6tgllprhtvipQTdwa1Uvbqd0i6IkAaonFJ
8E11H3BnUKQI9NSq/STZCu0JZ/Ri8xFOcpp0D3xzxLN0aFZVo70QymYxrB66irzH+aVzdZtegrok
K+kDCBzbxpgYzEKixlHE1VYYuKJIVrAGl5cwioHzglSEPxv3Orjbmomki2XHihjPoNgLRozw3EAJ
7XOEgyD/tUrCjlFyfWoVwezhYgQSjBUNcfSCcxZleU6eDIPROtGVj8urBZI/SlsGEfJUN2bRYDid
vie1pDND98TiLchX8f7MoqOPx0ej0vAH6gLhSOQ5J0H0EogYp99nDiI0tBefXqY0ogLXLPRM35WE
paJBM1YlcHpJqahcWwRi+i/PmP+aw7MetSyE+ThPDTGpmS6ix4zgumi5z7V03jOKu+gIXzaGp9W7
BEFsUHRPtVvOTP+SZGOE9gkrcxhgmtiEg1EeKkMGeFLsg7VEPgsaaycKEtQGQmDlenfbQ6Eurk63
P5ECVKXguR34/OgJR2gyc6EVvqmRQkeI5aai6WVzhsRDfcM4XA2yfeV7M74WCs49LriR6ENrTk4J
2b183nh7FMmczgkiT3dupP5mMGaEbBkh8aEaVHjHLjjZ3jybyogjJPA8/Pytwby5VdXj1Kvr2JrI
2SkfaoZQSIDjaxHG3i6ia4ffwBhjuu9LgKnaaiJhoN9srMnRDpoyPtWyNZLnkeF7xF9m8s1MvypI
zoKTSS57vMknTd1FzBxPk14/iajYK5ykHHitd56q/sEwetpTUfdYqZ0PyukG9cmlyfBs2HkGHwFE
8bVB2rppZ3Wn1YM8RZaFM9vurzXet8BJH0ztwZAxtEedOZvo3IOgdtostRbRMLo6FjdgwHKqSRCd
XS+4cS4qnWhPs42jB0y+coMkA5WfB4FiNfZBCuLtQBWHNAm+zsQHTkwLqN4YFFklo/7+huMqM8Xd
lbP7ZILnNXj2oSDbZ0cThPQYGg0Q9D/ROPbBFSTlltJRe5onVJYOUs6CZT9Dl5ebLtQgrhQaDpm5
4M/RpcTeOUZJv41QiLPAZ6R3+2NUh9kZFbC7ufm719nVylvu05GP4dLhqEuQPqNVe0WeBIAWvGuH
eYqhIAx5XkUqsyT1MVWlnM9e9FK17lq5qO8JxJCluXudOveRe6t7RINtMmSLuS8Lg6zY9YUQcmTk
uiAFRPoKJxLBeoas2R6ma5a4/oJA6tiieH3tSmx2S21tJgm1ogqxWUYxdIMYKe8rABX6gUV/Uqp8
8gaQZqamtrd/2ZAVLou2U5ewSl1ujgxbporLF+V9oWam8Jyqbn+jDlA3JzuAJ9KP+SsG/h+qZtYz
jSfe2ypq0TqaWK5TUk5u75idVNMJIv+DnMb5cpOkwiqxtjeU3IgEghAPEQV4HQtgST2Db3S+98Ak
rHvs7O0uhMqCVWhOUDoa6CmVmZpbs5F//+HXCqu3XmxK5nWUS6VDNY+zGHMZw9IBtIrn4BUjGTQD
Vbu6aG4/lAtDnrgXe2NoHxZ2Kc+Tt+8mls4kp2sHqNtHnRCSp4ol8JbcDHaYGrZgu3Sut79PROc2
9oTzJic8ixE6JKHle4caRzFi92/kGIcE6WCsJljtAItu362SSwjTpOKfMSfMh7NKXzFzQgqLM0Sm
N36vrjBiguLAj8tFTU2ay13K+OtAPfVbVtQQMD24yio17yONmI3IlcRfq/xl7OoRE6vX4bDDiEN8
rh7w8AgusA7TXNu8cEZ+WJ2uH+WEiAoZiPfSlcd2tdkNwLNv2SgF0S5+NkQhBRIodoY09aYunBnx
dHY19G7aWZgfzlblgKedp5BUbc7HET2cpir5M+UCpxvz3QGU1VxwK+UYhXeGUf6uBJBzvVrwMODA
jVjmFI1oPF0Bi+/jrk7uUCmiPo3h8dtLnj2NlhvMqQHnaHGejdUR0ndFc1/ys65FlVuFJUQfkyxO
XbbfQ8iMGLVC/Fgak0BmxVuX2qxbpqRf/kwpFV8xPpSxql9n6FS8SFN0zco/jIXH67gC83OTZC48
rw/T6HzowqKDGaa6ILD1xhDpyBCrw5nIwoYyu10iTDfFfMbu3j22FsXijZ5kxPaAVK9CWZsXUWCV
iK04euxzsfxo/DqhblaGQZdPFxKOZwcSwC6OverNrKpdSLTyg2lmFVz5ggupVw5kmXS1uONTRWPH
Gtuq3YOmRUhm1023KXuBY3ScH2Dxs87AV3/DwyQKOZUdp1cjT5WxLW5EFm7f5Ixcrb2YbBa2Cfix
XduTo0vk/GmOxUQWTP16A6w7cwLyMRfWXRs2C3eX86DJknNAGPl57lrS/hjezHOM/LFLLYxho8HI
VOlMwz/aYaJ/TAe4NLCARpSJmwTsWJATUl7jgztlDrEOleflgWUAhI6smBTIyEtPsqQk7jmAHwT7
4tUDfXtRkSb4dZ0SvQr0j20xyXkrYryNYRwI5s3bigfw4M6jOqDELWiTV6WgRaR5x6wqXmFdEaQs
Qzj342rWBU0eB6HA7Tw6munreUyjvb4lYdxhWM+YyvPn8IawuCXqMvaCcsVjYgUxJru+ErpGlmUb
skmex1NlSWNzY/VS2HmbchzLJy1tnaDs0OX9/9+OdP0b3IFz3w6sPWie80Mu4i+k5scM23syVe3e
YgrpT5UBDh4Y+B2/EGRec77hqkl/7J/KhIFNUR4TXb5VcR/c8FythcL+RqSbigJlRL+s50b8PJVm
u/Gg4NwORAyVoC/KPLC7HOlATftDLAVNcuUys8LgOU7RP5RaVfhNofTL7bKtEuuvHGIFySMdL/36
w6DjgYLGbRzS7p7VyIVLej3f/++Hwv1wzEq/r8fqaWSWQL3Eb1l2+LceQQrdfraItKR4H4dgONAR
zH9E6La4rXvkCDUfAjlb4kkrO7/pW/VZ9tS4iAnFNaqK5IKGgd9QDDQkojXqnrfeQILgTvMfaZ5t
FXvH0hnITY6K9E8+OKxqbY3OoiVb1GjWiJZc/SVdXnwkTnNR+h/yzpNfiDboOAxG1P+oQV0l4amF
v5EeY7awcQCQbvOmaTDEkaJ8MONVToOrppmiwMhQAVhIDW8MmR6BwMZgsi7sZljxjuarnI23rCjE
tU3ebgdtGHo5JLXuD1mG+pYzxbuf6pAvglRNaIryyQRjMWaWD2GXS39syiuiskeY9IToiYhvbqV3
akb4OWIBOWGADA8lSD//hk5Q0fgwrSa3NJ3r46w58Ws5e08zEPa7uTGS1yExmLI5KUD39TfF6oeT
3Oj91FCqLxzcvdTSs4va/FpNWc3sDVf/0gFv1hS40To0UNQ6xKb0eTvtx3TMHruaw7izmOjO3HTH
Nfn6HxstHSEARGQkgt3eIxGBxh0yIkgaRbQrVnnNQG+wRpIvpX7+d+E3rvJQtrOswuin9Xwpk9Bx
RRvBvzcHv1RFU8x7vc2ATOSlg2sbNGRXDq8pQ0dUbpN2nmIcK2h/u0tkwZJMiMNe6d9aVE7Q6BwL
xwoIQo0qZFPwoBxugPZl9pYjcwoah4EVo5M1yTc4g0eHE+vSYBrc6H3rHnU9a/xxJEF6xHbuR1U7
XZv8v1uFU3Cv0b7CfTLH3gmy3MjO/+73KnPmh8qt35QlPea3nEaxhTEQwUfji9R4qknfuXPN1HpK
2b0uNvnGnm7NlKWRybBmONpey7amFyFehtlh9jiHRz6U7XbwwnybYDDZsTw+6Siq7vuwYi++fsvs
ktzHf18CokINvY+qD8KJ6vcZceAqtgPr0tX1SUvXTBVUric7tt5CLcz3RsLeEW0ATDy4QjVK+4PX
temBK5bBEzAjXsv1LxG18kByzBqyUD3aGka0gtjwM21Vgo8YLVVb/LWgEfTdUL1ErX5FAmgzA7L5
GQX8VsMZ/1KO9FZaamFzq7tLapfNPa43egYeB86S+Q8ebzhs6/fk4KoalEazht09YFpgXOrK3o2m
3l5u3JhB1v+L9PmHJBNmqm+sMSq2+YiKmQ0/6xvZMNmriaaJrb8dKwEeK/8G+c3YCIleWI8qqsEW
FPKIzOcuzeN6e8PIGCq1HiIVo3pF6YfW/T+AIjwd/Mco4z2uaTAVrby/fSkGQ/Z6r/CtcayGmh8P
GHMZJ6E+6/T5Y4jZ3RZdd48LRz574yukg/2Sp/FXlFeKONJbwLntBZnOPgV+zf6GSR1U8j/sncly
3FiapV8lLdeNKAwX06Jq4fDZnU7nTGoDIykRM+7FPDx9f6CysjKizaq6972RhaSQSMHd7/2Hc75T
bLvMusqO0D13iR0w8EdWGLCBoaaLXf4fLQv2mR4DqGRv7o7u4Rtg/H3q2zG1chW5BwMlEl7KBBRP
BfMYXCCAx4Zy8rtvU71pBoglEI4vnRpiKnLa80TuluAIzA/Jlw7ST6L/344FJS0aP+JWfYWyfQHv
9+EgDunQ44dyHeSHVTtueodldP/NHTDS/DBkUBTRnCWbRvgpfQklsrN4jSENsNCoxo9GR9RSZmZA
aBJROGUI5eT3f2o4Q5i/1GtDVvaz5REK46eJvUfhYD/3HgHpk1n+KBs3O5cgrDiNOrnqSsdaGwsC
08awdAqT6nMUeJ++aZNTjY5Fn1r4v9JzH6am9dd1/UUuI5ZUk8BqR5msCUHUBoweB5Y4PVpajH5b
rxDpQQvDRxvi0G3N2VMtDCzkqPyvPXMXOej+7xQqng8lOmKQBKN36tpiO1EhItei0hlClETfLYHy
XP1A5Ig2t0hMh9G4L0PCYoes+lDVpLGGh8thg9Nc1Vw532fl96nJ6anKzmQlfAKjJgMaQdLfBihT
nmRw8P1d5UZ8QtQbrVsFKNt2YSUNmuXDujL3uhF99YyNCRAuWK5+J/sMZ4Qoxd5HzrObfOecqDZ5
LNozFb16bUVB/VM7ySNAEPf3uSN4Ayx/sl2sHskcNVtP+iLgY+tua68pj0or+Tg51oMAh1K15GK5
cf2JK/Ns6OzKE4zct0PofWE6MxnEOV8lpMJr4/QvcyK6LRRGRgOhCB8lMZ997OxmhCwByujuVrYa
ocuFAADOJpTdEU7PPIF7HdGQFXGIVLsDJbcU8FpLHMn3oRLpHreF3a756M6XyJxZJHKSDS7v7j6e
dmVFUTU5mJ7tmIlvWTqHHoHMWfjjj4jAu5Nrz96JMzKDAMPOK+eMfVCcZ2ExD4+NSZPq5eKZYyv9
meTdnSgKD20IoccNMgPFVH8/KaO+eLxtV1nN6myUnbv+vu2XJTdjtun8/T1P7UPpjepq1BWzaYO6
4DvlxIJ9f5hb/fB9mdmLfboWOh9jUstMYlqWDJLvX52q6I20mB68oz/wQFxvk0T1vTQGk1fZ8492
PtyJ3NxXS6xVpcy7ZtAwATj9MTEXJMJ8BlnSbVCfElkcTjOgCCqonPbPXuAiEI4sNos9lHuIi/cG
dNYjHxh0UXNHjW6Ru2LrfX33X7+R5aG9J1GNsWQVX8NlpDDl4RdyMXuL4fqT8aq1rQdp5+SawKS0
ceoGbuF5R1rK9x65Datxzi7NyoiqUiFqv6WqiEvv6CRgFwbDvbPK9AE/XAtvJvIWsxjHSePEa7KP
WYNhbGWA3NdBqeeHeGzIlOvy8KbzkRdVXqaubcRK1uTSaINRNaSX58Mr2koQ01i2A9uqvmYECIcc
bSD3VuTRycXr7ziUwtfY/pJVdZhTrJHcj9HOJh7gRpU9ZQ7bDCwJkNJVGCOXG7e6HKe9VhHxtrDa
buO6uP2NJLaFv+3ijJA1QLBLA53VjAbh/KBkWqJWoe3Ei1uBxhrUFVuVlAylqnpysillCMdERDPS
Iw8GGkWHl/X7l6awe7Kh0wR2YZDP5dIhN37yo+rLXV7kLx0rzovW2D8yh7mgSjn3S+MBbeDwZPcA
4mS3EEW/DxJG1peiZSqsS9t5zFL9Jonh+relDQW8GIrD/1L89QmzS2MV+1VFvV9Y8NYhUv8v3YxL
l/mPzXUvbqWN9VzLjwZJDwxfo+cxshlGzOuKMmjEXJiQaIKiuvoC/ZPMyQG1y54J9A/dX1SsNWD+
ZoKAWXmr2GL2MJB8VFnNMwGQLCdjHH0oxq9NKx4QU26wTHEdpObDMPofynQ2pQT2M0ulBVlkXxvV
nk3oHgzW+S5Eus8xcEayh1fn2sWKdeInsqEnAgN55EtIkVfaB8tN8cqbAhFtNtzHXbvyde7hNKwf
6PQAErHKxbLc+pKNwRJXjganTlomIdNGwz+NBnkIM6zmMeFB4EsNj3VjZbFWmgkrEIWxiQyU5sgp
NUsn+svjmRLtuS/r/yFv1fxr3qqp25ahG2wsheEYxl/zVsu6Un47phWjZrkemEFdpuWHzLtmDTV4
JSbFRokfXEPxg+P+46ffvxa1xFHqPtqUGnH6DSPVoxVVkAe0MidmwdLxA9m2dff7B0XJKQd6kb//
7d/+4zve+/9Hgj9OimjvT4mStZ7uf0WJLP814tsk/4Rn9Ruh+38kgq9+5RFAmb/+gd+R4M4fQidl
13eQb+uOSW7H8Ktp//3v5h82AEPH93WTHcoyO/lnILht/GHrNtEiLlnwug5/95+B4ML/QzAY9V1L
N03h6P7/UyD4X1J3dDI+HJ/jzjY9DLFEnv45NEQHPJ9XhYO7DR0NQy73kjU27Vj+GFry6Kfiwc7t
GhW7ffiX53P9HYP0r0Hf1pIf8/uXfyeRf39lx/BI+9aFLuy/fGUoz8wEPc4pRFK4T+HopFr6SC29
M+YvZZF+QVFk58i1JU0UAkG9R6Up5tsxQl3uH4tjEsXhyjX6o28NV9cabk/NFWHBjddcODD2ohoO
UbeLLLASFgI4vEXldSzKt//+H4Kt968P0TB9wZjIMvh08VLbf0legdsaYs8PCVUX/oSrMN2WI0uR
zplfuAiNrej8j57A26Bxe3+TFvOhATy9QxnzhovwYyDhQSBOZO8gzSBw88jZW2H2mvaxopYbv3qM
boFN8hd/b4aORktutBnrjMUgM7Z8lBbY1KMwztYN55mw8lNiOb8ieA3rZgQ83A1IHmv6EKuCO+Mx
YV7E3QjZ9eFH78fWKmbV56EiLRHKOXXmIncwz5rbP4Xll/XKHTLoJfpPgiji2of5b+trFJ7sFATf
MIkbYcDYjfgY5jma/4WdFUhIrJ26cLhKRzshB0yfE6vGt5J2iNE+xhbs8JQbLcLxPIfNMEPocx+8
riT5iRQES/lffNwO2CujXRmhLMkqJFx9/VYhTzhqXnId7gWqlqIpyjXQ/nk1e9Wx0buBBiG/ceFt
tgAYEeejdjZxmEUFrt+sGPLbtEES6xGxgZuwDvSWkFAK2f3csjSa08ynTR+GizVywGLuXsakq1qh
f/JN9oh5x/BUZAJTvBetcsLSaFvS5WEc7KyDVVklSCQjbe8nsqP0XeCw8C53giU9pQ1mFUV/UKUZ
7DzkFqU5h/QG81aLFbtEkOFrmeavUzfE1LG2Fdg1oQpVNT+q5IOCiVmkFT34Vdgh/UvR/3nmNWOV
rjcuhggmWjWd04rSFFNLfDFra6eR1j0kqgmk79B+OfpD0nGTuHXvHWa1mactC+YhPRvoQILZq7kT
WeBZNfoUyme4RSOXN/KPPc6QboWn0QWbZW91gYlSGlD4CSZg0d4M82M50lwV0HSgBZ7zKGJU671N
kfYjtGH390JtUJbgfbenvbK/mGyiSteSbt07xkHW8k5gxbddtYOVude1zLqQXo7ekQgDZMH5lYn4
obPjdAGEXRosEIUFGDxcnL3jtA6d6gEGLvWQCZugdqevqo02FELGaiJqfuXe5qF8RXrLgnc8OMz4
LcRWfhQihendmjUoDkmIB5MGS69UNK3jOGdMZ+v4NkImMtFortxJRiTPdgl1mnmkXD/3KCRXSZkQ
iwEfubWmfh+F+rYtx/7KZtXB7ubZxtGrOzJZ02YTQWSEKBS/JAbbuGHM32227oHoNACRxVkYeC0n
V3+N2nodlyVhPENzELI3T3WW3VRmaW4GS75Kw70dXQCYo+0RlUsm9qpYhOXZaH/SmJeBU0XmGpn/
W453lIj5uXX7VekzJJfGg1/UjH9afVinXnV2Jcka8Ujdxw0VZAB4qeYR3A5FD7uMlMTQm4cdGbMP
0llimwFHpx3oA1uKrSUxuaU+g69Sswle49ORMYRH5oZOW0oygU+yd86WRU6W4fOG1dHdwv+dTo10
L93Cb3Km8iEuwqNbhl9g7jImLMbPXI15UOSVjz7R7lkf1REe03pnRVa+RcSkLWgLHp9FpkZY4N0V
oFSY1agCj4zl4wxFLYOKKkwWXTTIILSuYQnOpdKG62KScPWJ7O7COtTIhOCwbHhnYITBgLUxaJl1
T7QH5SWPbB9xVCiL4iFEayaxnPreR2bg13FSw3kx2MKNP2Wu/1Aa9IC6aMNdWgCTE013S3DIh2WF
wIAN606PphzIHuS7kWTnQBxFPr9YbWkFDK8J/9bu7KT/0LzZvIdQi2acj3UaPiXYZMj29kbWIIuP
AOez4ainWiOFuu3LW8Z/N8mAHAlQxp0O3GhdvJoutknIxujyl8TvikfFroJXRbptkGsxBoM5ex2Y
bpGOgn7KNe6ySb4glUWQXHvGDr7MJKGVIP/U8NJXT4ZaBpyg7w3/ubA8XttJvo+J4uZQDDB7mOgF
X+fcCYXqjuHVOnQdGcCuVR0CT8eGkuHEzntqGM/QsFCfpFgDGE8Z8JZw581I/zNLHWsPBT92RBAa
7jrPKwNdDNVH3ZK7ggW0zxX8Xm/dKAlg81QSU7OFa8yQv9Sf3JQmxspvq6k4wE8hgSukAPZFAWq3
IEorfOu03NrbMDh2rPzXXTlLdtra15D4rymnBtay+QGjXXgoIMPt/JBpk6MR59aYaiUba95iwj55
c4jeIlTplrIOZ0/3BjfirdM9LfAwBnBzLkFvCGPbDF2aqBwYQ+xkcYEEhex/AKcn42+M70jF9Xaz
l5wn4r03+gyyzyNkqriBhqMHdYdeNamSl1GPl5OgatdqCBnQDoGbZQVRKfk9IpmBD1TBBquGRqRZ
H0nOtkJGOO26gGur17xHrkr0LahO8v5QZoiIGZ+sjAKFgsegZNk/c8Lih4pqoa0az7qmvIKi8pw7
0bSIfjvhraDAyXWeTfHWEOkS20DuS9FMRyEtseqI5CYrFHyBJVlg9SOyfcRWrG1o0qrwnuzOjzb2
6dan0cMi5742o/tQkiS1Lory1OOA9ftn6jX+LWpa2yLm7YI23BxyfzvjOi+8/hLCIzxATMbZiYs5
K+RT7HCQtBN+R3c+sNvlY+Tolw7V300ydumKSChvJ+NDl9h4+d13I8XboLc3VdT8iEAB1yPnSubG
BD43YUAc1rgCKfwZYdhD7oPToBp5HlYXXswiPYPpOJDmqBHUZORbq2y/NIIqNYaq3P9aRngPfKi9
NzCn6ZkjB0x+25s+2pnmrpuGS+V19UMymk+hHqP7NJbCxcyqPcRDMhVnMe7K3L11bEWNG083qYUJ
k9j5lYVsH6jKI6LoBxgDHh5N9UzrD+UC344et88uXhzs5PYHw7WTBnjTLG3IiW4wjO2n4ZLgHDGP
JwvWCOLSzgIrK38wBsJ9kPi4lwaMVv4MNljHe1wpnKVIIAhUhb6fau8eLGqeEZZrMC7Rst4SeRmk
Cce9N2T3to1Ha5zKXW8ml+WbwYOKCmHcjEi5etu87fzxpW69iemXW13rxFrsblAIUy4sShfL3LLo
RTeqmPhxQ+4ah3tMBxIKFPXUECS2m+LmqbH08Ygnco9YLtnlU5ztQfke0OROo+q2TMXL9S61an8d
e5wsqsa3AefkdRwy56GudhCf/LVta8NWLVNeYbhkio6pecNJ8pB6EQeyEYLSUMPBbqFDUWy/NLlO
Qvncci8Y1WPMVnLfYWSChkkCMNaV+GT6P6VH1JLrdyMGjZiBniO6o06KFEx3i2REACZwO3waEb1B
+RajnvFwJLkGIH7MfEjtWvOnmQzF0xQyfXHg5sjeC/Kuy/dUqL1GcNdU2cTWEGqrsTxdixo5Carw
w9Dmav1IxWs8cl1j+054q9kj2qA8E4i15sdOWNqL6zibxBXNq1iUqTVxFNvJ6WoYidjP0gwH0bdY
i8XcMWFhBPktUGweVrmWP8d++UbokoeY86WNU39xK1sbg68W+tGHvzhPYU9+pnbq70nirTfREEZv
0IB/ZVXfQjNk565lzo2WmXfcd/NrRbydnAHd2KpEROX7FqpIAoec1ryQ6DXuRqyjJ2xFfK70GBqz
bPZlOAKGi42Tjtacuo/UcqFX7zqOHDq8zjvkWEyD0RoeDCI4lCmnbWTXhKR13kweGKwMTTr0Yz4P
0AokV5M77JZQhwSSRBo65j5KrIe5a+YbuxuOqWH+kJ65xWWarCqWMcy8MKkmtOD7SpvQyuWDv4R4
rLR5sex05uc0MJhSkCkCmXmvluB0UlXbUc+nt8SQnGjyci26Kdr01Q6JIy9xNMHrpEzVIS0JjaLu
+wdnEsN2sFkfhQPwFHAd1x7R565FFz+QHCYamJ/O+CYWh7IbLfbvZO/r8imfmPcXgEVONpx1mpAZ
YbTxipwHtHEI9G2etcdaVSambHiPi71VI3qb5OfFYi8KFHNOdATXWsECIEahzrjmUu6CQadM8lB8
rjJZVxeyXZ9GGTn3k6zRyJEg0Wuf4wirxtXOCNnn0zA7n1rOtRNpGHr1nv1ZTsQYpzyQr16yp8Yx
qPkoPerKp6abE//YD7V/jGb31fIj4NzDHK6doX4ZVXJb0AIw/xQANXAmdnZxyvwMMxtFXjl7WzMd
eAm7jnzVTO5UBQd1qOHzDCbcqNC/SgSP5C4jnIKcfRIs+LAjJPqu0ec3vElfeOlKUFDJL/q4lmOc
UkHWjb/J+/GsyLtZma5fBX0zoEAsACLkYwX2WSiWly4i4zbstx3+OwrKGfWmhzxS080lkZ6PfuSC
FLcjdcqSUnvF2FQhfutZu1tWfWhjbCt9kpGaVQO96FIaNuF07Snt0hiiW+0EldnXm6LsKKgBy146
Q6FTe/dwZmw7ZwFd60t0am+5m57OpG5JqDQmA2hsBKy/hyQNQNRcEKNGH18BO6VYkqjsdaffFgQU
ocZnEO17j1YFTdCNPozohN0uXeVwu3rhvxhT8ilmPUMeLLbz5D53aasO1WelKi5sbdIPXIN8hIFB
QTK5ar6MEQ0VJ3piXBZZRGVeueWqqzBffCvxD/niowDU4uzYFtmhmWzLvP3MeOHNDglO1T9aonFv
KfESxwRWPoEHw+gY+Pm3cNG6Ohhz0bhCC7FxhwokJg9ZfwAK1NBfwy5AlWyza2r1+NVusfQ0pnH2
K7kf2ljfFV1+FpX70zINiSSUysNG/InyEsiCUPox6mc8MgTbs4HUL8SpWGuZ6PlWEg2/cwhyMeyM
YM0EPTHaEWyFLNrhh6sd9w/6wiI/FfmyFQczjgZXERNbdm/FLna4iFB2kmmPHI9tTDYODz0wBIHz
do5r96hcRychxOdBgQBi4YOQMzKosl+9HgqXVYH7ocET+95eGDr4JRRynJ2Wh6+lW2o3M+lwUktx
dadIkZPY9fes6I6zC9IwTDCHg2BIZf4rQhzG1ojeZtlzaRWtqlemya6dBE8IclbnUkpSQNd7ry3p
CsvbjJXo2gWCROlwExKPAabmoTJML5Bm+mWH2iNuZZrR5TNn+7iQeSn6c3LQm1hf8S93Qcb56lhV
6eV7n1S09l6fM+icht6tO6OPnuKcVFWkuv4KjxVGsqh2WMm35n2vjH1cSftUOdq2GhQ6DsvpD3aB
E7ewUkr/vHuUmNMe1UjOGrGm1dBdvVqzDzysLOiKBr5hS0DQ9/8k6elXjdalQWjhyI17VVyastn1
ECguQEmCyBgamOqgCZTWYUjy/GsWFc06xF25Ua376AKgO3WtuwZxxEeLaKtDs8QmRvVzh832+vuH
UDy3iugptMO6qY2BZ+FtSDJsQbAzb2eTxDviDfpt3hs76ROkTVJNfAj76hcapUcfezU9st0s4Ln7
NEGlp1dZFMTe+OgP5AV108ZkS7qBj3pD+WJtPE2+KosPv12QTDthirwdZXue4L+jV6HxFhVqI/PN
Gdobm3DdAB09Ek6Da/w7n4N6R54YiGD8UmytNBdXfF5f5jEt1+gIoqy6trXzJbv4iTjtYVs7KCjL
FlPXbJG8U827OtLvm/KUqg4qqSt+Zig88C7sdCu5iXRmeoB3SGBAl7wOm2kPZpbdjKCICZdK4t3F
Bw+hlHmLq+/tiXXv1OT0lgjDMSPQkIVy3kaG0MFZAI6NEp5QAbsDL6C1E/7QBpED46YgNwalLUs2
pn8CVugpkdxdvXQRFaJACYYe2HvZloDAypFzQmf5rtKg6LNjkdO+ClWj5Q2nN6IY2iCGqkQqEsoh
ffrgd1SQDA1URdif5jQaK03yEUkK8u0myoSuHMBYFI9mYk+gXfBeu1WGPaKxjI1jhqi6DQAUKD3y
aXxnzs8Hj9oEdXFGMHB9b/fVpzDsZaYqNtCAnEM9VcBg0QqaqicvRN/nmoaaXQ7VJqkCGwPi3qrp
3FwtLk7g57eZBVkEu93PUr2XfNmL66gGcIm38KlTAnbgvq2ZeVxzonoYcOrbEH0Eh3PU5n5QDdht
TsbYynXCJMnUnc3Y8TFGUBXUBkCtNGH2wF7rvQaYB13M4fAP72f8SdtWJ/Uit5HKoxTwrRAFpS74
Wl1yjefpBuQELp1hsndmiv1YtGyoyCfwRv/L8/uPMrA05y21Fp9ehwRvNEg9VgQLxROnock8p+hx
oJeQ9evlIde4DoIGMXGietLcGMC1rcR1VbRoWVPPu8mMdq/GSmz9xfpTujj+Ue4C8FL0Cnmq9q1V
HoYmK9hrc2c4gBltJ21XMI7RgCfmaahSagejpIlxb2caCuUXFltmkLeiqs6e41DTd3Dv5NMUE5AC
6BqzWxivK29cR6Qp8Epq914bhgC53MAZPY2JcpvuGqI821l059jqN2kqdYrE6pAmpNbKPDwnrEgC
l6y9GU1mmz4Xkt5vbKp66ySoCsbzbHsMZCLYIlFy1+nFfe9KdLFZdARUQ6yH2rXj+DEMVk8g3XTT
S0x45DRMe0sYe30QPxxmY3lsc4BF2T38ygXCVUEDtPoevlbCYIXvV5EsRFMSPYJ3TjT1EY+cCn46
ApIZoBkkUZDlOL9FMse75YWcCflFVwYXIX4iqVIuAOBLhcEtoJBMC6KTSzCCfkNaCPL/unFeFC7k
WTSUlFYVwrU9W9skkfrWYdIb5HV2MyBgGULXO0iZvOa54UKvJNy2ADc1NfHJIftubXDopNUtsd8P
VdKIYzNnd8Lx8jtZjBet1oOotT+NqrukKbB9QvG0Em8MAuQkKihhRbcnCvpGLTRtWf40W3vaeTZo
GLwpx1p3UF9o7rjKDPp/S5k0UHEX2DMiwNLMyUZiBB1MkZ8hlMfKRcR0waMaAFVtk7D7JIBy52km
p4Dvb32aH250Vsux01+HGWmzi6yCUCr21MzrsITw3pJEAwTZmC5jV7JnnIpNQI8dkNeqXcBIeMgm
MhCxagWsRNZm611KC9hM65FbGQ6YxTisoYupvWpmiSCVmhu2LSJg/N7M44Ghk1AN0tJNjRW2JumU
AxgjB5xnWDgBo16cmB3oJ3HjVLSAZKJR7iZEKZWL1dyCh4u0f94T/yDOPoVgmicILnBpSVl8JENC
DpXwXnwJbQh6Xb0p43IKMMiQzVXau0oBgzMyXh5f/7C7NTJ3gKbzpaggF8x6eQblIxgzdve1NaeB
n5BGIF50MqMYBTScAqX4qh1iRknp2/HeZ9gUcTV4KZunXngHY6ZBxfS+Ih4b8p/o1vCatJUrunLt
RdODi/GiCyuOuya5n2ZQDSz4OBqL2drokNxdxgGlL+Hv8F4OfLfvb4qoeSltdaSI5OWD28juFkhP
ta81d8ajFLFisZHgpaC5tzr2I/gUt5OqLxgiQDQJoDZm8QXS8RlHHrBkTEOGS3Ng+iHe2KLC7ty/
EPb5THTEhp2PvRuS+rahNSvb9mXKWCROMwAREnEfkmh8ZIQEVQx5IUuOwAxFjeWTsLocuL0fmw+O
LZ+yztZWqfXTiw3Mu1M8kC6tX9OluZBNN2wtzHUofY4j1GgfDkSZ8qa2G7VtY9pkMBcBA07tSPjx
D8MtmOFNqHXGAmE/auCVFD1Rfe5k3HgBqU7ceWSMJPFmEvIyF+3rrIzp0OGKAbk37MtSfwsTSyFy
PzDb5GWY6LkhZcLoM9urJIpulQzofYWZftRtgkfTtfy1YEQ8mTeZ7U5HKx2Q+BDu47kNlJqe+aaT
TEkgK+3HRORxzF90BAo+6Ytjtotvh5S6HJAWoYbu8IFNvT8BGgMwA56pJHmA8iJ+0jIj3oRg4ozk
C6+XfytKsbcGvnQxRhcNlAxVrMmcNhN7w9UR3nAqCgbhheavuAubbeeNtxFO+FUYdvXJmwQ2S+Ie
A2vgQaNALFYdwC/uVOZDfG5ZbwG0Mjy2iJ55nKTnnVrmPFwvsAeyTazSZ9xkF+BAzlZl0auGQuTW
LUdBm8N6MUrTG2gfOaAym8pHNzdOPD6iRr9Pa2TiiSsxM8T3SU+tb+oaes350RwhMSdZyX6idz5C
GHcacxG+CQlQCy+txUNHKD58lY57nUJaOITcPCg6+2EJaIgBOO5A3m6oRZLdkJG2rFfzncIEFfq0
G3BF2sOMVxKb7rkdGAcPS8KvTQA5ftB8jc2l2yQE3W2EVxhHwEuwAfnAxATTof60PkxkVAMhzBRC
CXgcB+X/VDhHogHWox8esTRZexYL11grEA2V9HbpyBA4yod1Q1gByQvyQIYueM1mr8uc5Gsi59aq
OqtiqDeWyzhuIEBvJvWxrtXJaKE46lidsrolHSTJCcF4yVCcE4tNxnWMxRLDG0LY9OS2uMtR8O8c
F5PbUD75GflAWggkPkQ1iw972+ZZTIG9ZPLcs8ojVsPr7nrJIq5NnmzP+dAltYYzYuH1HcKkbOjl
CvrNGq+Gt1Y3YYHJpgLpyTYHZUPfES+mNeU97+OPxIu+uu7iS/4FaQx/S1pMlapwJBzUXSRY8qSq
XNxA65UkTkExQRr9081B4LaIGroWfG3tyXuCVoBaXc2ujzdzObzo86jWdQ8AzcoIaIMTO2D08Ifn
vrKJwdTcuy7n4SMZ/SlN8zFHDO7lzF6yyXmtJg602iUrwJ6KHSwJzKI5NUORseE3svSZRKH4QLa7
vRprecgQ2G9DVu3bZMSiBLB8PXG3B27Z5rsoBXERxeyzXds6uKNTB5GbuVsvhWBpaLf+K1lcbHzy
sAs3I4HJEED43NNRTUHlN/m6bZpnr+h+6SnfUNYhNtBbwIDa9PBNUpj8LnwR8zK6MSjJNO9eQNi6
jLo4OiPLVnpFtWI6SMa75fgruL+vd3MEIaftQaK00/hMPLgVzOQX2iNo1xA7t11rT30DslYou9/o
tVsf/Ejdt0QrdqXxXi239rea5N/+FL3dfOuIPqXi4sYk+Zef/sful7y8F7+ab2HWP/+v3zqtf/6U
P/SPv3QRI/3pJ/QySTvddb8WHVPT5e2/ypb+b3/zb7++/5b/SRWFmOm/UUXJpkze//Ze/vzb/lc9
/0LLl5TvfxJJ8ed/i6QM/w+HrHFWO8JFDeT53n/KpAz7D7ROFholoZNTLhb5TUknFv/734X9h+na
LNiQ1pmm6SyaukZ237+FusrBH09AtuvruuUbf//Px/APddLvx/5fwrd/VSuZCCT/rFcy0SAaHqor
xD6IJYVt/lkp5ZKgCDLISjnsNe1OL77I6lB3gImejCEq90A+XhEvz9sKqu1B5flxGobhvufMuyEB
bqk+uVmahkEC7v1VR2DtPiIJA1oKTXmnf7YxWn4AnfXZnwCxCnfef6ct1j75rLlPN+0XkU4QDTNL
vKLAMu17aJrMfSxrJPm5vmX3soqUJ59dJ/sEC9KsUCUFvbw12sl+yOv6o1L9FGAktA5ZfkUK3T80
MmIHG6uFxV5vtSjunwW4Fbb7Y8E6u7RYxKnrWMn5hOYWEpM3hmfFpBzTSbsaU71/cGI339op7uyR
8pxLrjtUk+MeSQlbNgrdwU5w/01ZeUKNMd0Cnf41ZglVNwms59qIoq1mQLmypd3ctt0ApLEqwwNQ
7Jo96butrF8yi15mNfQvcYHiNHToQbKvuid/Aofo2hPUcx5pm1wFaICS6r3wkDHPUwTsP0VK0jWM
zJZw8gIBcCGviZdScEf6E9Ewtha1rBHKdK+BwtI9Ka4Zs0loPd0OPAqoCpP4BlLepq1JhDWPhIwD
M3c2aZM8Cb70inSTx8InvEB6nNWOcedI5EiF7uPe8qq9a8ztQdDEQtaGOCmznzIJh41OoPtZB07o
DdMAVRg63+Dtm7iiYY+Sca0tA4jSzWFeRtNd5oLiFTWu1pDwzU3i11RnCtZQSqoXGhGW6YXXkGQR
DScT6Rc6snBVNJ/I5tqgLCcykynxA3o+/FCa9TsACzy+QYs5Y9bJnZHosiZFVqSq7AkPlVH1w9lQ
NaOCKVkXPcOZatAfNWBYpyhSPubjUq1LEWNC6eUx5drAv5Xtm1GZtwDGu3Vrcz1aUKi8BpmHUkg7
TJcBLF1huLWsPN1bI7A5TSUTaxi7OcT+iH2LbBBJGc3k1EWIkDKwIRAGzHlczbexqADqtl/lqCja
NVQOUpIcDTeNmEhPlecUNdcZvnu+LXu6bKNDXGuE44YPdnd0HNpxcCrr2u3BcAApY0UUr0P0WaeY
TRH1hboiLhouW+yF4kAi28TevmEs0tH1d+wBAq1mSsgzak5e0dwQQM/qwWIfiapORt07gJK1Btft
DfuYgbWF5SrhYyUg/p2mCjQsLMz5SXZbAHic9To7KAvJ1VgNj3k7aNt2MF9iBZ6onmP2MyrC5z6b
NggH+8krKtKam9HbDbFOfDZRegfPmF/8aHoXPR4qLZsZnvXODxBFnDbNZcKSNFXZL2oP0N5x7hyj
Ylz3/5u5M9mRJMmu7K8QvW4lRGeRRS/aTG32wXx2j43CR53nWb++j3o1ChkRxUiSKxbARIKZFaWm
g4i89+49t6regHsHpxEvN6SUM807puHYg20iANwSe01cWxktgPiG4Jb4VR/y46yBSjWzqjzYQtL0
NA8lTrdHq3Mdyg6KKi0FxILy7TwFo4C8hpV0yC8yozC8NnO1G5nmL7WJBsH15w87m28tlWdvep5+
OjEdrT6qbvWRENbKyR/xfBRHDIbM33zUTymecrQWwTrKsx/SZDaReomc70oM48HUlZc2B7fc6f3F
65FsEoqY1Yzccgu5jN5ch8txpJRg7c6pq1wSbhKxSX3TxZzcmvjY0oLzSnvMCeceR07sjh8EG1Tu
N05DqkNU65+NaT4ygpq2kQ1ozSnaI4VOcUifzVqrjg4+xxUlEIPgDuBP9zV2DKdqwXSlUMuaEEtO
4HFZ0oabP4bqKk8Gjz+N4zxiMzrQj4nrQlflKS+o736btBccbS8LDJXgxfvLuIyj1aQFlPM10ocq
uqkDS20ILL6WeUfi6/SFeeTOtSNP+HO+X+CVWZ3sk1p+WGOEPdxvnw2gRFJ37mKFQ7K7mgddrHyw
WLjt58sJBBWQfN6OOrp1fLQAC0+0hBpV5QzK6sKWa6Ai98IEDNCPUkfgtyCVoB16+jDsQ50OGHoR
OlgFNHfaHkilulo9ixytKE0iPzIQak5IJqYKx4G5xKe54Ys/KeJ6DKoLGgyMmmCQhjxtXX+VIcSn
oWJpR0+H4sLf5YJjtcycK5LZEtIBzb1qo9tkLkdKFHNiGUy2Bz7QcpvO0VETgmlBjUOcOPgJTIyn
Bby+FbkdLMb6k9VBCcvrFussJzk8B69oZk+5VQWeVhEfPZjZe1Mj52S6C8acRJRttzBiBOE+63IJ
DJ8lJ9gOrcmQ6LVXU6cA5qvOfUnnKIV2lI3DWwjQBCUh1urE6s4lBwvoSdZ5gAfXh9IG5BjBJInn
T0ww0IaTDxMhpkfjlKXKjKAjII/J7PGp1Ew8hfNdbGN3TGWGuhEBwhi9GanRofUKDiXYcsLu/Vd3
ri5t6dPPHdNo42j+lQV+buVoyIbojD5plnsYhd0e0xdgph8OWgISKMFhcIskazU0zuYFcyOaZNce
IOiw40VVedOLyoDzwgveVwKPtFUfRpgK5Cwhz81CiszScXetvYSTJfSToqI5ak7LCak/+g2vF5DT
3ZBFm1TuUz3LjhAUKA+mdxIInjs1RxT73XTA2fkpLKxLowl6skruGgkMxSBfREsh8vG1erpomwuI
b3WMT2R0yDzxtYe5pO2ubPVI6betm5pyK+viTUFKNNnI7R78Sb7t56Zn3R1g0gRz6InCv4hjU3BW
4JoK8MV2XT1yJ5CupIJOj/Wed3BRdDN9zAfCHYkuCFcQqFAcTgXpUbb5iTuOPVVQOnf5tB/F8Iof
ct8rh+NT236l1RK+q9t3taiOrjPgAjd9kG6LjX7KnwefJElRXvkVEpHIgZkpIdgVoZjvqnxRfHTP
WdP6q1BHWtn5xYB2C9OR35IcPqNw9ca+RKraJg8+XD1PA5q2kwxD06b+wj6KFTCP+x1nrDXuRZ9p
EL67BnZabVAORuVattO002xkNynuTCsV3FbJotSSDn8YRmMX9dW2ts2nNu7a49CZJ0Ja4iMSQIJb
DfPAsQqFw9Cv1TJjFE3xQyBRnYja2FZ6/bmoGLeO+BwQbjJOQehcJ6ZxzKgXvwOohpkpOTtgvfVz
wiuWfxt27LuaGm2L+s6asxefA9loAOPyBaTGmqA26DZwn0FMZuRpoGSm3wlKg8NoyRiJLs6bbSVv
bkjYPVk9P8wZqJIaL7HPfiQ9UoQ8wUhNYBZ6v/G+5rOzS+2tsu3bpu5j0hicexmO6bbT9Xkd2hGF
Pyk4UEU+0HXSTVvIKHVTPVjVEtQ7kxsKvQ0uvd0+JxYosCKOD1KOT7YZ3/kXkFT7PeLsa5ipX4kU
cqe5az1EaElj9UY6uKPKVKBq8a+c2q936MmLEdhC5QeXoSahscn46PTpQYz4VS3DvsyH3rrsRuvU
2/EZodEmh1QmnfASPSfziSl7UwE2RLJDN7QmvwjKDZpO0WBFfePQwuSAlNKRWhN8jxMps881PSeT
A3c4SKyZRfCqhOy2ljbfYBVluK9tnWTejKyiNLgnep1IbCvYZXDkrIi5jNtWZL8GN4FKl6bKSrfa
G7uhJWOq95RMxbSa34Y2ua6EdhARsQc5SttBH2fPxoXlNzQtTRrValZvc8j4rQeTVWN7tIMRR0QS
PibNfKNV8yXzi5AxhBZtl3QVGverCCbUdgrba+h/tJ9p9VFY9bTiHOKPMjENwG/mB0TBWPxtfr/P
4CXfmUUJHWYIAOUUfFBuXJ6k/xpweeFAygxne2vudXjI/MMoMnd9dJ8rEASDAsig3OVF8+lmzz96
n7KpgnWby7exiu5d4gdtmjKAE4qIpT3kYWbiB6vkzVTgoLM1ehYaQ6HWd+yDaOWPDiQgwfQ/8tgc
yQIwEHb2zBH1Wr3ZEH89Fm7O774HmgKJ+uJ1Q0Z/6ZOIssqjlowettLegmrKv/wFRP4iJSlnNyW7
ASUwtoVFFhFHt4J9fhP7+tF1YbhSLR+01Ik8m/7rIBmY14yF+OGkNwJCT3U6dbTH76wefldCug8U
AU/vDGM/1WC7dHpuJQL71ZC27jqG/KgFECHDwmEO3z0MGQoVmTf7DIHAuh9cZ+PfA4S/KqNGP1kO
6NU4vg5GdtHYlbdj3+wykw5cVF7l5EeyU3jFkN2Z7JtyynyaLrwGrBNXw0Rnqy7yeoOmglrCsa98
H22QCDHodyZLm9nHKc3V+TFJljCJ9s0cmeuQ+nhfQLg9BYZ6qCfSOVsSmL3KZ6RTavzwlpJYqGzX
+JGDDwffKNrOAgy/Zk30fQfJcJjl8GrCckm59jQnznxXMKiek1pdTuPVBKTOA6dUr1O01UMDMKPS
8PA0pr0rZk4wZkPnVLdktOvBWuyHGvKEiwXD6xXio0qpTzJ9rUfU1fkxm2GZJJf1rI1LAxPQoj+G
0CSWw2sdQqVD6OPM9U1EWCEpvfCwCbaDXmbvhMt33kr9BAU/9XB11PAi7C/GMrgmr9qRBPjBLMHM
YtUtJ0DFOus+V+bFrn8pc7hxcdFeZiPGy5zMyElE2b4UOrEVVFtARPH+PFjECPG7pUmVyrRFjNoF
Lf4A1p9JTqiN7SfGTDFXTLY7zqOLyiaBcmEGL76L5UaP3P04tziHHfXBmEjnBKm8WGNrBcpLw5yI
Mn2ktwi64EOPwqdBUp1A1kq83HVMqmoGbn04v5k1G1DH+Xg9WNYPY4KBGtK2oYbOz7XN3DlD/7WR
qnwGJoESiXIr7Q5xaTSE0ZC1M3L034Ll40XPnhirMj6qje2y5Kuk3qci8dqWAR808S8/aNmrAWnZ
/cRRLdtkCZPyJIRMlJGgWiAOw2HM/LIYdgF4KlxZQb0GP/LDjeFpl2P5qgMNdsdi2itIMsJGIEVz
pgfuBw+jYhRdVh0Jo7OOwAMUcgi3irH0FPNihoX7I7fcel1YTXE/OEwEe4OipMiMFDkiyaYugnS2
qOYjCIHCzBi2xUApxFV3q4owWhwdy98RR0nHfTp11Ctssd0qGk9qXvTimj3gsFd3PQuXkbQ0bIRk
kFNfuuw9qyrzv0Rt3oBCJkxkRHHSuXu3Qm+NAqqj7AsE08r7PGFeB0McvSEpVs5Ip6JddBRMVxmR
W/7VOJcf3QIA6gcL5xUqOezkF9wFVE7aBdI39qcxYp91750BxvZIuOOmF+8+URMYs3kl0fWvzCh5
r/B47CiKOSHXDLTi7Ch77YkZMWayZLp0dRZZImqPpT0+9pl/qdJ4idwgqG/UzKcOkEZicGTSp9AD
XsIbLnnDJqR4LN/PXHO81CpoCyGRrNrWv5C+WxzmCXxJ0sd73v1toUEL9hnYbOfxbewgU5TL+TSv
EGyE9b7HtuNAl0JlnKCkcRG6S+C/1ZKRW7VGcN33745DHyInSnEdkP3jTq6BZ2g52IU/XJ/wGKzM
BNGXztZYWJ3t+GWhDt+GHJ6QK4Q7ZJn3AULEPXa9xJgPs0ZU9ICtrzXRLLu2fWwZHm4aSCarrLop
awEUyHZpa0mgtkFOVs2AYwaKlnVMbe04mzrKV1pvPTeZbY3HqCO0UcxztyWBgYfAkWKNusheTuyl
d4FtMVj3QYEcPCX/QUcXELOj7kBsEx205MPEWBbjyZ23xZh/yfld9Ab03LRJbsm22lj2e6VVA/hH
igAHvyBg2gjBWTxvkt6/l2ZNVIYfveAWv80UmlSHtJdDDHTdGBltRzPqhbYCf7wkdtc+Z2PuA2E3
MZkE+BL9CxpJilbLYrKiUbriiryBRFkcMRWxHCRX1kb6ikB9AcvWB6FRhuJFRS0aRozIU/U66bxL
RvqoTzZQ/Bmxw8BVxrp6ogTj8J0diBRn1tCZbIC0qoyQLAyRNKWXaOkFcRuACipjJXrtUTdI7NN0
a5c3CHLNiVzc8KPSHQK8u8+OLOF16cR3JpmKDOENPAYMzaIBC2Ba8DhalksE3nexA80xSb3UEhAb
EAvb+VYNoNrCcHgNVI1TkRrCjOQDlgwCDmb8OqGVPouBX5xn5WtTGxvd7u9k3zCWh02RoRcRrMvr
TNBshH37kfc1wWDp7ayktZlLUmaANl5lqGO3IK4WjcRZVnW77Z38JQrcjwgtdDSn5MO1aHUiNKQ5
RoiV28OBFAtBMlJUT0MjCCIrT9MixPNbwrdyZyEDdksU6ryaMlJbajF8Oewh8Jv3TpDtTeIuJ5em
otWjH3BB2eKkWuZHbbl3SXLTeEM8aTIabLMllJuNlw1Yrjnh36dT8Cx5e3DDTj/aynziveWGwNxm
pM5U0Rppvk36MfcRW3aqee441Ll0l0BAZzhN81eCt5eEAVYBYbyIICR3cBxxFHGaM30gZOYCL3xC
2MFh+JYKdOZ1p84EZuHmFulpnKtx25F1q6jfY8GGCxBrVbYIKiIOQHJqBtij9pI1FhKzG3evTb+j
fCA/ziACLpyrHq2m/VwE+RMieHYIDpQyXojYgfliaBw+OE4zJu6nl7rSrohWuC6MysOjeZEhEKHE
YWa1vKeqRZkayHnVC45hZXNsCvVlapTjstW7DREjh8GKGPEjtYs1d/KAGAYkZKUXXRmQDWfY7+QM
oXgHWGZP5DWiR03WoA7eo+ReGGKRU3BggPqzhubDupJDAww5hwTBcPz+S+wUWJH4/L3Eog8dRZ/p
0oGpjOTDrxsfQeCTVvIHxz1HuJHuT0DODIgpQnA7ZEgE9G7dUW2Y/SJ1Qe/oYbTz8crCfQDoxdAY
2UdbbAsLWHlWDWQNEpzYstZ7WW48u5N5RywQYn3kBw6R26uiUwo3xtNkAxwdHCwXg5lzenBPdmG+
Jy0UDrDXksUR/gL7+Uol7X3kDndQ1RblBXbDPjgKcmY4SZOsVzEUBbz3JeLqTDeS39BztkXEyL7F
WQK+zPtYu7SgJVziGBcB8lrSA/h5PkAfz7evVWJXnllDtWgbdQ77+C5Cs+RR7RO8mZzNJLjBTrxj
rlSuVBE0QON5Gddmhrwwz8hvAINflXbLzWceKWBjt6mB71VuEQKgXqkJ7gwMesZt7x/h9KOGqyJc
e1ITHq35KsKb3NZoExEpojtyemLYzNLdt466IbZ0Rkow8/3o2qNSfOUzq9ns8rDKHPCQLrCwBfVF
CZx05c4c4bO536Ru8zjH422glR9RrEDAQmJPGuZWJbJYPCDRnZOHdwhHCAdP7mKX+zbYsHQhfLm9
9dkV3U4lfNlJkfAnZj3r9XSlIYJaWXX/ged90+JWW09G/RqaT9pImhCF56vjZCeUtk8AnNnDmv4V
aa2x0gw0A5KT67BPRiTbtAM/S/SRRgnil3DoGWEowjpSwslQjXYy0b0gwcSJIXCL2xvX9ZC/xAtm
yQ3F19I6sGiYruIbcgvQvzFGWGvQKIlm3WE/ehVZjMS/TW590s0qO3lpODvlMVMM28w63l9qOYZm
GPVZcvJWfoxZUZ6ngccb+PG7P2M7p2RjRR8/iwV/q5Xtq58y4MO9x8kOV3QGt8lpuGnNiPssMK0r
Ha6cTV4Ap5jV1PKmtnRGyK0kCyXqv7LFeoRYiCGiY19ANe3A6rMRko63aRz+WTBhdtXDY1JArFlU
pWhOVmzDVB1Vxjrtv0wKpJhbydSDegR+8JqoVbrHxBmsOVB6PfYutA7yTabz3nJoU4KZQcNMNxGJ
Pu1ttOazHTPBaiDozwGTIJEkxXaaT5rgQXNWviXx9sxhnLwClV7M4Et1KMejm5ycAatlFCF6aVsD
rcJYn/QSoNFsfggmynQBfQ2run8cJCHhgJuXrDMLZa97Iyx2OaNp9HU92zsHvc0ShwzAay7uNBG/
BmFwTWRM7LUT+6QeI28mqPAy0te6lT8UBFFBdcy+MpO/CZdECyOmDBfpJcwrA7kPD23qhz2o4s9W
LR/FwIYqYkDpbfzaOmceLTItsgfI40gwTJghiLf0iVE4vNnl+zGz0KP2qFBZruoq/0ixRTJ2Ggjp
ds2HcWSP6he6vyLoJFw05A3Hoia5idVXHUSfxGWaHqk1ZxPG4oR7Uevcuy5IX4qskxvOWw6y5O7A
2QJc3kxwB4PkRisgNpSjZyvOPW3IXVY5rQzY9YGhvRZxcI3avV5HUcoCpaVXKsbUzc4F9q0xriLH
gW3nwmTi1k4pEQm8hSxgy8NiEoqcrHwRpfY86ZZJrjuZl8biNUN/zEEbte9ABvqs1Uc9LU5hFSh0
lst7LXF0ilC7HDCli1m9RIrVGtMoeqaa1CzXvBqQyvVpKtiIzYToqsILe43NR4Ubd8miUeV0qmJB
7wncJ+aWjQY8b0x57vpInELRkEajm/CXl7dBr8YDwwKPj+eFsFmGXrLHxUUBN5ShV5A0tg6h6q8N
PbvN7KmnB8th0733w/b0TSct2lZuEk28igXXLLAbbwnLY5FhtaIzcxc2yX6OWbHKis0o133SxYLX
NuX/wzuczuYbRTPFfCKDtYMtZyT6YbX8TeTY74YPbyBuWOH1iZuT+4pIxfseXc7358rU2lj1Ljhh
t8nuFCNUBxZK4dg3bYjkOSGBcIt6cs+AXtvOAmdKT+ecDhRWJ4UDq2EENgwaznW+F5iGJLDh4fAn
PnqkNrsZQTjFuDt6OBL0bZNS74RFclAvNoKWdWSGT9UMsorqbF0PPQIpld6UndxN3bnIWeUDP3jI
/PEGqPOHSPy7qK3OEqAtVRDjjYKLjxqkiKhIN7g9l2wRSuREC14dkyyoItLf9QIG3YzvCZLr1hWK
t7ZvD+6EHHW0yBIPpPXoYLdc2U6QbJQoEbE1pDVWfv/ejc5aMHfY5nJ6GntqaxTtFTM0dkmqqdjc
xUN047fqZLnD1qgJs8ktgbwzvncR+0S4+o0ce9vc7uc+vkYzfttGSY2KC5mZ74ELPTeKM7aBo2rk
dOvZ0bXR05LPLFiAvbqManXh9sTdl/KU12yHyXjVAL2MI+OlJCEpCjGxJLlxYg/b1Jn1mSqbIDFB
mof+kkqNPm6IR2jSX7qIQKZQPcqKU91M70cQ5ElIO19xSNHo5rew3YnKS5y9jkx2RZHHM6Zmzo2S
gjGNZjyEuDinVYthYKuyHsdxY17RunqrmUt5lh3fEVuFGa6hJdHN7g9ClbW2vNaNeqZeYB6qtSxG
ethVR0M3q52T4sWM25dePA7U99igS9TyfIxw7V7Nst/nsMO4oel5HAznGOJ0Qc0y8nVyUosNLHm6
Rhy0bpx19MMIedc2rynfAad9dz5qYF7WXQhXw+WTGTA87mvUXzQs27VTcZ62ZHzH3Pq5DqYGPL3O
u4+0Fx3BhaYVF022JEI1U8AQKFuHHbv+suZifmPxjZz7Eu0C2GdKZczqXqCG57qOK1oH1I5N9TaS
Dk34ZUKKufI3ZA3BWs2YxacR9pERpOhmdgCjGQ9CkiCrCkFBLnvCDIiUbaYB2OI+NVnxqpDANquG
2tbP4hoF6kHrl/FmON7GQXksZ5pm1WSt80D8yLuQ09iSDZRXi2mVM6dVaK/N3LGygvtAMsE/TwJM
0yHxsMp6imM6+KaGW2XEurlKohfelYcobRz0KsTOCuoHS6GztSqAppOFEG8g2hDxsIkFmLw3avFg
sSQmWTl7roldAFzNBFxmExGnx+y/AllDTlMfpFgRickbluOuz+SqsjAn+8iY8rjOt1gjaQWWUPRc
FsMl79UZNETbruV6ETsI3lEUPOMj4l1i1kXEit1m/w3J3NVr335WvwrmEN39Uy/3H6rqfvqXvLv/
e/9vX0X9b5d32/tf/7hFb/fPP+9/hv7OBTX1H+vvtrDIEd/9VXC3/Bf+IbgzQYxJh8B4cnTcb+nd
PwV3CvgYU1XKN2WCIZOo6v6/4M4V/y6UI2jTWy4yTVqq/xTc2erfpW67gM5c4GRQbZz/iuBO/0Vu
J4ThoPqWytFdSiPpIAcs319vCcxr/s//0v933Bk6PmQr3GR1bB0qW54tex4RnWokk9nTE7hyPO2w
czRRPcRomlb+VJTbKqDfG3VNvvFp5a86zTH/BlxmLDSvn8Bl8HUVgkRofsSsu0L8fGXdiAi4HjWk
5ALcfjuMN2Y4XGfa2WrIJbRAugHajoHjt2hGVPFDZ9RCIqx70PgRIlTa0dSyLYCJy5S6d48D6Mul
Or8szCVUbRzpaeOQ3kHqROLb1OXWQBMoXETURdiP57+8EOd/gWFb7uMvvwbkAL0Gnp2BWvKXX4O/
putrQSNZltoRvmt3AdV9k9nag7BLCDUuOip0MOe50ROcWBXYsaxPtbss8ik4dUBKRe+f6uUvuTLf
54woFuoV95rgJRDWqr71W79+VFYL4RlS19nqdpkw+20fNu9aXDoPZJrkFnHpUhsrkp0G7N6qNA6O
LMoVODdwWeEcsi61+Q4wIuekZEr/ATb8SXT7V3mnvog3f70LyjAXkanUBWrSn59pVAYW7mQVb2p/
yPZhTY8u6vBj0IQ5kQeCM01kajfCuDkN7iKzdLQbV0bR1VSgN/nzI9F/I+MZfEEmZxrTYqhh/8rk
k1ERdUkRJ5vSmsbz9wtlB3Z+htu0iYfQPy2piZeYiEc/BAkdFmr3DWH982Us9MFf7glgPnCFWAL4
3rkpP98TH1OUORYVPg23jHZ+XC7cIJqATRSmW4E8UNEUOpgV7LiRJHU96/fakN8zdDynfZ3cTswg
bzUd8GxvfkAIiHaTRQSMrvXIDOkB7dJyoTzA00XOTO3M5+r07Y/Q0V5bd3Q8XL7gl5Xr0sko3J2I
63cZEaiczPGtixZ1Ga7OD5ZvnO1Y3P35xxvLa//zC8GyaC2/W3LOZTn8+cebpbDw8C4/vkF50dIJ
P7pWfhB9lt3VXB3GTzt5rOWwFdkoCdUI7P1QmHfjKPojQiFMW6GPdmno1JV0LGdtGARFuaCsjUDG
V22l6t2fL1ku7+jPl8zKTJyYbkvbVbTgfr7krKjiEVdTuGFBF9tgUvkGQn2I/qJ0MNT1n04y4tvR
kkfUzdNuQj3jpqdvmLGJQNLjjcSOq2JxPYzyiSOmvHZG4/SNrhaUy8Rravp9k6XPSKE5Sk7KOApS
GxjWYWOAcJDQtR1QhdEVjkD9EjuWzYAhcsvcmTqP0RwKa+ejvDmPxz6WGfKFEf6rBH7P+ZdCn0yz
rPcPhG9jcjc/06a3T33X2Sd3xGmKu6C5TlnyV60hpm0GTHEN6r7duTpQWKsn416HXZ9iuEKdi4VS
t5ubdvnfmUE3rgxuxkmf412qiYR2IZ9WH2iaBxrCI2fG+tL6+gQlv2CyjK4P//0QYVJE130RFRgO
3DnZpYNF94Tz2YAtG0TrEO3yKeYnk2vAl1owgbeQdP3d6vTbGu2Y0lIW/xG6tZA/f36yAfbnSefI
CIx8kgfCVGDyB+khsdEnZ5ZF8odEXUeecw32eHphZOGcCyYkdYI9WmGwoxVJdD10bkqArOtq4DjY
EH2Htf3PL6HxKwrTcNAQcqpATWkouKK/XGqd66aBICjfhBORVkIuEZ45NqkW9+67DW1tX8Gw/l5R
wExcNIzZrTBsHzJCG3ZdbRWHIg9uSsiU13g1vKIKy4tsCtC8DXKnzJrQCfPmG9yfgt/gsQcwu0uw
NLQFLvQw1nd1WbmH/8x6+PuyDMGVOZeOygtrgfgFWFpVoiPoUwQb1ccMWlAgIdTU9z5jB/YkWXv2
QP1RMomZpnbRekU7HO6emOb2GjtDtCNFudjNoDOcRWWJ2qN5qAvrIm7GH52BaFcZ1cgPlcZNES65
kWR2Mz4q16JeKmogaV8DLWxDrUNDL091Z//488Mzfz9z0f0TPD+h684Cnv35PatE0c24TkPUscur
oc9u6+lZlZ+N/k0wX4ut3r5SFf3LgQSNDZ7qCkUyY6qiRecOIzOnDXrIxpbloJxcL257AQHPwsRF
iHM3x+ady2M7zy2z1bQOTS9hSrT9PjPIyLixM+LPwz67V32WXM/pEi2baDPmPbJY0VVQNQaaQETR
3v/5l1vLs/t17WTT5dNa/s8xOdb+9bQJvIcMQCdmK0vdkOEzexFt63DHka7yWoWhXW+MtT/63UYc
81IVN1NbXxNpFLHGNkwbw+xipo25aWbbPnG9sG0sa1wHNY2zjB4kKBS1MZkwbupBK7exKTGbyVl6
08KF8KtMgQuc7jEu3LWyfZs6UgqlxvgW3HsDlYPGrK5tcMhkW8dNaG84TngofUYvsYqNPTUdbCy2
mB1hQ5sMXfPffdi/n5DYBgm3FOyI1oLs/fkOhWZGti4cxg1FgToKtJpQkCoU0cQeYzWeYRsVlIBu
FT0H0A3WRjj2Wz8hb1cj2D1ZOJq1pi9Ozfg8byrqj4fCyDcJI56t4CR9SrQoPjX0zv78aI1/deGu
cPECKZM1SS3HnL8UEoiG/TEDYLgJStf1AuTQ+ArVuXVaZEiFqXmmNnwYCu9xSRs0ZJQCEQNRetCh
77B2M+/jQ2PIW4x2B5nM11pGQkK3QO95uHfpJeLE4PrP12z9i62clohLO8WylbGUUj9dsza6dKsq
AaCgORpxNsC9eW5lYwHqBbRHvtxwkeLPRG/eo4PX61XYHIKppafQuO6GbvG9A3IrtiL/tg3dz9Eg
wLlaHO907djA1Gcvh+AaiX5wbfl7HLmULIoohCK7n8vMQ0mAAj0vy31t+fKqypEjDxEzg7zww51q
yAqVWLnxSdc7MquJMmHrN2rnwnWc9ojYfiNrEkz/fFMWTvbP3yg1F+YV3ZH04zGCLVvPXx4k3lgm
1rNk2hvlI0acBAN3hJKLE9HeJmzolLWPSeHbp7B35RYb0nPTxGqXzJVkb7wc0uGarKHGk3U+b61h
7NeVIbKDU4bnNtY236VixZgRHkxznYU5jja+5T//iN/LWocqg743C6wwJbKhn39EIcjl0cRoekFN
wt6SGZbV266jvZk6urxYNCZrOp+mNzvaMyrzYKdKHY2tgZE30dRRmsQnmxPCi7+5sN/PGNxbm+Oj
Kyi7je8L/8vddYbAkNmYwrsYIPX26IFvey38anuL403p5Ic4IR8nGH3P6uPpbPAZDZNbvjit2OLF
FQfSoEGuSrgvqymV4mLsW7xM/4kzxu9fh01zgqXOcSnXTMNYNuq/XKpqiqmZ/IEgHPxFF0vct1ei
d7qA0H47mdM+CSeUs+XAkjTGWKmYjlwqjRquTm76qb0sVaYfHL9z161WuHs2e4IChJ/uI8OO72c9
+QgEN34eaUh2bYPumY9oZfW53DVQ1u46AS/T1jlxBUjT49qln6ZZ0JG1KbxsOqNaxuYv+UTVY9Cg
+Ed+h5v30stDpmBGUT22ufNVoa9/cIe/WagXN+TPn4kjHNYNlCLQgn9/wyJhpGSUdZznKwT7oV/j
RiB8DHpYcquT/IEhLhCeWRoYOWLL5yTOXwZhvaKKUbtyKqZDHfbBJSoJLPWwrreZmxvb1I0UhAr1
RMJicqLdaEDnZlRO1MT1gPNog8TEBOwQR17Uz5RyFn37XuJOriihVrmj1fswbk5JPF4ZWuMTNa4r
9n+k0CGG/7BoLoei4JqsOH20lLj8JlxFWnZm+EeoeYFHhDt5z1lInaWeoxTWouhvNgv995unW44D
/cK22OsAOP78ahn9YFiNmYAK153xbMxMKd18OHQtWY5Rnz86S+U9T5jGkYLS/AhwbhLpJZ5Dn1//
nVwXgwfoSiSORjZuheETM9xm8vDnz/X7Hf/pwOIA1eCgxpbMYmI6v2zHrFM9qg7H9mgxo921HoUN
NsDxU6JZxruwngHYxpV+FZBLvIZjVWLob2BTFd2wEp15RLUhPBigMX1woS7igRNZz/T7XoeX/I/D
up9Ff1Oi/r4X084Q/IcK1KDJof+yF4+StSxKCBItoX4uxfG8iSyqg4nE3b2RRa7XJ4vfIu7mh0bX
xFU4a8+6qrJLfFmfSnUNE7XEvQi1HFaaXSOwd6j7WqcwQXdo+ENIAQKHvG9aY3r6L99y6EckSLH7
KFe3v/envyw7Q5hOuskL4rVJi21ryVImPAFGsEDO2/mqvokLXOLfLzBpRReJ6m3CxOEgCgZrq8Zo
80PQJNMuJFwHe30eXppJ4xmYa07fSVJut7e0cP6bdpL529nWMbCc0NnjZXEpXJZ99S/XPWUDsY9R
zHXHKYwNiaW/ZNR78f29C3YWNIoiRnLaAfBdWIsI3MlyDRBeSDQvyLEZp2GQTI5Fox9LP7dPWlyZ
LHcmNjhnuCzC4lAxAo0DgncBbbRHo7Syzff2ObsJbQiOMiBmef/GodV3aG3OaF8ab2jzkO6Se/vn
J/V9PPr54zAsZRi0z0yyX0z3l4/DKoQbtr5h0CEyiwM4MWwZy1S9F0Qm5hFUtSwfqDRD6WKzIdY0
Mi5nVcHyCOVb0I4MQcFPbDs03eu+I4rtz9f3bRX/+froqZkmL5Jlu1Rav6wy0KfLMUmlxbBSSfKi
5+rWEfLuuypGhLD0pTAPjzWVrVM9AFc2MNCmmnlgbXwNG9Xvvv+LsjPktq6JSo/SwNq6soCdOsMG
LbMmQnDkEnsw9o8mTO+LpdF1YfD7Lv4fZ2e24zaSdd0nIsA5yFtJpGYpB+XkG8JZtjnPQ5B8+n9R
7ouurEb5x1doJOysaptJkRFxztl7bQNXMg8jZrk47vDqBGhwC1JzTk0SvEtRuzh32DqBdjwEQfIU
hDVa/thyTuGMqYrbsdHsSnnpiM8JcIZsYvbAcA7+EkhPj7rQ22OQaT8dI+FdnXgzAFGw+8ROfsqW
Tv6/38p/Nm5ZB9nnyEMBDECv9MvDHVZdAiO3tnGE0m0cdbEdVEBB4ZznazU3mwPltE1iMHrMSYWP
WOnqO3oXRNBGnv9fLsYyjSXgR9V5br88dxCW+kRpNHtTg8de4ZSCaJcnZAM0FmGCxiAu8VJGGkOX
eXJyUFjlqesNZFfvyyrP/3ASuJfrXx8zYdAI1O1l3b3fu/968duOKXE/4AoyNdDoY23AW1UyFLvA
oHvNPskER3qrqKFvSJhAZYauHa/Qe17nz7YVkPLGAUWjIDzGLnDABOcTMV/5mlTUV2W2glXRCe1Y
loJmYwPBj1TTbc+TtaL5Jjf4h09xQEPnfhKzEv2PZ+l/NGSWPRBQw3KUtiyq0r8vbNY0TfzYprW5
z0t02ceX+yEkUXRxJON0wyKORU1L5DZmUK5CYvWFnTz+4RH8Wqzh1TMtZmFUa8zM6Bf//TIQPtUx
ww5cz5xU1n04dN7sIiGbFswA0kZsvsUPSX/hiDruBTrY+707VdNMWceOZW7+/Xr0ryd5rmc5F/Ba
ICm0XfXL8bhU1UlHSqB6cZ+hquO/8GI08bN71cNY+qPQ2fktnPR4ssm00LDy2LBHnw2D+JZcSyBH
jp8xQ7Bdk0z6HmAPP5UZR/vc1Q7jRKOqXhpuFb5i1yg+KbRgWQ/W+FTaItjaaoBLVwFf/+8/llhq
3v9+mpcfi+OyqfOJwgExvzSncmLfarUrJt6c9jD2i4JY3RJWmb2OKCtislY26VTlmJhaBWWwPezD
FJBP6uo+Xggv6BVE3QlwnXuNiOJfUzmj1fMxI4hQcQuenTqECFmmL1oJ9VFnUkTOR1G+hJYB6dxC
Q5HbE9HqSmPhJgsL5WlwsFu4ODYjhMx7Re3dKzY0/3fInOix8M/4htkIjYvKbV8x00JXk1DtDUrf
nJRa+3XvkWV1G54KZcBDI0nyCmb7kEwk2mqle61JnLiKyDroQYppdgBh6ugMA9Ww6H1nHLOjhREg
rCx5bGfzA68JIktYVC+0iViq8dGQMcoPh2KbxroXBgFk20mQ1LFEiKu5nW8VgDYIs5vS17WFCAVl
4/Dvn969gfbfn55KT82ArCZ0S9hUmV8+vaksi76RM+/qMle7T9OUuVgMwEvYarU0H6A7lsp4azuH
ZhdlvBu57mWgt3+/RYGdPQeQhk7NQBwgNjLp8xroN+aFKMHc+F2oqHIB7UHVthhiLiNUJ2HUEmlN
eDHNs0nI3npIAQEOy1ktakNcp66O+t0SRCY48z7CcXMh/TX4w34v/sdCxQLMfq9T+oO3WaqO/1qI
iwxNhdNa/1mo6I6h7nbimo9g0XaXUZ1DKicQvSTFnryqTPsMSSzhaB+qW6awL5k9IQXBzgw3nMfo
s2uk42tOhNpCU6NDrmD0trTgI9JlciinZDg5Nb69311cy+FkpqbzN8QeC2917j7pNuqLP+85Kwx5
NvWBhzIa4FdistlIOX3wJh/LAHlnSdDHnkbQR6LL9oo6Ut2Mip34RmzXF9Dmv/MUS47exLEG75lW
t2u1Ci1m4zmEVSmaTV866sapK/OiTuNnPphXhhzWMegcmCdThGIbC6KDQ0BH2+jW8ZpOnnrCsu28
RhUqJ804WZrMD3OIN+E+KA7RvRS6HP70jH5dOKmbTcfV6QELncr56ygcGMWkDuVkbX6HxsqOefQs
yQykc7KTNJ0J+djhpUvfCyXlJSLeYO4C4NxASnedeS0YvmydLos+6sjdCYJBb5yptHM8oA22l++b
eoRFjnTLI5NAv4jSejOarXWKR/u7ktjAzBMbll+dn4i1Jol67CxcaurIErIMGUcnfQ4V/UCAqspx
JravRRrbf6gXtK/7GbdhmR+6NtBv1B/ul+ZjplrU+koqNvArN1AJ/8JRgM9MuqibwMbDPAiYBAcM
yCiji+ckIUh4mCCiKPbl/0Nv8b+uB4wpfVBeH/pS5pf9TA6olEeafEBAxpCVPiLSSI8CZ510Dc48
BIo70wywgy9aCRXq9H4ODOJIErsD+EZJEvaG+qdK9utupDIKYgRsCspBlUrjy0WFjAWnfjSJrIfi
cro38qJ4/K6nTr/rANmASnm7v6sKSWsry0kYUzX2gDU4655zoV5DBd+PokvmLFkWfUNze3aEMR/M
2hwfPoBFTSdaUt2mNN305qbBN12rqyeVc/6/r8zUsF82Vn4UemhLS41kOz7yL5+3kvcpDVys6BMi
QSOZn6wkWhgkuOEVicnkvngkmfFOl2d+CpEE34c4Np2utYI16DIGYILg2p8VC0qLVkN5plE0XSWO
Jxpn99mohmXFJhhsZxWq8ZJwLEUZzLiyQvPNZEjftGNRvRE/Me87m15aOs3Z632voPkTF4l7DVLn
s4AGvB8EPnAkCSYd/bleIQlBv5/Keh/WRn7DnM3DaTAwmyPy7AeIco2T5QRyaHjgqyVI2SZTZYti
FQFnIplrD+7iQGKRrX1GO82pjdpvsyTiu6c/7E+BilR/nGNaIxw20mKxGrsd+VC5HuydCBsjyV68
C0wROmX8qEgWw8ZjOtvIIGfLNnN1W0Dv205yfqvTGriCO8lT59gPcylYXBcXEqxFvU7PYJGyC24y
NLm9k+7rnNgdDQZlJjt/quACNF14zFHn7uAzVdsqwh8c5ZF6Vq3i3KVDRmVPfMidG6aIQPg9379v
n8SZEzojBtabXj0FqXJVHPNSDzQlCUDoti3HU2JO3vRGe22WsG2jtle/b1zDjgxZcLmHtTMkHoHd
zSkc4pZphIGYRxNbl6zoPcyjj6ZTciC8qbtzi1bui2b+bO8dZM6r9ZrojPaapKg/ZeUScZwO6YlK
3t1ZsQHoKhWMH0JhbTImfWr6rYCCiguEJLOqypqdPiLbn+0+P/TtFG+NWvoFOOxjOBnFFvWB5d0n
hpxC8JYxGv/sm/kV/db1Puu3ZVT7sTu3V2KgdiAeYFEwH9gYZly9jXGwKaYWhPKMd0SzXA+Qv7VS
amyiR9nnt95CxRnTlSpb5O5GrGvHqCuhIo+6dRA9DlutGV+drmnOej00B8qFgz71lFBzZu1DpYlX
icx/2uSJPXXA+o/xImDJgifCxINDlbZe02LSUaPiIXNte2XJwCCefHBgHmPQ10b9RXZMgWOjl6il
oEQt54A2MN5UsOjg5Gf3dP9VN3S/pCnoxP9hmfjnrsD5Hz3Qsi3Yy/b45QyTJygKGtXaDIukzhHS
IwFh2PPNd1wJ2JIZDa2xWXTM+3moSsHohQhQso9I8gpikAPO+KrFVb3Sey3Z0XVcZyGRYSR8wgDD
Fun0rk9+92NUocP/w8X/jwMYEggHCCBlkanfS6b/OoAlTB4bmxnlZq5U3MRBv5v65JQUlrtGTYyr
IYCYHSSdjuWBmqiQ+Vaf6bdMyMpPPWJj+OGYFlpdeWrLPDwjv9/GCfT+YtZPBIVxBIXY9fF/uWqk
N5TZfPnHRjyMeq921cBVz2qM7jgzueewRsOF1h5WzbxPtJQHL5UX+NN42drqlGbmkwQVxmI+AmlF
UD67ofFS24c2GmxP12zyK/rzvd8Yt6ib//2araWD+/dzPn03hyRUDCykun6dzRA1nznlIvY1NGhW
CtbvI354aAKDBQ7LzmJ4s6wyCumg9385DQqvunQ+XKvZTQDxPjTr6ff5q7Vqmgq55R6mqtncJ1Ih
uCC1n3LQp7LdVRXbjZpifLovceGLaeLebgYgS2NqY34Rk7npcWfsiknA2w9yKCfjUJwAjowrPB0g
WBedp5+oufFUtwE3LBnNT0DJr8oUWvgbqayg+j1TbeIu6Sb1o3CDdWBN+mtIRpctHHkMEbWsaGsq
rwYcgk1nkuiZB/op65vJq8T8pwHP/2j96ybHMqiXqGz+qcuDfWiIRgoTPyV5achS1oYRfs5Eyh6r
jOfbqJvi6d7gDKxuXPVEluGeKwkA66u3zJbPajRZR3VMnKvehjsnJ5MIlIXiW52DqmqE8oeT7t+f
i//ZkkUuy8iTtYMz05fOf2GOkYACbhIMiIFsUQbOSrkzGIXFiyI8dyyGJnN16BzT3mDg+kUwC56J
JMdGRp2G41ZPwSLy48aXP1zaP4/9OiMUk9tJEvMyYf77yoYpEt2LhgrsfqIxsneSeilK8nJeT6Ul
35/IqnPwLdrGYw6bmx3DNQ4yQQ865SmQ+DwvfRXP4CUOWudQZXp5cWj//+Eqv57SDF4mBy30UkZb
SBL1L1dpsDU1deZu7sKi1MEO1iXxd2NWX+8NbpUYNDkYzRX9v34uRc4QM6pfUEQxv7O9OamV10go
yGyhpv3hNPwP+QwXx1VxhZbgH/Ip/35xtiJxlwzY5++bQ0h8RVcm9rEiz3M3GeVjWzftNZIm9V6P
v1JTbu6yMuRmR1Jnnrv7vu1/QFu+OWMfQ+Nh6qCNAc6EZUBOpgMRp210LmZhnkbY5vFMAMYQNqHP
UUqcO2eRCfKo1EuPvNUwqoSh4okGs1nAm+RnIV2BvLafWxqCuCPxGvV0bmodkp60A2VLWq555lN3
mYvRs4WZ94e5/zKZ+7IyLveImsFAPM7ryzb093tULuyDRl3a55Np+/aSBtbLKd7XRogDsO05Cyp1
Xp5q4RS/vxSl/aw2JTZet6An0iUHsHLW9v67cPnW/VcyTD4hSpPtkdaXZJTD86C2RF4FM9w156JS
tD8CirmYjIGOVt93D31bvYkung73b91FxgrYyMEg/QblNlGa6ThAVBDaw72NAkVg3JpTrSwBNlRa
GLUmaHX3Uwbcs/uH2yjWDONuarb332p2EOBEDuxtR5IeQW/qEwfe1Ov1bjh2KX22BNJp3GI4AYXi
8VBBpJoi9STNETeYaySX2MWj3MyoXEw6qTunApFUym8cK8E+JGl/cYrQvs0l4Vf1kll6Lw6NRoAM
GvABKto0HR0Uof+5UCdwjqGZf1Ncs91CNqOcnCFnKbGl74tebHXaRKvfn4XUy5IZ+CQPlUlh3wzG
OUhU61Cn2hJDYF4UfUo2bQtkNlpI61auGA/DWHUei0x3M7DSE1yV3tDS4U2SoMHZWyTZJE33FGnJ
hie7Aj2tlGcrm95DZDs3sHmjL8EH7aRWtrjxRUjnR/yITGP6BibE+c+lpaZWeobC1DFqSQZOTUTx
Jk7TqxrW2zbV1CemYZ8KcnEP1y5SrfzWMVGlyw+iULM6UMJDGr9ZVvdcK7lFlLT1irTXM9mzX3Xc
rBu9gnoaEAuwCXEEvJABDdEoeppGUzunbaA+jU7A/HZogQfI59hUo2dlnsenXGyE2R2B3OaHjpTf
c52E8QlxpPCVzjTeBDr+3G6fxNyx66bS8sOYMGcXfCm2/QCshRueA2R46yTPiZSwMVXRP7I9VQsK
X4hR3SgIUiBpGX40TngR6B86TJdYBRob2uc4pi5CXntAY6huGlvLr+oQFtdwwGxJcF+8Fq1Jtzcu
3jpASUOsYUajqQUtVm7vS86iO/IQPICpWr7UUtneX45+GvStphIekAB8bZowP0fipetMFZMfEjhQ
QykFK/NccJWPFs1P6P4D0Zs1Nddo2Md4qmNfGPLVKaoPMjePBLh1j1lRXO6TizSb1jTyGJvWWoMj
FhCXxpCSOI3+hboZH3qQaKe2Z/E2owW7pskRdnD3ynpMmGbrvBJOHK4lyiL/3jm9/6nO/YUIXarX
zhjifarrlOnkzgO64YA+2JW7TaBCQT1ifyWvqgQjiPq5IDImJrVWCFkdjHEWDxHGyI2BOMALRWly
ShOM9gKZQOPIkx/U+zt7nN+HxSHhap4DRvYxsksbT3Sd7ERmpr4x6/AwNZhDANHFOszbyDejxsAl
qHgThTExT/D6lJKQXcBW+kXatFakSGKQWpjWLbMUBCX2FYA8XnjckcynWyonJ1VOssDTHWCD8BBd
/TUW0XjO5/NdiImEwIb8R7u3Qlf1uxDGmbwyAld4hOn8ym0t3vSjE+9jXeWYGhYF0SQ855cyhC6U
Mwn1gKw4njpTFhAh77pVjL29GegWA7+8LwecK99tFl6q/nz0FLuwDm4QDgja2+GWyRT91Iygboqx
SWbm1ZiMb0K2Fck1rNWFgcA3hvEWkjD+McnzRAL8JeI8ea6HEymx5UWBVxdnzqXriIeXU/M4Ahzf
3yvAe21eJM7gjcYS+Ld0KHrYdgeIZcEjmE/SnkCO0V0hxQlAjLXO0m3lDvOPwEF5M8aj+URW5XYi
EsnD594ucGcTyT4dyxFH9q7iPO/b0UDAVU27eg6O9y+k/KQrs0ubLVQzWKYVgfZ5l6NicwkKIJOF
PRVFIaVLZI830CTFmskZqqz0WxYV6k+0tj9NQaAdgs2BZoZD16WjYW/gYr6vHiNx7ed0gnP9uxhQ
We62c7+VBuFj6E6JMFjev0oMYuVUzKt/C9VA/BEb59C45Dz8LFWaM2Uew4BlcWlzCGKAdt1tY9dI
3MZCsjBQi5aOZhCEoIQ7HLlSINJeNCw+9Idoj/QyHAWS2iLL9qORt299uo8mF292E386aGQ2TVs8
4IgKHqA7ELMTuqSb63bn2SUuzEJRxKGW07ZHPmUvzSL8rYpfzjBOBCSOUSuDn0r1cm+SkTqIobiO
ERzdx1ODSW7SosVqusbGCt9r1DSJ1y/xGkZIBFSm8XffuwZAeJzdHOtraZfpin4RdqHltgSLyXMZ
9KCYanxdMW73W5QZ5i+AS0SlAko6z7PwJ8NWjvfnJ7aDgWpdNtfKJv/IuY1z4vNU108GwaPPnams
K21zf88MuSjh3R787KTukjIKTrJO0839z2mB9sQGmK5S/2yAD6xSYLXrRRXYhgUKJIE5lpw1dWe6
UbqyNRzcdQxKQ29whROye8oy0BEY0A5wDvD/D8zkFpe7nQQcCaqD3qVL5uXEipz5cUM0BUeTDqs6
OgrmawfC1OCOrhVzj/2mq89Vc2Mkt64o0iwkHpV9jWzNq6MfM/BsZ7hF41/R5yIV4U/kZYCGX282
2HcY3S6dMDoUP+1Ho/hgjWIOvHJoXFZYq/tiVDkfgCOK1blbmeO3wcnNjajDH2yO0VWdwEa5mX2z
9QEoLzGSvqJrpzCb2IiSGFqQFX62dfIB0/p72nACKEK/qp2tBp3rEurTkSX5ABeHGOBk1vEZp4YD
nCmaH6axvRARJ70hIGWMQ3G3toqg2kOqFNu8Yg+3BWG7jqsqBwfRfi9I9zsK9vn9CCfAL9zk3Wyz
Sx0H6baZmmIdDNPWakMsV3ECpcRB0GgOHKObFA/JEMw0CtFQZ9Z85Uz9kC3zJNJoYRRBOB8piBTI
g+HM+SAgl6CdXsn6OVkRh/yKlibXk4CAk3lxAqq1TisVmXhqtB6qWFBgmMBfRz1/UVrttSMnUZj2
CjIO4hSbgG4Xk3s8jciY2Qb51EM8V7K6jFVcwnu2jwm+wimOHjif4WbucBVQ9o7ARzCId2uT0rax
7IcoV72qHbQb+uiz04pflj2cpFrt+d4vtcah1eRAQJp9pTeP2Exf8ha87BTHD6E1Pro64Dfboo9V
dQPzn+lHPYfsTq4coAigWxNRjX89vwCc5ROaTsZcePFQEyXUkfmN9RPCCxHmV0MachVmrgMR3Cqg
xSE7d9n6FMCWFDk+jcnnpAxuZSJe7g8KKnn6523C+KNTCcmtK4fstwBZUBSAQqizXRRutTJ5UJxy
lxSl35TBcbZ+uZa8uaOAF/5p9cGR+ZzPXnqFcHfVyZSno+rNpIo6JvwNCeDP1InzRLCGBAAtwEI2
1tvxysduJprq56lFsjgGrpUsuC2G/gNJHv31aNA2OUCBNJ4/aZyfCdd9kqr+IvQE52dDI0WrCeHq
9zR8tbOM1fLYjtMO4iipXMg6LbAF4t3qXNiq5RR6Vu3Yj0rXK9taw/g1kFOw1pqSyE5dgxTVNPGb
AsACJJ677l3DS1Tibeera1/N8lcBTBbCkp1ahxhsfxtF30ZS6Tyhm2dXHzeir8jFIZlTH3Zm/RNk
CnSER1QklmKeGnd6SOTAYOZXR+cXVADmBaMogArhxSiy9Mk22OidTm7H1mSex5bX9xXMwC5b5Xol
9lYM5AoEdx8kym7SnTd8LpbXMFWM3GzaZ1aHIXippLLxiGVmJgi5/OHiMnEY7BvDa/jSBij0LyEd
UzJIdYYJgVDXHdQT4ny9nAzOIGGB4FzO67ky3fcuzd3XUJvIm8vHFyDFyjGsXbKs8lx+6AFTHRlO
SCnZ0pV66B6MqL0lVdp9pAM5SLEiYJBkbX4oGmSJOC9P9ILSTV9bDZiCqfcpZh/HFh/vgqPXc/Fq
Cei6vQmNy9z2GDIDi5QRi5c1hLyH6bF5r1VQ2hTkBgS5BprqMNqedFkhl7hBv17nyvPU8+NaCRyI
jUzesJTBmO1010NxkfhJKK89lprWYWMiPfDGwbPbg4RUN0HdbDBmriPJTWSHKLZjrOwT1zX3C1lo
RehBwvvjHIB7QwZvgbQJeEpWtxub+bFrOjaYiRmCws0rbHDhQXlxIzAcg5X9mKR1RfmOmYGuWidH
3yIzCvRaOBU7mhk+tK2VWYfcdQcrNAei7kdS6nCIMAsyLReDxMBN7IUAgWvctOpDlfm3KHnRXDt7
ims0aag+BhU7sxDXhb4+2OjE6n73mRQKFJHiexB0fhgQ8pvPjfkYaxN4bVt9cVUiakfClDX3e5pj
KHeIlQDMvrRPKUQhfrTQpZBhHYZKPSpGOG9rNflZ95Tc864qLQiddXDuIxh6BdUSAkCANkMN9eaZ
B8beODzIBDArk+2PuGj2RVcOPMdjcgidovDMGGy0jfQn0c3msQvmnUrs10seUixGtir8ziEGp/C0
iuWmJLiBrM5UZyjUDbFzItqFkQZnWmaBM6zw3pBbuwEKluUENEx6yjAqf4TT+dlVqe6XJUkHmVEq
j0bZnHClRcfes5KTqIelCMRNdpfZPyUwvQ5jcUt66D3iHOj+bEbrrGONBrRnoKSMAEzxCGw6nkGF
Na4KGbIAjVMXQFfgrlPt4OCyF+R3guvzkwR4ilZK+L1aRkxfyaI9OYTbE8WVMH8qBj+Ocj4atvVc
UQm90bFyFZx/eWo9pDrJCKxlbp+GMn5xRfaIU53RFI1gP9OMduci2cfdoadHpg5kmcbmN41+KfEr
LC594OgL22RdLD+5iGBQ0WtOqW3aMJ5ei3Fo9koQ/mxtaMnqSHRQCMjYR0N9Di2WazagpybydCV9
U38N8pfmPMas7eH4mSW0ySfgSwAHLRiRJGwxNufPPauoCm5TyuoaOeScv+b9XyX4DmRjAa+nFWUH
KmjwxTVy55QzIN11MmWPnRUD0AftWLTg4VNDLb2og/0qgiah9d57DPrSV1FaOt1+1oQz+d98ogMT
29Fp4dqI75JotdymJ5DUqBuajVTPc3BOXPtoLNaFsr3KhpaQUewGu8xOALIfSeXCRlcRqs1wQ1O2
y2U5o/EWTbS93owKHXxQA7WKaa09chQgMALqszpx6pf47cg+J06SgKNbYajKehjHH3aTfqrgMLdz
N+5GnSOk06ZIs2HMi5rXseZHvyTIPVqAhCSLVkzg3BAEHgckW6tXkYvZ8XGahnUHIrIZXjr0xMlr
UsCKfzciU3Ai0GOPIIj+IVGi13rurPWEs+wwV3J4G2RyLgCS910wXmo7IdO8wk/OO692nL7Y89MD
Prmzk9g95SY4ytZR9bc66h5M5dTq2bGYCUZ0wm9NS1+zc6MXaD0h5f0qtaXYlHF+tFOGXVEBE10I
FDnRPO/alg1iUUgAeN4TWKPnwM1NUnTlRGDupgoJgXXZE71ROaScUHJIURtQcyFJJuOCh7WNY8w2
xHUwBatBwmD3Dh/rZfbP4T5qBWLvSPOXfIdM4IQsGKy7elF5hqM2L0jRgU9Wvfih2H9VvJW/nNK4
URVSGetvQ2WuzPxomhSd4Pc9OdJZOSDmKxOEejm9i4WR/lPEvp2T5Yig9jAaD3a+d5W90J47A5qY
9qxmv0KFoz/yEI4udCMWKcOxUCB7+1Kknqwggl2ShvyFh8GgrcLOpc+7UN8qwQG6wdS/GOUtzMlE
fkVflin+NIJk3Yhwo7FvhKQyRzlJ0CinB2Mdtn8Z5GoNAFeD5qeA4zOw82jXyXmflsAB6zuaWGSB
owVa0DO6vRTHPnwPj5Cbe0bNjGfsLdtg+xrgx3c2vIGieaMxAVQzJvWvRLn3LFlyof1yu13C8maQ
okLtPPhtENANhYOTiQW39/s8TG9pGc5+zw7pkY/DbKVw3itrPBdxZXrEe9qkYoSA+bEm9fk2FR2f
V0nFVYATDDUWx/YxaTRtO9mAO1PX3JRJrr+aZNcUakr1bKFMJ8eUTJMWBZ1S/sy65f5leUyNlO7h
ybl7zjqoQidTXkcqlW0N2TVTPFSd06qCITE67kNLK8q2TyMvFISoQlnndCdn/ZP5eeJ3VQfhojH9
SFrxKcfaeRgHy9qCdDev89hiwSFQSvb9cxOY6GhRKJ9d9JfbgfylfcSCs+5lUD4FJigW04wz8rIc
UgPseq1M1dnotb2qc0zOwiP5JRCpkZSROwjWkQyEwZsFARnZ+0gccIUYy6TvQ2w6KahzjOWm1KAG
T9QKtwpnb5C9oUtdccUefeF1RrXT5ECV9vlA4CM22anw4Vl6+kDQCKoC3u1dala7Mgn8OsqOHFYA
SjZt8ogRelxFNVrqDkMxugLCUndZgh1hPCV4LJ5UJCsza0K7FT35oPQPwK0Dl6mpvWcQxJbXwRGb
zRfWdQfa1oCIDPkzIt/6RB7RuIYi41lG3Ppqn1Gwk23DQdQBhWsyLU6rnmqg8O3aWgdJ7fHZr9QZ
Fr3b7gtjhsKADbmm9TACsjaKkiYB+1e460G0GozMMXFtqrY4yME6x2LcSf25DIJt1JvbKVA26VLG
EiDQs2sv95l5hFem+sYaeP5oT7ls8f3ymbgVdEYefc5gSR5i4iOwHMNjzsgdhBXBqG3xAnTa0p80
vWFGxxtA9sRA4nrBMg9GmYK/2OqN3AQGVcKIs7fn+YSpXiiYExN9Pc68xM6pKyklAeAXWrJqGfKP
xSM9W0+PqxOZ52VEFQj9vqm3dWUe2Km8UELrRceb12f+F+ff4um5hCkfkBGtFfMC2aIj8ZxjH89b
jpVHCNTUBwiNB7lGZgpFwlw7slopBtq0vmdKoeGgzX09ik8cGmge4mUkJ9PYBS2p3ezRFEfwNXhL
CXYpIM3JV87u7ETmtkrSU95fxz4LD2lcNI/58qUtxFsXHNEk6H6KOiYimIgeRV+zn3Sbygnpkn6n
1eEWAytPrDDpljuwo/NZcRONKm1aZ7jv11IGB9VKj21mkJA0rZIK9ZTIsflRtPMTZajFl2wdu6no
cas0HkIeQrGHXLkrhm5jW8pGh0Geuz/awp+ZBM1DiAGSFq50ifFIOCU7G1iyWIsEGG/D73lGovDD
iG8pTJkGQC6qdILs8RQVOe6EllMoqN8e3TegpHRSPdc2vDowvb67RtFHWzxZgL2p3NeFGDe5fVvg
Mola0kNmjKxnmOatVZt/sijF9gPPAfHiJMD5coRtHJO2oirWCTQ9AIdoTr0pb84RF3letvqc4zOZ
MPpfiuQ7Ci8O1sfUJK6dZa0WBARPdt5d6rLHBFNlrJ38LutnjSnD4LQXBslAt+mkQWOrTf46Cc3O
Jr6E6ksdPlKD4WmiVfDirV7fh02zH7K6OZM1IDZyzkKqMLYPIJhnewrDn0ynHiZBqq2WTUfCiDFj
1GMO5qOsu91U8Nn2g3iOy/TCW09G3daIYQc1/TpwistgqKeiiQ4OvbO+jU8lLUpYh7SgHTrOQ3oL
mkX6O7rk7tY6lZRYklPRQlzbun2xJVMYvW2OY21Ol37q34VWarfBvcEGWEDez82b1RdXJe2OzWxe
RNgdA+UHzHMQ3vkWa92Wae5RgXOtRn8ZMdUeoIu5BB+HTbVQ3bWBrakAPx929gVcxIluP+vNc5PY
XtEPm4ZzGT0qJjjXqf4Rkoyo6U8Eeexr9OSqJCuGtibBKCY8WKoYb+QJCIZHejHUBvtc8XK5wRRZ
0QvHqfldTbfUrBxHh3bj9uO2n2e4ruEO8Vd8bYPgte5hOBgUM547EuFegyGDCZUdarN6d0TS7s0B
grDIcUfprcVZ2pke4778zHtFxdwTlld70IprLurymph56DkmWRv371WliVQU7TkIxGIPMcg8tEEX
XypmZCHj0+PY9Q38btE+uNMMlVIxm4e2ZDrbwE9ia8veIKSEiIvd6onc836HsZWjwA9wkYQ4VK3m
uRH/P6Vt7V2dNN8iBgbXgeHCq14+ZKOwX/hL82NbZQ+lw9tmD218dcWsruOqPdZlYJ55hjEvzZfC
mQl8lGVBYCAWl2yqN6GpZy8O4RtkD76EtBqOpO2RhSzH0BvyLvZbnTRoY9Z8C3fi+1g6L2G0iyN7
H0b6x0DL/hwAu6etg0o6kFm9LfWjY0UNeV+t8pTlZeFrIQIx0mK7Q+QiEmSMS0qbk/2STjodK12M
x/uvsKNp215VHuwHLQaT0rD3mzUhGf0AhDmzbQok8Ee98DIrteicWibty2uvJtXZpP1dMdo7FqJa
YNe6SWlk0S2DdRlv1cKnqqvT8nuREHzexhaF3vIF7es20Eg6MxODs1qaFadI7YsTLVgKchvSYkki
tdb9P67OrKlxJVy2v0gRmodXzyM2ZuZFAd2geaySStKvP0ve90SfuA/bAQZ6d2NLVZVf5kojhjpN
f2YkhXzUPe0qcfhTwya7faftauZmt05rtVWYuQnVQ/Dzy7gA/NEFCSSm9CsmWcdgs7e2bolGHtEC
iyzUiq3tnuIaCp4mITExZ+HcO2TF0gs6XPOCjVeJUjXxSkAzt0O6FWsld/pQX9ONg6YaxyT/GnN6
97qHXJP8i9tnxTn1PGTO3oq66VI3ZXWasoBAjDGc8Ux2YJXfaqN4dLsE+1OM2VlYHEcbn5JUW+ju
kus5X4xdtbdqg91j58LygutrJylaVWplB5aaCpIZAyE78bO3KW+uxA/G/kNJ+RPXU/YQp1Gwaupo
POddrJPa17IT6Qn0Ltd+dVmOV8g058jwjq4av+hnhfRtVnKDwz47uGbzt6mKkCp76MF+MiD4jRmj
r3TTdiZ9q6UVUh3vVnD34o1IaHuiS/lXpaG77sf8WGkuWGxQtdgEDVSiJCwO94/+PVgz2DKv0m7j
spNJQq8B/rqjPmWFqLJxjLR8IPaYWHBivOCR6wBsthuFq84bvk09wx+b2cUGnABAUZsilWiy863m
ttpbZHJy1+TOaYNp57cMjFDoLrHBuUcYeCoHjMUws3YKOuorNXocEMWzEeqvaEXmuu0Hi9c5MB76
ztzmOoTCKbTTqzeZtC95/P6ZElzH9juK6aPsOq/fRWN4q3LgOp7jM1DJ9fpw/8g1wDvnUxAu7oaR
htrjVTHUlJvaMOlLsk65soKdGA3/Remg3ffA+oDLiq0D4QaDpF3jNzPpmvKh+I+fVb5XKezD11pz
2DwFK0rtcTOtBJKRy2KfDmR1ZbOZuDKgDafdI2UwFmu2F+9ZGqP3mlmA7Q/tJ/fDcXM2mkjtvTze
T4GsH73snQEG1H7r2TPKYGO1jXtGm5zAVOKWNuXJ7edKHNet1r0d0CKhd3KT5dB8cRlFi1oEEw45
v966QXnEitIf8JL+eCpSS5YX+BywpG9Es9d+pQUM6K145WfZq9EK+ziW3oNXJ8VjgaOcfzOHa5ch
/BsKMmnb+jVAUjjOIXyM2QtfUa9Y34o8KJ6LtoN3DUJrmxv0ShrC/bZTn3kSlcZBUE37xNtMvZMc
h8K3NhA7qnU0XcB0zBLfizKMz2hnmImHmKovi4aXFPnR3fdjPb1Cfd2oIliGifFIuUf3QG+GCV+B
OVtcBu0rhOMbicVH0wYsPkgx7XJgHsvGwoYz1BxCcqHQvQn5IMx441OgDPNh3nfSK3vgNbymYZJ/
cGvddmGPChlAA4qrmFPFuPPZSWz6HLoKWpye1w9V41UPOarHmiZf4LoItAiB85P835190FsXKZxd
3eZ/xj5+yBn2ma2FXjT/8P1B6DgkRNmzFbKxjchT/6dsi1dKQV2mrDlteWuC/+92JT5rTxPrIn2e
+5FCi0KVDmsBLNxk03tEnic/X3dW6a3rToOXHZId0fvmbYz8lyEH4eeoJt+wikuCVkG1MrE1LQnw
59QpU0XD4G6NQKnTgaC1KxCGDzGNEwRqo5+RpmYRsY7X4ZPJbrAy823bNdG2dy+KqRo/yrFemjGN
RdGP1rQ7i/CPCTprEUFAnvK7S7redsz+TVrbHHJvk4b455akbXL6mPA8WQbTS8S72KDCEKyeWtl1
EK20DvnI8RjxBee6m9RGBDXI5+wPrrBL0Rr6i8WGoxZAC8KqfUzYj7eUPRmtvqXixVm5ddwvPBDu
VKP+sd35PKWjQjekuPwckxH4QBt4NjZvbc25n5qJiiBFunRkiwOeYzgdDY9AeZwlp6cKXDR/4QA3
Qu2lp6HEbJeqDdzOsNZe9QqC/lRQC2iFFVUsAYN4u0YkSYnwrQwbhaMqjFcrLYBlT/FhBLmuekZG
efFQgA2oy8R8ZslhKNuFTCWT9uQ6mFv6tOJmI8p35mQGs3HGfbi7NvUE8t7B+8rv2dtlJM4udd99
DJzCrdz6LcrCfgwoMx16OrHbuXLOW9MzpW1aLbJf26ZlGM3URONlpJ2L9/CuMvW1wUsQGe/hqLMk
/bGZD7gWDaZih/NyLSx7YVKR5NpXL3sG1beK87NuvemIGxFoEI9BeCo8VHMG4hqsMdOJDw7DizZM
fmTF66Ln2iswsuIo9TR6yB7DBvlx7gNiB/HZgcweJhJPXJ9uGB/TCz1aFLcaoXvlRnAJcj9/icr+
kCofREZJ4XfG5Odgp161DajaGqfA3QDdmFAcJxAMwuQUQaJrXxD6WwDPi97glQXcqiZn37QcnisH
P1Zb1+Veaan2zMDsimTt9T+lmD6QeJYojvxgvBkZb9qIOiElU6nFdaFfi+ZWuti16++R8IZGVWaU
8tqbfIEe2f7VDeVKT/54/DLizCGneBudAB7F/SQ4lTaWi08RIeInRAxCCGikD4E5dXB8Ou7gXG+s
AgvTxu93i+scbUZjY1xryTxu5E4FMJii0LTR9rTLr83sCqdz1fE+7HIoJwgjXEhu/mZwqJTuumkf
AsPiEPUFl33X++6ynMjl4tDJ7b2V0/uR9Lp3bdMhOBdbz2bRCeIo+2p5T/nRcEuGuDhj+sIAUtHJ
krlW/BWF/r53/eAFcl+3nzKDbZD0VkUVa5+G3y2kjV8idrJdTaQwiemT5zQSg5gsenoAUXSg27vO
NczeKP7ub1qz9aNDGDir0uGNTicU9RDja5t7z3Ya0ktUgH5rHP034/6aWjmtbGrVOtEHBr99E/0C
BsLMQOlLimBsfPOG1ca/E5PqKlmoggkdWm+fAB5k0SzacFOFtb0yg4FKnZbME7YA3ImR9LayGODz
u424aeFzXory0UT0PUOOZ6qappvkSNZg5IIKN0WnP9EU/dJbZY5ERq6sn3rxbU+A+VsKuNlAJvU1
woWwAGqT7jvXwAgO7hnJKBk++tH/iTEfX2vZhBczY4R1fz6JidAoZtebJn/SVHPu50EotF5wdLr6
kHhmtmnTYSSYP+XiP+Aa7Z6N3rWARo3Nf982urhIOlrkY6MOTmMWjdcipFww9BlJUAOPRTSzHrN4
eJxhf30S0DAEQPTRUWTMOi3tPxlxQDynGhUc2kMbZAw5akb6r5yTFy3rG9K8jV90bueqBouFxSVr
lm8yAFK4fVyxoIQFYnq80CGygkZc+tHz6LJDi96D8dUfX7w0XE4+N2D+a+duAt4+cLgiLjMXH4Vt
U5kZoV/qJ8c7GwyK655eEcWMJn3DfLDUfVqKAjqsGO57tVo7FTtDSPkd9qzg1DKR0xgXGxxBeok0
QUisVPCeg9XQDhsrxr7XrCo0OOfvHJOxO+ZmEqWxHgmhIMAwJIsQhbQ4QYu7VtGvRcWGzD5nBZ5y
vHWEEdVgHK1w6SEkQUpdevThJT9UyS2pu15SW7GgumEZ5/mmSajEdS4xZQrNxNVBqescbfO+MWqt
mjGitKtfeXzTsWWL0Sasqe/cJVPjgdn+QmivDrqXz3ZLEOmL+IW2TBu69olgHX/zcCGkiWz9W3GV
pM27rL66QGNIJZcg9QyR4sP0gVxcMChtRpq8JlaZkNpPk7FDTcd4aPrUc/y3BBYe7aBcToIKmGHC
gCq3Fud23K6849JVx01+njeyTKwcBnOcSFfCAhygnnGwlMzvM9GhwGNINx41IJBSfqDsMrKmKrve
cyEsMxiu1pDMIvzCbpLV4Nygci06+81xIWztNY/3aVbsgghfSfTkuc8RJVhKRxFpnvhNLhr+LKNu
ScDWy4nYYuTzrueuqdOYV9uf+M15CbtFCml7pM7DX82D0zE79Ly3je5gVNbSxYCgGojN+s22KDhB
d+EfmaUBk1GxrNjKudkvpW4gsRRYUJQU2B8e7Z7807UByWW+nhjUqS/X/rSiP/QJDCDChpdOMmbV
Hvx8b+HwFPdtwq/H2Zo/R7igvy0sqe0Vx/zCrb+a8uD4+cbAccRmlDoy6G9sqFv/O9Wb5QA0Iav/
zj0RWDIWFfYDzfipqWBwGe8O8UuvBYSR3AUhWAKTGr9NkMEN/xNowiIesJ3AEg6+Q/fd9+sltC8E
eYuA4HqyxMbNeccnCifZT2v8ZgMjDKdY9XnFTtykoBauWwndNbSXFVxiTt99ypDT0mhL4sWaFw1U
55aBmcObxyrZaMSrwL+NrkLNZIBX4dBtSO6XNgOVAvfVJivTeFf60HqdMngodSleTAM/SUfgaOMl
of8R1q9MaSmWrW9OWODMbnoOQ+aPOQWUVdrqmZSBep6SbjU0ao8PfngxJ9Oi0SJj1kQ+/S0cjM+Q
t+E16ez22becdeek30Amo6tGicqhHRgudm53bm1710+ptudm/CDjILtR3GQzrhVHvRmyW9oU+mMQ
rDA1N6C4AJ4x6ce4GXM2Qy/wvK0CHnnDTJjcMCzuzYgKM07nzXpuJb3Vk6k/aJRaGuCXbveHnh2Y
K5lhRJnQz65I6qPpaqRsjCF4NtqJpYpF+YcNMHtMN/ymgJw6DBmzC6URZmcg/OycwfSvsW/WvHRS
fYuI7+hdIqBq11aVcXBK63eSdAd4XZswLHNICyi7PuvGhHDN7KQlAfrSJAOB1TH8SzfPRXW8UZnS
59tI6e7530Oth9iM4w187ua/p+/P/PsGe+YmkpIclv++wNqO2wVhHEXYss9qfpiGfBepejrcn0oF
7S//fZVCQnRdM3u/f1s3lbOm/ydUbcUgM9LPlueokTuR/z6MTblLlDmd719opkY/VwmNc3HYUHqk
CqxvxPFw8r5X2aBvXdtrN4YTa+91lzyL2vqTDFF2NBy0rsAPEZ0MioOK1k0/NFc5q8rLvKUz159B
NKw/aD4suMwoAuSmLUVzGOP+l7/Ch9No3lt56Yefog5/oj6mya9L7F1+0cZpuhql+LU9IT9kP20x
O8AOLs3kw2T1V217szv7uxrrcD2MqtkMvsavd0RnN5vHwgpvysZai54mDikFlSjBor5kLrKnqxlb
+sXZOYWG/SVccYBGQvlRjOI8Udy1owop22IJVO9moFZOWVGIiLsi7WsGL7W44Cr3to02McfpzJse
ZM1XqtvrWKd7UQ7COmcaCSUzM65lRBsKYWMHKVXu4Bf+DKLrbwDQraWAfr2LRDqdcERMpzhCUV+I
oY925AlNddMKgDy6jw+gNJ1FRJnhQWUmypkVJPWhJy2yhZy7MzRr2XZ1xny42eZly/mK70wnb02E
J94NijjlnHY9TI5mPbgeVUKAmu1V7lhnu+u1nVGH9lbWwj/fH4hMoWiYMDoUlt27HHR/0MIEdcaf
TmilRKlCR3DPbTNnF0raGMxZNiLTJX2anyncziBE4P9HWbr/sJOjgkA/PE1Bzr36/mflOf+j3jNq
Bj98XxVP2D7LVNu2JY17mHy9DdYwn7tGMgBoZdqQnb1GFFdcxbzZqs5k26sd7ao1Hj3DxsrG8daT
/bUiJ0GtpzTWzHYqivHwLBgU6LX87sw+NJZ2nO5H2f+WLoPxVnowCZLHLPXyDdxyuU4GELe+Ni/2
U/kbzZ/dn4rkLZBbNEPrZoJLf3bT+qdilHwSqsDyWDTDjmBMsiI7Vu7yJLae27wChStTkivzp26G
x7b1GPHeP014X17GwDjWtUNwqKY7IUZRffLbTUxRWShUCwOUeLfpIP77yVR8jEYDKKIK4oPhy6Mj
RHtJKdJY6rV60EpciiPnTekVOA8T+LbF6L1FxaQRTFnkPeL12Al8ZoO3wZ+pcV7VvbPVm5LRog1D
s0yT9Wgq+xYbNF7C3WMBDirMEr7q30VqIwx13fTlVpiMy1KxIEU/qe+uxnBEcKpy6+zZMB3YSpGG
al3Z7/3efBDzZ/evEsnDGNF3vPMoS8TnDOxt9X9+7v7h/Yd5Y1/tRpX7+1P/Hu5/luZZtBHbkEP/
/S///WhvBMU6EnW9/Pc/vn+1NcdLHeXxtpLR1vfszyrDmQt7gZZFpQmUGYZRQFMohOGXx+BeNZfZ
4nWZhP3Qcu863D+rvG72t5jajhmEcUyd+jGKA/dql6fEm5zHKjTynVMjC4B2sG5uR2o1aMZ010nn
Rk9r/tkHcEoa7mSL1orZyVZT8dgbauYz/Ew5PKO4CSQ2Li5/yO5/OUmKg5GjKDmTFIumzqxNHXwK
WxsPXXd2Bwrfp8iiucrGocGNHg9uk/9pKVIl2mFuPXN6oMS5OBgS4a02hLYJsq6lYwPVwjTtlTGL
GoicCo61jfGJunmjz6ylpYd/3DSbXQGyOYmGlqxgqvt1S1Tv0GmoLw4tjysHqWfjU6e2cCPrHS+l
tqHw8YRH90+dOeGWiIhPek6+mGGOXtg7lEyyM7TCjl5Tx9zTxiiPSdzWO7NtzmHWtpdkbnHQp3Za
VC2A9LFF4qdb90IJXX2uzHYXYgvbRjWusCQSmNVNXDt19S65RW+8oD4VXr2dmJx++BY+RitL4z1Q
Glqc+xNJA/tkizJbYqvCVWIPLDaJeIjaImAvkV7Tiqu567Hn11UEY9mJWjY7TnEOKQyqqjDBtDg7
EpRMV7GQ7OA8vK0sYBrWn3jgfpMtvcTnXCckm9/W/2MN+EMcF/GbsfYBI1WQM+4whIcHPgmO+YRp
tBw0XB3V9+hq9OiBG1+HSlS7Mvf2fc8ho8wbTKnRU4MzYsEq9WuW1jNG33JTDuznsYktSvIfcQFv
wQPsmhJO3zVOQ3dqyx9ohv0p7vT8wSGV0EheLDAUbI+tZJsYk9gL4At9Lo1VZ1F0VhEjYZnRx5Mo
WRlTLQSoPX/qDiEywPyR9CQb/n+fE9XVV+rJpNaUDq/JWet2/6IC7EjstMRGTHh1tD79aiQFndyl
24UNjmyVmmVAUD/BYVJr53okLtkqZV/Mzl4HnkA+JJ03jG75OHDEfjAEg6P6sQ/i4WIhTwGN0I46
qMYFmzazBxyA6s59/rkUXYwtiKhVGmfqbGTT9yD1flv1jAsHtyUZyCaa8m/0+EwMm1yjRFfX2q+a
Yf7eNn6xRDenrA7k2SRB2Pnwh5sw604FwsUeZxpR2fLZtB1+MQMjL5ETO1BdxqG26i5TYG1tUegg
c/X3Zl4vPSt+KKDFw7P5DGvWr0HDd6B6uzqWnIkB4aNQJJfcjp/0Psh3KomYzZbpbnAprYWqeaE5
RfP497QMBvjrcrC2HTIrrnqyo7XpRtWtDk0QIR3RNVyKuzxssks7MIKzuFltaHu+RvT4rWMN0rL0
Cb00QkxYuL3xlLqs+AtGIrukFzRFT8muFxZm41C+JuxGF2OA68BliVtEnKZJr88rQXv0B84Qbe7s
CqdHUVJNsca+rHFcVbIVx48GMs2y0biO07rM1tTnwWQ3EGfdgdDTQBylRUX3pPfrhoV+xh5fMX03
su6HGXrBpGiKEm1dRlC/eurrCTLYfwuV5gemJ5s4A8VPKcux6jBy+bmRwBQXycqMqoYKWPFCry0p
OLogO6xWmEjQUpPuVI4unbuWv8jYIM7nVKqD0VacnlzOUIJrgcVkbCacx11jmNuhhzuC0ypYl0aG
34hTSYQ4oxs0LgRz6UjTOJybp2RDZoNirzLaY/A55x5ArhwaGx5l2m8SAYq6Cbq3Xqk1/DPqqryn
AnDiEHJbJ/m4l19DP+pnMVo3drzlW46HZlEVonm4f1oa717l9zPsADCntNY5LOxiCORjnIzOOXMx
aU3Wc18p51W1LspLUmlbClsPTNlQ40hmrihlvpkkJZciiD4wEJGt9sd3K6XPvDAMb2X2vOJ6TNml
9+LXk7OI2/xMczUXtDnAomptgiVoGRKTXK14M+tpIDkx66ciArko6XSZZ7hI9Akdg36csY4UxbVw
KrEMBv+1VBywGbTaa4VUUMTxUiKnAcP09w5nwZUpB2REaEEEekhexu5zFnkFooP6HqPyxelqAK7l
V5+2jNMRZxd4CJd50gps2xSq6FnEeycO/1oFCCl7nkbn/hM9Q2LlTfvO6cbV3AWO/51e2w40oFc+
DInfHYc+eIwCsem0r4Zb4KmsHXM5Ubu2KKGmjKVrEIQdLq6w3GtpeWs/JWCV2qggvUJ4GaRhrrgx
DAZN21J/MEghVailHjD8JTUxe6L7F5UYFIm38ZPhTt9JbGCGDfx2hW8pTc1xx/W8k4kY9vjYbkb7
FyJcDjwTmQJOB9ln2tdXaoZZDrG5yFvyj1VjLMRIe29WMbqg33dC4xuMtUCxuBit/0ZI3j+wogwH
oU0vWhBhwyV03BGpn5ygJ8sKx7ApyGDqJd7pFjy5mjIg9Z92MVqrDq1Drz7cks5zCiWeKfoM9qON
XpQ0NEFUdfdrm+V0tSg6y6ELG1mrDlkh643dMiOosYXs+i5jY+FNXDuBdTbHxHvUUm6oWnisimaG
eIXeNUsb/1o3wy+ww3CfzJ/dn58IAxfYJdq+OXlBmmPN5sacS8RImf6/h3r+yCXd1pMpQSlOK8VN
VYfHc4fypHGEJ3J+uD93/8iF2Lk3jZxB9FAcRKp7y1EZ45JO4mctoe1+MPOvgI7qR4vjCZil/CI1
HBWWGPcAbbqV39f9MTNA3HHwQ1ZXxg5gF2ZPF4YMV7aeug9ZrOdHs8A8ymCFD4sQ5IrD8BOr/JwK
SQBLAIjpya0iRcSKia4D4PFcdTYZKJNfcsnt9+BG0a0cIHEUfVcdWw+lTCjKCmKhiXMlDXG+fwQ3
kbVV8lb0LflO8CB9476/A0FM1jpFz8E2UK1U46SvBleNzfVkMfz9Kfj7swkIv3tyN3I4Tr43HouU
Nq4RMFUJ8X/Ie4Hddn6ewPH033fogWoPesqJYl5hcNlnF9dYTAZGLBTZ/PLv6Sporrnji8P/97wp
EHMbDcLF/afHwcuhJTnYYzrzzZ5Nm2n7RupxHnOijt2fdgksb0Mw1Zs8NNylodFAxIlPP9wfAi0m
pRHqOgosrylCwf3x/nQmSiIBTYamOIXxw7+HYqLMfbJYk4ogKPVFDwtEX2BcyvbtpJ7u3xg6BS+d
KOlWbI3T1LXcdedfvJ93QNYabXV/6v6QOo21pZuDDE7FsMt3fehDLLQxynk64AAeYJjVWr2tSqCD
DlYQnKf2S5HW2qlzWY9LMODvrsrC5WhN0XFEp3qX36R0h7MVMKyMxucw1MQru0+xMbTw28x6dcQI
U9EQa4xvvu0NjIECd1vPn04u4wKSsd5DCHDkVREXGssRG7KyzqOPIfW/7yIsh7eKGU/dXX2TUh6o
hRNmenC2Rk0Qy1JzrXUDx4r+Kfw1lVz2Gp0C5Rjm25SO9hcSqGzM2VTbnBAi9lWXLGV/F+Dp/hD4
SJaDW5A36gFFx260uT8/ofNsgwCuLMWwtJFVcp0xsHn2qjedtNXJT9r/+yAlpIQkdvBzpPQA3r9q
jPr/fgvdUvmqsEyG8RyWOCrzw/c/pq3Kiy2JOEjckZ20PSSPzL9aoUMk26vUKmN/eSrKYUsiGat4
WMbb0SvGRzU/hOh/OOmzTe86Ey526TwGityI54pH12GeTzvFXunlLfDndNHUd4tKDtU6b+jlZipN
XDAbBa+m3f+JxFvSdOFXWgyXXuWXDkjR40TtyKOZC0qE34TbVsexCnVYdQY2Ul+vHxFC0IsdHBvp
QNAAALH3cH/gENNufY3Ekt+NvMDzw7+vVria9SlVxMj/9wf++6iL+1UcchP79wVQ1f1DkK/o1o5v
3Abi2yTzm6N56tTNn6F2tFeZC2R7Prt/V6qzaktsUUgu/ZudYVvK++7JCYcKxYZwhWvAJQ46wOGa
qLNVSoJxhTOx2cdBt7kbiO4PSF+CXOgwLLXa0/fMtZfK28BOkxdQ3i9+U6VnJ2H35KV9h8MCRsIU
OCf+1cV6MExJyTT7V7+dbf6oEFrf0yjXm/nOtbFwNy3ktRTvEBzhZtV7TH6mwOftrVKHoXqpNqqd
ioVUOJvyJGWEHfSvk27OHkZQz94qVpk8mTmXLmZS79yn10H74WCpb3Fp5MsgU9+5tD5b9IaNBggO
Rq850kVZuscAy4mT8h6QI+dRCq2CMvMPShCFbDAv+YMkEAwd4RzB1sqj3D/YGVdZrZePKRszXJhs
2BmoHvCuP0oNpETlDlwh7TAPwzoi2DYLXWY2MInnzjVb8nYoFGqGz/l5AVkgOZDq/bBisC0c6Lc+
lYiE2dBVa/nDlD/b2ckly2g9rziir+HvUbrMi7v0dUGvCaLcKQreIuXqu5j9hDsfSdBPvuipoyra
tKIVREmTN42zNq3QuPUx44quyf4mIuqffUZGqRtTMW8SmNNHaZ5ssmHHkkiUGfvjrhq/Gy/dh3rQ
HtL+qbGs6uiaRMCk4bF9zrNll4qNrxeYpYS/7QU1MVXtI60FqX4w0uLJ40y85gVXO85vynBeOdkU
nIz7Qi39qvodYsEofzIYojTyTeeom/jB7MTWHdi6A71UNQjy1CrtQzU7nonLH2EbIm6UYCPUYOdH
I8Jh0NH6yQI0Tx8wsRw81n01NAdPOHOPPXfNSMVyW7aoZH1x4+bQbKOK1V0zOuelssW+i5pvIDTV
Iq/hcoXsfpknaWzWzOyPtNyJgz0xeFdhbMvSpwwM68FUCQ4w7pAY6wihjSOJBjFFmzDlRgGKLl/0
XrCBOMF3DZhRC27oFbOJrbIptaxypoZ+shtzbFjSCo+j6/Y7ushatlHDO96NjFm4pW9qQ5E/zMYd
ule9KGbQtt6M1YrtIGfv1YAPyku3tDo550q3AVcQAUlRNEb8jhsaPDDr6MK70G0JHcUz0rUObXrt
sYFb4g9y6LInH9NByVmTnGuvtgUCuCTOvnEAY5GS5a9J0sV+GBXTKLx5Cwm8fBOq8jCxM9fpb1zX
84qWeqhxZUmTsOy6NY7EZsnfpdlZKj9xxKN/vNe1DXDhzZBA9RLsTVCJMgsmVixYkRyzLPGlho+U
sTogG5qXqRtJUpmTza8Vx+wokT69c+GW+lWM2Xebq2rZCfwhJXZVrrVtNuT0HeZkzjgJ7WLY0GfX
daM14hi87oCbhpdxNnM8RhsaaTStdqi0ywK1LTv2NRb+QS2FG4KQhX9Q5v5Sa+X4IJiIp96kcUOA
b8rxazepEKNsLHA7ooJfaeEol60pq20X+5zfR+Opdpksc7wIkR/TuUMXE35Gu8ZgW2CBdO3suNlw
CnqOAokifYzz8qrRxIbD1ygWncGdB6sP7CAmzng3HodK/LGb4KOSE/z6l8LAHO+QAFm4MCLs4Dmu
Sf9lWeCf01K+VSV0GC9OinPkRV8qMd9tkVVbk+DEeeLmanBGunlqzioJHGtlSwWPzPPgiFpS7FM9
PzWOAPOlR1tWxoVgD/wBo/qTtNELR9jkbM8PFXttWkz8peGgpVkmSJcJ0aKtR4dQFIEmeDkbs4jl
nha3Yu1kB9gwDPbLiHiG4k8EjruDhwtWWI+Kiw15QJcUEgaRR2ONslb26P11Gv0nTYOI2V6ydILs
TXOa6uor2B5xTP3U9Db4OI6kCQcJBf8WRDsimPWBnSQnex9GqYf5eicaZDBRaRXu1unKNPaPASMI
UUg/JSO4h1Ene1JP0TUe4XF3ruBv3gn0iFBo+7j4HryTjI3mIXIF+WKYQoH66I0Giykk4ggMf9CW
KYWN2LHbKiX+8OaZo8RWHc2OMsxUVSRIOobYZQPL3MRTYexgcX860+ge6nFXGtXAaXEe5yPp2g7l
Q+lMEqqa58zPsMnjCBXYwpR+nHpMM93sLwHCuGzguPB6klXQNTQHwftVhymz07Nq1bjM/CLmXovW
FpQmqvpMuffA0UVaSxkQCy7jVhFZRnqemRdJzpY9bBlU0rBzINEfHGqLjbCubQfE1IeQ4bfNFf9Q
k6EyytPQhOZ+dDCElFGcrjRlm0e3/xMXVn1udGEssZ5mK5vFbEV8yVz4sXeOgU4fJDVuO0p8Y+zx
zZreLXvl6+Vb6LZYn8fxo1MCRSYm99oD4iEhVePbB/PmdRlOhDz5i5+p39hsvVkgsppJ/FisdU6n
iFTpMOMJYsqL5Lam4wTjY/wrTVPi/20rEiekgmMNnl7mi0UyJr9FlPqbOho+ORmI/ax5K2PuznM7
xlO59lgRjdp2ksRT3wf9MgLqtBJG8gj29tMm4Id5rH7OiYeflCq3+FT+JPrwBS9jq1UYfcEkmquW
PDsO630+emob933NoRu1goJH+BrVXuRoogbu83UZG85WTJSnaWYJ8LXE11cP/JsCPKuMHbUvTYut
nZa4zlute0+1k5JlqTTAGdQr7G3dnbb9PNuWOJs2ReSHF8PyiDcLiNNyNMadkNNr3WZXA2twH9ly
PaiM+7yUM4OS5uYaVwcKNON+RN2VrOmL69NVEtM6RoDpsZHiyVVK7XecsAE2KIjmuQEqzOP1ZkXY
Ao3K1lgbdL3/0+TY/yNUbA5Pz8teRPbRywXMPmMN9857cDT/r19M9qKWwBSbRmnLTPf/h7Eza45b
ybbzX+k4z8a9QCZGxz0d4SrUPHIQKekFQVIU5nnGr/cHsO3rPnb09QtDUpXIYhWQmXvvtb714pVo
AMJCgaiNprmnyfLYZTB78+BHPPbddcANTXtuWuMq0U6c7uwtejTXBHBOk6d6VjEDwVYZcS2Ody2N
qq3Vp3i3sUnaw6uTRaWbxhrjJ9AhFuOfVSWmt973x5VXv04RsjgzjqFc5LxvnfFzxKG0JX6yWuu9
wOsfC4A+vdxMQfs4MaZjwGa267GeB7K9lCvDKX9HmIxWmll8FjnLgNogL67epGRyjty93grAyLT1
uAwjvTkredStpFkgkgsD6yCrba1J8gDM4Mp08R1J4rRpOAnKuA3OXmQfxAD3ukptrFwKB8Hli+5b
yd3x1c9CEDlSVTRsi+KFFI5PWBvKWs+jYWvXYieA7rN+0BFvhYKqNA/3nsGyLNOQYUbUYWcwXsK+
5pfhAIa6ON9O/mdoNu1lkAqHUJVXaMR8pkhadwlaXZF2yilhogL1iEDlicU7+aX33i4vNI5RQfam
d+KNU0i4iTCoMxrL+lOXM5tpwx9GP3W3igqDJCZ/qyt6fXLa8Ex6m4Y4jhNV5/dkiufXfiTyJ66M
7pkWJ5Nif9xaxkiMBESMFzUx0B3X7W8RtbGb6pesKruLoqC2p14gslDB0zeFF0zrk4uKKsKiQGov
UhFXS1IbNYrxEbE90B+D4WPz3smSto82mPtJFNBoogyGWHPwHVCMSEFHV/UJUlVK5J9Kju8wq3hH
fEpyXLauV2PicUrtsXICsWEgv+9L3wM8D3NBRsrFs9jegaAxx5rDQcN3QiwnBvIcEi2DBjBQTWxS
NWUCS/zKsssn9gI4ikQRMTDPnzRPJ6Y6IqI4zpnrc8vn1FJoVClFVSaqNpC5DKxNnWuYPWtPY3bY
7SkYGR6k9GMF605lcqit+5HId9N5LUTXbHNlSiB8yUPQYqxA+DO4Y/DuhaRzmk05Z0j0mNWasXns
hUM88NjtnJRELpSp7aV0UjTjQMMskqSOyxfGmj9NkRi7PuJKnekTLN/qU5wjDQ8mFqsYTFyu2CXm
VMJImJLHuA7o78dDKtaVAXsPswe+2ckwoGw4JFpahb0zJF691nr0O199WsBoX1j62GByq/vZlshQ
Y2f2Gvq7ka63HsS/THDyO8vpD7nPxDeZVc15r2tHMtIex0SSlDJnzAjy2t2u7OVWR1UeS3PdAZoG
NWqGlzTD+jN2GuQIlN6t00euGQ3KzUrYIeNCJi9++TEAyn7yiXjHrQO8DrgiXCbJ2R3bgLnKUmm6
oerYD35CI6Sbf6RGnbtrLGR9oq9vgmSgpAt2eg5fz8wY0gxGkN6qBJgr0JEbO1hKWzEL7iDWf0Lr
u5F3YBx7avNZdLYQLq1GzV2JeeVGuP1nUzkdm2/9VPpJxr1Q10/Ls4xgGrboi7xThum3chTKyTiO
9slQcO5SotuCfRtt5bpQCk0pjhrzCGSbSnVZ3vQF0O+IGgEfnC6ixHMFwpIz3LOAZvXMp7Zbsjqc
EI6LV3gPrLE9sx5/kyUSBZOlnKo4DiEXMPApC2a6ZlFem9o3LzSf57QKnGRzLMpC/KdVs9YVGBGl
4eXrUhTlGrQa6pMWQfh8AjVxpxr8dmtWTsrjOcGiIo6rr0v9pBThze+N6VhTebYFwYmKjKIL1Wp+
8LBKRDppPESOWMmmHBR13xeWOJiah9ckrI1TwoZ2lrpx1iuFcZQTMv4KvRctL6bzhFppR3Tra0Xe
0DE0TNp/sU6mX9EMX4zK3iGJFXshnTh23fPyJy/A/VGZRfowNNbGF1b3zNOXi8gjlArXHKe45UvL
QpHl0aqEUgTh236MM4K7HLoPq6mjmCVHOeICDmqmklbhegoC2UapVxpnlgcNsxGDGlN9wgyC3UwL
UrdIKT5TOvGnqdGOlorqdMJ1epgqB+gTtimb1RTLzmPpSPVFn8bDgCuymbGbocJL85kQjFgRVkv2
FKTCcas2qEBSge65QbiLADsYIf7OMR9K1EJ0jGfAljVq20HHWl86foqRlV0lHAiG91Wk1H708cXz
FPIrsGJJrQhjR0MKOzYHFQ0RGdLYSHQ9cn3fVtjeOXbbXfgDR/ZNkQqyNe7By/y3oY18BNHMdsdo
BDCKnLEcKuOpHu1nB+70teaciIvTOBWYhxgyF27b0irBHDtQII6onxTMHXoKJUYlPuyOit/lSkC+
kSo2vVT+uyGj8L0Iye8ujK3moZRJlcj6+sSDMHAohEiHV9knnCjOrn7hqe+Dn7CEINRbT30ATkJ3
fhc5vmCO5N5JIewsHDUmpEmNyLPU4D2Ogd9tpzlgKfPz1AWkZu9tzCIvnHhokw4Q11dZITP0rdG4
U9Rs2oVF/9zW6nGMM163RLk59GQCRsxuLxQD1T5Uy0NTt6Sz9N4nKLW156ziiVRtL/Bh/PexfUFE
NW6EOnAOJrjs4SsDtWvovdrZSAYEX1Q5At0nu4WUJ9hGiRpeObNyuB79R3YS6K3eJNkwneTw9foV
P3lR9ceS0QhnSwRajh/uDfivbtBgkkUjwKdYN5zLgijZD6TRgMbX7uitky1shWqT9SPLSKWgqKua
vZlN3kMPrCnFg2xMjvbGusFQYJLjbrKNz7aRyjea+kCA5vcLKnNC05hrWIgnJ8yth5g41yDxD4KM
nBVmshJ5N352J9A3MkwQGjGzvzLXv887+KHxQWORBHSTisB87ikGx9fis3R03OVcxvfl7bbyrt4v
tzteYYaOcyvHYCcvmA9tPMHYGWmERb8/xUuHerSw7W+T8+SNbeBqvV0TRwEUSUaoDld0vIgfqBVr
97W3eQhY8jWu7DvVdUBwLrLzWujWJiaWehsbOGkKBlvU1ma5V3h4j+wYcAksq3VboGqOJ2PnJPgi
V5oS/cLynG4BsbgDpfiEnLayE3oJbT3tUlTFzymQ48M4x2WByAXXpapuh7kJTX56V2cubaZVxmnZ
Ab5ij5ZFGhsWMH272JLvJ64k5ZH7VuFjGyxhrGVpEGFXentZNYqrhHXnTtiib06tffLToa3yPqg0
eQAueINvutOYa8+AHegmV7J7iPP86Pfaq0nD9EFpEYXkWv829AGZaXQWGuv1C5Ksz2erKcycS98Q
jYAh18EDjDxB0NnZAje27lWDiD1SUjSVCoNJx1S+QVgv3N7U92wy7zHi6tdppI+NdYM8JIRUYFjn
1bsSCDjLJv2WMylpZhD+hJuVkTpHZ9zP1SqQRs5JrgzzcxxN44etKKt2FBHy5HcfDNota9H4tYNv
nb16QF3dzpwwrz7HFoFSuvRRZMKDgnML7QqNY2nzg6JvIrcZfLXDqG5D3CP7PGDYTF6qK9t6eFjW
TnxBTBmiCLSgVDDyTIxjAS7cs3lLFmHUuFlobJZU6yEECBVkxvbrWhMtrutU138SxGdhOpTQbtIG
H0rDDHQyRgxiitPvh0z8bMM+2sC8GO552h7x1HHI8HFyqZPUj4FE/1EQ47mSCp2lKAx/8UbLV1XX
KM9K46RB1Cno+RwUYbR7Vc0w08c6WHvypALMiZnwxEOW+XgGRJU/dPtMJSpIYSyxIf8QpUGrr+TU
0GOQRoYRUVX2XkelnPcK0pZ5ly7ILIGhx30x6Grn9hI8iNVVa0QMw9W0y1Pd7ZJBNDcyDqJ1GYY2
6GpOSil+meXdWpZCGqLqe6KLyHXmlcHTUiwIptEe42EmHUfpppi5FPRVOvStk/jwJbDW3l3YxXzs
XHXCCVDzDsG1sQXksQ7/7PK2xbjKNpbc6+NQ3GyV6rv15SaLam1vLStVRV5UycR6Wwq8OfbMlO0K
Cw6y4ZMfYDt7tcpIN2zfx4bMTgJpfyw/VROGs9O1hCY8HbkXRL/tRZRik3jctYWmVQeSwUhJGu0P
v9GfZWu3j2bHbRB6ATNexM6cxof6hjd1hmZUV9GNB1Fk5k4fjPh9rBE5hlmMP7UvtI3fJsV9zBAc
hWprXNvO+6HA1Hwf4BKjZVD7ncbFsOqrId0CvAcuM988AyUTxgC8pFHpr4O8Tx7jYo7VRaWVGXX1
UHdMALXUfLS1Eajm3BkmX9Et7Mw/t+h7r9DI3xXVaQ8FgDKa3J363haQTUjAJFdnGs6x7hh00Dh6
y45Nu+ew6AprtuYE9nBf3hpGlCiwJv9SzZN4AlbbfYyR9eTHHIUiX1f2qYhy7AwcuBxKgZNi5Jeg
hJ461PUtA38NBIwXS/TJbGu4YGZwW7iOayOS5SHVQJ5WERz7ZAY1T7h78V1Ay0wsvkWconDRCQA6
+AJSRpcluGPn5b7UrDdAkdZTY7AoiCyY55Ug2M1aY2GBFnMs88DEIFHqqPAKh3E27N7RyXQgK0jH
iEYwOeua08q2y/DcpLj1hJa+GGM9vC0rAMOr4jTg+N20JXfGqBedq3YIoBvB8l9Hg+0mGHHw+JnJ
tUiDjiM1a1fSV8jHJVl2gJRYkwWKPXJ9hg5thYlIAYN6gvs4y9Jz2IQTjI0RJavf34vZxJfhTnM1
u+BbOArUpr7MNnaMHynIq+ES/W5YTM34h1WN7dUJM2udxUa6B7ePQZptdeVgHX7UjfLiIAiQQ65d
dfRf6wxfz5aXqO3pW6/Gst8EFmXt8o5XgZ5j7cf7vsTDocUwt1OmciqdevNCbxPDnorm0KY/symq
qjjk1fiLro2/zrWu2k3DL+jAaBk70gYMED+VrTgbz0J3xXS+xCiVYeX3a3YLj7Qj1J3fSfBUd8MQ
dng6CY5SYXQhNOCC6h8nsr0fVUxn27wTw/3r3co6UtuXYkCWLVYZIAEIhTqd6yAGHHuyWHxhie9p
/Q+cCaCdFHq2h6Hgn2Jb5yg0770qC61bc3TfLPsx/im+Cc5Kdd8iZ+XWo7Y0kGU3b4FKkzaYj+Oq
0WByrRWEo4WJxXIgHX7k0mwS4yksDXRXo8Fr19BRz2sewO9KvYaN112qEk25AwtgiSSYdErriWy8
vQdUZAXmh8kLxYIu8hsdMsetHEylCs/YSK0PwEvPlC7VO/uFFdzypt/rjfIA5jVi+tXBJwkRv+Aa
oq0K4LZQUv0pIo8M01FFME6Qtuul4OyC6GYHbX326xKZHoKsw1Kk5rVEvOqHT/14W671zMa12/cF
3J9ouNEltU5LiQqUGimYScoXoak37jTNpUlckWABmL+3FDbE2Sm2ZFkxDdU3SoM5wcFLc8v7wG0G
61lyGz3qXWhcMAM8VqrWHjqpnenVFusWwd1xggCHflGpT63hv5R+timMEYt31upnWxg/cmvgipiP
ULJjfe8n7QStoTrVRHnVOM58nW4kiBEqHzWAd9oNx6y27wYwFaIDR3WNnY9Pq1POoBfDC2w/GgmI
/9HLGZhdBB7SsNL0K2L4DpVorBwIb9HH1jgHSVm6Xx0ChmAWGLRr1Ggv4ZgCReyS+pox371Untkc
hx9cjDlbmqPcgknHTCGnF9GhXUfBAWLXbBGblX6DjfTuVxj2bVwJfiLczoaxgMLLO/UoVFGTJ/Mn
GykUy/zG5Drcm7y3N9hmdIRY/WYE22FUiXJPhM7HYpvOOhyM+nVZ2qemeRkIdp+iWLsNCP3WqYar
tJjyQ2MY8rEgjXZjehx7Jlo4R9VXPuxcfZ1CNXg3bEa+WQuoB3XNM9qAskF+Y8LCvqll+Y3Cajjr
aVfuPMIdoPrRJhojIC6a2vUHUeurscaFPaYQO78OuEoe/lC4R1+z0p5WYVybF3qgoEPH4kepJv11
qloLiXKAfF5+szpA/82YBneMitZGJPTG2sny7+UpPS/bR29Dyvla/GNz8nZyHs3ZTZ1clj/VLS7T
Dkfm3gs6/a5U+WurivB7jYbUGvpbrCPfdHAuVjnAfF60ws+13TEfDDp/8Ot7qv0tz9gaHBhnrW14
wl+4pzeU71s4O6chUIIT1Q8BD6hcOu0wTFX4SC0QvcQTVWupvlipuQ/BvknbbKaVoLvqkwS1HmNt
OPfGiLxh8Af0a81zbWuQWvryCUMKcwS8ptAs/P6FFgwW56o/RB7AmeU6ET429mZwzTLOCFNIAIF3
nr6KY/9jKaX0sHoPsx/LT0K7pD1lOkti3z4F0SQclrghuqCz3tFc0lxyv5kYKAwcMh8ymJ6lw4W2
2XBZGghMdoFwcLGtUsJFz+SH/i41RnG+aKLrGBZL2UPhYWsQ+KwB1iPr31OHdGmTxEq31Yape/xa
mANzLSTO4uXiUuCTJij2+xIHP/pe6R+0htMDoqb0Geu0zgG3pxodnUmsOZL4l6z9xmxt5fcetW2i
/Qwa0OfGUPwy59swRsS0I5lAstOS3Q4DYzUUlXfmhAWEq2PLDsrDYODKS0vjNfE95WW0OVgEfJpo
D2LnZnEUhR8n/I8pehHE8PyaGpYQtYmzR3uMKUsJUN0vi6Pa294rKZsvZj4kD0VgKg8Axx7qvK+/
RyVjdixg/lbDavE9tAeEZIoagpPqqRsRkc17OLrkSwQIa1wKtPlLDuBkRLNxWMpAVZBflGSyvyjB
CMrJKV9svCDLNjNF8K51va0UotuJIfiK+7B19bUEGJdGXrNxkhD92JjkW6NmKEQBuVlCL5KmMo75
UD8Jf/E/qBoeLwx3XVGe/vNLkZJYoDLoOqEEvaFKEfQpgvhMcpm2i82MxXkEOAtE1LU9BpfLxliN
irhyGq/2qXTEOmWW90l8F8CysQI3XpP75wewE23G6mc110MGy0G1ixw+Mnww/VGoc31Vo6rNnZCJ
Pj0uyic9X1tThCqCzrR1gg3m7GTTHLsgVCBRkvGWcYbYTGrG2KrAnBCqRbzLdHoQec7h35vbqlFv
5LSn2ntCkueuc/huJiq6lTCL5k57K7+pVcvLG/zwZzZBJlM6dIg0mVlvZPMYVdWl6qfpBqwbMG+C
bzxEJXVkmqk/s+94riORHLeOQV+FI8NS+phTs/fnYFhTHeu9Cc2EhghWkdw3h33dY/kokq45tZMd
uLOdE1PtAHk6Iy8BXdx7lSvtujNpk3Ktxd/a5Ogs8UVYOYH2RBYUoULHbAN51u+U6VDkffG1wysZ
UtjGrHGKCu1zuZhqEwJc1HH/GWpXPWRd9JFQorqSJhwLgnyNvQCuEW8tO6sbSTX4PgKbCuT4nfVs
HxhVtPZj1XiS/vScgCE40r6rntCQesfl4ktNsFZlQRiwMAR0dbR6muIYuypCZoVSmNzgX2ac7GFC
YGgcLnOr8GsigWcWzmPuB4e60jXX6zgJh/HUXGVUP9gyjw+a31ns8bZ/0W3wN4BuHQNsWkfo5trE
ZAF4Q9arNKrTi+4h6YF8cwn73D8sH0OlIPg2Bu3MBI25tC05HZAVCVqhXoea7u3UPvXWS0RbEXJA
o4XwDB/K2uGACNYmceNMSbC0EGK/V/GFBIQzPtYTc6owVx98MzN/qWZ1bSWolIYGnMu5c02lJu4c
Q61DnnPIjahz/SFWnguG9KtsQFwBO/USF/a9lB0txpAW2NJLhXEYZHe9HoLNmHW/gFjNGM2GGKYA
RxQyqh65NdFsadI99DlVO/C/GJmZKr55iRdt+SVJI5m/h62ue+ltaq+T36hBfsUpXWQk8BO4DQpz
NVTo7Dqtf17qua/OQvkzJ9HtsdLJCppt7EoqTkvTVXIAnpufVm/MXp/sN43NFhW6dC5jT37AcpEt
p6JldVR0H7yZQLu1/FtslXRcEvNhKq3XYe7k6wTdHuwYuyQI4C3FwAvDaJs3UVpX2nDgMSoo4ctf
RUjUOu4idWYi/ojhEb62FKW4Kccj0r0TBtzsbhIdc9fY7JefN9kgecNIL10vU/u7qRoh0iQCDQCb
E3bbksJjRmP4SLDt3RQBpsLU4dOqZ1WuWruqGTYbf+zyHeqLfkVoxHek8riZRvb55Y42SuNSSrLD
lOmqaa35y/PSB8zXLZs+TeDCPBVWJ1/zKXvEAgzrtrc6ZiTgwKK4QcceZeXBGKP3uMnTgwZP5tp4
aJzYPQ74TkHbqnQ/iBd0faP5rdKRe7RxG67qWGok1NCJWj7C5WcZHZEFHtXFObDU7rz8STdx1X11
PE303Nhl6htZ3uizBO3fMtOeYat4l5yjHesSI4flGQYSvDiBm2H7VP4h+W+IrnCKhs1EljR6dKDl
4dXnxt2RAIBial7QzCR+m9BhLXFSE/ELZR2T3YdE+LuFbmnO9KCGFFm9X15yygBo35tHVQ+n7dft
6c8c/Ar+apF28XpZ3lE0FWc5+uUp8eZ+NBJM/Rzmn5UV2D9UPMTbAqG8IFIGtFC87SMRHbt0eCKp
9UXnSLmUMVkyTtdOQVlebf22pAZVB3kOunyijOHPqWBeGr8mYJkviILee4nm9OuYUjik6won7O+Z
yv1iNtn3WCBlN0PqRiWCTbgcXzH1OhwJrG7bJE9SIZyinDFeyx2XUQ7ji6dNP1YPHQOB06iPHyGm
7Ts2JuueJlN4qHUN7nE8vBVqcgG1wlxBI06DS1Wjw8kXAyf5NW8H6l5nJTpTfJts9f612+u2OEtY
Mh3F7rXO9OrB5EpZC5sojaVpridox3s2yjC1TyQ253RuYHv4Wmbe/nUSq1D/7yBPQSqDoxMmbQtp
/SWJNRssAS0/cFxd8BuB6Z1Fe9ksUu3Iopw4FtDtfSzQ7h94ySCgDXlonJimMVOZBvdMCtmtal0z
zexd7cQ4C/wwpKbR9phqR2Ch0eW/eMn/j+xRYaumLWzp6Col0T9nj/pCwaA4z4e7jJQMppHJLi9p
yFYggDrD+TaUFJa+sJWNlLW9N+wGPpvaEd5HN1ihbWXwRj6iIyUIDEe4WyQEFZF88hpng3kSGUP/
eLpHhccwuBb5JcIGwnVu5f9FCrn213hpQEEqll9h0/4XwjL+EiMMVc+U4+hXG9H7ru3j488C3Bpz
fNwyOqA1aCGR/qVXhMMQN8npuMtJE4ARk2NbOta68YMdDm6/bJQNgJiXf/1Oa38NE55fICxGBp26
Iw1d/OWdVrB+e00VcOeMzrhWy57IaaAaVKAK0raWPvUgjWecd+URbHt8CxlV+LApleeygc3jjcVP
SF0/x7oltlf3L8iT7a838d8/hv/ufwJYSkY/z+q//wd//8gLwDLAHf/y179f37rms/yP+f/87+f8
8//4u/v0P57/9juv/nZ52j7/y2fuPvPrW/pZ//VJ//TdeQX/eIXuW/P2T3/ZZA2M1Yf2sxofP+s2
aZZXwu8yP/P/98G/fS7f5XksPv/84yNvqVj5bn6YZ3/846HDrz//mD+Pf/8/v/0/Hptf/59/rD6T
t6qt//ofPt/q5s8/pPg3i9m2Y1nC0R2h2Xz0/ef8iJD/plk0/xwd8Z0ldckjWV41wZ9/GCYPaZZU
GVgQ/OmoxDrXebs8pP2bMEz0xIzciJ/WDfnH/3ph//QZ/udn+resTe+wWpr6zz8sTf415F630EYb
LEyOxoOaPq9bH2/s6z7P1/5b6TAiBuyHoYAeI27iPHkKipRcnHa82ZbDSKHXiftWp2TtKxnNaPEx
hT1pOiQeriM0/I0oNEyxTrNqtUrgXWeOEQY/GQFjsjKGZksQXmcPT0plWyejV/a2rTw1XnNPRkxD
tvMopE3whRw9qO1IyKfwNNZkY5ks/QyFlPeWOR4tlnfRktoxgRnLlQbtn2e5Zp3na3WwnmpmNZsS
TytkN1b0HAsCbiOw+7okSSFSvbUpUsKEkOcrVAokG9SvwokCrGPEv2jWCwp9pghpU6Kwy5oVylBC
dFSyRfyfGYANglK7GV74q3yYSCBd1zW5CiIU+9yIdizX3q7B/h8Rk4GxPW1hDZvNL+x138aqvvfZ
e2+2EPwkTUrczdLAlR30jK5VAOwINDZN7hxlH2Ia7yAntr3c03XvEAEkriOGIzPrLWq5l8Y0Q4R1
8gwGddOo+s4PVCBiMXENTo/mRIXypkfj0c+1knChjxgcXOTYn6GHLa0ra30dqNWqc7WG3nTo4Usu
8tf5E0kS77eeWZA4ZtQ8+j+yE6Ge+Vb/U7dPUkCvVDomsdPv7+oMKlP9xl6Dia7RwuKb/Y0WCf1Q
W93yor5X9txHFndsEP3WLJGO0ZE/5+rGYka3KwN00lnC7KwshtNL2jU1beYOE8Gc8G4pz9OA+6Jc
tQUhChbZQ5gx8dVaZo9mt3gcCKgLINu5ugqAzq6H5yyd9hGaQRrMPecCRT4PJBLasj4HxNQxNHoL
cOnv9ao84osmMKnqTg74knUxEI1jRcpdDnwWjqmGm2LwGXauCUI0jkRcdmwG9sXz6rs/MRVQOJQP
t3nTXilgntwhnIXMvc92HEYfhWfzgUI38IizU2z/lo7q6La9gZw7T98Lg1AQI7iDQicMoqSC9Mse
MrqB2HfgUO5RPJFSzk8XhM9wyx1Li85Nm+aU505grxKd4Ynss1WP+BE024vNwX0ThNx3SWD8kECc
6CHUeHoZQUwK1GCteNNUuuZV9NFqB0wjv4aKfNlY979Vdgy/DXedFhDaY5O3yfVin0MHf7GNmAsB
N5gp+oHDes4UYWAebjUDrWvkTO1DHTTMSq2UgxS+iGJ80UBfQNUbgCfjul8FCI917nr4t9OmzlUB
SQksI7mqH6XRBFvEmDV0OlVwLDCh98b2yaGBdTJ/0jDRz13b04pus42nAYspa6C+YlKcbY5BQe1L
eVPzYx7hupJitukG0k1Vq3xAGtmYYX6vMG1udPAXoLM0+F6UtZOWPSDbrTdGEcH1TIhKbvoAODD+
PdLMq9XEMhCgjd2Wo3xW5zJAyWaIpmk/USLWpqRvOfdiyUI36aPkBlF2xe+49j3cLtp5iLD4CgKg
EBi/Go6lbrqalA6AG6ccBdE4jf0zDaFvY4MPCuPTezhNxtE2iPXRZzmc6L8vLjF18qhpDIk/3dYj
4rV65dQwQd1zwR6qLmrOZY8HbIwYJzSQUWOmCG6BO2qlOjUiVxjISqw8cDbPj1NHlLVTlVv8/RHF
8LizIx9/ecwLcsjFXjfTb2AgNEUQX+J0CdzMA05e9gj3mdYaOYDtpIkjCI2Is4NCIFxp49dyvnSz
sGTgp7yR+jutsik71TBBTLtvz16HyU2zQKBWU7uP0n6jmkm1LUnzXMcRwU9a9RyQVKmaHZr19Jy3
D7gEaWatG/LA1rTlPnvH0tZdwgigMJoGiXMF6ijwthrPcBt6OkILrH3u26d6NCDmAqzHkjnYzInk
d9uhjQY8y9ttbcP0T36UPquS/EqtOloOK3diGGR0xdAIpuCj8mHoqMP02kcVCyBoKDvkfuv9A91t
xup2CMOrmg4SuQJheRVwmL6t1zLJx62ofmJN79YQYcadbrevUz68jqVeA8RTkbRjCGxRwwzMxrml
HblWgcltm7F6VfuC98Apt2SdQ2XOmBnMfGBklwg7zfDkYami62dc2PyuTPMKZHfvmY2/L6BevHKO
fOxDBdvJNlBZhCc7haZIc1m+FxaFJ0damK9RyWtQFKTVjPcPVgvDTNdv+E3Nu6OZv9CTdXKwDjYf
taW06QUO+RveJ9RQOc4RT83wqZPTYutoktOQYwB9nxf4IMRKOHpwYoAzl+LMy8a0dY33TjAB8bg3
sqkbTw7SaIJ3nIL8Na3LvicWgKmodU61U9kbw6EdW7AAofmr8fX16sZL44sQmbUzjPzeWkWzz6HS
1pE9x1NqrIAjuWK1MbynuylKmvfYqdC3DglGrCx9SjXSICJL35VM29l6GUlXdo6ZbMaZgIk8F908
ff2pcAGceg1jhUzSW+kRWATdaY8IDVua0z3onp/eITIj301o+RqYVPUx+OgZsWAvtz9NG6yPlrRH
WRR0SOkMCC+ydpUIfngVU25RDA/sb4yAZIP4tCXeyVFboha7uNn0FJ5+HdSuh9eNHbk+Thq7MJaJ
cw3dWi3DyqW5fhi0/rOI4MHg4G2ep1I+9vMvZKheuvP9ClwKKXewp7RLZhnlSjWD71FbuwzttzSM
wLU64D+1JPg9eSgie+BSxAZ3IXuylTk+M8L8yMQzx9xGNrAdYTTVtNmEqQ2bOgZAWskkcEvhIShK
CSCk6jl5WUYrnm7hNgto1PjiF+vdj8qDcIdGvFpXHtJcgffQAujpeeW+RG6QV7l+KMuyOBH1e9SK
vr32Ec5ImeuzS4GRSq1Hutv69XeC6bVzHiJXpBbGtps9IljrkDNPGIQxhmlhot/tgaanM6Ue70Ik
XacTYl0OkPFxFCcbvCOweHOy6oiJpFmDYZRX5q+L8Np3CERik9agAenaE4wzmhzvv2LCAFGYv8VE
YNhkmm1ivLRme4+nmExvQLZax8EunR9uyZsb4qQ9OARWz05URc+Ggz5rAXRhDIyOmXh6ZEey8waw
uRRHbKPR5NyAJGUoVdMtk2MiQeIAeXju6AlvfQuNUh6sx7CdfZrid6rJkl+wHLe6+pANDsrIOV7T
NpH5k4D71soBAikoA2DYdNpCE/CWNTBysolRs2qS3rC6xpspaiPWI3lA9pO0YXrjcIYgnHD6tRrt
Jzq250HOs82qPuPh2BBME3KDRNDGkXd0cOjuvYmlD0ani6C6PuWIY+w0Do4TEsndUCF5aks4Fgir
2zXQlW4LDWJjlCMbZNd81D7+iISyFf0n2jc6LGBl8VgVFkRjGA0WT4WMja8GhdUIfrR4HtnnYR3g
d8ygBmccBmeE8DiVcN3nHSYZ9N/wXe8Ys89+Zd4ceiHEf11B6L4zI0g2SeWa7VsfE0zLLX5QJE7j
wTIOnpNafFzf7eiCn9RDktrzEaNBa3I/d52QhbWWgMHDgC0hcIn+iJvKOygQQZDAvU3ekO6JeMKY
YSGdcmYks4eJrZx+whbqTsMz/UfPRWRExkNrPJgIlgr7f3J0XsuNI1kQ/SJEwJtXEiDoJVKUfUHI
TBe8R8F8/R7s28bG9IyaAlG38maejGFtL5Dx+mSFBoCltXEbiCQ9VsK64zGed11smcd6GOyAIAxL
DDqyDH0FK6D3bKRaBqmNIqiWU0vLiNxUToHm3wOHaWT/0XYxLtay19H0nK1XQcpaIvJlXBn3U1fv
48k9oJXLrT4P3m6Mbe/CqkeukfyuJjsrmueSJM6z1nWwooq5X9MBR+zG5XFaS8nY5s1QB5lDEZU3
2AH1C/UNdAHl1OtR4Wa4dRtWWU/PK4HYc+GJgxLTyFvE0H2ID3Ai6/rGWVh74fZ7GizsuapMAmdp
HSqXyM5SiQtcXO8ESEKmU6umBDGpt6pBxbpqsHxfZAIzuYivizudk4n4MJqJtWklwSCRZrT+LTsC
eR15O4enw2m+2igt4GnA8SHUjaNMIdSh17jxeNRKxwFR6c4ETLXi13KW41SAJ0nHpAqG0KDDmCM0
KvyuBDXf01EvWTBtsGe9JFb1HgmKSVVvqXDaZD8pkczZ4gHCMckOvnACo+calrLeH0T7Cn2k3Al3
NNaGUepjuBcA86MUlOtYVkN4kftU158g9kIu6WamP1fDhCMDeKtYeBZvq1s94cxG17ZpO2E08vr3
1nWLzWjH3wNwQHBK2MbKRtnTpoonOmOF17v9o6jU6eAh8rcg4pi//C6myDzXKW8rHkBZK99c2OGb
tnedpvhW2x47jg7HlVTkFT7fSiin4YqPc5mbR4rN/1QWR2sS7/gj4du5eAsQxYIcnt2mUCkbydT8
iTBlw/jku2sgt19D/oZncYt1iz3NAqGdsXMaiuQVwAe/8a7ajjr9nRYQf6uSvtRmSJI5riyK3yKx
vMRy/uijSgCfvszlWnifnamA4sW5PEwvenPTGQZX3N9d1eN2RwIBkOSRptaao9cDsltePeoAhM2W
v7Sa904YEzqFEtokX7pBy0nOQyRnGUgpyc6Cy+Jkw0viUk8u1VH1sQVDISzoyWaRdoRueMJBBoAK
+ZMoqEfwUJ5S/B8YmDFdq86aGcAdTaedD8PgI4Iz5+sdhegelQKdcIN58g1bA44+m2/UYL/ZDj5x
ZcTjxsB4qAbqCRuXbYuiUTLMPheXZfXdp2uTCgopC9ODOVEF6abAxiWE8hQec73MWLcrnQ9UFu+2
m9157XyM7DaInW+0Ub473DD42yU4OKVzrNzil68QF66648IA0Hwd6EEM8U9X6YiI2POo4q5kK6xn
CA4JWXmWQB5GwkRuuwHvHT6ljMt5adMmUgcHOXjFWenYz08qGAgFVxAeXLDmU8zFBBDwVh9TRsPF
9bZd9TAxkm5j10HEjLoLEtgm1WRxBdTX8501P9QhwTRadX+a25jsKBGBVgPJSNncDvCZvjcz+cKL
JbSkaYUJNIYsWqxbV/dZ2LXoUjSYB5AVqgdngbz+R0jwmolxxgHkZzkhOIv+1HIU01kb0pOSPuhw
hulaabgwjQ4PMb2rnaNUYZ+aT6rNdTDOXYtGW9ny582b6sEDwRju90Px55gUrmtJAiRC93vFgL00
9ky9Uen3RXOrGpos8a/d2HBQh1BkNyoun6GMVIHe8wmMnCwpsK9gHDQRNDUvMbJMSQnAuZnZ0mOo
w81JDadqfNaZV6zx22mnWrTJDLr3X20Tp14otd9OFMIEcyuJ6Mg/8ivuFal4b2FuCVLz0klOwMVI
viLyi/wZcc6H8pINlFXqaMdGlT6AsMECEFye5viiaek1svRX1uJ0aFDdtXT66s7FHYhz3tdWLGC9
y5BstjbYPV9NodiXenpJI2rSCghyqtCqnTnOId+RPtV4Oc45Wy2FEvZS+8cCjhJdhiXQAAySp7Wo
B7/JJ9+Ogu72Bo5xFWYFgNK8tSCx4wzcdd/OHKFGZc1OgJICTnIinrzJJH3mber83+nRNvBANEMi
/jxxNfQtVQviedLxHuLahyleepQa5BRt0UkXVNYaqYjMnZkScciAh8Us9lqD95GZuyhjYDroK6lU
VlusNy288TQnDBDuM38ct53e3VPit73R83AurS/j8jwrh6WYo4OJXje10hdj3m7xbHe+7tIWZnAR
T8y3qKiPbOezvZN1713vFRsm12YvyjolWIKdq8DFbcMbXtE4lD2LlCu7muPUa8GrCNbKeG7gJXaV
e+MCG18hK9GpAFNxZ1fi2U2S6qrqzikfivxpVNpbTq3sbGs2vHVIPToT9Ali0UHV6+Wk0Uung0sU
48Vg77VlP7gHTnPEUNxi+RDtNlmscVvwM52GyeNRLmTYD566nYiTbq2FZoMF79SQdQuQbQ6l3NG/
nYjtImXbOHwX2Coj/mHNNq+yzwzcrxQWjl1EfjklHzvUhjwW8/yUpgVpqgS66pJH1QXBFsODFmN4
X2hNmdTx22moWgYBDQTIKJCEi34jJfizjNnE6ezvuCnlOe/hTtKcor/VdWFvYUkCXV9t8yT6eRzk
yp6h3hNLenTMnTfkbXnRrfij0HlELV25mVyuthrA47XfnJ/ThWNrW7tU58MfyIF5BnpJNnC9nReb
TVsnfLPgiZCZIOd7GaYFaOfsvaEot/hrEd9gl1JqV8RA9bRLZasdz1zrW5yDG8Opkz3oDS4p3bUw
CcgmC5WTZECfNH7KZRD6zmlFs5Mrh5+z+5s3MqiKecFlCYsYqCLFl5wSPgtlBseO8trYHOkdzHgN
C93btSmVhyW2FSNPu30bxUiEwgZeSCRl5ePKjW3xK7WzjrmZx+laswJm68tVhW9HOLnadyWLs+DH
8XnEXvjDuHdMwQ1jnN1tblpQLJTJCpIW0HvRL19KV1zVtnjBY60AbgPGLVoImt6gYsMxgQFJVGBP
Ut1QhBDCvZ26NDZ6ErW5SMcnx6m7q2UWbLNeVZX9n+ooJ0DayT4pEphRhr4vC7g1rG1ASdpw0jyy
ZHVFmp9ew2DJvmfZj5hha6pompmqWU5gDHz1zl1cIHWaYDtcUFy/Avp0lN4wZWwJZmcYEV9bnK5e
TUqOepJFPxqKNj9Tc+DPBjqkHU1HnOCUIi06pxi3tq09uhuPNoUNVIm3lVUciGo64C8cniMC2tsZ
mkpXrnWF1L0m0qTWpbcok3SZppMhHPTZ2ri5SDdE+2qaIdl+LFZ00yf11txacxgPClphWmKw1Ena
+cuIs0yo4lgr2h9FuQ+XO3E+Gv9o4doU0TJe2Ch+6Q6NSeT6nUh65F25tMqG335TWZf/d9PN7fSj
TM09Ndm6FLHCUAptLWxN5T73gqGzBUFpo/nsOv2jLNPBnycW+yU0adxySCFtQhYzajMoSnBuS9U7
qMaz0CdGDEM/lKbCq3hCYWvnlcHZL5dcM/dqshCSl6UbTOlDd3X18EySXu65Zj3FuEBXWiuUYW7+
hrzS0zATVnM+QBb/61BvN1aeNz5iOocY6oCJVZCKSaglpZLrvIhSKqxkj3SWxMleq2PhLyb5fhzg
8bEt8f+NlosHGFFdydIUlGz3OjnaBG9i67QFFuRxuCdRou/0zAJLEmEYdEZ725ozTR7RCBEpA86l
6+/tlN1gI4Bhru2jm1dfrjEyjlE+h1egIu3iucca9PDewL4KpUw528JCQaKFwK4WzJxlGzLKSV59
vbm3sBL7MdMFFv97y5LGGjEvayScg7pr9rzl/svJHkmTxknwIrEXQSWk5gY7h0nUKFsYCS33AxGK
CyCxfRxQTpiMas+6i7h7rFHZxV+385t+toHh0JY0GL+ZWygH/jtmaWRUFh7bnAWHiZEHdd8r95Yp
2j3R7i+h5fIknfpoM9BwJnrgCpx8z8xzkUVfh4W9lj7Z5KKnnCc9T8ZrDSUQURjPkFeDQdFTxE1l
RcbUTRbv6pKDkKXWpYx7Og0TWmpGr+FLoe6otNXevP5vwFbHhTfCIQ8YKZHu1rXyCNCI+E6Ic0wl
+iO54lVRc4j093qGEoJbhVmGOwpGw3/T8pdqv6R2HPermz+Zl6jMtMV70xP2SF1UuJKsfFe1/Owe
ZQ5Z/u5kyXcbEUskdJIyt3KJnfQU26W6vJeCjUGClYjKuz8wQvrGKjzFryyBPdmxXyuP77dKDehM
8yZqLZ0FHuV2YHV5X3UGJTAFLnNJSzCWaCn6k3CmPa6Sb6eTv7VVfk1WP2ydQf+w4U3u/utH/WmY
5/aSegbbC6Jp20mJbVQxAC5tW39qyTLevOyjLqEoKfCf/azOqRdIynAWNDE71ICntQYOzNZ/Fpz7
pCuEERZtHjLWf2mT2u6S0eHiMf25PUNzYRvjOcctzTIUfC5NFtgNUo7dYoyLy5TUAWnCd544TqzW
ofemTT/Tb2QeKObWTejaL9Idn4P5NQ/puyC67aUTPfSceVSILD61Ckeb1kZIXlQEVlV+5nUCUm9x
X4YGioWTvJSwwc8d9v4jHvRm6wnlioDO7kWIV8iSp1k1FxYo8b8mppkdj+4WUy6l2iP4phjKcOg0
/X9V290N7KskgF5T2WMg6UDs2bTEF4bmHo2muFMaM/BeEf/Qxx+MxpA6SlYzrsmbbZHevsP3xhlQ
X/g73hQGZHglxq4ogdZS7MVLWMnofPXaUw+mk/B1SPC+/BWsG6uMzne4ZEcrR/pzHfAAzZOsLQR8
YoSkIymw0rnK4K/nACUe0YN2KZAWBnV87b3ZueimXQbc+hn11Kq9yITKKCCQ0LmWhvun9ZPni2SZ
U8+nPGONWxa81jxluvfYeKtRN7d2XvK96/BqVSlhTarax8KFd47G+pg6+97r3r5cJQ09HpOtgpRy
4kPx2zWoThFZc3I0ykTLed5WoDHMyfRoyeAYo+7QovHoG2qjc4t0MbJU42rW2nl+dfIVaP0oHbwm
MMvaY7+UT5ni4suOq4scGLZTaou8QBskdlXcdxGaSEEevfxCbDlrVRGavQaqagwAwp3H5M3mExy4
Wthlv8vjOoxAYcUjIZ0Jk+qETMjSCBcaVWJeSatY+pHnbwUqcaPf48E4szPwK+NuIgrj3ykU4tJN
gc5Ag2RP1Ihs9WYm/5/SV9omb5n46Qy+Rwy860kI9cnX2NIX+Pfbp6j8HO2vSsmgrGRXPByhJrIX
wiI8I0BaWrRlDtL9EutHRVNeCzoL1TGDap7qO/hSKXo48qg2R6y8WJdv+IdgRF0dSTg1bZ5VhC6+
aQD/ZmxUTfpZuvY/r4QDkDnh+v9BFMSu7ddddaPf6tDnvT+oDaXy3dXxsPug5ITwYNli/NernIC0
9bm0243yzyPMKGMYXOwaWP0C+lE3qavesMpulE5f55BHZcC2s8DS8vo0xe88/2sMm0/iX1d+5Qha
ELxBVFVhJT9SeVZX/F+MsiuIl3sc3zmiLETosoo+LD0nRpVuWFYjlb1pyNPYKWA3HXFHjBgV6ecF
fGcEsYuLpMyBmrTbDHZ+Rikl1BJepNGGR2WrYJjtHHYTbhBnvzoNjEXQxe6B5/V5mgURBMiwOFzB
YV27muuhghSJIikCAgCblEtO+w6EP8CDWFIl1rN8abTyoMLocOqZ2j82Ns2/gUbvod/runybgbfz
jZypf+k0+8hKCXyh/sY6LuU2y/qEPY+gwRe8FRa1bGc72AtpJsP99oj17F2zRIegVszoLSQTgZLh
w/CW6HlWb0YJOtHYx8IACrYWIqyL6I73izfeesQes/ts2WTEwM5r44lYEhfA6GSYc8gAwhstRwPU
dqa4Rjq/Oy4A2qvdu+tG55jpddje5vKGbv9s1NdMwbfAvpJYgicfxAxxdvCp0hFhfFoj0Mryw6X5
yElhJFI8S4REbZZwsO9jq6yk1o3Dz6eIOLSo9wNZZNjuc8ZKg0vExkN0VMzIVzUqLgYEXXhDVFGB
4v8F7oOS2QBv+rbGdjNIFsKO+jII/gqohLgpNS9QtA+13OJHQvgf/W7UrxnBNanlZxsOAlT8TZK+
svqASUjgA9sERGBqDP+tqwIbhVtYgLM7+coAzCaSXwf1SK21t73sVM0Fl8wGtg7dxPdExr8DFxL+
0GOkFy1RKE4uyxOek1j/1KAdZWwy3KDS7lziqIRdIRTbuMZ5E/c3SB49MO5LYQrzpeNMfJSY6lTY
0Nea8Cce74wfa9IvNc8IOSDv0EEv9CFIkyFpvPaQD3K+IYBJPvfeOGRZTnfCmFxN6C2HJpXhIn+K
yNetr0h8L0X3f5FgoVjP9A4zTZRDjSGhDlVVIzwNIrxlksD+RyTOtPhxpyYOYyJjTExsFCwNXKVm
fiXTxH5LzT4qpCbQNMzYFh7hrdJjJyeAfFvh7rWAb2TY1RTU9IKaOY1XCg+MrQ7/yIo8jQjoO9Fw
HV/iyq8bNz02vE1I+T/iSpy613ySf3SlHiZoYhDnQc8AVG5+CXDxuuFZ2bSK4GDSX8tWOyVFV28g
BZLtHXGO87rlkOGAMJYJntC8S6fsmxoUNCkLcXABCpCaaLPNRx7JMCqKDeySQ2ErOOKJ3seJhaJa
nAqHC1T6bMSgHukijsrX/N1dSEPOtonbTJ49glLeQLiXRPPGtLm9KSwrNmrkcqjj4+VNAtfCw6Wa
LIbPwmTTOcaNbd6BHO52QheyAQfFUjkkE7Z7R+A3IDKD4+miFPDV8/2orgwM86eGs+HSZORklEhp
E3VXNfVv85E8i2/XNMUhFE9pd5oJKHbt9J88sohd6XdvNq0VKHn0IWJDmLAFMBkU8Q+dP4gLiRWy
jOGqSVO5gOcexMPr5EKeqgSFc2s5NMUN2kQjtdTObN5LJsx1P+RdWBSs/icmPBJuA83ttDsJCLz8
WolW44Wp3wmL+848HWri1UDsb8zlV43Lg1X/mD2mjdn5bmq+b1NBb8YwMsHFC3pU+dkXKaaxwrdd
7dqJ9FY5KQ1C0B+rATQmdeeH2OhfwSntFotHiy+6CWxVTY0/tfiukuobLtwPbEgOVgcxqQ9yd4I2
XFndLo7UD+g8lF3SEl4I6nld5WxxBhtedHLWbtYmGs5DIrUL9gn23v3YbOrcfC8V96VptEsTD/0J
kzArhPw5yWYAOPCNE6fjTanwqxxUaAvae9FSN5LHpHkopJ4z9E/6cOgkETu1K3Vea9mHJeZtaetP
RZ5rb2WN+hM/dE+xj5izh60+sESKF5Z0uQc90uUiRluNu3GqjsuAxHchcU3lKAcAOa0grjjLxvLe
DYeCEPQ8kSIKBS1dLFuJz98mFEAlWx6pSmrXsbu7qRhv9LDExwba27ks60tuJE2QNvBelYivSZta
KfUhJs0qK/DNgNjHWzWnWgPjnZnR4IxDaJwPo+aw+Te3Y0sso8ASxn+7Gd/JQ/qumYUw4W7G/AMx
g4W7sptyZ2PwqhidnMm/GHc5qLZpsilt/iCHl9zV9pKTkhIK8LktiBEIpazWCBAX+7k+mra50/t3
Z9l3EmzM1OB5S0MXm5EYLrP8TAeSBAxgtJ3syLasc04oIUdMEjcXE8TXzGjYmnRYpvp0N9SF3YLq
r7Y2UrDbwZ3CEemXS2TE6OknRW2fBwoIfIKG+znXPRb0ajDaBOLBpf0ObCTylnZc7CD5sakHjyIk
RsKu+1Z05y2PYPXC/Gln5lalF/VxYg0emLO4ljSS2uV0FJ3c0tDyoHHpolRQ+QwH9nY1Z78ahszA
aFSeFTshsdx91tFswwKzrjbfN1rbiODojTXBuKKwaNDOY55eXcd4nlvr7nX5Q0RL2M46FXVstyvq
96w+OelRY4dD+lW5VPIV6afOpE0azja7EAs+6aWNBa+xU/sNjAWyUCq86zyM82d9cPYYsC7r5TO6
ZtVP1Z0neKxVv8M0gJbG2fORx8z6MjrOK26EfOw49XdItIzeXAedF7N/TTXopEZCqbYTdKO3j5JH
uxrjyn/qED1lYgmgMcD3W7OJXF41UOpod4TngkViXDSXcK7LwG5eVKW9eOz3es18BU+1mUEAZ6hl
IFQZvarfKekCFM6d5z5XEta/+5SUGDhStPnhp2aRwJRBz1/lawvLTjo/h/Gj55HLxd1WniEXhKrV
79RpZvWFzLHEnKv9vpYs8l49VQkS6HojCrme2OwE2zCRMwfn27KAZ+3DduSmgv2zGkARv6zgtzYD
poZ3TQW/zBxKW00IODh0jFUoh1G7EDNlqGhj+Bttzr8DUgJeL0kVOp/Api4RUabR7+n5tBdkiHaf
jU1ARylQ8WHb4jPg7uXspqzFahm0A/TKQOKgGgGILozorfMqmnPDYmkdvvAtg7fYl2p2SB0o2N4I
ZqB9rmX+BJYOpZ/9Q3d21XaP+zmIFzsUrCvr/CBN50VCh8CVGdisayEulEVMvaJUwr75TGb2gthD
G/u/ItHoVpe09rExW9Sci3O2HNmcBXmWESnnpUJbUwrlA3tObv6XKxTDTE/Mx6hU5dkUHpQI8iop
0VN3UdeeUK6W/Cfr+p57024YiVem4FVlGsBg4/6rvQALNvFsyMZ3CTbFZW9tkphGwhiRNvmFs0V4
ovG7Bq8Dyd7lWeC53JjWpbfnYC1g0+w8KDKP/NUqRhghhQzBKktn1Sl2vV0mpd+WPcnQ/tK077PF
1kfiq42bVeikAnHJgjFq915qUThlJTNx9OGUDhjJa3LFqkFjB53JyK/d9JdnjAx1es0t90G92pmb
Bg3EJJy9oMsxIazcF/ZlMH0UvHF55Lx6LNI2FsNx3Gr8mN8FqN+N4VbPmcewCgEvJ3JVd5rv4bFM
SbwOQvh1+YzyvefL5WraOQP/Y5Tjv6TFXw2YfRM5qXquYDJwi2YOKGE99oBdui4lgOW2/5l6TGne
coeLlASLxqqa2NyZPsHU/RfXHWU2o7cjYP8WmeDZlPZjaZQnGWUfi1YdsCtspzUHraQrurFr92bX
3GJJkCxmxc6jL6TNzkdCBMN7Q6HGqy25tAlH4YU8u42/aEdlADynq1htE1PFAUmuclvTxi0XVp4R
yUQvexEt3kivePfkl5d/ODG7YLwmmYf4N555W+9mLIqNy7lOgZtgiZO1H9RrBg3rST1+62ao/It+
wYO2Wskc5Xlg77DXY8gpuYrPdB40fNj9hUaPQ9S1p0J0j9xFV1ChEvh982sMA909I2PjHMMhBWi6
CtRpuvwQ6OKNl5gDkmJ6yxb3L+7frKU2N5Ot3JeMdjKHcNm5qXBNamyu5j9M/Tzx5np3UygFaULN
0N90MrW2W39pmRJkZrM3WUHYbcom7ndyjNe8yEJrydk4jCnR7P/GJFZ46/cMmNrVEQ5y7K6PMlZ1
gg99rdDLiwviusAz4+21LAtmbYL167xkmviZgd6kkbrHI3Zs4sYnIlxjg8pDXe7yOXliD8RCGK+j
O4rzEs3OPvHmZwrm5w3jkzgpGk9qnx3J0XO1V3mFTSMUZdgDXfQKgtP0M/7NZsn1TI2Vi4GpZlCo
Xql4RbDW1B+8bz/ERN830XUU01F5rntuZRYurJ4sKyMRSkl8Gqv+VJaLvmnG9gbWj3hXXV+4Yhz0
orpTEYOjgTqoriv2hat+KobJtVn7zXsO/GiIsa+3H+qqn+RUxlvayY27p4Sqz2AC6zgehNBfpmHe
x+ocGk29o+qZ3kAdj1Nywva8aYhnO3hs8Et9krx8H5ucft9B9RVn9oEePKg8PhgwV3VD+237PnR6
iBm9weQzELkXdsCykSIS+9ix2dloOuaWyq7wXjrNjz7K/IQl9t57KvBFxpsoPrig6SkNsTZzaj2Y
mc/2Qn1wEvmu0j6R6XnSssjcELl55tca2qlKxxoNkxhAdxkbDHVuaMtIe45jg53SOFXqE5vzE73J
UJ28M20AnzJeZuwr9QnJ5AEMAHHUeeoLjSCK/VTX8kQHAXaHVX6lCYkeRs9rMoblA2Vq7Ot777aM
RG9G855kP/gB/NSZkC1F9rdZqEgpTbyf1eCjCe2Ysq/YgnFqdcYJxqX0ocHn2MMV4OrGrSiqsw7t
K03+sroNKlYFrfoGCcCXPR0sOr9+Loxq7OuQ6QazfqnU9r7U43VixUxGd9N70d1utA22UFJEIACH
XQ+MwEymPR1z2wYqQt5Ed4NhjNqKo9L+YJKS8kEL0Haxx12rU7WhMjZm1rdbwMXhomjM/dZY+ACt
dwMFqEAQNhTBbp/6InkxhnMKbcOwhe/FArZycqqUmAAfX0j+yBEPRcdoGb1C9L16Ygw7jo9MP7vA
UbEEKNGmgQnRsdStjenAPPNsQOnsKSvgr97vkgxJD0UpBVxeQDCN+I86IF91JMGqDXuire1oPGrD
xVJg3mOc5PGkHpL4lVaHZMvbAGJxwiRSqzgSCDxF5b+mt6B3sTZcx0jbvJfoVYEGeoaC6RzCBwwK
J5xLa29qP0tEMgVuK8cQJVppydsq3gmowbvSsE6KHj9k3q22UlaUpYwfOaZz+KnJTRHV7Kc31c0+
U+YCGVcv+th/aPCvAdpWu3pY8hsdEqSRo/vMukWoy96NvAeFyn7kICvMWGZjUw3ESzRhUIK5tzHn
9m1m5RsAje8jKLvDr9rTuyo/MBztPDYHGoDeKnKBIY7boeR8sju/SLpwaEk14f5dlv7bKRpK7WR/
5FuNyJPUe+7SJzsFSDo3vd+44lSi6DlCp9/cik7RNFcbmBQfXm/vEmyGXWGFaAp92POPyJa5o4cI
6g3TB83Sx6GH8WVmJXbyiblNo36vVu0IkbY4KtPrskqm3S8gcDpYUZHc9BzlWP/q7FQU1r2hWFl2
+T1+i2Vy8qL3eqI9QSHhIghbTeDIuPpSXsgG77f3sC8QzaIrzK435egFgxaThOJ/M12TrlqsATYo
jxTtF7RZxn4EGGyaL4yZDcZqzGjs/ZxdOSiKLxz3lWcki55NjemgxrMVRBYQP5AwG0dHmuodBEna
cnuN8vKkXAMUCbrcIgLPaV6ceNXCMvyQ8m+cwSJEa4ub5VFwJ3mAB+MIJehndsVvUae+oQCtdzjx
et2uAw37Cf5ZJkecf4tkkUIpQB5fvIqFkmuZiLe83F2HpHjCfiN6gZcGdlMbfBMHT5bFH5qOQ3Gx
KVq0WVxuctg/E8UdNF8Ohzi3r8x0eMrsLXbbLZCxfVEkqxjCY6iUW4OeRUM3h8DRxBQ4dePrRFPI
GHPbWzHmcLuPVm8T+K+bVyeZXjMXe0SyBEwIMfdU3PBRByJKBcUTRObyiDBWOvbk6xMWQIiOP7w/
Xmka4CX7NdluICMuX0W3S9I4TOJxW6MTVcQDKbbJf7DBU/fGwErM2RmoNnDTmkOmYxPtxn8tTkC2
bZ9lVZFEpwswEtizY74mM8O497S2o+hjjVDGnFJDnjJs7x4pYu8U4SReIIoW2dHLvUtnEnBinIz0
/jZbqGfALZFhXmtbv87Zo3PGFwrVqbKdNho9nr2MtpKuirlXTxprYLADr/X42jornPUgXOt5tMSO
/oE3V4FMTBx4byrduc21p2HSnuAqhZ0RO6x+m53L+8gRP5Z5iSuNSyoN3vBI8jac9P8oiZ5xcNNc
t51MVifjq4JNoGXtNOZya5vcWDEScLO3QTgkSoIohDxVLglkGtpYU7XFm2s8UqN9zfTiMyq8s85u
Rq30S2Zi4wYRWDK+U+OQDteGEp4yit5EfrdH5+Bkmc+BeYi76K9KsTo4mm8M7MeM7IXbP4ac9DGu
3bUV3evQaEhJsHMJi6bF66RetM4OM4JC8hYr7rFJp/827hOBUXxgs/2uIA+Na0lTjLUBRu9ZcehI
c+bqqVOhzXEPq6zqoZr1ce6S/dRYL7aWUZ6IUzM26BRuqMSDUrPvewfdgvLE1UlT+DkBOlMzTqlL
g3ap/bjQOoiMYCaK+2rXa4lvFVS9WOZZc9OTKDSiU8WbGBEoVD27st9/RzM92531XXT96oEP+l69
R2oRjDESKjduXjh7rc/ZpdodZpVc+AWKD2dqgDV8x1X3IqKWoxNHmeH8xhrXy6nMXtQoCnN9OpAu
2lvMOp3y7SQ8TbyYeOCfRqc7DjYS78iqgq+GVr6hMvLg54+kEYz9URzQ7LkV3MwmS+40qJD5+JnH
80/WhvoC06Bs4l+EmwPYxgvj/7824g6QxIVFuT2ibB89gEfeJEQ9pe7+yXS5GJZxnzEPYsoIa115
TIwWQ6qEap1w6FQnHURloX0agsBQ4yaHVCuPIjWZzoXcR7qrYdJsfnAEf2PU2Fktyz2LOICScNlV
pHFHOdHb+iiS/KvLx4VSgOZlyjjMKJ2h7bf8TwzZB7yw/0y3+udO7acZEVvsOocIBq/yTgBFYg3S
3eMYMFPPgovu4xAc7vrURzqZpFU6LzQ4ZwizcfVeWMoxyUf8s/yekHuL0uISABh1TBVgyZglQb+F
ip1gcOj41riedu3F+G+O7B+DVVInVyN1pb4o+C+ABwcyi86mo39E5tAhi8+fSVadZxaAY9IeaVIh
sUvNd4OPHSzUQiNIspaB8BYeOWFWZGtMz4r3XlD6SsaPjC6X33zhCpupJ4CtuN00h+SYHt+c1cCL
97LlMzYM3CfYWoSgt4wWn5h1QkWEcX7kTHwxLHvJ2SP+dIftcHVseTuMyfeCBNopjOh48sSGqjbA
vi5FYjDe/xwbWd1SwdvaL55WUwxutFvH4BXLENt2mY/v/4wu8IYsuG0l86IuiI7pW+kiDyrVblS7
74YilN7bF4I6jDzfUzu6rWrlRruUn7pp2ORzwProDuTsFf8G7Q+UzczEzKj8yylrqNi1tWbPVdqB
P1M1d1oBbpoyv2cHt6377dA1l3RK/8fReSw3jmxB9IsqAt5saUAvipIot0GoZeBdASiYr5+D2byJ
N6a7RQJV12SePCTuN+7KY22Bb7XifGssKyXwomEknlHA7Gfwnes4VuCH7AaZvNy5ofHRxDxTTBj2
9mTCN8FkrhfAdN29XdXfuFYe8K2hVsnrL/qq58rvq20HkaJybCIP/fBbymgPCuM29z8t8oLNAH6f
wprJld/wZuLs8kv/3ibqMsX5elRVscb1jD42CX/QEq/1fv5ws/CrZawGw3EhNIsb3mSJ1zvE52OZ
SLjALmJqIofK+3UZW+DTRDjrhP7JLV+hIe8aH/a67cM/9JrX1kmZ4KVrw7vX2kcfm8smjJeTRzly
qz3JI++GY6NVZ3UrsnLb2eMtHuwrBvlj5iODgdsnexZtFhOLiHRW3ZvuYQ/wxGCNjOlltqr7SBgb
ytoYzH9iI8FtsO/MIYup0XsxqHzwqbvvDYuLvOBVdJL/T9Ofbvou4YoPXvNIuvGBy+rLSN0gznKK
0OrBS8otQolDUyCCBM5J6SZ1gVitv+Mwe6pd5jVmPh291rtH5j0khMKf3WJVoHPu2BLa1T+vZgeG
/LMwZnoLPXCZ5VBJD8HYnP18eLYIElRetSsLbsd8IDmtWffofyFLvyT0GliLn720u2Bpx6LS8hqY
aLGkCKJOhGi4kPvq2nk2oweglPQoCcURZmvzlhiUZhYgHSsk96ZaRxbyfPy1+0Jkx9JJSVVvs09N
fMI1Z7dR7BLzi93eaRzAQjP3QHx0zH1cqJHFBy5vjkT2ZLrXpQyztFWDUtx35zcGy1Iy4J7TA8y/
R2ycx5Cat9YAuHN7bnNOtoTUPQLWRyJF238J6WMxWdcw/l4SvtlWg/xVO8+ux6+QTOfCeG3mZ/wQ
a401orSRQQjxEhHaAprxh/3liu/cC7DSYj0sSFpUE9uNHEE2GWXSWmsJwDzPwRjXIS2HnIsii9U2
p1LTp2vP1Z+F+V6bxkvFyYYoZtPgf8kBu2B0Sg/xvIxHEegVfTDl3geZVAHopifc4UFFGEWYimhT
RqRL5Vh+uoe8zJnIpCwm2fvMPihUf6pvWl9vwVmeYybPIaGaZt1ma9vLm3Xykg/pQTfo7avpBWvn
vw7c74BwNx2T66x3tyo6cucyqYdbz7THsRQKhXEb2R7yH58pOro4HT6FHx8aDIkhUgN7bnmWXLTz
JKcHWQFFGfMIqz9GPeFF4E9ogXIXKR5tqz0Olf+k9Fs7P1q2sR9682SgoxKX3v/JC7GWpCjIgfyp
BVEAetJCXGFKBL4w3MzJYzEqd47eYCh2v6RhcmHcklrebVN772cmxE7YkyXyEefhiqBIprJ1z/xz
OEMQgIZfZps8dffpmL+YjLF7Rz314VGvHu3CeLI7sGGau5GLRDzGUm+goYTnU3hz0Bf9wyhRPdgP
wnQOAEi+WTMHRceInZKc9JtXq8iPSaMeGyi+9QzhYskUkr9dx9Q4ZZFR1NM5NYkRX3aoefRSWujq
B/zcNOXmCJFLZ7y2njR3x5Luq9KclaBHM13tTIXwnGCKXDHD/PIooHUWnW3yTiQeWQXMe/sx8hch
8RcCSJ1ObT106gFZbrzOU4eJKT6LSWyauAxSaitdYwkxKWJlqs3iLGvbmFhxR9tZNolptZUwMoue
5t695OA5q0l86BZLeTmcwlB/EbSgfvSQzMUhI24vn757ab23tn0eUcilEYEJfWa/NoTPGbkEo8FO
BHffjmtn33sI4x0SdJxjVN9rroo+lOwliHp0WXIb5kkp0jBbgYnR2ssJAeU0+HezI4oMhddEqRFX
5ha7x94RQaIhBwmnNIgQqhjFWWbgSgHO+iZbmIxCJRqOjjXve1qvjKz6VUK5M8F35LBedx4j+yzs
gMJOd9L1lnD4x5r5heCliY3iSsDCriLKECQq+zN1iEPFEJr6qR5yVg6hcwNhzJXEbDWtGFQ1sxpQ
bYhua3k58SRY8q1R83aRYexHHCv0urjY9XE/IGzIE+c2qFupY/bIWp8BaX6WHIxmi0U+x2GEHNYa
eAzL6TEW+Rduyvd5igEHLD8as6KpnHmiHCII+gI7866oJgBsbNy6IGUjO9U68/CovLRCnD0rIuLg
Q0bvfkMtkxZfvrFQIPqTnGrilYxdw4iaM2r+Vzr6dWr9YCy2SLvXlX4OBxUUjDtzI18ljvcjNTyx
ONoIIvT0W9LOCOlbxiqy34dOHhhuHhNrrOMsaPwHHhHFQdCyozc/TaGZ5BqhIkjjPXwt1kXElqaN
nWwz1urRM11DIHPq3Cp81MgMjWlds0inYNS95zwudiIFrqM8rvUFFyImplQts6S3YkxvXYhjHrUR
5oYad7rRfjPznFfTgsth87scwIVVXDxB4igvUmxd6rE7Yj85oi/de8gH4rznEW4eQ+8X3RoD8HyD
aYei0ltNFFdEnCU9BjaShQXmCHpV7U+fUPWHyVl2Fi+DT98f7TX9zbNGjDbop9Ido1yURYij8nVI
lo+RLYLM6HFkzN4gHVhJ33xNG2dDBWbL15hfeq7Oaf5dhHc33bPe+E0omcqsetaoe5NkPkRFuQOb
e9VAjk3tMVPxjxDmGsHpeui7d3DYRxyexoQipixtsCRA95iJbppSewUJ8phV/gO5VeSq1iRRT+uG
S1AIpOWR8RlNcss7f+7NeuskH1F7HPF5hlxxJc5hbDhxaq+L6cWlVCqYHzHFVzvWJJSACgC0F6hK
rJ8S/O7o3OCpdltfZUdndNZJYZ26iJVC2x4nVNOeKg+JzsvEuisMf/Oi3/k9Iev2j4anqYieXPk3
Mjq1c6JdMNPb+pGsvJvnq0cN/plT7aPwjzxOrlmX2TR3bxuY6mtIv1w/20peK2YukRMh1cIqker8
es+W+hCTWEey3TecMLL6NHMN8M+THjd3J1vqTfsqMox82T5tJcgJ5I96zhtq2USiuD7c9ZB4pEF7
aBMNKXOxLTXOLit3h8d0xCttxsVRueWGbda59awtwNONJrGwJSSBMjhjKeT5nywwHorxVSMlmytZ
LJZg3gwnexYIhAZroDNhgmUqsFRkmqbOPh1ellMQki05nNOa7Kabm/9wwWOiGOf9NPyB3t0JVr2q
+GuMEX1AvRmr7MWsH13C0ry/hH2nYY6oVU5V+dTReqfaP8/ZgzpYxxYhCiWZXHLF3UgB8+KEtxSB
ObfTWk+rjRPfB4u50ES++9lgEyubKJDcQshiDcl4AC2jKYssyAeN6ijG96LK9h/iwo+od/g3pUeG
ovPMfbPubq3N/jwhpgNz0fSWlurPcMjAwrbSb8Cf5CR9q3xv5t90XhGUSDwVTCPQtbJn67pPQ6X2
fRi9B6gFO4Wl7ewOmAeHXnuIq+rW9MQr+lHzLiHgwtQsvFfVTD96E43IjHGJhYm/cXS8bKBtDp59
zch1fMaR0ePD4LM1NOtjzuffFNBMLDp+QUE11uJSYvIY72RpIOtwS8LHeXkdLyGAd7Jzglh05zAy
IGOgor41TOZwzrV271ZP8IRqGJAvbNungBUlglkiUPdG3RawFe42h+sU/hs4AKFWVO43s+lq/pRq
L5pfI3uBGjogvy78u4FIcSpph0MCJ3FW64wvQp8Eae0vN977qQyYlkmNhqlcO/5BOmDDsgDqiF1/
zRz8irUKiZA0+GwdUDW4oHTmAAEVK+EOaWZlIWzkY4+cU2S/40700r2RQuJorg58CVKrw+o28DQT
HkaGrRfoxo6kEd77I9mnwFDWcYfGqQow81Io3eTAdPDa0tg39i+aYitldY8t3FF3lKI+OlcQE0Y2
r2c0Eta9xODnhAcCKgI7ggQxbFsH/bn8TZGHJPDLMY+ubf9Pij5owB5kaOaKmlVWy3P7OxLyvTDM
nL0V85ZrgXSpcdHBkdbbLx1txHGMzGf0f9PhYsT3rqfUSY51/NPJRwHJ1fL+jcOW0PaMaTCekiMj
o9RHBKgDBfBC/mwvoTw1YQ7DAAruDE3fRKAAc3U4RcPB4/wt5BH3CrEipKqx15yaVffQz4+x+m30
k/+rJhpe/cibshbpoarfi1oiwUrOJZu8qk1PnXxQzH7C/q1EhmZMKy1VnKIgjZqgVLxbjCLp1aHB
KyLK3wDirdz6Q+LlFNOmyM8+ZbeVNEHH3N6O1YZhy3rREuhsqh1a3cp5qhvmG0jH5Upj5m9ED3n4
QCLMxtc/QB4AhSFarkIr8YPHEEzj2qJpMVI0QfW6+/r/yWGYEQ44C7VqpxdUDd5iKN87jULbRbJQ
t3WTaoOhc2DU2VUY5/Unx/6MWm8zWGQbonPLeA+4kPz5SiMBJq82z46+s5xb9mzhRmwAUHcUIHN6
BHCEN2Hmzl+nfXoQ3NIsD33Mx5iv2JFDy2HHiK7LRud31GbM3nw0BdaaCfd2O6M98IuNkRobl48m
q96dxcAbvvgjw18GaRH1aFq9VcaI/PwzN3E3UCbK+Ba751Jrz25LD9dwVop1rD46PmWLS8rgkKr5
64BXr3dvEQkSUwXpy131WnvwEBOV9RsyP2YuXvegUJAX9hdKgVDjhlhCbQZIYgkuXwweGQyIodkZ
TPSTIUicXUgV2Vh7QhIr0MeSJhH0GhY7h4fh1g33EDCBhKNW1D9l1R9ybAaD/SmTI7qX/WCn+2hu
V3OD2AThKHoYCCgRhJIkKNl+Lg8MwdEOo2JCDVgxYatdJ/aXy6dWk95UT1+a5Iean0pprcAZyLbf
99ZdcSePKc+M+kOmidIECS5LJvZAJcdVyorUUWit2VQarFHNnpQauFPhBKKoO7pEE0fs8ecRYVWC
vnzaejbtNScJtEc0fvSJLJgnqjRMRQZD6TjGHYG6za9eqrh8kfryXGMrtUuKEJ1Aa3KA+AEX57sG
Y9uCtk0sN364KGPBDmh+D+D4XyccgCDT/DgQptJXm5n5Zc1yp+6rlTCebXherCMCyrtEbv2wxofS
hCWEJMSWRW9aIJ2w6pSZ3FQ+wYaDxcA1jJEYWDEpv2m3sDamwtw1aYYlih+ULcFGAMMuE7FroujR
SsqNHDR/MzLyiaOy3KLHHt5cVtXIa76rvKZuF029qTI7eUh67TV8DmuzZ7WRaq9RRtQgkv6Xnjbr
ZLvq2USNPIAcXGAqqcPk0mHDi2oWcYAtBwrWt8yOUQTr3HspgyOGzui51SwA+5319FoqC1G+uzP5
Ynt2cPR8jIrq9eSNW6hVh5mFFYcJUkh1ikk6UO89RsbQeDCrH5xxq+jSE+Kpz0ctzuCgtIeQKY6J
NoyrbutZTGF1bIOaXbyZOmSQ/1ME/v8fk0VvNir9ZNHA6WzJfRP/sVZZfxkhCpuSzDhA5jKGbKj/
i4ZIBXbDCikKISDZg/+kOWQvT4n88Wn5Vn3ZbkbdULelPGM9sEsjpa3NDnKGAOreGAQSxFmVBGYT
P7pmRlWefmRL9lJtYXTEfIeDuTe3PMb9pfCZILlSWJ8p9CqZUPG4m2zEDhJVc/0sy5AlDzcHWb4W
oYiriEgiFkaa5AXsmG66E24BDayUu1gTmonDoi2m9UAmKHUMdse5fIvn8H3oJjLqjJ+Bx/dV4N2E
Igdc28kTwlbrxzRrrTe3GYqtJbIzdCSqgd3A85Qi8MHzD5ZwQVpOc47U+dj32II0nFvtpkWqxTvs
m9Mps3QGb5zIVXzp5uYZVO5jQ11uW3x3/VnXgLShJNVi7x34jY5Nh/hxQVZQaNvPxG/LB21+kmV2
KQlBh+3Y/pvCk9OMn92kgiYPb7HZE1DFd0l+7Fa5bAs9/xflTkc+CHifzDw3ZuwsmJNrbluvGEZv
DY2dxdEwVDAq9YuiYiA+KLWZn7coAUYU2HhJNMhvsTYQktX+M+wUqWy3ngxtbWH1wBiNXIFNDA9r
VAwnQ9nPJamPafnVIqpsGv624uJnUtiKX2n1N0WPPeIV73C8l9wY3NNMjX+L9EtUT5P2lHQPpFoF
ueZwkRFEUr+U7r8ehWHjVYdcU8FUHvA5mNFzg6kBx9/GjlPwgsaa1AE9YzeBjrqOEGJVLImQbdYb
UMornx+osbMbGRSLcwrixT1ntuhPDPQ09lMxkkSSvIcdNV7FIb+I3r3yfWiZ/nf9qyl+R+ttjvhD
AUBytPcOOWZaWjQ3P7zlR5IukauVu9eC3oZAmZ3ETWLL5F4APZ/SIVDhT5k126KjVpmyNFjqfvKQ
ojZIY/vQcNuBSX8wQSYQ/0dec25/pcmTqdODcj9GKCCNGgVDxnic4DvCC7ngJky1EyAiCCXN1B1z
TdtKPtl5dHd9zjZt1uwPoOpP5VjvdQuFFWHD31VXHrNeAZ4nJ09eWGhuFNql2ktfK+OkN0xB6ROs
RNuM7BwbxHzNxxR+yKr8UKR8uqJ4lkQwCY8lH+YepkSb8lbgls+JHPOzZD0zCCVE8knRjrMzhUF7
m1tocVnXHEMMqJKMplS+JzZ8LmdadRzeLliMhtDwaFMZ5bWpnCMcm3WV0XFSsArGXmaCi9jrmSgo
igYXBXOEVxgRwuAydFdBlBxioa5pBgdv2mghzYVhPUiGWRZreQuHpxc9OC1HFwF0ZYartt/ISLyG
bD6Mpt5XNMQxACrfcTcueooebj9QX7JmNz1K6RzGDuDkS2Ld7LLdzTo7p35DinUu4isRqbB1g74U
PCrgbls8fW1HQaV/KBxzVTvg7djZHcMmkJotd7thq09lTet0B5+Ca1ttct+F4EtfsqQemch3S8d6
zfgCStpYWy7AJFa+wl+LeULaqwgmSC8mTThtkiBctCjkVsn2lRLfJwcJr0xhtDxW3XHZv6eKJaTB
+FkpKoU8xJ3QgpXBBzP/TNMv28xjpoUoPy6aTsrW31+cmvzH3ATtHQbBNi5YsFfmuUBKWlunWBjQ
dHnYkJHkqt7G0Y/dE35VMhmDSjWld87/VetFF5TiH136POSUIOgY8X48hvQsjjE+kgETWJlzg/e6
JWMIeXSIOZ16fSIC3kCRQYwwvj3ikGa2pUb2scieek0/OG64HUV9DtPycbFPZuGthvBYcZYNUj8g
od14M6gn7avMJn5fRLqamF8SxXEwD0fQfO86pVBKspdhss7UXLIpi13pL5Gq7dMIYY47pRn9FeMm
xiQtCy4zZmannRaVtBb/G6EIOIreJm5uHpgMNQHrMW9k3KzwKBx2AAg3/th/x6V8XkorHcHJOg77
Q4P/xhc96vCaGF0sCYbhHEfM/yUoAJGeDOS6XeQdOFx4bgAmipD/uuD9V6R/MC7kHS5hEbrxqbIR
B0FGqTzrQIrSzkbPTI8pe/knEAymXXvKDP25pReYwktUXsmQ24xa/lXPZWD9jPHVaruDNxJVWcI6
xJ6EkXTgjYOrwc4GXZgxHTRbEA43ntiznVvMFXlLwBjGFDMk0bxsqkM57Lm0rq5uXTuNhrYHQDo+
mzN4hEx5vzFNbNK/OTb5h0D3YEPd8VHsE4QSXRsQP7OzaSId/0dYNbwnNpfiiZle6ZtBadT3dCBo
/rsy3Z2LAQgb7sExfD7qbNq3DphIV370PrOYmW3N66jtfXqSwmpOsV5B4zCDRN7IgXxLp4qMEH9l
Ld8PXGSya2zvNaSsHPX56i5OmWWnw+vhMd9ia1KK7iq8YZN773G1s+ZfEtMDxbbCiYEwpMVv2pcv
Jg+/wN3Ai0epftBIKEI7tIpB3GRTu5u0GQ11f9Q7BFqd+Iap+ghQqRPxs8gwhFnDUe/R0IDB1FWy
VxaiWpU/dLmz11lGR8hWMYBciBICloMql613yufTBGYsXuIBAJGtyEY1sINhCSIIoyOSVS8fC3J9
mjYPsCCx54KPcNS5BMzfaFjwEiuT1twR4TZL73gIPdPdE31zsPCouGH84g/+rlXNg6q/PckkK+bV
pz1o4O2o7GAw/4qoaM3uqaubJYGebrTfOiSzZLq+ys3pWujpu5qvkkF9ZfzK/p7FDryabNEhcKbu
jLg+dlYHN44onnJEIMt9jZ5Xy+o96XbbrI5+opLKmuLHL+a3aH5wC+3XlgHg612ezKjDXm1lASxH
sfwPgQYAofBxzntwz+FPCv2kkh9l8S9h+4Y9OUaPqJLyGsMnPTGh35N8vV7SWvkemdvigU7q10G/
AZcCsMq6BvWREX2409JwRVvnn8g6wqRAUaEri/J+Zyf83vonJd9nQ42O8RGDD/RwvI8lo86CeShz
bHZ+XEUP1czQV0wrlHuF1THc/sws2HrFp1HhK03dN82FpDm9y/C3LfVNR+Mcdnu//ZfV4070FNWa
9kSVqrNogsN9cJ03hFqBrFjz+2iIKXur7FzJ2+zmT8J5HjzxJZzHfOyJ2uPu7BHGuH9ZaZ8h1axw
V9ZN9FUikzX6dKvVApgwYG0xrCYOqXD+I9UHHODBHtHuAO2h3N411t8UC1yn4uBgoyuMu1m9AKyE
4idQwobgGVnWgnaESYS8sCI7kfhUIt6o+oJlPa9wgvjNw2Jzc3R9a3KYxWiXc+I4vQkeXZt+xQY0
+mJ4KqJ0bbsIi1hAiDoIB1YKE/Y657ktud28RzO3b4tvqWyQpLJzH0FCaFVLJGCzBwNzHH/DGlBl
D3gjGdtNhCWht+VGQ0a3YhkJd8YKkHIdskhj1Dd8J4Ay6PXwIks/Q1kIohyi4D5VF806yDuLFkEB
mu/VjT9pOGun8WHEFeymj0l+QwiO/FQ0NuOY1zC+pgoQ3o/GxC0KmNkO/kusrvO8G7JzEuN327if
frXAuD4qhHm9ZO9pNFshOemO0AsPJieN82eMfmCxX7cg+LfcWN50Vnq/dkAsq5Zn6xqTYxlZ/rNT
MpAaszPby0mmp8byd+D3Tl7LPMn+QQ7Aw4P+nmxh1g8rJRlKts6Nd4r6WPFexTvSBRjQtFdL/ZVC
Q7VxsbjTYGLRe5j3WI/VapBXIhW6qD25XOjNiFV2WBvi2sV1MHbiwTul3d0B4pEZ94i55lQQs9XB
mjwCXNykhc7q6CRZORasRL2Hjt99lOO3ZhZiZ8dGe63GzyKCcybG6AGZBLHUoMqcXvqrbkhPapLG
MYl7QmsB8XIthAX0Lqp2F0HClNtbDQWLmqbuNeJPgreW8TxkqKnfKEZDcILQcWRpYez1oXxxfbTD
WpOQ0i7L6xy12g1V3YaAaNgbWG62dlr72yjTARZansVKlvlIq0O7ynCJbzwkBehX1sIvt36LgrvI
bfz+sLEmwFt3rd7hee0AgHMitJ5rHEc9eugd8GMjlDaObEHCZRw1Xx3KOzbvxbuhh3PQ2gfYOkkQ
xuYfO6Gvvi/TSwmVmgM/Omrg0c8hJEWWdz5dI8B11A3HBMDXqQOfhkS8ri+xsIkWrtuctQ5trhmq
6M22FCxAuES7//9v64IcS/waZejyT/EG7PV0Mp/IbiDhkYOOyr5FPPNNBiuMMpVOV9BPzinrLDTR
ouT9sZmD2Utkh9uVt4w+5YAvRvOOsV47Vy+DxtV1cxqU9oxY2an0zdzN3q6afCYYpWefGAH/JNYE
Pc70PnVSGiiviE7VTE2c2joGgpjNhFaRRgFfTE9hoTT2v0Hm5NKzWjr5Vf9XAsoM2l4rNr2eIh6d
B1ye0Jpwf/njXtZ0EZMxt/thYpc3+sre+27x6I8T8VWmDaPUi8JA2SD5e1KoDgbqRn+BAihVN6hu
ZXZy2pTUTL92mbyY4pj3veAHVDdpjlVQtGqTxAAe42U2p3mgVfNuMo5RXjp7CY4uK4RzcvEuTD3k
5IqsugKZLI9h+9iUcYXZF/8k9SjomWQgaJ6vspNMv0ON5G7PNqxdEUfJOU4e7CVHt+pfE8+pzyAY
jT5BNWOaPf5W5mR6CRTb1RPmDuGM9K1vmkMZ7aHJ4QbCbBRYZfvpk1h7KrlwnRRsJHnCcu0t2YAa
u8jHub/xwRG7LNdjksjDzAMMoROivuExeEb1lOelfbG1P/gmHGJV/YHMnKD2WTy2wDcpASM2e73h
7WeXawhz0GXGtDOLINPD71Gr4WB29JJxPRxjK+Mor6vPBKnVRYpwr8+yOERO9TtMTOTRa0MMCpNT
O4qj42Lyc8Km2qYGaeCwV7e0qozVRJ7tukIdudqeO4g4IoSZEWuszmKVxScWezBvwOD4ZvjaTxVu
zqynr60Xo00/+aiidnPYh/tOULFX1qmZbdj2uN7YxNuosMgeTJsRIQS4vnHOFlkhVINY5ocYjwy2
r+GCTxrDEz1Dc5A5czCrXMbtCWbDwcXYkfsaFhE28VM1ziuwTpo2hVhfrhG7yr1rgN8p3I9uoXh7
i4XRmpsXWzQLSkeZu7Fp756JmY2Q8Ct0P9YG1ajBOS6ts13eW+jYB+Ug3GTAuKtyxmsV+MWmAqMX
WZecfLN9bTNBMhWkWDjw5CZwi5JwwVlVWOxfBYDUmdgyDlggESOAU2imAbs3cKhTPDK105GBJmjJ
G1SZoRXKN4eCZq/F9mZYjLBJT7OXFckS6sHqNiLB3sgXEQxHMkGNceAORn9VcauuyIq/LZlmhxk0
R1Qal0LCcSnUlGClQuWVcGV5+ePMw7BCp+WvixkZb5vAFfQr79s2ONGzWF86x4hSqSBMpyADXQM+
xErWWU6H/EX2xSvYNjab2OabuBsDsnHx3xPKrVVieDPi1IHZnmmB37/UidY8mHHya5E1vNPwlqJq
Fe6m7W2AbBmDCq0CAtAn7n7CuHLPMB/67jBvDFHhNk2cJ1+wRDOXkUXnvyatdLaG1f80uWIfrTTC
dPaIX4u1men2RkM6Vhb490GVJQHZxEvt5PP6Fr3Yarn4IbGBcYGBlxBYRYKyHkFKO2kAYUOIbJPp
vRt9h10IyPghdPDGMupbpUcBlOvMIH0jexY4fgnk0OqMuxU7uDL8YVzZ2vijJybEuKR0UHOX95km
LGdQC9WI76qM5E7MF72gXRtqpHpQmnBhk/tj9j42/Bo66f9M+7JvTnU8fnmtm2Mapz2RJvLVYjGH
ztXwM/RRdWHXTKCa/jdGo3cM9dHZ1bP7qI9ZdnQdULaiT89CNsyBdJNwbNahyQzLV7GAozLGxd1P
A4He1mli6HVuECOEqEPCVnuOGX0ffPLdZY3BvQbUs7L+YV7yVssz3oTDTyb0b1HpR5MUYsZ1Tn2Y
2VETn/oZZfYz0g87g08eu5iBHDE9ISqzbn7zOUXGnjmehfkT5ls00rP1se6sUkNucWINUB9luG0W
83o0cjX1xU43OwfYnXbkO9O2vlaStcucvSNlPawbVOtcLluX9TmRyu06Lgiuq+AxJwOyYKhnFo2A
VMfYgX1RIFpz09kPotyHDW8JHOWAY8wsq8hJGAlCzYZV7FTH5SF/mG2wXYLBFqq0FvffUyNMQuBR
tLk1cP8q4/DNxRk16Ifn1oyWc389R3V+YRSp1qZ/TXw7PzV6yEJyahoMC6R7SPI7dfHmjNaxKEkc
jy2XuyDqdmCaaQVEv/WnIQQ5V9R0tdLDINJD2XQN2vAKbZPvat0h99EKdp9d7VoXqyKnpkWxFrr1
Q+MZKW5lCjPup2rDAqpgHh9F21zU4liEyYetK5y+OSdnIha7WGXAx2OVI8fuM+66v9x2qaBLCyAw
YZXaRGUhcCBtQa5nBjiy1m+PRYRKW4/aZOvT71tlHAea6fzWkfuWSmPLP47XnPneLtRQveXkrDMV
zyxcpB+5JPdw7rwnBHhkiyt4o47ng1i3eZd65eBDRAHoN/z9jvXl5JE0a+FktELbWTXZCK4CGgc+
FdzyntfS/8XNDwOlW5YvAKUxsvd9gXUtEzU5vL5bM1PE4RpDIP2eYG8tnhpZIJGMs+FR9XW3izPj
pSVd8VISqQDiBiEsvGyNkRA7xkd0+RfQ1uY9jNi8DjYA5L61/sGk0g9Vi7t8nCP/Mi8y7IHmwVbG
Pq9D82Sj0kn5Pc41ypO1xb9PXMvU7SfuTWTJxStQwiJoYP7iSItIkYf8OGczXw0hqMpo/2m+eI9S
RVkDAdCpGokegjmkbMagMfFvpB2iSOYWQKZ7D0h+AlWYnrlVdvfE1oE0VZj2yGyPcQqA30ygfdHu
g56lddw0hTPAVx5FID17gbeZZw1NCJvWbgU1hk7a1Q98hIjPOtbkLiHPqGeceOOMIY7XjKcH2C8G
QOuqMz9ZJXmSLfjZItDzqySE/C49mGwVgNXEEOl2ovx5z7RP4tbHD0b3glSBjVYhP5O5ao5diVrC
MoxXTAHPDXXldc6So03v8AAY/4HND9GiEsH/AsLEkoGivuVPVE9uMDuoAQBzA81z3JZXy2EH0F6U
WZ1nGzvFBH517WqOTi+am6iiBfPYcDY/Yap+jdOb6kbn0qVut6F2rxvjpxwL7TIhYtBt1pe2Fl2g
R7QnGyKX7jTIrSsH6AeNQTImF9dj+Wjn/knXxEc4otqjyWSWqC+GBP8+9cUyIhygK07ZE2MeBpta
c3adEC4ivDhg6/6xjrSDEvQt6JD7rZFzEw2ZeRrHLruyaV03IvyoIaujx9nODiy9ATrVSvkCnTMB
f49w2HzlM60gFe/RnQkaxWf3MQxhcfanG8mEETqSJRjFZdJU0JCnmW9sLNnhnBWxOiRevrFAYqHz
OmMWgOOjqw8M8Icpyc2gDaefUhP2zk1OipSrktzapvPMVW87rNXL/o94FTwtCVMm9R97Z7JcO45l
2V8pq3EyjQRIkJjq9rpX7ZP0JE1oatl3YM+vr0XPGETmoMxqXoPwcH/ukq7YADjn7L02Ot9SIdlJ
epS/3D7gEKK5FDBX8U6G4yaT5n0MXAoM8jYzEb2LYH5m7zy0FONHNbN2jT1INNkR/ibKZI2dhl8q
BgyuY1tbN4apYTllE4xrdcrNzIqFqNcOlj/KqfRdMYktuESfDXwGxNvRzAdYQuQTp5aoNIiY4Foh
8M1PRR+s2ojkjYhQeecjcKqtGGCbceYj3jUIJXJ8qTtMmYkLXKZcdY6BM52CFPBuGRTjkZnEd2fT
0EcgAqY6ddQ2w9zjxO0jE0CgSYAijyM3Gg9+0frdxQ/7vUz4uIQP3Li96A9L76WofTUSmrSej1YR
Otg6JQMTjzMfjzLha7YksTnd1+IPancUJGhgr7Im+0QozoTe0kTMFfrOeNmf2CBTlSwy21jlRBcY
G2TgBAFQ+KY/BNr7Fp6hjRmX8NsbfSEz0ye/Lts2k1i2kyLugW7mOZJd/Zagyct0YygC8goRgL4X
loUX/jRZmBy6DhzMQibTZFAU0ondJrzPV0W5kquy+JeUI9glKSKlxYfZO+HGHcf24KO7a6R7W0/t
ix1ZpPvU8YNy0SZmkcvAGc1u50/j3wDSfgcHdoyYp1AEkWvhtBN2q3jco5XG3luS6dqjXxGqPTmL
+jUQ3LbRgqudxs420sNAliWlyjT1V5NuxI56Bhlneh7nDvZOXN0ChQyBLByy2cPkgmcTp/sX2V0a
lmF15jmR+/+wySwg42eIdrHz6Fj+pcaeiHVuazAYbf2lQxeTXLumH/cjq+SxQl7WQmnfRjNCSngz
3RYd8rTJF338jypPBVAdd9nCOUi2reZQUftArD0w5Qr9LY7UzkctnSVvpfVYhwhTqqQlgFA86VCN
x3/CS/8Vo/rfQkK//n/Qa/Xfgl4lEcj/l6BXZrMfJvn496TX9Sv+K+lVBP+p7MAm4dX3HCFsQob/
FfQq/lP6juMFnoYMAcaCNNd/Bb267n8Kx1eu79FD0DY03f/9v9r/Cnp1nf8UrrCVFq7LqcxX6v8l
6PV/RDnznbRtSx+9LWMS13fXFNh/S3ktxrovxdDjRlTyPbD1Y5ZILGKsPf92Qf717Px7oKzkN+Jb
/Vd68BqV6wtX8hvha7VdT0ip/mdqNJi4ue5H9GhzC2rMos4dv6OE2ZqjXeR69VdSTL/9HKJRtMsf
RD9wiZDrpamHblw395ZJb+I1ryzFu7pxCoeeKGC3ib5EAw0VAftsEKlZNe55RPeK9k6VIuWgX8F8
TD2qlsBWxco3rgBEjxfJHp3XNmGCBhK8Y4svr0NIT80Aoj7zYeuFRv6dqgeQpNgfqXEXOGzLhCSn
sJ8Y6z8AdD/XlnMLWbg7KTQgfOL+m50MbEHg7om1hl8YJE/kRH7JYWJAItGPlRUMuNpSx8hBliZy
0nBrVAoiVM/kJcBn6Cn4c+U8jSKa8QSNr2UzHJKA4eJIDGTWUBJ0+XTqanWs+uyttr3fLPTuWo31
IwUogmbgtQzAuHnMojagZIDNOdapTN1qoyr70qfzY9XWHzIqrkfqpYB2OgZsJEUquQOA95z4ZxDi
33CchmX8JCJYbqRNkw/jYeNieJxz9I//fMVkZqhwzgvzzILADGqIxEne42pfLUSqFiu0ODarzdzc
LbNhICE/IEXBJgbqSBg8vsj8vc4hF6ibDInZIclT1uqq+KFYAQ5s2ffdUKxjXWRXanodiyo6gGx8
MzGnsyqvvgxlcBvMJDHAsRsM7WNPNfRLtDzcKKKn4DJy6mQwviVH3tpamco2bYwiMF2d67WDRM+5
aAWjK9ZI7fHg/TUcH2ThyQ3vI9Vzgbpz/QwIdcbtPD9buns1xYK9ccBBWRQaxRsu6zq9psArweyg
T3CX8dfpSACBHEqJylQ8hcBvQspG4rUZd3Sfho55VRC1IlGFc5DEbMtcUjj44SA5Mm5hQ8BQ5KAt
Yfhicv+g2+UZfDt7qUVV3y23dDhgxK1NZ/pTeCl8GqytJA1M19eps1BBOhoUUHItVAbr3GTfrQ0E
8t7FMEFRmX2LFlS15z3XNU12TfrvpvPLC3cRNVXu9+Rs3s1zi3+xXCPZrYmMxyk5+TnjQ1yDWavI
bi5fBx09t9wc0eUnyyboOSV8FSSRFxMY1maE7QS9/eub4NZp2l/Pb/8wpUfqMhOrluLTZvgE0w/l
ro4nCApxfO3yhwLtCMqF6o9LYnI18WJnZXBtt/yNKLy1FY0znCDnsOzQ3+BrG0aPvb/1sBpnqNab
O3oz9Sa0u2/RtbclbqepyZObAiHxkNJhTD2JNwTPwdVE1GqLnFl3dU6jt+VJJn8pBqWREn42jvjY
hr1kLF9q3wNDM9C0NuOHmdsaXW49n6wZy83o188yxcJCNzbXWYEcj7wPrDmIxzFkCCw5V3JERRDR
TpqTP8zObyLoU+MEsxRuNIp9xJKaSLfRaT+DwXmu6JgjRDKH3i8fWPMeqqE+Sdc+S/1ViJTkMZTV
qM/DY00Q7egpBhp/Qnt81z2QMNkuD+OYU7AemM48SO3ezDXjwVoDcbFoX89JOK3HIZu1Ld0sNbkE
kXtop4SWF7qlVlFtYDbGur/mBFS4Zbyo+QOJqtsLoLeqodzNU+olBWSkLlbVqWOmHaN4NMpl727H
qT53lsbQovEylbixFWbhLdF4iFZgDSnrqpkMKTRalMclRAyJvjfSmzR892SPX967h5Or4umhn5q/
LjDv2h2eyxhsEzX46Mw7wr129tCfMT/BUNi1lCtmmUANR1tmIVsv7HHnhB8JpnnaH/tZuEjHwjcP
BN9EGmFpKxq+02fTYStJC+/ocJi1U02srv7bxMm2c4+4lljDLRyFmDFFAeyj8zAAeRGeRh9soANj
UWnVHbTPh3HR9pes/Sy98bmPi/NIJYel1d9LtQJoaP3Hfn5tpfKztEgWQ3Eda+soezgPRGzczAy6
2gqWRBdetwUuIEl5Gt1g2jlQAF5CXkooWE+kxR8qNJ7CRmhQddPaK7G/psDCYOUgXGkbjvXfrTVD
/26s72BhIcS4dcdBHLD4rUXg44x+zW7BibJQ31Y2pbFVm28xMB7K9HvRfdhzfo5rTN7jUWbTXV/S
5hDlQlh1+dHBigCuNMAmqm9VWH73YBVtS1NY1m/KiJfGmh6b0byKAUVAXZ/Yh1zpvw2dlsd/NpL6
0JKwVIu/4pYEQ0opn2F3n/wVxPpdeS3NykUwiUb64ItnI4nQ5qP7y4kh402SwWfrqruydj4dp3/I
4+fJyOtE93dGexc6ZA+xNtcddvNOoFgv8vvYbW5awdwmX3VEwr4u3fw7BkS7NMRfqfDRLLeiyW9b
V5MKoLByeC8E/N43/bYCSdlCukuoZtVvMtbXnko78I36zem7P4O4Tf1mn1Uu2OyqexWLdx4mA9nT
w9JCfA5UowW5ovHqgwtVqfajj8b3PoRnc9sJP5cQV7rmOMfpvlXB3rT6iQr4hqxRvAzu+IKYjfav
+Gj76JIG3XsQs5BMi/NSLq9VKd6tqfyRk3Oxi2ndfTZ5Zx49Az0lTebXwrhkbRJqF5AH6KbZc9yq
p248auM8yr69p1P5NLr1Q+DfVjJ6wo39CXClQ7CDeDfLH/zSxtHqnsJyOZNIzU0unQe2y0PeuvvI
9S8irL+8knmEqvSnQ4n4rd0CYaulAHTJY5ruE2t574R9owS1HUdA9s1051GHh8H8HYfxBcnSD4mA
eGgw0YWB+yA4BA1zFGxRn9OZmN1DhfJ/DvxnGuT2VdJWGA2wdtfFMS+HI4IcXHBPVW1feRkTdHuC
tRLV0DIdDJqR++Fa9QPt3MM8DiUZCuQjWeUzMti3f6Z4ky7POXDtKSuvEb+ek6ilRxPftdTTva3+
Yl4ooveB0AfD7Rvm8I/2o3PSBvUGJ5ln16/0lA4MGd/GrL8khskd571X3Ff0PziOSHFbJcFRTUgF
sRIcFGtMptdTn8EvCmkikABAx2d0XzvlMAaQhAJlTfLOY478v7T/OjQjGKaAtHfaceswFaUXn9fB
jSv8N2fBqivGY+qgBreH0+gua8QuX2nkLhoxVwK1KPv+EV7eDcCC3UBGnacZKg7RtTsDdpHjIa2T
iwbUwrguXb35wYqK2aZLxK5Cl5C9+1GsMIfiw+3Dk3CnO0+2UBbknqn89fp6lqrblEhy4glqDLJO
X4xsBwi8mAqaXD0XKH9NFN4O5fTmE1M01tZXGNOaM5V77471occMsP6PUT9h3etxZL6ZG8p45R1s
/Pmt5T3E7XxTA+RtWGnN9DrXB8HFhFZyXWb61ZnKzSDk/YglHHbenmE1NMPsvnfHnTsNG1+LJ8eH
5GuhzgiAA7bVhQSxU2T7kLvHB+u80NRYnK9l7vfa2U0+/W4x3xIJuwuBiCAoyeUbxsojCJoH8oXw
LQAHgx8evLvk9eV6vjVSYDarXvqaXz/E8iTRBZCMlLTqYEvvzkx8dZ5ectFt/MjcirFAtlfsGPN7
nX0NSW+3YP4zkN9GGtw2CLUIr2uVkVkW73o9XxsWwFDoU2/ftNl4SGw0FWZlwQRXcsJ/y/8LNd+N
U0noE7pNT+wzHM2klDCGtW8KOqnzLE9pUF0CgyGdDwceh8sPAdApN0CV4doU1+ufz+gAYJBP2PBh
xt4HlXc2cnhZ78IqyrOy+KDp3NUNujuY8fBBjr77LYqY3rjcr9TAsAqZmE0HA9Itpis0yvkYuv5t
GCva68nDZOXYskIEXJwi6kdDp9JSSKOZ1UXXAwIs1fgvubUSOoJ9w8kkwo3s1PVh9My1JoUsQGXY
IC4LpoT80PiIX6knXGTli8W0W/kubd6+E/DxyyNFm/wAwRtCNRF96OjihEFywNwcqj4R2UzsdP3p
49BoXNR4RpFkAm27+cj2kRhBLp3sJXxc88PremWWEM8SDXcjwg58BRtL6a3hoguerpZwrtYlCKFL
bkWGoBBEKjdZDgzrOW+uP3PByXq13mM9RruhVSyRFGBtRDto4nFJ9EMLHC1GvVoK7uC4HNoa2zSP
jZzwpw9y23AK/Qf4iKWSXHRrUSvjcZOXuKeNw4YUnrrw25+qkyfjc4npeaGY4BpKaHrBfcfXh7La
Z2hvCMsjknTcM77EIcN7uFbBVXAbzvlL7E9n3dvHOEbXtI7JknxPXxU4yEKdPl06zlvUhjd+5Gyz
OKFLR3KlxRxqcu96oW6EnreO6+7LPDk5yuzckTgXOZ0tjBXTgowax1jceQdji51nIS8188UO4f01
e1rr0LE0p832ptLsbCjS8pncL178GJG1w5NTWBzisU96yYu7LBtneu2I2Ha6t9Lnvbhiu96K0Mdb
nZx7rzySM7khQ+7eczlqg0/s6cN3eIvX59kn6dvmE+q+JQ8qOsoqYbKkd4tB242L1kT7OYKdgT9H
oOgQw3yjyVQuBHkgLXwFwCJDdczC8YbeJLAK/zGY1Y1iwVyFtsL4B9sb93Hv3/XItD0NqCQ70Y59
KIG8g8IKGREihfPMrkmKhyDJTwOo3rKaIa2R1NzC9M7liYYRHgT/EPbypMB4/NMZ7IFn14rniGAe
sEyLDVOEZ2tdz0jwRAqAwil09k5q9qH5RIFENglOd9/frReCbg3TPRJQkOkUOtiXGs7jaOd/68q5
mZd3NRTXzOuOcZCBcwI778/HiT14pg27XkSZ2YeaoJtYRVBtgUDLlzy2D+ta2LgrYae7ngESCcJT
Eje5oZPyIOvlNVA+pXB7DrPuOaQnvx0Lnxi2fEdC7q1orcfOYsIDkAQcMsOb9NIFHBRpM4GOyDXV
BWCYeQZcURq4/+57XULQq9VLSSPninyaH6NnHB2Jc/F69e2ORATXDbpjYuYRjw5b9PmcaEPEc226
Zm4M7//8O9+ZBYA/AB0VvIhseuLtEthTZb8Z2BGaEe2XKixm3lHwl9keEPVRvkTWb70yHPLApT3k
2BSwsiQrqUBhnxjrsRyXl9xeO+sTNV+rH2nQ/DKPBOZySSqwilUAPNZZfKAIlFKkv+MjWfik2HT1
8gImfoVHdAenWY3GlCept87CY+uMBMjCzUzXrul6sctmvs80DHfGCnbAvpgzMIs8Msk+2Fq+o5Ix
TCNJPzH2H6etfl1r/eEL45ZqXsk2ufhxaKFTHSJ6IxADED+vJgJlljY7eoxiVqbW+a3n4mehT4eF
xiqwxjPlnX0cCFb3Acl6piWUOCsTo8wFGynOPoS/ERbRdQpYglJXEGZ9EpQqJQbWknqB3YpZodlF
NOevwmrO77yiO6/31Bcxe5nMf2LB/fdG/xEa+E+FG+BKLPSMclX8yoGxZMxvspCLSoh8fDLD9Ns0
aFsybkhlqe6KgVi/rhcJP1w/94N1xxkQng2XN4oikAtN8kqaTcj0jI86dvLFRU09oZ9MR/mu5+HO
9vk0bvbT6+kOebqHSgmdnT+X2yhOD5XdfXSaC2nRX6ExFD5FLgalijWeFLSNLRnqek5yW2S3SOjq
88Q0a29VH2XYPtYeQ4Ysjb46tcDos4vHMr1THJiQBJOF0HC1W6s72nb2pTWbgEqTazq6JcYmnys/
8llIMU0OU98dFLSvTWqx5aTBdqJCqCdqPZ9fji7h1ThA67LRqdEw40K50d5ZqMi8nsGtNcZ79I8h
kzfs/tx1R5XVlajnaPMQzjQyTJ23uyaNfsfIlWRlKFhtTfkwWM9zZq0RONmLsbzy2mpuKt6gQyVn
OgtDKbF8EL4bOerVigB4VIVuzkvP6CL+mGVSA/PiN6gLfLAoEs5W3xymznwGyfIlW+6+Ns1hjCJ0
ZQfHxPMe1wNoeD52FBGyxAnjqVL3bqSasx2SAJBL52zUGkqNo3AOSeKQc/I7LzVCeP/BKjjjtNo9
uT7zMHLoMUb26IuCscRmmH43CWXzEHnPRUhGsJlovzVRuqM1/Dl71nvQ7gPUqZimQhxr6yW1Gb4k
8SLo0nG077hkHeckKFn7OAG043cI873It7dhmDTbYa1/DWA2hQBrS4Bt4z92Hv+c253YLT1fPiK/
4uw+H8uYInBRDsJ+tEi05ZtXJWr/2rkrJ4egommct0vOIHuuoYlhmmNPXYfzQ8lBqqGvViCH/ufW
tmiz4ez5JxVT1zRN/WPV5U8thru6Cjv8LlyGLo3wHfTOSRqruBrsLDy3aAjUsnpyJlqVUTpeC5N+
EU7gF5xzpoi1dF2VClG3e16mH+mi5WDE/5p5jn+LoQnegPs+CZhX+Nw2cBxu8g5DGDrKITfLXUg+
z7Xop0fQ6h9F6TSHZWYvjYKuAGXHWHuysQlaAq6zeohj993zaLqaIDtL3uMIShRaB3R160/Bs+Gx
iKn31NRHIqlvrZHP6HLA2kgsFktS3ihdQ7iXHBsa0+7C3zCtMRK6zrBtq/SPpynb6w6/SqIHcEWq
PDZfHX5/xKe4s+CWiIRvlnosfSPjhnLdSrTxh+3sIh9lH3oHZQSsw2EhEhEPl+usj0cFPRzyBWIN
tCu0WGECDOQWFgG9zLzrjwOQiMiwQjkZBhHMOwPZ9tYCrlr0QOzj4qe365/QxXZt9T006mWXl7zF
s2v2Ig6wqFT2pk/c8lh1mLbztSuowj+0OdjIOqqiqc8Oow7u7Kzwbv02R6MAUK5aUrUNAoJA1rHJ
TDtmnJvNkml3S2ikuvL1+qS2xJH0GtoKZwdZTj+oCtytZdvHfhV4ZxI7JCDYK4+hO5u/OhJftIIa
+dHAPC4zpAqn4TI1DlCFpkMuMwx/hjxgxeP1cRf7dsqzG1CXd36FwCdT7BnATjZK8Rf4wg/cj2y/
JL7itBu9UNtz7ii592CqgBZMUX2L0XrWc3zoO+wgYTP8Tejtn0xLl25EwQDozS68DqeU/6Nhyg3t
THCbAWNsZdPnOvZaatqlINn10XgYjmAZlKigFOIofOUWDtyriH3+KsAXajOVQrfgvulhfCKd4HWU
hJu20czhlcAWOPRPOrJrUPlDcl34Ngccz2rpZrQfGdTTbWqenNXF7o9o7RbFhLpZvjpMbVehKn/a
GkhMM8vD7PKgqNX32cz+36Vg/jMNhNvVPkeWivaXvzLPyFX8C2p2nzreqR9ZpNfHxAXc6AkFVL3g
QRaS2w8oNtpEdYylI4PV6SOAsgnb1oJw3xnW3zC1hygTd8C17GORFo+L9enhPt45Luhxz3Wna88j
K4DEkmqX927D4GyIth0ZMO6SpyDnntA4mksA6NTtMvdgFufVkuBHYqbQG3vBJdIM/WsekAKjVi8M
xKBPHIPWwWFkeuwt/6FD0nLhEtmXJPH/upH8M450V8nHSg7LKs7Ssih2UM0RDkQ09dIYOFI2nGaa
IzuvIKAyxlwLbwF7OuaS6UGPBXkdDOa2ydoWxW1824ukf8DpUpMcTBug5KgpYhwug85x6EWrubbo
N4Sm8WjM2Xce9w7dkeym6vNXm/H+fVk8+cuU0XGyDLG2eosxgM1M+e61sb88JCEXqbF8jS7A0SSG
3h2RfzsFHUIDC+UW0g5qBCyoQUso+fBPyDR9oK5MH9wkxhzSuvC9kTcLrweB149PpE6NQH2bjyKb
b9yEIYFHQPmmaQAlUpm9TBWbZ9wBt3Hs7jGeKZOtATNsDOeMuCsq+CqM9zw7UGKi8SEtsTHFS4BZ
w/e+AkndsaCJcAfU8APdprDyHTYkyD4TaIOsiPhR4FEyawK6rlwQA2N0Lzz3TjXu65RZzlWqMY45
Rj6NZYUbkcOSWeyB/lVIwJd/rGc04gMEpll11TXLACHwlzoHjCUkYoreAZVYL6eBdImuphQb8+du
oDc2192pyEmQJ1qtO8juI10ISZE9o0TXQumcDLfLtPK2Qx1sbHKKEPoyD0F092KIPaED6SODHrLa
PU4tG4bwrLP1EtPu2UTP1YRU9DHCNrPtOXOAecMHLKgV0MSjSIqq9U3YRWIiLPF1Hpt3K09WSgEH
OaKkd85kXQ1V9+zp0TnFwzOac1wzlv1XtobQKA7XmzBbXvXkqL3sXeyXxKsCE+l2I91Uy8s/HMFk
KA6xxLj+R+gtYtPrmh5B3L1KMwocfHQ/QhTUC1ErELSxYqPh27otoCK76ckl1zSeMoJk/BHqzkgK
CC2UrNoVxDBR9ayzbA6lC33U0bB1wqkFjC4aGACsRbTAIQLaDtgSTgo2iskYWOI26VYhc7jxS4Fc
pUQ+FcIe2dvW9IpjAX36isOCXnNjMUuvEBUxv27e7FhJchIZfOKyZmOo8WsEFGZYdgjyaS9DVy0X
Gqco19HSAzLxtk7/nSkJw6VO423AI8jDZI6tij88rqxys+xIejBEQK/4GFI82I2Zbth64mNdnHqp
ObFi5aWQsuRJFsNusiGcjGnrkhEgTrW9VGcLZszer5j/zejMZ+UQsOBPr/WqL4si3p0lJVqtIjtt
rjkN1LRR7bTZ5UaSO6d/Fidni8XZCLThMxryZR9U65wrsk5SAJbqFaclNZxFzRmttbtzLtoHJi/V
aSp+nbR7YzpN9CC720aU4k/dkzPPDJEivas+Z028OBObSSOwbpr03kFafYlOWRvA6wjnCwQE8LsR
kFNkCbuutqN9aHl/u6B2tqm4Hk1v76UL6Czq0+yiTLCBxF9n2DSo7QjABQQPabji3LONceiQyp6c
tBs/mgZ+AyXbEepQ9zDV6SfGkxnqX0POlpKHKspQKS8SwzXEg2hS5spI+u3+yH8Qwb1nOl3iJtdo
k718+ZvMwFUstW0qwChl42PmHpID89BHqykJBhA5ZtaMJGq6Gq6P/WWeJ7lNG5sZZQicGpGh72UA
d92cAI0Qm15CZSOgMKi89s+gRHc+O9+OpZ5TUAswswa6taIuQol9ApTLY+TLO+3Pq+W7Mzs56pPX
+E9xTNN5zCYIgdq6JDWhAonLuwDIe4fooN6GuQ1gROTX9pSjbhUeKU3RV5otoHeItd/gWGUbxSwQ
HCa7CWhINA0a8L9z5+hTYo3+S2PjVYDSvpOI+K6aMiMyc4RBUXTzsleieBtQFB/nhUU9yJotTJRh
k2GoTYcKP3aPYZv+2I1uhnMfcfiYAoOsi3QAZYNfK4V3oma+DQLmdK21AmxzQ7iDTVmZCyL2UEBc
QqIzrorAx04bRM22U8FTU6K29QayMbO4uwsVikO4XjE1b8IowkznNsWK7WALMT4zRAYKFwfvii7a
izu1tNprev2GzLZtm2JjKIBxA/rV9DB2kG62QFSeRQtwKOkoMWzD3zWxebaA0Rx8mgXNNE5bRixc
vyC2oALx3bKGLcs1GSHFlrvXpACboMBAv8CBygwTDfpJ7T5PMd/kAPB3nY2LMoBKbSxDlgmTHPTF
tGfn1lu2tWZHn4J5FxArmFiuAO2YxjujCDMi2xcnAnsF7/na5wq3sY/YmeoZz2uJdciIwwB1nczE
1TAw3TNWm3eRP54IHD+GVndKpyZC1VzgKe8AXZuOIx/YP8Tv033uRU90IxEUtTmCPtIZd77COT6i
FDILfgSOcDejtwbwGgDyvp1ehKiPYUsYQKLhNE8QuNbTcZXa4GU6rBFwFvr9WAXMUzvQq9lcv5My
g2UjTj+xDm5JT0JWbolvQC/s5SUiYdo03MAJLgpAHXhtovJoUxAMPdFeTdzxxtPVs27lZXQiaLXo
F6EMyj9enVJZED+x1r1VyNzChqCwmeubRCzTI6rgJ7ESGjJYQY4LxL+/0lEVYIjJjl5aXpRqnzg0
y7337hvFErTcBkQREaSV/YW3vJlyUV9cpyJHRyE+KheFhav/SSKLzNB0+hiQGg0u0PvIo7IrEFPr
DAmQZFHUzL+2tk6SXTk/Gkx9O9l6X7F07jFcHDiZe4SG+e2EVVwgknGgW1HLvE0kOkIAAE7h+6vf
BFsK78ajREKFbRvSkSJDVKPaQqcaM8LH1DNxWD/kE8wQNrw/QnPYcYj32Awu1nWnKK/zpAaxPPI1
ZVXe1RHgDh1laKg4tRcVRqaWQnszL7QXXA5Bvjln0XQqbE/fRT3HrGzQ+3bAnaOD9AtOHHyjWdwl
RfbUY5nazZY9kbWL5UPRWbsifYVOMh7L0q2hsemzXWIBk1YWbHpkAwAPgtspJTI+tThtR96pyf3v
Km2aoymZ6sQD2QqLTL4agcu45lRDJMqe5ZMOU4UrRshk5kpoc6g1TROLnxH7JDBAXEKQ1RoGUGH4
2eb6NVrQbAl/eACo3FzbefcDbzjf6dgFN9LNJ7onEPfaxyjgmQTa2xKQhb19/mv3+c44Eo9xS7yJ
UiNWlRlfGbL7BZuYa/nhVrL4ADRBq6xiyG21v3dspFoIO04KGK4pIIHBOFlP4c/LGB/oO4QAv1af
F0bDVqM0B7mjrh08uT3kGDk0uwGq79UcSQAAiNE92tEcAeUxrFZYU8vhaUE6i5wv3SlT/o5CX1dB
8wU08XXoGBmsyhZWrzK0q32QK8QAc2SOaACPMXTjvSlf6sQwvezHE8rb06KZjY3VfIOLKPAY07tI
pTgzjwXzgDw8DI3lYPUugt3sBqd5sZlOYEG7MtNlVDNLPaMNan+S4SVrNbxtZLpNt8sqolVkEOzz
CQIISgtBkziklRjL96kgqdSto5d8iM95J7zLWGQ/PrJ90NCht02q6Fl2idhkQUrEbKD+iOYH5WV5
zeJJAmJzrNPxEX8uq2YclgQqp5vYddMded9Y2jTlB+vzlYPIbJcz6KqzCEhPpp89V91LAHdXtmFD
zrQhQBIw2hwVw8F09nMXfE7keV9HDtQij2mo8n/7FEA/sfHMo5f4ZHf44tKcYDbpLGeP6ZiEONsb
hQ4r4MTnV6VL6wUYFv/1A3k/I2arPNiMTZzSQsUY48FSBJ7o4tLZMmkDXxy9FVb8ZnMMzOPavSgX
jibXWu3JgNqn4oP+IKmavi2vuhyGzpzq13oE2K0p1/mp5o38wo0MEcgJNZodCHsArfotoz49qKQn
T0QD2QhQ85fseFdOuNqUpffLwPReeQyr0PpBOoTWJzFzku/VQIz28HFYGcYXTCg1naWEbMI2dnlj
aPLQuVh7GBNnP/bxJMDyVaE68XykC3TLN5mNcbEPPNgr5b1kONUo8U3kGOHlvce8p36g/5tAYrPl
XjYUHthEcmDtLn6Jq1JPTwoNIOXqnUMrTkYB8fTJndeGP4oNUVRvk4UyCF7NH+JEMFkuDEOdPjhX
pBJrwyGUkwcdgKjaY8R9ZEUaTrmowGQMJ8k3CYFlR96yM/bMbkDttfi3vvY4IXLixDbKeg36L+xb
eRyI52FkZ52FQ7A7Lo/1MIlr3c1JbHLIHR35kw4vw4yP09bhtEc/BaIgYLYew/7lp82D/1UY3HE5
A4k+4RwZdV9eAJFCdvJq4VjQheLG7SImOrogqNxhGxRsiRi6emotxHwRw8uC7KlYlT41cUOkU8iP
5End2Su+jmCV15L4AKuZH4fVH2KQ6zNtWK5At0eoSfCHhTbyDkYMhzJdIUJVYm1CjoZX0nR/qYkA
sNPMTwtEcdAG0JZQ9dcR7dkJ/IB2PgLp0XZLhzM2cnbwqGnhUpvHvLORTjT8thlcvzFEP5aEwBIQ
KBG6lCBKcPR2scDfBVb4ydQdEDt17r5ugf4HHC2c5KuwPJdEGf+RHgV0fcbdOUYhImr+slwd0YL9
ctBsOBaqWwyXjKy63TRw221sKXv4iK1VboMQjmiwXCTRZFd6dKnx6pDwvfwwTVO87QMACl4SYZPC
gboZSVlcHFSHPFrnrqFikklD2HXISgZV/TAQ+0SRQNcx/T/MnVeP42iapf9Ko+9ZoDfAzAAriaK8
CyncDREKQ+89f/0+jFrMZmbXZO0s9mIvuhuVmZXNkMiPrznnOR7xLikgU5FDAe3SbLCYNjHkAKsR
3yg0HyLLePUrBFRGWDzXOsJQHesWK7TFWPtAaPGKI1LtTxCFR3rldWSyqYjbbMK6oCDyKtxREr4e
fXTXUtLfRLA8IUuXWaRVfMZNvPIiANKpxk9Z0ArWQ3pmOjTBX4joMNA8ex+lzvwlr1UB6FXwUmlM
fYaRR5dm0enzDk6OZ56qWDJsIysGgoiFRw29ZaJBWq/cSmNDMBwzXXmcnK+z9DxMuIMEsx8k3IyY
aSYCTa181aP13IQWDA9gpK7JnLBOSUxUJPC+3ylOoyLTiRqrtjM5MvNmJ+clb0Y3Qlocph/qgCAR
rc4Vlghh0IuOtCQEUEmOaMJChR4xPNGZ9TJ9EPBI8a346hkimbQwouFNb6MbAqO53EZ2Xhb71DTI
yajHZzlCaddDFNR0880XqI3cUVq7jU5YlmInurHHK/ihSXshxjpuvQo+cjvy3tDVfQwxO0+GRE/o
mHwU6ejnQm6heZ08GS3jRvomouTqkcBG696NxXJIFBOLjqVD1unYQX3lSExtMXdfBlzTU5Sd3oQX
GS7ZhB9S7c4stgUyVW/EBcsW+WAiAEkkEIMKbBVXkHaySFpVops7WsIa7Jv0FHXZc96Kz51ICq1U
37VcO5sgZHKdGmOYfjGnsx1LCCMaIh7261u3QHUm5zwdZg4ofWQwzGPM21aEPSgq5YepS2uyMs8u
slQ/B5WQTdcghv52ACPQ9i6yrrBaQthDpsC4HqznaJJQUBfoNkpCf/qGlTriD28uiQ0vPXpCAOJP
bJuuWHe2WggwiXHFijaVitIHLiNQhmNIQMCin8x2DJHTRwdDkPeNmq5d1XtXoIAN3ofe4EwAsH9N
qhDaNLuvJFDuxlAghxS9xw7o8KxSh0PQ90+pxx1Qacx4Bkteq3LrLypJAWZ00ieBTdTyQ2Edp7cv
5AddzBYV1jZfx4euK8FTKRTPxpjqszUvxHsiN6CRgc6AqdYWXtq+yB0UDkth0SGMJuwkiwSSMngk
yG5bdC0+9MDAKVHtgLu0yMM3UmrhmxqHVayJa5y4Jz8gjSNRaEpohKW8hrM8vOcZARy8PUFf8NIc
19XQnAjAXstF95Y21I8V0TtuGtBwbkkoAySjYrceW/e19tgWFtU2E9lQM0WSzQAJuvAekaTLoYGK
Stfzu/SiURSDPLxkML09j4ovEunmu0Jbt8ZwrUV9b2qEApY1PhAZJhEqr51veWQHZZdkjLYdXYkl
XlVUhuy+9p1R0lW7RKbk74JaXVTEHD0DcpiJTGafspZln973Do2PNBRHVTN3pSnf9LQ7+nV4Z0BU
SAaSHOOhkOpDKrUOsSfcj9VlDMOKH7fF19UwHZN8KtD2S3fbtWdAGY/dlIO/lB8G5NiClBxRlFBE
pvoza9MDGsyzEQDJt4RDgLu+q8wpDU1DwIRUVC/0t7ZpUNZ67Fkt3koSEXuau5e1Pc8MtKHpN0O8
CWy3aB1WlEePiFgBwKac9GGHCQCnG+Hj3mqMg88RvGsZ6Ls2+GpS6dBKIJqDkFt60MYXIQod8GYs
eXlhsp4+FFqNbJz8rJKqserYY1b9W65EE5GaH7kja3yk22+qYJ3U+L4xyN+SQCah70tQh73o1UQ8
iE6Nx9almBubAPl/hnUhyOMH3LLyaLwFtCV806RksAibTxuCOAPJ2pncjKQdhXNlg2dxSi5I7n6Z
L2ViuWghET32tbVSSDOiPmRQ5dHNUDLw1yqvCGqRLXNumDJ37NSSDTUvQXQJzENcPi9V/mKVxRxA
DDcZbyPC4LmJkIq8ugwPgcv6b6bmMV816w+x9rduIB3M/tGIoRW6Ofv0oVXXaaNdLAP9d0ZU1GQ5
YunWZ5c2BmKwTHzzVYMmgx2TiZk/fipEDSDLGDckAD0Nvv5RqRK7hpEdtcFQefQ9bseYN2WOETNh
cWsqTL+yoZzlQn9nM2LOKlSVHaMCuhH6DuLcr4SnrLt+WlPlR8uSroOc34My4mllyCHW3perhsfE
VF9q9kBk5iyqtMEignGHQ0jb44c9AXetYA7AgS2JB51IbQ3MuqJLjwqZ40NIGFdUgSOUhNbOm4jt
oFxcEpy+tSdxR1JkoVQPEUuSHCkYNAwUuzkIjfjL1dKZDG8EFOpeDgL8HSOsN34+qM4gUKpKg8zW
hF9gUBA5PHZF9JEjyk3U8AE8xjtruWUnTjZMvaeLrT9y3iZpnpCBKdIxj0jPUW/ZmYKBCcas9Gww
xoUV4eRJuTZrfa1a7UYafSSbExchYogNSskRyuzJSsq9R7qSHuvEvU8YJhb0SIpkKtewPoZmgxQY
T93M6HmSFNFAjBg5rV7CYJ/29anJ5j14cn3jRq90VvhrY9VAiGP4V/IBR7deTDsiTVc3hj9eW195
rGEcSOOtQxON/H5vmskFqzTQnkT+rNv+ET8L/ikBExWouXMnHH1z3GuFRwpXCMaCv8XT5nkCW1Xr
XxuDGDH4SeyGNPkolhOahlBIVZyItHRxKGazdJZXKPVijUGDSl2WBvEWDa3E/ESwzA+Lje26h2SF
r0BCFF3Pc70jj3lgedHEKj540O6ZV0XLTlUPlsSxA+dqKWX1NVCB9MPDvFmy9uZjVNctvnH2edzf
OgxFOtqD2hoGdjCX0pIwzTFDPKRwzVomLjSGQPPUqD6aKmLx6jcrv+ofzXI6c5Brzmo/vnXQ7VQg
tjypuFx0QNCC39tTTlVS+0sFFgv9Z84rDlwRZJbwAwjGNSjCRc12uCwsa07TwUdZ+dSN42NVvVgh
7uusuTKFesqVHI1Ylr2qSUjJN4S2EGknPGXPqXdUxOCTsU0oE5tj9G9pauwoonaVojJVRp2dFNFO
ad0DvmwBRrh703rVABETU67zfrdI4AOgPpB8NsIlHDcGg4dZ1sYPlMNkS7so7unOZ206wtOuCTQm
TKnSGKrkwqnL/BdDcwlFLYRr0/CJ9G4CNUpzM7uxlooOJw7bGsRekqnLzul5OaGxOBce766aFGVM
73Bnwqq/qbW6ixGgLA25evR1RAIa+yQ+5YzBDu2oNFQy0+tgrY/tx3R5fe6BMOg/pRxA4ZA3h2Aq
3JqG0gNdUan4uKujKl+WxSsqpGyryryEyhp7iyjy/DKYR90+CmszWWcGy2PEA1NiBMD7AnuDN7mU
hLg9JCLaMTVuyShgOEf+J+Z1XUm3XmyQqtGbzFP0/ubhp+fjxA7AyNZcik0oQV29pT0k/74hNaLR
sYb40aFVyBwm88cXTZ7vskEP0h9lAT5tFpAQbF48HH0LZumXqs3urcH4VK+YFrT0VSw+F8XUpVmq
BhlTRzLwEgU1qlePbRqZh29CGZ1Kxv2h3pxR02pu2C8RSFi2SHZb6K/7qqW79zuiYiI+YaUYGyq4
boCcX2m2p+IHB3dDjmJ4L1RAjnAa7n2LYY3pkbDw5RyEQC2OtsEO0SzYFDCAJrMz49pzqkcx77Yh
H67Vkovq+e7OijCYjoDkEB2Ku9yFcAkMgxzMBr5DOL0q8vCCgukYyajZKoxQwNE7fTF2WjuXVOOs
hLTEit4DqdwhAhShmLrbVqY+FId+WLIGZUjAmATzAEIYI/7S0oY5rqKTn6I96xk/EE24OS8MZelL
quwkabLT+a0etQ6FTv3lT8GE/GckomA2WqwavExMHQAMTMXEeTppRkp5FxtkE9WFeeG9sqcnoUMl
CQEJNcqHXn+NJYpD1cyhCyaktNXqUq87CaDSVNjI2C0UgnKt0QmJVkvkYYlaCzWxzBlf5Pq6DIcD
259NV4nPKl0a+NYdilmxiT4G0r5nTQ42u048FER03vRKi4hdep9I/ayT+Ra0XoEIy8sg6nLipzCs
yN7ddMk8TOQNLdW7zsg8zsNr0sJPC3wEMsTE5D2hjxOMVRp3TWTsQr9dym58nv5v0Wnfs5rWLamP
mMxQR1WgPRK+HyAFjlaY80pyurFJ2G8SzJcN6ruXMqnK43sWbNDhxXO1pFSTY2joHmydKYNV/hJG
/2YExbvlsVEjqtxFLzpdYynIn+SdC6zKzjkD7FUd3gyVPSsTplWgtazvwCcA60cjqEQ45AIgvEzX
8SXAMnFdgnk8piHiLWQC6+XD1Q+rd5lM2jCVoSWaTGAkXINgwAKkQURbyfJu7JVTgeKOROA7j/Dc
j2EkduKe9enRI9JOqPIHOZmqrBK9fNOP+56JUkaidN6e3YQ2zOd2IJaQrppIFEUmybg0i0PuZV9d
1u0aIi46JPcpS4eZZMTLUYK7VGfDKwaLO5tIu26kR6qjJTnkDxYDgbJmfJDzak0k3FPNlBF4K+Xy
wNO9qjLmhkR+rNsGELo7cv+NE+JdqZ673JqJKF5moyQ8eGxbkXwb5N+p1czDCjgX1YDbyEwWbK0u
qZH0qPFLeIfLGArl9DOUJSw/+t2sfK4MdEFD3Bxro31UTY4iDQILaTvvVJ6YbWOgwi3UO9VKuhll
B5z7WLvQodyLRL/IGS8/SjvyLUxv4QntrPbArSXmJqT+yHjdkySgrcjrRD4ncpKWlrIga2AlTp+z
1fT6LCYCl5Yi2bm+fFHIyQpM+Ypi56ZgWRWk8tAU5THuexoJNzxPP1Grk3LXwfjzx/dGHh1Xu4Vp
vmP9c69C/QHV/zpLhH3bntVmWLem8FINBECWx1og+9Bk264V6inzzdVEp6oY9MNaM5ExWWiwG/dF
tcjt0FQ85q4ORqiJLjpHJrOPltwJyxkaSOY6ejzU+bOBWc0gIXqpwGsUOj0RnN0UsLS+D8R82Sg6
yM03w8BVkA07jZ2gOd3TvpA+9WWyskioHQ39JEm4wcNqrY3WprWafUc74VJG6WJ1ZN+yzusY5R57
H6M/sFeX8MFFFZNMXyqvHTulmuF97WcnILe8PQPesFOrHih+ZUMOQyeLr9KnbkoKYSf16FKylpk5
IoVjwn+qgkyvguzK1GTDGtFnLtxAPuW1tInH8KmF860LGj7JQDwFHSIkNlv07cleMykALPTwvLYJ
jGrT/JkTbd1Hl7Hq2HOHLx3qHXiPlHDAWMKJunk2kUciFrrKrp312jFvkWwbZg+iRehQPPQdMhGd
nL3sLadgjwPukU6OOf8Vi4gri3hA1p1LE4UjDvAvXFd3MWXvXJRlshjuAaKSuReQ64XKKMaAbsWM
sNzMkd0alqvliyCgiqeEsWWjKUw3DbTsIfPZpdBgjWfPzrwLYl/zCAARAjOEbBfcC7nRQHeRVV/T
hPi/fNioaYq3CttCKlNXB7EvzEwR97qifIY06GQbEM8nZ0BF0Xw1kYfHJFqoBMjNm96EqZRXlAUB
Wh0Fe0GHKyJV0vPYRtNxMsEYR0YkEm+GrBTmobdJAEfZShOze9JLJzqaQuJtgoyTBqgGQkc2n4Zy
dyOfQb0irMQ6gsk1NQG+wvaXnIslTdcts6T/C3KL85kd3lCJ/9vEe3nPcoR9nl//x7/99E+Lh/9x
/cdXVv5j/7C8/vZPHt7a+rP49Y/89HdX//H9295ntnir3376BxtQUD2cm89yuHxWTfzndfyvP/l/
+pv/+Pz+W65D/vnv/3zPmhQd9eXTC34mt1jiP39DbnGCe/kW40n4Ed0y/St/olsE7Q9FAcNimTJd
myaJBhyWP+Et02/pFKWWIcmyZMmKqfwnvUXR/5Dw4fCbmilrkqXxWxXVk//v/5x+SzRN1dQMyaDk
UdX/Dr3FtOSfoCqazt+gAK7SJEk2IcaYXPqP/BYWzlxGnn3xojIe5DfZ7mxsTFOQ4nu+Y6Yjzs23
cQXHc5+cqeJX8UP4LO67Q7JSN6iUmVnE63KdXJiZ6U66RLI4Ux15Tu3xSFz2WZh5B0xr6lxYuU65
ZjPdL11HWfLrK9R9D+aGeIxz5xhLVrVr1UZndsez+CLb6qZ5NDdEgzjsabFabOMT3F4ZnwcIcfZX
dMUos76MLQd0q8yhPTczZWdulBWA9eVgW9I8WEf78GGwkT3PM2fcepvhpr/F6wFDnz1gWL+rn/WV
NwNgkEf17J6Vnfqo0KSv0bOSzTbLTzWym1fxjZdlu1OelWfw/avsUq9hEzrRpXksDjB4H5Hu4+9e
9QtmSXZ41Z3B1pbdHsOfjdTvqD8WjrTStvqGbWJy5KdNTqA99TlrjwuK+E1lw3BdRKv8Wq7rnexI
C0Kk5skeNTU/TWMHXHq8rNfj3Wcg89I5+alcAV4+Bnv/oV1LT/LaPWEVR3hRMMWyx3TGh8YpmjEU
WI3SjoaArINoj052Mp3MeoJYjr0AE4/QhoX5mWCQqe22WrFBY8GdoWklrPSmHXv2HOyPhLXhL5nY
u4gIN9UBNIz+Re4LKS31Q38eDsI7op1Vt5WW3lk8MWpYgufZWcvO8ZeNAxn7edwigziXtrTFIrLI
nOZQnZl1xB+8aYbH5EznoD11l/CDQXN2KYx5fYRQsys2/YqgyOjcrknEXuJ3uwY3mK28+FCk9MNW
qu28nUVv8tnaCYtuTRllwxMNESDdaXSVq/EwfPUupdoESCCxYKEBDGw3sn+uG5qQRb70Nu5KsX07
WrjJ3DPshhXSonxAhaEhuFsiuIFvN7LRQ4qLvqndaIyadUxxczIkbVxdL3xYuJRW3s1AsHcabvWx
/GDH2ibkAe19aVa80q1SNx6YaqIKGjunsat5vVIOCVtcePQIVjEtFfPy5NMR3vRNsFEuzVl4lr/q
db8uP4QnJrj8XE11hE1H0hPp6/NE5KHTdm59LU7mQ0FmnqIDCMfHXj3RYUJhmUhCD5jLruxL5zgg
vU/xGbB9n2xJF2J6gVZNmXBE3Vx/YbPAt99fcZDFzG/EHRR/bFCkQT5679VRjJeIT+rkg6Bd5SuZ
ir4P4wH59gF2irWSJKSBXz1cf5U9PQk5r4ge0N+C7reTYgHJglxw87PM9rx/HQKgMrYv2iZz+GMk
Q2FNdNylka4j5qN2PfcWWLtl62UY7pTPsnFNbfOpgqtg80RscXmvzE+oLyTWMO1bRhh4F4KjLxrm
NumK8dML/VOWLQYSdA6hY71siFaAx4RJ06FE2Xj1vL1tGEJwf/df58ZWrWW0fOlF+Efz/utrXCbH
7CE9AzBw+lW9m5RIazi/xBXa/sEVZuFViOf+kb/B51mLbG9jzrwHz6T9dYQXEicMh1+N5C0zScat
pxA8DekhFQdJmtsVB6XfbIhmZOk1hYowlSvER9Oyc/ERM4Gj6FSJ5wxLU3a23HWRnQk+lVt9zjar
Y85gIhY7w21R+xMjdzk418XC/ZTaV2Ikp1QY7gvSXD/Vp+rKsipFkzQwc53La4WhnE8ZguSd9bC0
FK5l8K6ihh3dxwQ+RIhICiDsPKvsPvyQULmfhG7dPMP16+cjABpniBwVda6juaCG2ZHuRUwy7Rc8
X/admotLeowXfX6uyaNu3jpTh4aPhBBqPm0mjkLXrvfhrnqT+NeGTcEAadZ4sFXfxRoioLRwUVwT
E61x7vE/stSzlC2QIJHu47iZvEiQS95Yh5E1snW3yQmGKUZGJBgG/XiLY2pj1tvgcQIkpGgyhqv2
UCXI3s03smqrcTc4QCZayJbxtaYDDqVzAaoggxygcJzJFrAGx2Ofxqxj7GnxxpXf7bGOI8mZW2hb
2tUkg1XDnRkRI37rdggWJDjdQb8dSdaamSZpGbtgZ2LoeY7c6C6TEYdH6Ji4Ly7wErQiHHWY5D8M
2FFkldF92By8PuKxGWzQmzavjrU6C47p+aZvyYqaoSG5qNvwFs9Dm7W6Xd2Ves5gV5zfZVs8cwfU
3VlkL75ASFWt+2EVUVdf6vguLLVT61BxbwE83LpV7nAmLOSVa4+f3brcu7bqRDP0YDOm5mvfyReM
QW1z3j9jVtjHn83Wf5VXNRexld51mxvA3UqPUA7v7WaiTHSn4i7vyxviWHcl0zrPlEqYxed4r50w
1lV3wox0d9F+NkfpkSGvtWdkwTDGlLFQUPbPtcduV+zaG0MJ/MFQUxEfz/vP9oA+Cc88eBkTwdnF
99Yu+lJpK/fvLuNvSz58V23/r9mE/1UR/P9h3apD4vuviYOLzzR5K6Mfq9bpX/izapU0yk9Dk9G9
YemVdek/iYPmH6LBylyUVCpJ4K3S/65ZNeOP6V8BgsGITFfVH2pWTf1Do5CVLEu0dN2wdOu/V7P+
VLLqE+tQAjCi6RLXAUmJa/ixZFXUyFXxFIkEo42cIFn92IWxsqLHd+dW2kpkiY9vzKqwebjSJuwY
asvSNfUqY1XWWHli3UXqlh2rumZHztQ07ZJmZ4LbWKpGtG1SguhiVFvLvin2Gskbto6KRWbknSw9
JRtWTWF2aAmctL37FrdoEZk09Fgm8dEltus9KTohshUUBFZ42KPopZx2CN6V9BHPrD5AD5ZNVHyy
BSestbJtxPxyVlU6iFzFCxZxO4KqLbEZBKU5EHxnjCRUAADpC3ejQSJdyz3HdMr0EXfpsCyMhifM
VUhW5DRRw/o5MhFssdW3AkUiaFRgc4JZK4mhzo1jQ6UXqu+4tbtTNJ5S61GOgmuscMAaE9MMP23t
DCMxKEIId6xT1oGCXR1KcDkFBSV2g0qUNI+TKKK11tk/VLV8+uFu/Avco/pzX2KIQB7JV9EV0bQY
xcsGt+CPX7JQlUM5jDK+xNzcemXgrxusa7VqOF4Mtc7EInmoMywrjb5NfBU0YETKohV5E1EHlW9G
jrrSF1t26KHdIQedeUgIV8GgvIap+1woiWePNSVQG8uDnVbupcl5HwNIOkPkYoWa4Lepo3Cni+kX
rBYVvo3wWvtNxmRSO+kjnf2gV/o+NM15Tm6Qi8Egy4xDYMRPlo4t4PcfiDE1Yj/QL0VJhOOJUE7V
6fo0kb7vpw+ECaMkxCIaOiPFdO5Hcb3QBGbtcSfcTXPky1LaT9PtcBD5VJXDwLZxCAi0GSESF2YN
hyViNANpFxnRCAkjCWMMwZmFyg45X9vLdk26IboqNEwpS+cEWW5jEm2hSM20tNWiRWPFO01NCttk
IIUI5/u/4NRj7VMjHpCo5QWJ3xBQsK11vNYh73sLWR2S3SSDRuuFuSGA49jpMBbV0SjmkSoGC9Nw
MG7W0xu/chSfLzVMTnB8DTvwwpFkTAr+Me6WaqHuMkuMUCQpwKez4qMB7wyFGNhUFwxzoUM3C0IA
zIRYOp3bnyvPKNce+Ycv+kTl1AuM4L//YuTpuPn1i5EsXdEt08SzrwFh/fFOVQWP6/PZOI8475ad
EUB4K65+1Y34jUCO10klbdQ+9klzYfiHLCY0EJ8Zmm85HpYNI7Us+MFdQ8KHt+9EhAaS4J7UjJAA
GTM2gitubRwrbODgttm/v3zJ+ovLZzbBPAGbIerVXwYAiBZcaSTrY4pwpn31ZOzjFRVOnzI9k0QL
vz6BSYC5uZV0YewPnbQMM8Z0JEJxvrm0sgWCY5R26yGc+E8qPiqvhmcqtuvfX6s2PfQ/f9SaiPdU
BAqimewwp0PjB9hsWCmM1ZoWNXDc8fSLxHc1rPaUjDWNGBuPnYaWyqsqfJlsmxRg2IZcvLi50WOS
oizzC5YY4ri0gjzBBS0oCyHgpCb/cGHKQ7JQNL/CjGMSSqYxsNb8yIfnFGIDSIhds7OhiO1+zF9i
NweoytwYZZnKHJr+TRCy1jEFhzkpN4HI8dyxF4jqyHLa9s4++9UrdH3pW/lFmg5S5NMPbU/DFUYo
05W424uaT6NhGo/M/tBqyDpMniz9EDyfxFaxcSQzQqSYV8ns95+qZP7rp6oYBit6RRRNFfH1z5+q
OWpj47kkCw09F4aFFmbuKNuDFqGV0ZtyU/kbd3KcgD3BTqVE7NIRjr7G8E6/r9VUeEhNY9yOU6Bm
qi3+5gL/4mtXTEZn09EHO34qOn782gMVBC0xUhgtpmsrXBIaO1zF4F2hFEjGDCcPG7ocXYCrDwwl
SBjUwKZtLIsMPNNNlFlVWlfDTD9j6Ot5rPztQzQ947/cmIYik60FtlgyZXVCF/9wY7Zd1eRxEHeY
dBhxDYysobwwZUcK6DbnSIkVmJLUrXoKV4/9Cx5jFD7zPHY9h5xhV0SDbvTYW+Ru+JuvV/71TSqJ
PNpIFadZoWJZ6i9fLy56t0oQD8+RPu+5SpADqcnECS8EolXI+nyKxTTUzhTxOWC/h+g0HGzFrSHS
CxJ2gM6byJXhQZS5wYfYUAhz1K2lHt48v9m2CrB6GXnD33zrEzn6l8+U4aeiUS4y6dTFX1942FAr
twR2g5pnQlJaCEgIxugsq6ACw0aVQ5/AcirkK8VqvgDlkbv5+2uQ/+LOM0l4grEtmjrM6V++1yIe
s7xtJldudu01K3Fwr4xL/JhXzLd0Mo28qZsDjulyV2SKk5uM/bjuedgrJToeoHFE4cWkZPjPRlz3
J8Po4HJyM2ZWIm0Ko9pKakOSYkfkIe+/WoEd66voCKK/+Umsf/00KZcZGysUpJaMaOvnO3SUjA49
MXeoGWI6Ti3C41P2XGpjHLome6faXOsuv0A6CBVOWjvRMHL1mlzb37/eRi7uXU87YRhm90uScwrn
08ka7UPgSARdQlUt52QxSS6Vkwmlg6j0fharJTi6KXBIavHlCOiO+vy9pn9g653qoG2N9zILKJcz
DkXoRztxCkXQa4JF+47KgAIFtto7MkmfEKJwafShNW/FhB1dMV7dofIYhOCW/Ta/l1n+2ajIhwPS
joMoYnSUitfvI0BnagN4GPKIychGHAquD/MuSx0GykIfwcKXc+Y+cJYwBIHQQWOmqB6j5Om1Huce
iR/kBrZCdobLOy4NrSamOsHqL8gCRZb2ClRNugTS6L5U6DsztQj3HjF1TqzxrYYuQ8Km0QpHqNks
8mWXPfOGfOSHtZSS/TgeCQX6yd88/upffPEyR4DC+sE0adh+OTz56MNQxiGB7Az1hZgI2Q7M5lag
vdoln0CVGLYW6iFJzbvWqf5G7omuIce7V5QWLGZV2xqbRrfVx3UqjlclssZlZAzztuZzC2T3zP7i
mZgYfKQiXyMC0xklUbcoBvFDaiOmTxOWVi15s2gsKQvMYLMW2dys1wfyp5GajtMrs82NYmZO0SWk
H8xbl/FLPqjd33waf3EYsnOBB8yZSEGtmFM19MNBreQoWsNEreduy5MYxu62N4YvlZyobiDbb+wY
uU8N0ne54zF9Wo3tY50rxOVhqJ+hD/5qiEUZmYh7avNYQy+YpSNJWBCWQCvq4cUYm+ffn0LSv57g
XLTKm8/SuW7E5D9fdBNljMA8galohncvIUZHxpzEi9jP4X917MYnSaKYffDVkbqk8WU39DIRy/K/
6UL+olrUVZONFSezbEDc/eVusrDJZlaWkUIYDf0BlyJR5UpxcJlufx8YfTflJXfem2zGDdP2AlJX
D1fcGJK7mWihnffasxZX1JJT/RskhiNAmBWywPibqkH7i2pR580nMXYAAiLp5i+HN05nVXX7CIFF
TSogBk50ntODZ5kdeEdNffNV7zhO0YS4p7dhl9udxRIpzbGODmFzjL307c9qSCVwMhaSjypefXfB
itLQw4x7tsilk0YTsEnIWPwawzs2ZWy/I8x45GneslING6mvwTj7luGnWGaCyF6p9x6+j7AxyX2n
E8cPT6OFzfDezsj7VspUPQpBDYVI13LMKwQu13AohgpzYP+GHyV3Bqwgs1CEdZ4KjkfD5YShhwAs
GZZuLEByAP6Q4FVN04XOOF8mpoCiVkDRbzIrVAYUvLzppTTt1lLjM2CdnmBMXxIG4kHYe5F6N8iu
ROYkH7sOPPCQETA9zHu4GDu6HSLlpihPNV7XkintsH6syiHpDnkK5d8yoEumd4JcoHBH+qI1ccpm
eg/QM2WdovL2m2etq23iKnuIpkDdUY87p/IAphbmsIwo8zJyVReSHN39kHIYSgtnRMxuAbvSa0IU
wRYDHhE7wD7sKtIGGySuOPfSL6nSwL7k/bBARXPx4YUsuzB8I0ryXaY7EEvyvuC4D0s8IyHJuBie
MFk+0cTcugiZeo9ffKMFZWkDobu18kDkc4YTRzXTZqEY9crDKrfxhW5ZBBLAirr0tjomNeYL4lWE
DwlVirRrl2Pu+72TykLrEH9TovfZfPfn/Qj30GBWhdlRERDdBgEITzYnPM8ZFRrulYS3kwCwB5WT
+tyiJHVkixfqd7Wdob6z64mR3k9m3FRCETEwtqG+XJaQsmg62OV5A9PWpjSW37f899EspDh/iIk7
jdPLz3DVc1HzphsrPLCNL2fzJAiLZRMy4u2osAHWAs1Nq0UrcCBa0wt9mPpPpLzzWipV5/sJLmXs
uZLJA44cH90kA1v9nvlcASSbakFnbtd68OGNDCakiKGdKeYrlPSoTVX9IsZgzpK+sNOph4rK7N7E
CJxK4pPQjvMusPqTVVHPpxoUA100A5ZgfG0SEsu5J4rVIipxcRbsGttQXBdtxGfQAHz7fpTMUblR
e2PfRA98JALovdGNVymXJqIJ4N6hbG30lSxoOK1AjzBtTxtG2Fqt3ORe3pGMKyzKhIsO+DovGKez
Y0FAV9GZx0j3kosmdMUp7N/jwdvRQ9O0q+hPI21E/GJl3Rw3g7bU27M3TJBfEV+0qkQoy1PLMcfi
ELWNtOrxqlJndURvjPgeILaxw9CNxfdJSpAwvjZJm9dy3W4FHzh81eOSJLJ2UPRZhIvKJoP9ezBo
gKFxwAcSaeB10s4tXehclXQfAiY1gs59npiYCghNZtY4fa9YiHw2W6SOfN+WBvE/7DUCfSZHZNyh
ztaBuAoKcC3/ahCpBuU5X0o9jVdfe0gxg4r/vyGfqjFvWDS9RgPNIIr5E2L77/sl8adHJQ/Wmotu
OnY1YeGRu5uK2rsnCiCmprdFk4cWMa1PQWWZdhN4+8iVTyAsiNVociiZDY8/QSSottLxbIzjRzPI
hKBMf4CJnmArPZZoz3Jc12M1Wol8geT3zrH5ESKtjI1jqdNqE1QPZIdqegr/J2Hn0SM3kkbbv/Lw
9gTozeJt0rsyKiNVaUNIJTU9gwySQfPr32HULNoMpoHpxnSPRsrKZEZ85t5zR2vgqXbMk+en+OZK
cTS59baB6n5SRPNkCn6la1zhHR4aS8YXI5SXAYbNJWqg/Ooxllpp6bk9dg/VmqDkVthn2PF5UPFo
6QNYrsS6en23EGfIfMxQnNCOQvzZwIfswuoEiA21m7AI3RKYnobI3U9RFh0DH/+kX5oSDZfz7AzW
hV+IjFk+68kZZY2i5OQCrkBTNSqS907IiNfE27POyipOQcPET9wIm3fbnr9DvwqPfR3ytyx+whpy
RYganDChAt9JybSUBMv4ZjLtIpSUBzTDv8M6eMpGXgZpIgTHoFHM/d46xEP1LfOz713p7vVxJrqV
IV7y86+3R7ZYZ0qmw+z68FbXL7Q+Aj4nR+5DvaT4QYOk2aoUIKr+RhMdxNCuG1mH8v2urQG1m1l9
6ElaLUW3m8hDhUu5Y4drcTEYGKx+gh/oj9PC7JvrUh92+nBslP9SNJjkxwJ46VqekPORHcvSeSvT
+k601pMYQu6Ggo/CIl5YlPH95LmEka0DLn1i4NXgoalHec4s/MNrp5bAdirpjw+dlSc4B8IPolHi
d7NI0d3S+fb8GrPngdMnCU4ackFj0CqiiiHmt6ArW4TiI8QJCJBsk4kl2VXIvTyfh7t0+BkHRJmT
r7DTrd/Kzw94/brqM1NBBzYb8or0G9qbABPwX4M1Ljf6NtCHM9Jf7h/rKZYRXrwAKWxLA3ouCHMz
K0SJaBbgbCGDnBZ4lkZ3ncIy3cHf+K7fZN0MmWvbNuXJiomdvhOrqi8O3dFNM/JBcyyO1VhW/NHk
CNu2eQoBOWFyzPnWpS3T8IZvVd5whRo+HVbTcco5yBkRKWRdDtOTw3mTOPlwCEpofBOTJSzAm7gD
/lxGmD/LsLqVYMU5m4NHu7dODrL2zHNP5ch7pt9KJlQzh9pc7f0xOI12ha7fyA64m/DaUHBhV++y
z+G86lsgytAw/6WutNa5w1/nEpSVTHlQaDEZ+FRU/amFKJCXw89V/daIS/ul8a23VVJauDzvg5/C
B2tXWzPxHvukAipU5vm7kaf5FiM/y3ugX/sgMf5tWPLP7YDPvoTdmsXIZn15f20R0s6J4SkiMFWM
zrcWs76zQ7N5SDLsch0zfRBC1tcxLABlBdmewNPp8C9dyj/HiH5oMQS3CAEzmTj9rTVAXYuraB4H
ggGwgnFIg3gEarJHb4p3poI61zUmWSdh/RgbcXXiyZU3aTa3asjusmAo7sKsD/fEym5xYVQHMBYg
6c3p6X+/Tj0k/tvnF7quZXsR0rcwsP/WFoisd8E2pMzDAjKAFskVKkULPKHsPhtzO+6u9JDPRpIz
yVl9rqNSXIhG3B1M2QxHknpIpQxMi2UER9CUMiQJJqqdoXW2drgMh65kOuAv/ue3tmureRd741MP
wHLjNu4HMRGNpGbMMJTt9enRQgchg9P6nJyQIL137DLdTzGXR40xzh1mMq0FX6NC2Lg2wxekydjg
VYh/t4uHo5N5l6CEvEkbvSRvi8FKHeaucxkX5+pS4q8AGkbfqtp3ubH3C/lV30wI9AG4p/T4KBd2
UJO4Huv0pDyURGu31FgErDUEyFpEMqm1E9D/GhltTa9//N8fzn/7coWey4aZYapnOdE6aP3Tlyse
xqxOIz4cvdMDDKa2+ggiY5L6j9pqSbqHMThP1c/eG67WwNdsbKnRi6L7bufZ47+8nvVh+NvDwlfK
olUk6c5EdfnX18OurSoYqrJFmxZvF4mJ8A+XiHMK7UOuUN5Ku2bXPPSnAWid78nfHfbauz4Y9qlg
WOlaRIWlYfMvh9B/WToxFXWY6jARYEP695FAG/jthE9jZD3auXsDz0CSCNKDB3M6MOkCOyycne6l
TIxfxyQqfhC/kLMcKSvy7l2iohPnVcgQIUnTqQMk8vXaiCQzt2zGCNqhaL4marlWDRfh/35XnX+c
Vr7vhDbzVE4LMyAD/K/vqp/6PSxeAgCcXF4sJ5sOVQF6yaoDIMR40xlSLt8cCwz7VCTP9mquW6f4
XH7xqcxZ7QkHK866JnGndF8p+StVzDq8lXkRRlR8ZnIeDRzkNC66ztKVJLadnIR2rA6ey2/mIlOs
uPj/989mIcP9xzMTOI5tOu4q62VUsl4gf3qG/SanZgihJdbC/GrRYIPeWHbJCCS0CcPhRi8xbVUY
sSyKerTs5Ih6c97ffzWVNdwH2XczLghBVp5g/dmfgKPkDz08KF0xkY44IdHcRT5F5WT2e73Bys38
O4RRnERzAsqVQF2v7c9ZwbpGKxlwyXh90+z1oYUxxMKEAh/2qmcKYAEzH9EWmeJUyfmJ9HXGXevU
szYWIlMblgV6XDowVGWmdO7cKjyOfXHJa8bzTmduJ4jT51Faf4gYg3AlXPYdnvqty2VHVWqXDOgv
waI/1glNsy4tGlzqhzwZAYgtD3peXLv2dQkT5OzDdGOtSm24Fv9ZCG7T7pKn3n7V6zVoPfcZgXk0
rLwi/bZg0nLpPIlIxqR9HvMBGXNCIPA4445s7Hs7E6eehigiUfCQ99Z7JOz3KqgrmPyExX2edDkl
f2eVPDIdoD267JBQKchgAF/1G6Bnhgsbz4kqBxUn81RJ7DJsNfmtk9ZpzAgcyXvjkAYkOFPX3kYU
+xMJDXnq7RVmk76hmzCXZd80VUyAAH043l/WbGsl5aQPVEYEMbGYr5o2PjDX7tCHUeoRyNPtxii7
ZIt9o0omc6QxmJNgOcNuuamceTyhqED2uf6WrgccHnvdVpAXdsBp7OyiBC9ZlOG9SqYxWxOfEZG0
htwPY4OcLwIuHXhNs/Oa/rvXesgvvXLCqze1O3+SyyGRywBrE1CzYwXflUtjLCBu7kSS7UGYzQfe
xhHKjX0Ym7bYQRCorwVImN2CGKLp7rMviZfL8yTSVzOQ8bVkPikqdYGjQSuDP+lcF/DBnSn5YlPU
bxMAKUeisPCKKhxlWo0RGhOtN2jK1prMAznIrJihmtSpdQ+rzyZUWtXPS9rsGxKNRtd8sp2kex6L
4tD29OEwW0664bRS1Ww2eLvLg3SYjWWuqo7kiOINlOHVc+folkTLabHzlX5b3Bh6yH3aYwmEnoyb
msATalvIBByYnjKQndRY8RsTU1bB5nerK1VjqKbdoMggVZymMPcs0jaYLmcLuwa0hD1nrkC7qL+R
Qz+h3cGHufIOWVxz24aG94z7nhMYWut6TNHzoWRo0nPVeIDQx7E46WdAl91ro1JHTbFlVI10um1x
pHT423QDbhBH1M9Fg6q/RZsLUob5GB4T/WYkE0VOUhTzf8QiIbJmnvdSZu/68cTQ+lYEeblz1kFJ
AM5GLUA96JBPhZvT5qwVkF3LQ6nMiJrlcSzNaNfbpLFk0jkWjgCC2rgHEzwQZ/TKqpvkBkxedOxX
7RKj15MFcvbo9rzy0TXOgBBGiFE7r2u6L0pceNs6iPZBtM2GdjksefyF0YSFVMc6otmB3WmlJ2/J
eVEN8Ac96bD9Kr60EMDTNqM2C2PmE4oSKDe8iKlpRJuZ99zkGIWZSB50ixo/Us+Adl5bLyFI4Em8
diPNdEeZUuPMz666PxdNOF8z+bObg/7m1eHWXSs/r+ZYjiSrP2YSLheQgzGU5VddP+rRpR6H5MR1
btOpr04LmzE7n6adQnqrN5qIL9i5+OQiUh/i/CPbfqj+wDsHLTYwmcTVc3zKGSQXwFKwJgIJ7rK0
AtPK+z8UK127IrXZM7qbkTXL3oCKyrQ1/OY3QGqMzqoPKh1iIBUmE4WFONP18tAHcbuu38aF3rOu
u1fhKJv5miBtJquLDUlM2Dbme29260syBS95m3x4y8p27deRnE08ZwEky2F1w6UYINbBoFix9Gum
iRo/fCnMAKmbv6bXtgh1N6ITBNAX5s+yQrhbdGlwWQY6qBi+5G5cZ51NPDwVZeQfRiaWO0yf9N3Y
2UwH6B2LqN1MebxLG//i21nDZB1Xb1QX1tbuH6wKMlOOk3Jfp/JE0SzP7tiXzwLxmL5jGsvGj+LE
D85Mv+siZNxDObuPw31W8H0uQvu9Y7D5eeOlE8HAkU3j4jL5LgzBLZ5xW8MShSglHhswHMEjqO8+
k2CGZn96HAJYh/H4WmAt3VY2a6wce/xWL0WLKb6oymru2+Y98VES6+dOxczwhPpVlxCKU1s5Vz/q
SG1Y11ANJ7k9goHo1/lInkHe4D3EMF1m0MhxvWP6h2qmS2RdInXW+HV0bPE5ANVHd88mYRspsnsj
llbrPLzxF5yOhDCAf4IN6wEn6RqoiK0t+UPS7EeM146A1HirPw7D8Led6TjnIMOHPr/lJWEnNgC4
beIDBcudSwBkf4Ou8ZfeF4/G/JK0zWte8YTp29lL83Hb+fiF6hbdvxd1CTzl4tXX2TGgBzYme/I7
N0zvcMPX21qZF3esWrj8ZXNmuBXsncYm+gEt8eLM3TWS//miw8r7Y/aRH+splzVQM1Upqg87dmaU
FbtmdBgRlLH8MkR/qNrkmUioUOYpemtj+76bOVnzaGWU2VgNx5gtgwxLGK7uuuJhffLFBXJZJDMh
uOJVz631Ha5/rGYK6Pc8rPEeDNd9JZi9VVjud7lRJjtdQalpas51T7fU+p1xsDoEoEafPMbIBI5O
kPineA4BxRHqwZnkmoA4yQ/zjYC1j11+5zNW1yWA5CLGfTip8ZDRIkJxDa85GbyAgsW9Kq1vRuTE
l5JK8ZBTQWz0x5ZmY3XqsSJ0QLuydUIUe9guwj7YBNJvqLbRcRT9Ua4jKxCVxElRXuvzJIj45PRp
NzoFwPyV0Y6DeIwpLnTp0KJGvOkzbSyJroWn3GxyqFVHedLfsuhBIl07ihxXaG6V70HwasBR/4Dw
eyjnaLtA3C59RqW6I9Ztnh5aNzWwDTVyaEofCEpi/vZsuHDgT2wEfpgzPyfd8885aBmKC4Zqs8uH
MEEbOJq8WJhcLHc9y5U7p4rPec09tET1RvpMW/Uyz2wYqXsOer1BgE31rG6m2Itf0hoNXC0EmGel
3tQACC0ImKW4FVN//UP7Na6AvIZXMsfvCEPSvbueIXqkvPoHJsdmLS7BxOsHXzQnL7Bhpn3OCPH0
VZTn4gS8fxWp8T1EHPlDpMZHVkO36SrGi3A5yHomLG+vxhQ630Ce2kxc7vSA7ZiYu1VfQYz5cqAV
gsoBI7A1h/FzrSnmgnTxN9cXP0UFxZAUZp6JtYWHxfrQkoCxS5Rl7uhdjvZXWLrRbVWp5Jk5bNMd
kYQsJSqyKmucS6WomAOq8pHWdyI+EOnH+rvpzUUmokfHhgKmvw1VZxwDhA9ALF3oEHH9u2c63IvQ
OtVMqPdwH17G2brYZeEdXVe8+Ia4ZIwJocvznhEJBmuwIFaGoyTNxHgIK7j7LXzvAaHZQT8akRS/
gkylx/98iszgzfE1X6psW6xTfmS3fAxG81KIP2AHtKCKmHRM1vzHQKLBefK4yANz/FWvwbsRN8ux
YQ22rfvmmcDe+6LPOHiNkBey8EOGCWNsX5iHrjjVbc9ztdbUBe55MhGm07QuD/TI5rOLCQx85GN7
n7fpvlsrmtHygCzYeOLRo62CNV05FesqfD1JmyLEU7YOjKNluPZhu3p1eIySQP1sfevH5xC4Q3gS
eNjucwVqw8V+slSFROmdVid99uRF9MurundCWtA+B4W1k/bwW38lHaP5Cfqk2jYjEEM5+M6KKDp2
6BVp7ZK7uJoujA9QWXBqHPtw3CurOFR9031zojWKZbBfZyp/+rXwQ49xkUAWG/B9B5f9n+FRhbUx
SwV9QjhDeGuZNl04kwmyWfKzfn1FCocqNBQdtwAb08aA4XShMfcFcuulP6ZB/KJLzGytHXQxSogQ
PDbq5YoQnmE3h+DfxVpmdGRlJA1RofPGs0hDBPyBYw6IcCPEwc2Kr+NAdLOS4y/dEvpB8xADYN14
XRhfwAC7LCIJU0iSeucx+Y6Ze+xFFi3MKtf1MY9MuCqz5Jg/gQVmPup3B9Z98jzE7VtugvGC90UV
4pcpfhb3ixbiZhW0IjLqGqsPd3qxkTX7ckJd2I0ddUeXHjJYY9sCWfKnSFSu71q5wCqj1rgmY4iK
oO6nbd6LswzswxASwQVts9+lnUK3YAMaa4Zhlyu7e4An90FoLJO+0cCImHXnoR/2CXmXZKKA+orb
8TmIk462H/3C5N/NFct/WCp8ZGb8bFuNOk8yes0GRoae2xz5yo1XUcNI4/9gjNMRggrWKRucCbr6
hqlty3UFaTQ8DinSBbLHxAEFGwo1MP76N7YqOqIkm8KdhThw55DDcdA1wJCBn7El1S2xw6/hjLIs
DgcmCvnqo3dGBleKdIXcyd/0d2QpMhBIhvWqC6XGGD6ynJy+UJ3smYGw0a89SZ3np7aonnXZtHjd
QvvdE9TCOUJODM3YXN3Xo3oYB/pDO8VdxBT/ye1Bpi7hjxLj99EIK+uWHCOBZHRjUmzhdYWl0Rpu
hcbPL5E2G/D5YuMmEhTZjme4mzzocbk1fMVmX8RyD1R85X1xAVlqCXfKnwyg0fjN2oHyYTYaGsmw
+dIpL2QXLJsdgPP86vV80LJ4yWKfcqpFamakAprmxD63Z35nh0R2hwMBMu2MaiqXuMb0eZvj37gl
njoVg5zOBYefQC76qN9mZfdUs9L/mIW/PmPs1Tq5UKHy4+0XR73oulE01TPr8QRpU4eKA/L/Qani
Uo7ui+tmzTcRRjAbymrfQkY7zGpSF8OAJtq2wjvo9qWxZz5Oju2dLCAcBXUZrz25xR/Eph4bB7Jg
dgJHUKjGzhfVORxaRD9iYs8aFhmhnNhuasmVQbdCqhbGxxhks1Wl0OzDmrS1KHf2g7sCk9IFwB8z
n6+ehDlTjulT7slb2ZjDnT+7KEE5mUqVtcdctOHD3Hk/PEUEAoMp984L+N+rPH0MFgs+Z8ZtWox2
B3uNDjIMz0IsvzpCpCCnuVtC0WEYF62149m190aQ+9e0mS4SPV+sSnVZKvsmmKhhgFssWt7st98G
xTYHbL9rF0H0+lLfcpO+vD/Ps9vubL/OjkbRPraO4N+QhTPGttoQ8cTGzFhhv2p+CGuP6GMHo3JZ
QD1FMk3ih3uO2JnN8/xSWC3ODrS4lwoghT/eOZaEfhaO3qmOIzqBiufZ7QicT2oxPhhA8TCzAE2G
JnvlA1a7Hn8RVi1v7yxGeV0ZfpOD99cjL27bL+KZjn/cKYv7ykp5iI2wyWkv+y+jS/JiJOXIpxHB
HynqAVioz5XXjedgjuRX4qVQfMJJteMlPHn0XXNQet9YjlSg/KOif1taHKr6YrRj80D4VH2ISFBx
e8NEWzBMx95BGmUZ7BwYeZ4Moy2wFdfftR8KJcB+mLEKWwPuQHNiDOWikT+aubj1In2L2bx+qdbB
Z1jJ18D64pVusreXkW173C/PJgELqNZvBWX9XRr31WvfImgKyO4pCzM5VcPivixAvqAbgV+X2bns
S++Z2zfdZSVxH74KfkxGn35RgAMPbNDDLdqg7HG0dm6HcLokiurkphzGRcHBnjPkYXek4msdOR+1
vRD0q+r8qoDUx6kScjtO90k0WNeCcJMuYSGa50wHiQg5Mqo2XkqrRy/j8Mcvffk4i5ps7FrcEtXJ
Y1nH4BjJpzk2TG43U+LxvbPn9pSzLN1AfAUrWRCc4qY98qv0SZB9wop1vMuHNTUMEv/TiJQnyM9A
t7NbZUX5zvRZXHPq32ikSOwVxsmu+/ShjBdiB/BE7CzlGoexg4ToFvl0MkVfAXpZY4bGDsvCCPal
ckGjo53IJuHfGqdZcx/s+Xn2QLiQbR2gtOpPTCu6Q2+R0ueJ/j3oyhD+bEDKa+vNp7CyU3z2y3xV
vn8rDd95mBkaPSxNfOsV5XLlD9YdbYn6Oqr0lmRl+AiyJs0YzM2NwL07ElhQxRk4YAZBR1FQx61D
ckTq5KgMaQRNURbBRf/NF+0B7qrCeWsHl9a1051XsL/Lpjy7GibhfCrvyh3vQXxdcsiQSIHLoy0K
DpMuufEEOSf9YS2gCE9lAuiiaLvq7BjBCAcSotuC44Ho9uxQi7J6LiDIbY0pUKdqWUHBs72cfYOt
dJjzhZYFeHQa1i/x4sZX/ewot/0ubdKT28SzDoDyf8FgRZdssr9md+ofqsCyVl77eB/2+XRfDqna
aS2InwzqMPEMDK5tPIadIbaLGS33eQ4Jwo7j5yoPzbeGXVRUoAjJ48q6X2T6OLZ+clb46thLrroG
XnrqQoUIh947kZkJIF8w5c/y7pHh0Us/85kkSW4/OeRwzfaPhS0+SeRoNwbSXk6tbEYkREH8tUCw
v82r5xx7wHPnmnQmo5UfFx97ug2/el+XVXVDqkkwAR0KUzpr25rQbadcAKprQSioaEYjKkmEjZuD
IOtzW6BPfGDqvF2dXxfm4vsxoygf7DUoqgIB2Rvx3RSYZ7JT4TZ40nhUZoasSH4wI3ZQ6ltg5YLs
zhfGcyn83wQaiLtZ1f6XlU+PyBHyW7zcVbXKmPS0494b2O4vId+H1jWvQV3YF8YB3kHQ7z0mAJPH
DsZvzfbgpv+bqGk8ZZkSsuyvagQtRBhN5Jhh21l3nsisO7t6GdhYXXPPr25KOsivaiCRIbA+d5Om
CfllMzGSaz9wo6U+sLlmIew35jFihHE1WkkzgPLipCS1eI5dPCnH6RGEYte7yZm8s3jvQytlK3g/
FMTRsO16FYN0b5bHPZTiWCVF9kdjLvlDqQIb5XWltumasgl/pt65EuZGMMSEbpiey1cwmG7D2RrD
7okyoH9ammIXGHsTrufzNKE1MZL5jOjBZ8uIULUTVQBNFOADfsiClItm3ANUJbHdSFadFbHh0ovV
kQajeOCpxsrhrgMFIrUr5sD3LPzje0dBSEoLMZ3bpSeRqC0frQk8BZj04uoabIWVIAHbWfES4yK+
NUX2s1oRgSPqeTaxA91djAF0dd+OE87FjAAjCZObFJeQPcFU3PcrLaagyZdKAGmgZd4ECdp0XU2N
SQPbbLjiw4loCfKm6nfCYv5ZWUxCM7/elZM/IW2gIsZ/hOLJB9soc6a/t3pVyvuKclhXp9ba4LEI
fIFy6d25c3+/REzNEAYZSODNn2TPOd9G/KhGsc9a035KfSJi6iwc9gYj+T0zv5sgxO8erPhjQCfT
DVb+i5uZmQS55IhI2lWXqCd2TTP/cEMV3sp2CT9XOwMH/FZGDy5JWZeiZvKwapwORU8qTSybd9cl
0iivMjZ0NKhiJmLcruofrClTYEYb2QF3wx69rfoIkQOxTNhCc0r2rj5FhnnmOmjp35ge6N52NldL
BrMTLDntG2sqPG95dVYZ8ihjQaRpVR6xHOlpmNaYjGRKzox+d3rpthj+C7hFdgiR2Z2KZn4UuJy3
dfjofIl7yyAD/rcXPjviNRfh8JD3E0UVdMoZPuALtLS9reBTeE51SUu2eTR17L0bRlv97JLBN/vI
+ZTxDakjvJGYPGTXy55YqKQPCWQB7VxrDH620hPQWmceW5yqFq0BXLQ4JS+w9yecZhzBZ6J4kEkc
Q4yGzmTXd/DM9vQd09E2x7sprI+gZ80vrbmS/csS8Jkyw00kkuRmkFGDnv7BiQi+d7rioZVzdzRN
9btYrIUaw0Utzh6Grd+2jE3rOqGY2kjiV7Zpo/ItI8K3KixIORtIAB/SbDpaRn2tiR2+6b95Bveg
NdE3qII1G0q8w2Cg85RA5O6LGEunLM1r4jvmFZcYdWjj/Wat1V8Gxi8k64LZwdm0D3oUwkQWNJcV
YhhaZfJo1w3KzQmF+DARclzV87LPjNndJMZoPBqUzuVr0cM6saO2/sSOQQyD1PX4KbP4P/VQPYqs
7rv/93+xqfxjlY79ysRYa0Wuw5dp1Rz9aZXedqKBowYVuMrhO5uAOOdVts7mJ2wZURvCedM2JrT9
OcET7g+qErw7Zf6kR6Cd73KG1f13JoP9NiPkoWnK+S6e2YdXKkuOpcPmz0OtR8K1+FY4yKj5A97L
xDEhadCo9Uu47Op8TYwW/jdJ0vo9jqad/npzoTPF8uQfA16a7acGP5FPVTl/K/P1iV6ndSqrOCJn
DomoXk746J8qw77A+WbK2yFnr8haMFZtZsvsXbSvK/T86Om54qoGtA06Ctf9ZnnOqx661lQmG9cU
L6kMfi8WkdZ9Pg6wgxCSekaPXGZVyrtZq7ZztdxCpxQH/HywEIqOkK1JHETIcKKyoOmN9fJa/tba
8CnOjSOJWlxI2WMr7IDVyBiCK51OwpEUlkwHoQE4B/Ib3jPCmrVwkPuT5O8enXphGOAgw+ZNzsUT
ePbqIUT3u0s950eLO4+Tp/ilZ0ZtCoGHtvnQF9O7U1f1vzlU/H/KL7gaTRfDjBX9F4tPbjOeNdGr
QjJmCmiNBS70aoC4jk51XqMEYnEv+VWPXeHcBYLUUY6SJyNzCRHzluCcxNBU3XJEJ6UgLgkFxgmV
ByiIoH6xJE4Xko/kk0McwXkpYb3q2UMslXtYpuZZ3z5+bv4oQ/VeQ3PdZq4Zwkfq0FmnLVgihA2b
ShJFGBblHzK22Mm7Q3+prQ5cUhIzQ4bOuC0t5G+ZIlsOeOaDMbxR4qLrBBa6IcZjYUrtGMdC1OAi
UutdguW8MGi6leznNknDkL+RbEMryyrPelCrbQs0frby7Vc046qzvltumuz0Y4y7lh6j9h5FR+bQ
apQogsb58l6md1hQ4kvjhFen8SD4t253LElSxKyVfU3DEt0H/pdZynXQnvLTLjQaSNEGyBPFSEGQ
BkjOlM3g2XKGY2ard7kmtNIOjHsfrx5O6wUzQELBOBES6JfuQ1B3LM5leUG/TMTJyuIgRQL5LwCq
eY/mJ7pq9U8XApgt5zf9D5Fc3hzh/tbf/DqPX4bVuzHg1sLaxVlhTPFOF63x+r1FL412TH4u5pKC
cZ0/uJsyX8dIvnj32uixmGV6GhvjZE3BKzWcha8HDGtBCBeCOYmgg17SZ/tTN4Oz7SjFqlXOmxU1
mX8ze551JhXyWV4KQViqA8qI4fFzug6/W5iTK3n3m8qtp3EG3RXE9keS44XS8hsVNG8s4A6M5i76
njRg+mLZ5KtPT1l49csIA0grDezaNU6B2/3y4E3/2wn8D7Grz8IkwLCDvBojbPA3PV5XVREXEjqz
1PBORbycgai/IHIH6BeV8tQsMUJ39oezwwzUyIZoT3axuJbGwBVCQg8mln/z8Dn/sMPxmgAWOI4d
+XzN/y40bVOWbZmTjNssUHdNk840x1P2JSvyX7FtDCfT+a73NXqVpUeAuiTLGA1u4WOsAdEj/gsf
S4b14SCQzgMJIg4mdgAUvBFM9wnHsi1BxMU67G+aH2WtLmKxJDsNFImlpLaUEZEDbJObf5FA2v8w
bPLjOQHqOOTFjh/qO/FPdx700tRKu56FaTN/LVpf7Gw5koQ5LcnRbRSQra6Ytr131ENEvS7Q90VQ
SQ6MRJIEuw5Ki6R4Bp88Ygg+aj9RH6zZMTam7iX9+BfR26rt/YtMEo4kPk9/hTIgjY7Wj+xPr7m1
yymX3E9b04TP1RPE07C3DUlmypIu2pdo408ytrHBzktzasy1nXfiFyPhLs8Xef2XlwNO4b+8IN+2
YVpYEIz4z19fkBX0XZezzlnVjTb+kN7bl3xjLobtXxADwqj2+uyKngdUt2fZa9in+VMTMLQkLkVK
hoOXSMbEQ6UxpijLZa2+6rec+cVdaaEg6II3YdUgdTBb7TwkK+B20n0+Ap+wWjLrO7rns5yML8Wq
nHPin4lJWzFkzbWQhP309YJiJlzMB2jBZ7Jxf+cyYX64Hhv8FV/06DWo2K2uXBRd6ORi5XJj1J/7
9qFx2vhhIsi9c1BN1Ab9T0ybsLHSyt3Magx37BSBpmD37UTxo/BS8zqCBtoUdm28zFHwyhoM09MS
AzUjo+VbnY7vohr7i57JD3Zl7i3myfBimNjmXnPMvSfwQsPr1Ca/PNnX7E5ycfU52BkjBBf93mHS
rzeDIucp8Rtokb+jpHS2jjOqN3vovjIv5jwvn9tQwlBK/Tva2D8mClbpBv1VRE5N6Upbb0ZFe5Vs
rKvSWW5TpepbGy1nLFXGIZhzYreWIHl06URFiwhYDGzr1m4FmAdR0pOzryVpBEok3nEWiEaoBj7c
7kOGUXknk1ViZyb5NcRhBiyiB/BoG2jSe5d1iMnsZ7RJtFshIX5Er0c8dUeB9lBJtBqWSu+JHnpM
UbBv+AfkTkkS7tLMJeGytbOLXhguNamda3hI29PGYYi2+3D+3Mea0sHcEJ4pZbepHI6TDVvaTWg7
7Dwf96vUnJnyqukSNjOjkf3rxUfHX60mOP5k+vYFAr3vZXcFkqiNFkBPq81ryJX6dNbgODgjn0M5
WxkvyqneSbcg92hVdWppNfFgiuGUuBt79yfZq8z42EZN9BxM5YybayuOnJ6da2TfnG5PZtWG3bxL
JcTisGbFuFHup9xjlUlpvdRgKpAXXGy465ydGv3uW8vhPKCW3HpG1F/tr0XVMkhfJUtZjF9CP+q6
hdQ1MAO26Chr466Q9Ye0sIX5/CUj5DZdT3aIl9lf1JKqfWO0aygKT/KcoHdBk7MNyvZe/8bGErk7
kY0XzqNDPqb2LbTVsYi8+KDFBth1+WmcYSPlsjwm5iWysROxP3z3hO9jTRzaDZHN/aTMD7JHEVTY
j3h18nuvaR+TYTAvVoolKDO8g8nCbNsaFoPuZblbCiqjevK9/Sydl5ZIxILx9KMjxU12qF6avrAP
2AbdwyDb0+i109bHhHumpzypAZZNkjj1iUzZYo86QwtdM9uFbJ8gWyWfj7R79z13I+A0qEWOrSHQ
mAzD17RhHuK48Ufl3A/k4B0lLO+DVzDKbKLSYEbHVCWQ87lbB3A2tjnWjAYdOKm4efrkBIKpeTwd
2Utl19xIXldGmXTHsysQ+slx+IizqroOS31HNtJZjEZ2zss7yt+j2wKgrAp32FdL8sxieDyvn/7c
uTffaZ2zhQuCkPr/T915LcmNpFn6idAG4VC3oSNSK2aRNzAmk3RorZ9+P/do2+li91TNmO3NXpRZ
VzWTGQKA/+Kc7+gpO4CCd2eN44eKHY6sVTGOvZwlVby+NBa1ooNRKOhKcbBTgePPR8kciOi9RSFI
23/rtbBGkipi8Us+x8VHZ7IZLeOYYzG9JcORDHUpn0bHaS4F9jsBZqGILUy91jLdVlb8xVyxHlrg
J0cDiFaNWEIUFjPo4UOrw7WHalQCIAcf8jOicqb1yumlH959PX2Mg8O4gWWz3m80dfNzXetvTlFa
m6Es5TmtE7KOESw3kfvDNDoPEb4bHE/liuySWf13Xcg1TOOY2Lm7JRPVZcLxkhThxqrWy2KZ9dUD
FiVKyVIQ/K35V3PAvZJYwStYPKYxNauXONmYxWDg7jVh6qpY2vloNihOSbQ8C9mfY6VmK4IczHAz
YpQcscPNaCFG+Tb0+FUGZ/BwKdVQTNN1n9UrD3d1Sv1f+ZE+AoLJf0ontnujYF81cDeQZ7vVVfQ/
RRvWqTWQ8XXqqcRy3ZlUSCGqO12X6MZj6Nn4mBGb8yCke06RO+upky7KmMceVyQn+7js+D6bn0Yx
d6dRuRULVYuntgeFjCfguXSqb1FjzjvLa+6HMLUuFOM7N+DOSj1I+nqLPdTzrRKeN2nWn+r0k1iB
XRRBubWkvCuWoLsQSHnX9+V4ilF4TBSsR8MO2m3X5DeRQrpIGJ8r7LRNH7a7tEf4qkeDWoCcxCy1
gbyzHwanlo7DV93iN+Fy5+G52WmzuJyHl8ym1Iol7Uqn7NHa6p/acfEwhtSgpgPFIV/haKSJwfeo
Pi49zzcQWqO/ZckRrGf9bLRhMF08Ufl3tg3wj1zUBwvhWKmGBCUDHM5ZVUOAPLt6xu2eaoTmkxqx
/FoIZNW5waQB2B0bWUW6SiuxTSrm9WuQfK6D8Pb9WquooECQDJ1+LCb42NhGdJbM6zMJwSeDu5xH
PnARNmIhe6yp74qdXTg3mKbDo1mOj6bhJDd52oZs9tHsmSS3LlFubYFUEGQ1R0ADfLJCldlX5BH2
BZGe+wm4bN2z+hrE2Jw6hGgONhnWEL+UGovpAM7gjqwpIaPdNIQsgBG862vGXWrER6v82XsMGf3X
LCrrIz3zZ6GSiJ2G5U7DBAfJT9wxzRveQD2Y8+gDdiZ9NkFFo2qdosAgFc5Lc1M6P9pmLh7FU/iy
moRGNsq6yDrvlawknPdqjKMPzrzJrI2TGqQEJ+mx7swW2cp6UyvZZIUGfFcExbvTkDk/TvWlCB5I
2RjIT5gfKEqmi2UJG0qRVxytpZWH0k5ZRfUI4tACbqw6zS+1bd2XzI92ddydVMGx0+KyKMjfu9oq
9zMyPkRK/akpk2FTM+OpTKd5MqfqB5FdZ/WPGj/SWDoBYQLdR8Y/jZnNj2ZU3ucca+0qbTSEPBuw
0X81oro8aPVRSosPRuNUTCAi5umMcjk8zguijJSl4qaNyuiiBRxuaj5MZbDyYe4Tn2cksoafZb3c
6jFSXzFvjXuHdlZU6XmS6es0y+GMSJIIeEqpiUQnpoefQ2HZR7p7oj+tQA1k94hC5/ulRhgEsOrG
s4G9X5dcQbIg6Gor7ajWoyxEJB4Tcv+g5U7dZIBgDijKpJtcxmV91T83cOVdUBA5Z0Bvd0kU2Ke4
jE66rIxlA7ncR/Ox5szG8xgvPSNbAEzkaqryNNwjQIgPbY312PcxTVYifYqClMqhafcCQuQhrePk
LqSBO0ah8V0uRGc2A6Tc0c2DQ+amnO4+qkUthvLwATAkRmISGd5JZWyk4rEoVnDryg2gFaW6ZRUF
gbAegheC9gh5NoA8L3F178hmX8xLesDezFlO5tORUJGjlkbNink3cM0SncpDiPWGklfIGdkyvvvK
+CcFMiOFcpwt46pvD2sgomvUHJNoYd/BcW6NA/GnCvJng/v6NvfVSZ9lGD+OJKqikkL0AsJuVFlo
AESVTnsJFBG6IxMjw6ZJ4FZDodo30tm5I5pe/e2UyBaTeO6ut24/8BRJ0+RO38080thoViyKVo4h
1qFKHlW1GaYcys0JPsZ+zKkV/c47r6TLbIVroAjkMGxj8u3MwSJOwPuGJVBuuXj7I8akO/3/dz1d
y1qjx10FziYWUWqcK49o5MvduHDvwIa7DDzN+tp1jlpVmojyKYZJ9YhasnfDHs88IbyZK751sd1e
IP5QCdAH5qnY+gnlpq6lkPA0E66YbIxfGCFtel76HSmh+3lgjSQWh/wp6c/2dgLUM1QBKIvOJ0eO
Qd/GE2TQWFFR0SdUB9Th8Zc0ZMEwAsMvY9LhIxHd6ftKz+hGs13RgPIzpS/kHURDebJVka3KMn1c
6HnQjK2Btq07QfxTqA0y2hzjnM9DeDIj+2qXmhcuu7EI51u/NbduU4t7b5LI7xs2S4VovsN8SC5G
zKaRPetTBo5zHiTP1cT6FGvhPtouMqTK796tjKe6H6JjIFHns88QAkTiRp/+UkzLrhya52T0htt2
NVhvKr21viUajoujYuFD+KJVY27mBeFjI/xbzYqyilxuRBjdjY181nK6YHHf29wlDFMpHlEdwmEF
aec4Fw3omhnvXcBxvEz4Ds5JPd8bCCVQPMTf06Q/peZybLvZvM98FgmKdElSbU98YJqf0pC1trry
9fxHMMPquuw+ZtvMd52+gHHLbzJrBkatsiEG54kF6XsX2TH1KZpKGcInj6ycFjEpn7Udx1PWoMRd
wOCYpAU1Ed+ZsxKn62SAQEzQAtu6LpV+PmguTCRKkKolp+JhxD52aBmg9XYz36OAeJ29RN4MLg39
XJH0YNTDgZTA+axpA5mIYHBl8ZsW+s/Cqo9R75MtJ9qQ1cUUblEk1LtoqpwDw1k4363LIERrgoe4
Oq2h84SOrqIZiCdegZtvjZohbBct+95ZkJmkFfmJIJh3WKbJCeDoETUMgRAqylXgHtsSYeXE0Lk0
EIrg/vkYYWGe2tE8jrTwtw0tTMbKBIYCljMHHrLlE98VDwrJG4+fo4QuoZAM+rliSnFXmuJGZrlB
N8oN3onB2TEbuFkiYBUACN4NUp0Auy93ms2ha8wyoOtOSPLQ59bor4+5Ag0NCWsYuL+vixhzav/o
RoMqshb7ylx9aRTbY1iGl2QY530wJtWuMGpGZ4nzScv3VrR8Rr3Fo9wFErybbJHd0d9ZAAma5zrq
aFQn+/oY8OaQTQil530R4e3JUo7ZLCi8o1Vzoz+puu8YSzIwiz6vboaE8bnHzc3mncdAiuBk9qeH
HInmtjMtD5ycFCcvUp5Y5f6wUCEd1uQxGzmPkoxG3Wa2n9S4ZsAvs3fo5tcwtZ1jSR80DG57VYr3
A4lHsbrLy4EWfLroW0fPn8u0QV2U/KgimselSm9w5VX3tFd/Y4f9T8NaAnAcj22MbYJe+40+meft
EM69yWlYdntM/pQl8Q9LrTIy8I4XEhgUlkUf/hqrx4pUHfz4IhS11UnCr4WiIBUAhcv0i+EbOEc4
j9GwmRvCBWOcRPbXpOBsNOXo7WP4qIzFc3qsNSMs2I5YGbjtY06g6K0w/87JfMXn/T75BKkI2Cew
bIFH/M+DRtHnnjW59gw3yv8Dtx4mjpzclyl4TS0OKmCm9sEymZAHK+xmx8wIFzHFnZYVkHPFhi/q
LkbptSyoMnExAuoevzXwuKfZeRbdYUbw90SGIslrAwjaNibEColD71+8EQXi0rvnJYZz2CTyrGuI
wJufCg4o9TugwBTBrdneJC6R8A4zop1qdiSNgd0Uz8werXNflDccmsSmBGpKSsdjojLYDZlnANf2
7lcxICTBV+6q7b05FpRzj7kfMW1Y0nJvGGa6RQS5yYtuODYjYZC9HJqbrHROsIow0VQ83CtwUlAt
x+IG3sdtOSNJYIDHGeQN2dPcETiR+SpUHYAFTMFL03mvxhKebGwKp1A21bZzBnKylIslQCTqRuh5
w+Gbo5iGxGHNW9EuFuEMXXQ7AwNNHvDeElH6TJTpG2LPdleHSPNlVt3a8ZTtHVXtOJQ9tW0XZLth
MR1bRHB4zonDIS180wXLXTwlHrLJyr3HVYn+CG3SaQjcD7zMqORVvZqnNe5u0EgWkh7SZPt0t1gD
RNp05tQjCMmpKwSDZXQYwaweU56Vfl2QATlScEsRMaHPu301OdfBYKJwkf0CgYFEk6YihcGPs79Z
kNr/YX3iY5phvyAcLr/g9yu24DGUMDe9AmsYPReM2NZ4PxsDhb6ICLok89BXeL5MgehjJVPX79ZC
aNSp0WmF5nVj+h2ArsG6TefxmJsLLvLWjDZ9Gn7mtAo7YDPN/q8H+46l9k1/vt0Ctgy0Cwp6AA/x
N289539Jtw/8S6PBYn/w9tEyUlOHy32H6SrvgualEFQ3g0EfyAEyb+mmD2uFShK+GNc+ACguNOOm
bXu5zWf5aaw5NCsXM24ANwCrHy6+HHEb+Hgfj07zHKWpf4r9s94PBB1I7iFIPFT+IJIcMW/Y3HIr
rZekRivRJPC8zBqD2lXf7+XfjJXulu4B+a1nPvSKd4U4TpVdeJ/zlIQTwtwWEv1uhfhmG/VjIIs/
7IkMQLuRb6kdfAs65HkasDj0PAlyiqEd1/oxq4m5qjsQcD2onF8ehSruOusFk+mdYpM1IYZTQo4P
hO7qcrwuPbJyOvkoqfBxM4LkEYuXMyL/UnksOJduwh3h/WQJyQR3+Y4ptWReBpw6e0+bibbnrM1h
eigiYStWGdpqNYU+9HUYI6J+8sL5pBehqeJROfV7zp28d9vSxy1+sUOqIEWGY1qK/1LxltYSpxRS
0GuLMDfZhSkfniS15kp7FNYTLgIlhpCJhcg9bYvN1DtUIwrfqkeQtVJKKTphF/L4KdOJ2UFNOOna
G5/O5Pg3lRP7RNf+rKT/NZXReczR0VAgzvcrbYOFufg6XM9sALMLGlXhtu9xBt1S19WuklH5DaOq
LGOGqqgDE5rWjaiTZ71lTgmMbpgoba3JJ2tmSREPTMxnWTfSmmh0XvnGcCq55EHACj5J9mwvYtQz
znLTryx9GU4dnNh7GsDfn3QD2zkH265wbaofL+uoPKCobuNxfow5AE2QrZHJ7kJJRTICpPcrqVzj
an8L0qk9on/guK3ii/7pxm+YOLXja1xfyp6/AcbuZulN70yIebjBjbGixD+ygmKwEkcFYQaCViZJ
LPoDiP8E10JsgYpItCUKWk5eZR6uWyxNrEqfHJYqoEPyZ7ky3tLpFYAbnK3nFNj+a/wn3a3lZ+GB
G+hOJ1akzHooP1ZwlO2oVJLeNQAgVQt038LjcL0NWd7LHkXfWgdUV+zNsxTtvTnMuyYES6JddG3v
xLDsoq9yhRGCNhflm+njCota3HOtFd+Th0zgQ/gKUeOfIPtIwcTm3jW2QmK81NW/J+KbhSPqYJQj
amWGAUgRro2qvgj0iJOA5XlX54Pc6F2XyYC7EoSBadQKsJ5T50qSDdTETJjETU1Rfx/1PEojr+w3
mRE+zjKBbOBP46lziudmRUG8ltGbKWkNuxxrRudFd7JHg8UuB6/6WBEY3n0Y84I4MfAx56ULA/0A
i/Z2ZCr0uMbM+5zGNF79sfuM2zm76fBb6FogNHGeDtBo7mPZfU3CJblW7XXinc3Zsp9Lt3yDVUlc
MJbBnaf0kK2DK9XtuXrjvEUONzLrlCbmO1JVH9bCq45xWvU7v4F/XIz9nSzjczW37gue0EOdquFj
TeZ2wPZw89ePfyQH//b4Dx0iQIXrOsI1XfM3zNVa2xNMWa7XHuAIjlDGt9kirHvLJGNsBKNAXxF2
h0JtOep0/RZjjXj1GLTBKZsuU0NTJRMGVy6nvsSy9WpBmzQ64IRrUZAFu6bmTeaIH74x7+nfq0uH
+pi7FCltKU6Qo+AwZDQPoUiinYsBZRdMqO0NsjROhjeg8ivdN8P4JpPE3TFM8BFhxQT1MWY51r5E
L17cj2QwPPQ25Uq2+pe+omvxl8A6JRnQFJRi5ywWAmqH325rOYh9WrCFUZMR/X8KpZGVY9Ze6qF4
niaErbG67h3nrZ4MQtSUywpn5SU3mH52Mcll8Bjz45RW72KlTdMzAr/A72PkvFzH2FqJ900DRlB6
lORvwZNyn9k2r3ttKa9zor5a1HZ+JZejfp5MCkihh/iDrbJRw4eOVnibJirOZmZL0PlEUVPeN2AV
MYx0W2fJ2p0es0yLH9F4kiiJyClak3vbZZapn+9O2RWkmxOoZVfDW0gi840f/Ristybj8CAw2kGD
thmhJqDzgRT7UKqiTiglrtZlVID2apuxS8+kru3W91mOzdZqSVIODHkgz0QXkJoNCGV9uFlE/KTX
j3qDatTjtLeN7ByK8KPGz7ktG4kUOjfZdEVEWi1M9Qe25YBVeRQtQ9Zt7U4bf3u0tewnpYvhHcBQ
mRXDUYqWe29gK6tHdHLC0xoM09nmUX8fefW6qeIoP7ZmdVhj95H9L6PHhMEvg32EHMlEosiC8xSV
GKNYx7ltTIeEe+XT7ebxc24T5DXSuto0V3v2ts7aKg1xzItJGEdEWfNJtcMmIkK0MjkDqcHFYZ1m
5xTZvkR6WALtrb3s9q9vU1YPv9+mPm4vcHS2HwqbGKnfSsxptECM57WLGz4ZCZxz25OFhBIO2n24
hERiutHj7M77CfRf0kNrbeyaKgp9VLV+Gaj9OdWNDbTXBslVehh8r9oCFgJfFa7cd1W3jSfnqYvC
zcBOT3L55+bjkE3WAbRwffCa7hJH/jMP+OMAZ2zT226xNRr3dc2QVuf3/jrRPXlvdYbN2TVnexOU
8ElqFtXSRHTu0nj7BjPiJmy/643M6G4rsfbsUO8rK28e1rG+Y6nSBgDbHFmd848Qu/RWrsM3sL0G
ZFb3riJrZm7qCe8oq4Ce8a90BEFphgMCFNXWphdWc1dgz4W/mmxl0H30iBAo4ICOlKZxY0XLp+8u
CwPEdQQRUMLEDcZN5UnFV20tdvvyhEwKSjOy+mNtkWls23gAW7P5OY75F6ggDZ0rdgEPNhgzkjBM
9o212hsTMeeWU+BpTbJ6w8MNp3Z8Sq3E3RRJO20Ma/4lJiTJhqp/bbqQoMpODP9/lJm4TYUFSbW+
MwUQgrqNZ0bYnzIm0S8YirfZbJScImMjTq0TmvdzmPPYLHreNbNTDF5fkfzRps8AXyd3crZDkB2H
qL9ZnPkIyXA9Ugf8KLISrVNSPGMeHQkBLNhkjz8GstjXJPjVdZJjLvkWZi3i4IWXLY2vMVcdxpnu
uC7pLTz8H5OFyaGs5sdy9e+XpUg3swX6hDi5qW0+rH74dPC21ykTG+oQu+r/COySRiLmDfBTAq0k
BmTA78zGCBZJL9bY/SCK4PuEPpRM0BXoECNAq3IF9BMeTjAQHlJSH0MMOOv4M844Dg3fQ7c3zPu6
EQBbLHwExItfBo/G2SuwhMcuK7q1X+5l/ocl9335EDu42HyDRqMTx8pwu02RVutDNXTYj21mfhj9
TrZP/dX5C+mCPVsMZqg/ypV8kcGVEJNc+4ONPmvkxOqerBY+iTkk+Gfd6E5k/I8qZUpgvqwVPkw/
NH4s00j4EIO6yGLfZYf4gOdq7jdGFF870P/XWXv/8yxp/Sf3n0lftb8HSv8pnfr/o/Q+n0fmf5/e
t0fuUibf/zW9T/3ANb3PDv5hK8l8IFwaZcw7iPWukdO29Q/khGj0VAIISVUmcnq1JSZW2g3/4Xkh
piLwnU5g62C/fyZOu/4/XMtjyOv6+m8jfkenfv+Xhp+g7v9W028ryf6/dvAECDq+4PeQhs3p8Huw
2xqvKSWUJN5BNdpaZlGPwx+pSTOjt6yzYLPUzeQNNcHPzpvfRBu86xrnSgIf3YfFcDzUn2G1zwsF
kVBjIV2jQ/a2C/gKuitkOH9mbD2eyzW/jURn7ewBqYLWePzLp/8fjAr/NlPBE2UzVAE1ooIG/N9j
EUbK+NRr2+AKhtDFSDMH5MFGw45EgPd4yestRNQIsUNU7EmvYzNBqYeP64xDpNiZIv5qCCqm1HR/
rY397s10fQULLTqs8iTN9qH1Ucz99esmo+jfvg1l5xJQDHkc8iX/VlBPft9MKJ5MKEXmF7secXlD
sdqImKWiVoAAlKL5i8KLGIJd4qzBg2l9XV0/vXq9m/KXV1lH/UcbFW1QWclLzgb1MNI9b8eJfYNe
oOthgFJOLj5gJMYW4GxiIO91g3kXl4cyvBM8M1ry4CMT3CB37rdB7l70nKCEjoHslr/W1UTlHhyB
Hvx7mEJOnLwbre3ShnO3rP19ziRqdokD9gav3eZFtNUiDNsZVTrbZJ5Mu36NaHAP2JEytJn5BxT+
nC0hmIfMDLujq0noTfuSOzGIGNg4qNThYod1KFDUuz8TK0/2sb3U199tmmJXzmBF+Lh5rQqIHQ7y
2ArEXJhICb5T0iB8Qz+zMfsauzAXWhIeF6TS+7ysSZpVyrqUXFkQ8PumLt7tCIO0y6whrUmqVg/1
q1ROqwA7YH1Lnd9Xa9jRpRS/xnTvL8br2n4Zv5eTF22Ac99UrQ0D2Oq/BECwtJhxoz+2pbtFyGPA
feTOYW3OadXiU9EdPVQCUP1GLrZzuuAabKg6i2h8MVfjW7wU4PdK/6f+GlIFX9GAkJicV1RK402Q
hU8tz5dNiOz/aPZJff2FaZTJfQRWQhOXcmE8l6RnRmMgd0WihkeKjJsq8fLKTFzjjLy4rW9y8HAu
9uvFzEn1CccfenmFJfPkdvZ7JdHxmV1h3qCmY47gpGe5rj9YSV+5aJhI4+0yrf3GbZA7pVNYX/Ti
rDcBmWDOeEtw0F1b5dQs3B3z0h/6+wvs9IO+8WNR2/VwuATsOa/WOi3KtVtRbxu2yojOSPGjfD1D
W3grfIwN2iuD3nbL8w3xPisP5AI/Ek++JmpMMkXW7agUWFd1ryItmcMhz/Dp6KW42cVf7BkYzTCB
8Yzxk298p+/wCpcbFWLHhvCir+UmJ9iivA9HvI/afBTP5JroyBV9+ybKZ6BvzN47ScseIIswntFM
zrRFuuo0AZdsyW8PpbtNnOjWT4NPfUnA7zlPSvuufz611+AIVEiN21QyhabX1JZi8yf57qqeU3LO
avjeidDfa4mqvla7jkFXMDz+15+5wmvUmAfTRQeznhtef/moPqq9YbN09c5QA5HdK/tO7VCm5A4l
Yj+IXRLlj0lJud93IZ7roUTFqea5noLiJ/G6MEuM0BCjGdAvXP+vvHbGbd+SZeIl4Z1+GEU1EyY9
9NG/Wr8z/cfaCd9GNgI+cxL4SkqxZNoW3oKmpElnCFg17vOqGj8mbuRRIPFNHYClOjtU/3H9VzPr
ImqeBQW/N3xdAWGx3Zg91CFzqmKoZPFpyPZ1cBr+c5L9C9nfqb2OPxkAz1DvyeTRTDyUzVB2ZoPo
i6N+1bFhInZhzS+lpKrkEgxzLChZF3xEVvquYzqm6k32JCzpe9qzjD1S2RKQi8Ns3GB1v5f5R5kb
MF6ZoS8lRp1ErUXtJqQdXV3u8uS4eOZwrhDfTULiJ0vA1tOuxNDkpDhwoG5Y/O3NpK6O+tvWa4Ep
NwIkvqReld5dRpGuJrezDydl9oaj5jVhIrgd0uBR66yccPyOO+w5h0oTRu9exDer52f5kL056/Kq
fRuaTlSoFbKUS8S1sxyrxC3ZagNMLWrUYRAXlvoBa6/cpd1Nqe5EbYULrM661S/ParszSu1fCc6P
2LHRwfaMVkQ8ffGSt7SBZFCSLUZyR3+dRDdLCbifphplbtPs53xlg+WxtlLCUxC+xAxDdA3Mwzh0
RGYrOJouQqIRz3K6Nu9a1OxX8Dr83Nvj/MclAJ8QAj+6Kv3mjfpYwxHY6C+pzqf0hB90o29RHduB
zjHcWnHFcwjboxLGaZm3x9IGfO9FScT1DFSPpPVkpxMurXQzP9Ymi4JECAau7DK0tKGz10d4XRFj
CO8eaky3qQfwYF65MAickjsh1kftcGAECELPNk76ztAH1zSuOJ/dvZ4lqN+rvVCa4xk0sblhHhJC
f/XVkNbmriWK0brTDEMPkM5O5pjo/ACFJyO4mh0JAucOcCrXhvbgfndNp93pFIgoKz5We4HeozZs
VsgKAk003R/5Aee2GY7eULwUfpCc0jaZdpCwmWUbfO19ngEt8zDB1mZnP8buHfdvc51YjYU3ngHW
nofaL7lljCvutPaK9GyU5MNr7VIaOjAxhfeqK8pqGc2TbXF3KHGI34UELrE0ZWppXaZM7szGfzfr
Zr3oqytvlocK9b7ZvC9ONJ2WwUj2RsAuxLX2DZnsDtZ/bOdhxFbql348GSJE1DkxY2Kuo4beIznW
G1xp7OG6iYAv5faZQ5M5iopWM7L+qR1hTkKKJS+P78B4nbKy2ZvOuROQiFrywSBDcpyODjqxsPsW
W4gmrdSdznNCfqaOI41NBA24318HdQh2go1JE3QpFhH4OHFIXrQ/32j9zZzV+PmC4tkU6XM2e+/6
g6g8PPjMet/02Wcw3QH4jNhhfCxrZvJLzgccAZx/0UM1/UmWEVsTBNwHVhbZhnlRv+2l6R5kPP9R
2+PBGppTZroz24DwlUu9QzYB5WdqV1CqCEkbFdmJkTYhhanFyqlMWEoU1ip1rfoZHvEghZS5Qf2b
VIlRA+sgN5aOrsIIFn3VUmrWA3jcY79GZselXzhDu2stlz0GPzfW37JZBtdMIH0T6mIhjpGSkHse
7/WbmSbabubQoBJXHrVwl/qB6yNInZxBVltuDEZtqDsDwilT89EnfeNmwTMavOpTUA/wEt95k91L
gvtFCS19VRpWFTYGIIT3cdaQmtdS8UbB8oaMk9isDIiO/jX6/NQgRj1/raqLma9fRxcIIuAye9dX
DeNBxqL6CnMzCFdlNJKcbb9003KP6+ajCYB2R1xfxBch6cMgm4ln0xmRI3Yew9uFUKKYDUsJtowJ
lb0vkuRX0mXbeSY/Un3AdhoUsNuTO73w0VfFoD6DafAIPg2J3lJ3jH6UuOXw3jgtlBSF5EPwzEU+
o/P6XOIZLLXCDzSx8713EhYfzEr104rJpcJDU1LorNyKAg8K7E1Z/yBrWeUAUOxpT5vJSTyQIL3R
h4R+6LdmfkMsDk9gJWfXzy5NrIsq4MNBXzDf5/ub/PVrgJ6bo5DRV13RADWNRKAiLssavOotMRrb
9G8aLuf3BYZjqqEobaItHDRyv09GCd4UPXNKue8GcVMT+77HPZDFjITUB3gwwvWSZSaDROdG18V1
THwsispt1w9kqsTdetTz4MniwHbN9NgZxp3mUpMvUZzoKFAuDNCN3QDO1tjs9HrS6fNjZq+CQFrr
hVtgJE7+c+S5fVzi4asuL8kk+7tl/e+mQN4rgEsELgy9yAP53bw/BVOWjm6T7ImVjDaWP+6M4sHB
0Nu1xXCjoyVbiHlVGt2j32E8hkRwg/UYSbh6Ml2XblxtWqBcBBPsORgZLhwmHVyhg6GahX9Vz+i1
iayNOGlcMbp0AGphyDZQfdfMIjDbj90LEPjdFNi//rqJtn/XJPA+oe4zMglc2/Zs8VtGREhv4yJI
jXba96XhnxperzPNjJoIpTk26HnV90JPQZvDXtz12oikOONR10cZEzzsgil6Yd4Bvg2qYIUlMag7
23Gurr5ThINnqk2iN4krkzj39Cfz1+/G+R25oN+NCxQGDgT2a0tNDP7FyumVVMnrynqLtOk+cX8N
At6iZbOzUTJbOclHq0V/YRL9yCNrTK6B0bUZnNnzsOJf8ofEnN4KA82zviv1syA3wunkkfLT5/bX
BQRjQFIh5aFs2Hr727Tr3Y07MWK28ONVqqLtF6fascbVH+pgQpxoxHH8XztXuROJiHQFQ6/QN4Pf
Az6m3kQAaZNRqB/1wQJ8LR45aBZON9JnEG7auK0OMaAl67KE2QtAG0TeS1ntrfzvYnycf/Otqpdj
+6YJkwfTNaurP3/6U2L6oVTqn9CzPodQxserRLxWtWiE6OA4rQwMrBkNc4Z7civqZTk0pfT2LC0e
Q9PKL04E5klGzAd6oGcImXrOj/kcCbaXseAHx+5Ot3DETHzrUkpJRAC3tHtUIeogooML2nm+lhlj
YwbbBt41vD2lt6jBnxOQAG9OPYR11WRETET8aHgSWPA5dyhkMFgcTVfaO9ustjCDYLCrv1nfFgFT
iqC4MdsISZtaXcrUbdTKHLG2G3zPcC9tknA8EPodbxvlK1J1b5pmCp3wqyvnZ66om2vP2Dt4IvwP
fR5W6nFt2QRutVGA9CyjLfYUJ2Gly5TXZATNOtYQQvzubKQWlLjdSoJqmyB0Ui/GhPqJFfJWf0C6
WUet8RxVnOtzWWwyjCX7FO8dQu+l2SIJ3dQoC3LD3M8O57eW5JMOj6ol4pVoyLoqLeSUTndG2xzW
pb9Mggah6fDCqoZGD2TKUdyvUEehuLNa1ak/1ZT8lJl32wv3q4Pha5cpu0WXynMeh/aBAAmk9O5I
UnPlrVtpY5Do4zfpHSfBN6lLybmy9rgGP7RSvUCiddsWyWMrZxeC/MFm3f888Zdt9EZ0XRiZVSj6
WXEiD/TSX0LtvrNxN7UudB0R7+yAc1lrP2S9XFJnYkSnOHYFJfNora/SppJS3xaFK7xKvumdRiLp
7GvNv1uMs5EsMXTNAaEIIZpjNxsbQV29jcyOUvZRC1osD3fU7FTbKU22ShXbqmdj3sPEJFuStWsB
Dst0vC/6GQtdSnKNYv9X5UTmL8xmjOafIKYIfcxPWBIA+BzyCgYs2ixNUmoqs3mSRkK04VhvHMx2
7BrROPv+8ixhN14sFxQnarONEyFpUE5NTTbqUQhzB8HdsmyitVR3O1V0PiuzK/1m+25kWT0rIVE4
X1wFZhKfutBJDHgI5KPpOlCXrUub7ToORodZXVrGz9e5tRpxghrESoXJlmQQtB9YBIyU/1qsR6tv
yOtEGaMfrF7cP9SUt1tXDYy1RkYvxA0i1xD2kHkQVoF9LHufkBbGGdmcnPsmGs9D1byEcSYOwLvh
UbcpwNCeYVcvjPu0Y2+vz18jAPeEfX4DTJbgxLi9pK7Pt2ZlPwuov4dr1ORK7EeQLTcsza/8GaPg
yFImBa+FybT4y9WqA8mSOwy+k+5cTUbqiH3SY6yGR7Ja6sMQ7gbCX+5r0Hy2Kfdyash/xxRKIAq9
hT4LyqjZGVVDSR3TE+t6uJXIdUh0eIedGWPfowW8Oi807FtX+ikFE6UiPF0rfKMHPJOFjiw1DZ/q
Cn+xX0bZoavDr/oYGJTrpEgYZaqAVCxk5CH1EK16D3t+0XYnD//+ZgoN/jq8EBVIY4vhvJ78weFs
dq0PxxUX2UVjwQxq/C0AD25+ZgQY8JnpxE5+NaEECv6czMydZundmqv/EKb9o3DLX3pcp2P5Bo4+
GbQmSwPyjuDi6rc+qWywBLLyCW/M0TJZQ1e46/TVNTmtddMNj93HGEEebD8SxSRnlf0+44zUV62u
DPUdAyWLgTuNxsazyRacDOsUgDS61Q0VGrc/HJGuR7txP4Z1zP+Gd2GprdOfNkKceRRPIbVTEHgh
I6M/n3nQdJDQlgj0dBZKKeBoIXPX5G/tJ9OvUagjx86jW8DxEpOp/p6uEfQ+Wj6Rx+ZttOdRVjGu
rgS0UbXC0ODhioc0HOb/Q92ZLEmOnEn6VVr6Dgpg2A9zcYfvsUfGlhdIZkYG9n3H089n5jVDVnGE
JXMamUNTmszNAw4YzH5V/fTWSbpXgLlkxbs7xVKSK3dLbnS3xPWNGsF4GdiF1WN99A12PF3CU1C9
qAetjJ/pk/e38iDHDKrHXyZ2gxxbD+5IdX1J9UfqtTv1rbhaRw3SDGS/oU1YXW5Xfs+alx+MeQ7x
hfBeK02Ofn60q7Km3hlA0MUEGMMSbyT2jJtrmGe2eXWupF6N6nY2pmeAyy9+4r2og40pC64a1tor
Y1ydZWbGJoE9YT3zPLRnCxveQFLNFfER6/FpwPrMpEQ7CE4U5Co2KrAiX1HyaliT9h4l3nQVI/73
L10MZpd7NRn28wbfvWtgwOUZwQhHPCvRrnEUyQbCX05qKj3ocpPIMXEKKtvsn/7zJtX4t00qtwwQ
GCQ3m42Q/9cadzKwZo7d1wVWCGJYnRRFnjy7uNDljl/dO/CXvo/68ksbINqFQ3qZ+Hk4GTGgSkKG
FlCI/ibsYPzV92Iapo49jZ4TiiFdw/qLmlam3jzNLrCJBlkG35VGXtD6ZtkzZAZ1p8hvne0oWEwH
YkYTT8EsxLD/m6vzbwgs+TkwVhiWg8broTz9+YnyYw8n0MogVUEUiuwWxAGotil+r5L2SpVWu46o
YKMSyqKgcsBIj2nBnjAbjVEWbyfb2Oh0hqpdkfrd62ycTOG9ap4DFTz+VPBeeLvfCx1QQM79YbyE
mYvzFaPH9KEaBTRsBds2CtGe6icHsDwHV0YzJOQ4nPdulewWbaYnVr/rPd5OGPEvqiElGo9JKh0R
jCSTpC0vPRJhsuiQEhiGz9pkb1abxkMsMi+DQelyW1I6nroaf4IJgXpi1QQ1bTgET2xVG4PKKYWa
9yfqI3pnb9jL61yYL170UdpadH2GxooG86pMn2atjI5T6zHh5YMxInwlTsORoDI/ZiYY1/ObWx7y
jheTKg4xtHlbzhbTfvlozAYJFaIJ+Yay8admYrrF+fWbijqpFW1Y5li+fElUey6yK6/vhTxDgJWT
xIj+mx3HDUyjfYl2MLE3OvA/sMcjk7xXElUasl9ir3bVaTH82wf3RszMw9XaUCfRNzvuPvLSelQD
M7ViJvX4c6mMH3LIwcj3N3Ea9S5RO0Aln/p4hqOZVXZm5qaFLiYz9zp+Vk9VFB+jGio2z5R67OTB
r2tIKqsNvjpv63LNA0Zdh1RrjmxUlAlO/Wupg3eopSG5PZKQq/opuVMPpFIS1cfunGmXggplU4UI
0jXWnfp8gxv9tBfMmnLbJOXOzqPV4z8/N/+u4hum4QMwElgjbIfn58+PjRf70ToWlQgiqQ7YTvq+
Zt8NrX1LVbuR/IbUV6teFUqurX1m6+pmU58yWuPfYrZvqr7zXj1z++f9CiEwfDle+vY3H/vf35/g
omAuCVsYFqa7v7jtwtJNdG0azQBVB9eyXGiwJfbIcDVFOdERtCPeNqUS2cPT0suDuyrWlGcl0VtP
YqAwStYxqCemXscLtBQavdRokjGrW+Clt+UqIaXn3p/ua6t8CQvmp1JmQefs/2Z29H9Y4C25sjvC
RBWwLPsvU4je18rBsQv3KgVnOVv02HAeVNmhPSWujBRCYZPj7a60D9NMzLY3rIcsbJE/JFBRW8RL
x4Yr+M9X25RX81/9Kyarqk6vI7eHZzHFk/jBf5mPuHlVjnE2UaYSVi8W+tS6wAzxPaU013tmJ/Nd
j4KOezvZqPNmmiJoZNJ3wDezTiy0ZQUWkJvxVKDLHvIveX5SLwg1MFE+39rtHqcYKL5Kt6qtoJo+
G7bOVjCD+YSZ4++Mm1zev/50zOsYhjDNlgMg2q/+/NNFeYQ1Dd8COn3u3IZpi1RWTSc4b0j6FKqI
iYOdi7RDyZuIrZROcRIfnVVTAnaO2rJ4nuYXx61evN73L9Uw90+tIK0wVgOUVoKd6j+iacQZPZFr
JBhOmv17UcHTMiC01u1CYnSvUwtMnb191s+Eydw71yHj3zj+Ly0f90McOk85pN7OmA++k0EEvF3Q
dvZcqpRgKE+ZUThHyGPVntrQp5G3LZ85pCpw9u3tOGrt1tKi9dQxIliNkRINmsVgBSGQoC98q+xb
dG1USIq7jnPoBvliGN+AQvkGuMsOSsexJ63pW3LSrPf+jYNyHcZheAOECru1ljKhbLRPwx4fLaeM
DmGTXFqdJ7FyUzcgYdYKDIua16Qn0Nq3CRnnwMgrQmwaTkBO5HrQDHv0roByci2jXp2wOsfuQ6Zr
51bLj61waUl6Lbzl0DNVTPynxGpp1cm3mKv3hrbeZ1122zMFNYIwcTbYkbdJVH6a0bz3rOFrZfG1
ZnrIfUbNcQwORIDTS/UvT9O+pZF3Hw87d+LWNIFa8kKBS6gFposAWMUnkpeHKNnm+HcILPSPJaHM
bW3Mm5gGLap4sRtrN6WsDE/yYwImwAnWVjC7oTITLt2SL+dC+wVYvoG4ve26/LvXOPqm5p2TePY7
IvY+dss3DAhEhZYXE3+qw8CMSrziuSvENgXEmOtvc09KPvEoMYioYKltas7d2/YioLGad/rscDav
H+KZQJZn8CAe+agbUNDZFFARvi2dzyYdb02aqYd1S8kFomBmbW6X9Nav3ydqR7dkh+9CagvMaAiI
qMrrmEevY09K3gFHw35/9UgiGeOXO9XotsBSra1YSV9jf2VCc7QyWJ1xkpxWOHyVZXA1x5/8i23l
c/uWL1l7KC5a5dORFAVs2r32rkcZ9xbzbullCSoVkXpPYZF25BLHOxd/Uki4rOSvNJzlbu3RpQxq
O/w5oXzE9W+jBrp6MlwQgNCjnUsHsD3jL68a66fd5IEGnh98/C6sPkcgE7LJGDYazGD/YaWNZY4E
UqU9Pc8W+IQMyKNrjKcaYr7MpLi0jvbxfO+I/pj79muIXqIn+YWP9bFkw5PNT5uHOYmwhzxd8M7b
r4sdv2udxTDKO1aT5+AKhvpRjZdybtmHymh00dUww0g5UFCYddZxdjjAi/6uQduYvfUcF9PeIFeM
Zi0OOi1lE8hwvQjfc4igSFvTGW11J4ihb+yMvWUzxscqNPAKJ4GPd3mp9phpbuycYE3uP0ZCPxXe
g6YtIMRxQHfvuK22ll09ZRU1YiL70C3tJq2jS8kQLcQ/JqNhc3wntO4BSNI93cofNriQCKv9OKM8
WUV5ngnFhGVJTRg6ZtXd9tqINeMxCcO7EiBWDa+4afZVot/EnkmRT/aI7fZtdsIHvxx2iQ5sGFe8
FMMt78JCEvCSZ2Mc4uPH3o9qHfu8TLTW2kX9wyKOWvbot8n3rDZ++gkdqZbeP021T0HljQapWQdA
KKrnytjnZrozxjcz/m3EL5cSUGsydDthYF7IrUB/xr38WEbBvRh/8NFn4Om1ybD7ZbBewpIaG/er
sqagZNyYR8e1r7f1QILYdNk2mLv6Bv0hAAi/8W77pNv64lk3KX25C5cn0f7S6we9nbH03EUaj3y/
nFAy9nWM58im62fJH+kV3ab0OThhtJ2Y9fqM59iqhEO189cUYF77PDB/KweA2TPxYB3K+ARwpryE
/gUkRwc/IqSwasZltkAbzvHwe3W0Nfr6fu7OLQ90TTuXa1Dnh+kwG3+SVnty1/7SWdE+iGfyA+HF
4xvyIJFNPSHPGruc9biav0jDHuexfbLpP+nI2S98uMmqL5oFlVaKa3jcNGO88bTqUEZfMKCYRN+s
hKiMkSBR2wc+pCHP/bDocPIirDI08mDKxomVAaW96+g0Hu1uY3BMXoVL3Qc+A/KGLURKPXyIw1tm
UMfGaLKNyG7S5aBLULhXPwwW3RMg58h4MfP8OdbiZgbmYjLwJIXPjoNr0GbneT40su4vBkI1ubkH
0f65YLbNW9w6pCEcaI5yp7bKDw16r2asQep1oMUBrSHjbPCdWRtbO7ml/iTstxTljIqkzTSe9IRY
Y/hVNRdfriRkMFZItK73OVNAIs4GjIPGkuETfExmsulpO21t59dgOqfOqy4cnjd6+2qQW0J42dAG
YMCbnPAsOitp9rce5gtMfDMEsZfoJ3f+shl+xWLd2SsTFsN7S3w2ozKSVHXfBj6iEVXRpi+oXtQZ
rFTdk4V4reGQmBmx4drcLUb5EunLM+lk9t8aQpvdnu0RmAQpL7x4PGOMDHMCe+1Ra0jpeiYVToS0
qmzYm1lzMNpkqxd4+L3uUGjHwRg/+hXyBgZ88jb1dAn1/F43xS+Hcb1u1sd2sXg55wFNRvBCSNr4
l7DiOTLd9DxYD3Wc/Zo7WlML+lW2tJ6/QiWJgVEZVPUElOR9WnoMnZH6Lkvw8wzu2+RXL242nI3Z
IZKRPa8J4+geWyu9Jw/itUiLwNGeVgJwNF/eQaa1gjppny0jemj1KWNWaX1WBgWccbiwjedmXsHm
jbp7NKv0aZhuBwMWpfkyOp/1WF4EiLycPaqg7mgEidRb7GtIMRj1uSvfhhI6z8jctoRtUED+5AyU
VT/M0diHi/PRek5AYZzJ7UrBTJY9RuM9fTUXD6GPhhZyC8UDETeUz3xfYccoTP+B5srQoybS3mWs
Z76sJLzgTLsFhHdwuPRZCHyROIuGBEL10kvm9TeVYAeCw/hn03s/m3A4O2uVXJxuPI/RgsASexeR
s9Nh17QypJVcxsh4QoAH+pzrHysOeqyVbNvGchgeUwtGd7mf/IzmKyNZti0IKiZZxs8+B72EB2yb
WvQch0lsYr4LitbRf+Cww+g0hGciLsTK6c84UyHjgsos25up9wh5ulN5qR1O1XFc0JhRGgnmmag5
Ci3UnltvXqlIGOZz3bTRN8chN2ZSHgb3nV91cm269+ABjMUSdZSgCQbSecm7iF8MbZ8y1HIm7Sf/
a1xV+qU2lwKsj/zN6fLbSaoxALXd75tizb5REsgL2Jvzs99EAoeBYcLEdaqbLvRkA/qlXaLydSn9
/MzDy0hxKopXfRp66m9qGLghVaxQc7XtPNoOaCxgEeq3tEY3UI/dlQf1F1B2RogwXN3jNK/Fq5uy
oHUapcPqV02p11cTx2v1q36KAxpEFedW4WT71gzfKGbfUciHmG+FlYRhbZlRTscUvEITfizh8rPT
+fQlZLJZf6X/mUKF59wpntJkFTwOWlAuWOAGdzmiG0E4pFZrZMM/Ap6Z8l/pDdm0xxgE+DZ16MAb
85xX1kg4zT5XRk/jThtYo/nsuau52c8WUjCq1jtFdTbKVvI2dZ94n876XD7HXkhJyMBKClkVR+rX
kk5ugBEAzo62Hixt/Q0BeSv/z2ibbVajTUzeuAfIRrihdu3NskuMBe5e3eN1gscf5cd4EtMewDTR
zAI2OwUU3mLckz0O4OTuk0pHjoujF9/s9oPodmXrHRM3fGo6AYQ9Xc9jdR8O80TRXcY5GK5FGkWH
fh3Oiyi+x/o+HFZnL11ecddtc32oCXYRw9TZ6gmklhq3YwwMYqoMWranbZvSc7HBzhqfR8gECMTR
hxu7uHdbvPNWlwTl1I8YyNa7JUs/WHPO/lQ+mgX9qsz8IR60PjYo1qgSUYEKkh4/UWKx2lZV/GDj
O9eps07Gjil47dyiYmJ9Q+oeJo8pqTakZz1+c8iXk3UmOzdn869BR7Q1M9pLvXvhVBeCeg+V33Nb
VOuh183A6nAStgLXae3So7XO+waJOWALD1Vp08OqBbHk/SbItvEbSujoXo3zp7TwyLMRE8zs14zU
QjNhkaWPdBLODRjiYJno+7Pjjav3z1bzELufNX9pVFu/UZc34MOJbLo0nPQvZVnAMIU3W2TaYY4Y
SEx5s3O15CiEue175lrZUpCZI+xoxwxpSeuJFuB369JyUbK3m9pxEy+8b02LBzqi0mibxkhWvNCs
IbubEtwHdlgQJjPrdxnd3eFpfdAoOffTHbTAHeNlOgaoaKYv2882M0CgtXtal+jGlHzkuYlfXCpZ
lro708oWbQGGG4f61cw160xnXkkL2V1CtneTxLsiE/6tBqlq0+DHu8Xq8zA0j6ZD06cNKuGKCeCQ
oXQ9Rzgrc4A8aGrhXMBVJaAFyC73BmXVBmVWWl3EJ1fgaxFlvhxRVwQnyYCGiqeq16rl5Pduz1IE
oV1QS5JVy63yga41bnTNWd8UjDanWXQTRqa1a0tvuiVbe17AudAL2IaBmwn9Dmspwbq1Cz+gVqT0
XWjRRYdDbbOjSg65nPIWpt3cTkNBlbknK5+JLcBnAhtyNvFewXMGMtwt4fOKKfwQGXVzbIr2sixN
eGlG92KgoHBmQ/5m3GRS4KGDxBzIZ0K/SUE3SMaosYwb1JvqOHqWTY+R+0YTTvpAGzcPu94/eKb/
O4uNywBGBG80+3PQEOaNVvBaTDLrcTLYBw2jOR6VAZhSQvPQltFFXdNB7FPC4HVhtrsBNNGhmdcF
mzFN3zpArU3dr2LHOvZYebu59qvt1fyt6BsARY7Uu65bjg0V3n/tR9l5j3TMf8ImrFEmcRDK+uU1
KikV5SZVl7LG5LxbmLRUqAAOeFZzqWhW9KYXFetQg1BlYICFridASRNKrY6W+wfU3MucO4pxNFpz
OCCazBKuf6LiYWgckN2OZbPNh4oXUG/7MY0W25S1O42yyGEc7G4H41gmAzLTCNaqGK/KGj31CNjx
gudc8mqSvOAxzMbL6JvH3MSfqQhEeuPvqo5/ycPlrrIRqsEUU0B/g1tQAV6tmEB00rwCED5Fvtbt
Gq2doBx4L8qRpgbURdyx0gqPYlspSauIPLudg1/ivbNjcVScCHV13D78LeBNX2bDupqElT7vaPNv
N504F4K6yhL+OvWPK5OGqj/956BQ/eRUa229GMOD0rbU3yzglKJEjjv1uVIBzl2P5lu7t7nxEDty
z0d24XilLjAOLtkCToAFueiQiPaR9xOa2NVwoX5LbBCSWD3coqq/G3wHO56sbVjgaKGUlv8EAwx2
sUAhW+Ae0aXj5G99CD+kKbrHUQbdldIPnf44xYTQk+lkD1FymOdfqt3GQHO4piz0zSKXsMywT2qy
KTXV2qBoSxA9zazMkoyVR82a2D9L3xBF2R+i6A7KgOGS+EIg1RnWJdvWL3kI5+zsYr0N0O3BY7j6
Q1h4ylKqtUseoHPOLFMaQK1Mbmrh04NveVckg46eo7VbL6lPNF79L5lk0SXElTYCtqKKi6zrk+Ok
662UaNWPqGa1lPP6/B79oNYnpQREc/PMJMJRHhj4U59jyuqvrlhk+u1hSpqdMsIqjV5N2yMyBOZI
hlc5XZWDQKk11G0GS9txiAFur+JKykICjJUDccN40MUMs9UMjmm1r4GhsF81jRG9cuSqy628+aG7
HqNCNhBaDpBU3cFb6O+VIK2ByOGFqhN6k6ynEMTdphs1zn5DcTMPYqYhHnlZiR1KA7vmW7T1ywmT
koEXXHm/8w4yVVC2qcZxkbE3lBNpAUxrSwRQ2nluG+uk6BK1Dhs2ilD26erEQcegp8MRP8c5hfTS
vDJV3ELsv1BZvHLaF+a0VfYSFfsMB3TbEtQIpVoJXsqCHQQvvqCnGMlOWlZAOV1nEg0MFclJOUQ5
E9M7UC33jPNb5fBWivbMYYkY9BdOIkSSobaA+FfDlbMT1zuXGxCL+GgwwtEOV2XPEfU2jkCMvHVJ
VwdKS1Tyl6NXLARwDzUSH4C0vCg7Jm0huGG4b1vOGAf1PcwDjpo2+aYWB8eX27qBOXWrcdfp5XGJ
28+u50xsJcz0BP2iMlrXjij7UmCr54Jq16rf5010AUJN7oxkzFaY/lF9PTkzOlYifL3Xl7ApOvqE
wT+qZ9uu2bPPQKDMiPGpj3MlyiINPSWaNnZXP7Y1a5GQ0PO1pSw2Z5m+Om2UppXNZBPjoxKD/Ln7
HMB/bqUKB4Hrmz7Y37wESlZXsBWW/rTMHZeNls2EZhbSrrI4Avxkh5GLvxOhBNUdW6703pQLPnS9
ALhjEZaSsv110ZSJOI03sUfce5fmA3tjI+k2cYVs2EvUg1zkrbalBbhzu4O64duG9z6dbupvDxOi
mPaYjRCeHATmkQmySMfPqLI+psjRtnnm3yoxJU2XJ0j3FLh31U/DXO/qov6AfraL/fa9ionjJgKj
gG2klzAzn82xiAEvAVEBfhBoel2fGoxrVyN+U8QceKnTlEZ39YDp7KBOgi2nuod0YJcbuZ0ZKQfb
txJ0EYlbtzRRG4T1fYjo8U6GAnGgnmpcUDKn1RO6od7ZpV1TyugyyKOWCXWbp4I9V0j8FDLhnXKe
xfgtgsGt9W2fuyvVQzSRJg1971iEgCSxieOV7TrzveWMOxU2HHMH6hCW343p2t7ea2qaziXvOisL
MKCuQzyMWxjz9EqTYoxETqEFgkEWLGNzoyIS0odwQEX8qOVGXrIp8wRtfx6Nr8l9acaWEUNr/4LH
73InDN9bj6JUxxF7iyd6Y+HyZKqMrBh7WbsxFodqSF9UgR07O8Mxoz0NHIwdK2hbUzbbB0rpkE7k
D6Ief/UQ6lq/mzNxr+xV2nJAzD76UQVXVsqcBT1NmzqyddQL2bKJuTFNuMVbi9tyJh6/C80fVAMf
2j5LroEB00iyICr2Ctivjz5jdx43rudPJdApEVi9LNSSp74XQVpiZ7bNWX3/kMg/NUPY182v8l6Z
Dj5b8VE6k3ZSu8Ze9oIIUlU4s9w79YMoWVa+DEH3nmqsJjgwKJ127JvSksT/NXwZZItww+gbHm91
23XNRhn/0lBWb5WM8AgKqeVfvZD0zDnWkX9WD0ksbHwS5JG42rJ9zABkU6LZVFLEVhp95pBz0x5R
VJ6SKnkb6I3fW1g61TKSZTZvr1g7aAlSswxnXBcpE9vItOjAYiV42q1qbviCTU2EP/oKnVM3p3Ix
5WUX0a2YUzzYHtWWUrl2pzJ6T+zhS71m1KqT9v6jjnPj+vbBoNWjYGWA0nhNXW10dDelacSYy9rQ
o+PsU+qRVEImMZN3CX9VbzX1DSorg5PHP0ugRFd4D+XSLPLOHbv0p3++jPvQC5YuGQ9py7TVbakP
lSEYU1rJnOw7WT+qzwmsr4PPKF5mnqWl0k6sm4UjE6d87I1dCbHGqqxbuUa6XURQHZyiZqX8WeWB
xtewKaOUWi9ovU7+Mco6UVh2m8ZYyqO6VpCPFsmDPqkHfWSGxrqJyZf0Wwmt3EIWLzNyD9LsodyN
7cy5HdB6+EfgtxqH7bQML8poojyIecX0zWnteyO2qQSV8XSFz9JTcnjRkuyNenKPBP0Dz9QuE2W/
Cwl5tbTZ0o+qUnrq7ZLTZL8V95lMPivrm0eZxwYv8KdL8fBOdwucdrANYoBaU5xvZ676Xr2d13Zg
UgwLNiEd3busNVYhfMKWvPextXfs/7WTesLwctY78YtCcNLVYfJqaunJkMzMNPeqTWla5VbdGVeY
lYHjPDZ91il5gZ2cq6K700PaxTuVFpa+G4A95YZWzacOXLJVBfOaMaKRDlJzTkm6F+FBI9ywTZbw
vkmIhklLnNoueDggVozpM0VWyZi/8JOGZ9tyTrY9f+vWtGc7wMd0wu5t4dQtBsl1wANdCA3/anSw
RCMOIzVQZI1+mb3ZP7pTKJNerJKR7JkqvegOAMHON4i3TAJatTN+KquFirioC0JD8Q3DGuZM2fs6
DdNRjITdaumOx817k1g0mhvSvquyb+pGU7gE5UDxBRm6wo3WTTTnkpNHSgOsO6ANtK12+K18nkMs
c6ghznaTeq5DY+oPjsv0NLVjpILWuVky91ZVOFa6OHR1dZMterJLUyfopENK/shmX5NgoTxZ3ZR9
z5swatxvNuiJgxvSVyevt+UPr2MHslO+0+RDomyLapdURt+stWINM1qI5dZ3dWeorYG6CGqj3bdE
/dSTtlT2kwfjRnmC1CuBqZ7kxl+dSYDAvpy6ele/Ei5M4Zc8Q9ho4DcnXbhTi1orJ52rJ98EOseW
dg503zk3bv+sGzH9L56tHExtqeMvaYcvrWIbutjSAhoOh2mCuViEabdHCFA4ykJ6Zq4rmNzBeYO1
r4Z8vWi6uGmGpdwrt+bYIosLebEA6F33D9o0e0wOevhF6fKgzgF+ZtnbqZEUJPkEqjU8dYtk19Bt
ItmLXTLcal3YEV8gUQTX5IYD3o2TFnfgo/mxpNXEEulraCNJOY7MqQ96ggERl/xkOI9YqN6rrL9h
DnD1rCE3vlNecwiBlueeThOeXB36of2pvjlRTE/5THWV0bg8p+zFlCVUxpL8FSJb1Zu/1b5KLTtq
H5H2DljBsr+rYIpvFgRy6aJS3tx16cBSwPZUwUwVLrFJ1eI1Kq9mMuXC7kcZZNWbizrXqhtevcDK
KgKTWu9CW39NfMlKe1V3/bTKuHkEcB8O/nVBmLDbhnSVvTSzJjatvH+ymuMuE9hDRgFsOJrYzVLs
NEmnv02h96XeGkS1tE1hoGN4GvUUMtisjOrUIT6EfvkdbCn26773H5BBImyEysitF3TL1ett4vRP
3PL1Jte+Won/kH056ntcMrgOERCYcbmwU9G26pAfUmSi9hXq2iXTfqiGR1fakYcBJpheMsKiAUTd
GMqtK9nlIsNUEC/vqoAuIqt5BB/6qGj6Iu/gfuXZRf2ok+Z9M/P01Ym7GDgt6pn6t6o018+D7ejb
VmYvr/Vt8hkde/2r1Sg2Azd7XfrVDdD4ETvX1N04FVQOPpum0f2qjda7ll60SW/OasW055wQcXJI
V13sQxDH7LywS6g8sMXCKZcK9WXJ/yeVZ4HZpzO6LrbJhObV0gVazOv6B6BYkJ5A67jGX9XCMix5
xRwi+2IgeYubpzzpDm3NMvyhtpLLAAkipExpzIW1lWqV+mkjjR77kpAD1n7W3nA2S9CjKHaFBRtY
pCRQaDUII17ZNp4Jj/UyrGZaR8fnkeMTU1x6inp7pFxqrL9FY91cQs+QEG1aIdTWgxMl55ah21SJ
EmLYaqp1XN306vOldk2DXMsBxcsgB3tx9x7Wu8JfGIaXFiT83vodrdlHk4fGUzId6PEYr6coONSP
wPAAyDpYyyUKZ8KlxDGPQGDWWh0vVgjGNhsHB+MUsnxoUkgikp27Fv0+pg4j7j/WPsfV4Kw1Kncf
6LKgc44QNrz6SeX5OSpMFztnuKq+LEfDLkNxLSd11mnlOh1SzqSj791nlnur3rck+jj2q1AGserJ
yrftan4D+/8Sd+Ir1m3acri51JnZpVFmNyRYC9TyUbmi2LnxSnkQG/rM46eAgRShJmoPrc2cR8vq
R9viCwHnjx5Q8550ID/KJs+5QWPnzWttQyzXmyrlHUMZcknU1a1f49Kwd4WRHOKRvzkaGPnQIHhR
+zHXG8+ez2jfxsMxsy8/amZBQGPsntLefWZMxaXhDJSHQ3jfS8tXk9VH3xxJCyNQgU3sTrRdBivv
4q4Mi8DMsSeJjCxraa4O5HRK1s2pZdYcDweDIrG9O0Ze4EAzsvEVbIZ8yPctZLoJUuLe9EZ6ojAY
o7Y6xU643UNeN+Ee4fgHja7uvhNM+kv3WHq8BYop/RmG4RQQav5w7fZol6I4j3hghgbETqZl9Ce2
FLDqF45cLHdeGgYopfdRhfmaRo8DTDrk2WKrt2lDSVUfQdvj8dIc+JiGNQxBs2zXdJgwBLjtJiTS
szRDc2mwijlldhYtM+B8GNGsCUENWhbRWInl2vSii7ekEDNAXzx5keOeaPb8PU1LiAEADsjUJZc4
8jbZ0kECGihHdL0dNVOIWGalnQR34jYsSbL1IDIEfJAtAykq5OubsZIsqKx+6Aq/3g6i9nZptBsm
vb8NzWpT2aGN7wMOsS+gJ0r6xlxCQew5YATGwjIZz3dePMdH49S0TREsq3Z2Ku7qMTafeR6i7qtP
yl9xy1MyGrN1MSfroZ+b9zXU9d04UUWi/qNmAlN1Nauw0Ko9ZZkPTJgYWA/m17rgMaRFLTC1uTmF
rr4vOgOfHU5VZ3AHxGi+2q4gB82VKcnWTtAvIjGcZlq5YC9TQO/ZD47lPXd27ZKpXSLwgvm+H6e3
pituSpvhkKCfPeiE9g5KFuqVDW28JZcYu97w3fObH37U1fvWLbE35ez1VhzSQha8N+mQHzsfTuSC
LIXqxsjBxHci4fj+AirKwxnCiFk80By7gpKNMfjSQ9038GNcAIXeDK00lec55KcfkRs9IonjBlzI
w8BsfSa69knqNMh9IAJt1l5aL052Pq7kbV9NcNW7/LWZh5HzQjpvAD3Gxci8cPCRm20g7P2BUrYZ
4EzKORsuv5Ud41b+uSYxpUZySNOx3/OHC2yvGvkNn2zePOUfHDbswzq0rxpz1nUCdtJW7xaSzh6f
3h7bHYMu/9mMPl3MFBCBTeyD3nxxp85/HcQPv6HoY/bNfRwlPxM4oLcJATuxhvHda1Ku6yUkHNkR
HQJrxWiLqsSg9zh744/HZMDBJUNux210iqEzQ68T1Ia58fOACgCYhtyBO3L1DaEHuMv8AGX+dTBa
dwcGHp3PrE4WkOKHjnj61BrjZmmM8dYAsTCRScpSOiPSGCO+b5U3bm29z8xwLuUo50IdEgnAPoDn
YfrLz2lktIqeUkRzuh/Wyd0n7KIwhHDkmKofRS2irWgY4+kZwnJcfWXunBNpGE7MxtLL3Iz8GMmS
4d4kYKnJtY3TJhwMr3TAwGxCeSqoihI3Y+QRfsz0m4p+Zuyc9o4phth19vAazg2VxA6IIogAO6hI
4Y3HjMiK3eY0ufULo7iDaWG9dWxCakUoHALGcXQYvKm7TZnRa525nB0XTGhaodzrTDvOrSfLOrkL
WdzwWEC2TujHAAgq9oU/4uKxuRC1T0NupxVkQ+XJyG2sazDg/x2w8v8jECX1yf9ikA9+9D/+63fZ
o9vd/Sh+/4//fmA+Bu40/1cUpfojVxal5vzD8Mj1+Y7DN+/pluP/LxilZhr/EK5hWtynprBcHSP9
HzBKS/zDsGwWO992oAeju/73f/0BozT1f+im7gt+xbbo//a8/xsYpSHN+v8089sOuEZP6J4QwCCI
G+h/iU5MFU1Qlp5Cq/bT5DTUn7PZItOu1n0negcUkP+NLZoGF6S784uqfgyrwT4NyH2g17+VEb5s
AzOw43U4Gx13+ZuwgUJH/OnzkSMjv+WT4yKWgjf/z3b8qY6SMqYlg20a9phoSNt9J11uzYXHjsHX
SNdc7HvHsWX+bicwXbE4WWSFk8e67sXZXeOTUyTVS0NFSmvQ1+AAwtsJf/iWQbrd6l7R3NvlaWVF
u6xdcd945XLnQD1uKtMJwjSKT0VroeKQeNzrFUNhvWyGc9QkP4iTz3eliSe6ydPHyHSioI2zinZq
438Sdh67lSvblv2VQvUJ0AVNozrbeyevDqE0IoNk0Puvr0HdAt67p4D7OhtHyjxKSZtkLDPnmF+h
w9bHt6bw1vWWdSH7Yd0F/cOSvfqffkX/7ljgLYS8YVsGl5jhCtsw/uEeBRCQu8Ikejzmzd7wQPOO
Py+p03hHEH3tHjBKxGaoMtgYBumb7sywBLMvtxA4h2VeSO+YxPE2DI3hGI0IiAxc/keOKyScUrsX
g/YO5Xs8JnMUmqsBwW/79Jm4jEtYaDa0nRCDVlEE5wjNAcCBGA2LH40osVlNmtF2DmZ/6/kulq1D
FgUNj/s2dTqe1EgiW0AtF1qWviIMvXiMguP2v92Qt39dLf8ra9Utl1lT/5//7f47n+TnN8QQnihC
Bufku4t/OFbKcaxVGLFNA2OJIL5lC0pvGEZ9/4A3FVy6xiJIWMTHLiipdosJLE6pNw5y8Sw+AhOI
UW0256YjB2ewE2hNFSoTSEnntHKu45yKRdoEicDK/CTNxNz+fKqRSbLyO/zKuRj0u9n6yQruY7FB
I6vfh/lFCdb9Ro/scvIpMITdoX1BameSk/M9pjUtUcd6atJP/RQWxwIgwL9ehFH8vw8duqesMOxj
gFziUk0C7X+cy13fVLskKvJz4nr5WQsa1sWsYDcNaswYlPWnSIW7sZnTs0Uj0WvQi+E0QmMlYQvB
wfzRz6dkFA6nAnDyIXJT9G5Je9SyscGOSNKWFxBEhJJhTEL7UrhBdQry+n96Bpg8If/9GQUQBIYO
lBpT+K7r/OMC1xISsbh9kWzjxUfXbaYXAFY3fi0js2yr2oY6cQy57pF1bIFRIQEnJb+CUOpIp9IW
LFiqOZ4hRWebNY1H5kSaL205XtLMik+FVSSXmoHwwrukXVe+FiOzLpgS+TkzKTotGB3bclbZFADB
t//52vxHoAPXpmOZPgeDhcdr/hH/8YBDFpo4RhP3VHP9L5uIuvWQRcM5sEcJ6Y9bSh/mklw8RX3w
QQz7a22AY9Sc4Hckyc7ToVPffz41dS7bBqclzHH+3M+Lctx+5RABvwpGfZuSUvsakOC462IAK16Q
kCdW50iSgKIndmujERTD4+eFJea+0Lru0qthfLR5x0zQnLCZz38jqtLxQTITdEdOgC2mUMfx65sK
J0amJDXMDjln9fPhz4tbxe4md+mPunLULlBc5DLgN/Pl+OKWjF70YtpFt80swt1Tx1xrvic/vDH5
MIKecFejzW8GomK0N3Ttjhavhwq3CJeMzz/C8GDK8pc0T+N1jW9xnxnEuhhpaiwmfWJtbM0qPk6r
je62Dycz7WslrfA1dEwmP2F+b+MyfC2ifE3ArHggcf/zn99iMVvG/u0Mm99k2yH/TfD+uv+MbPJ8
6Ug9mNpl5zGPbCr3Hio7ec7HHOBz/R5mrmAkvSSFA1o9EqnDv14sLDA6k/FkDrPAkFIcQaECwRsI
K+FYu4sZrPHzYibKO1nInnaqwgnVePOiPjU/AaM2Wz927ZPqqoyYyOYoK9pNY04pdmrLeI+ma9ES
cN86TkoD64ujbjfBDh3va5gO3Xs0er8UbPc/Sb5vKmvXFHl2DkVMzj2OfZBk+iECaBIb1YGQBlTv
41y0RhaAi3+9uKXzP5x3sIn+v9/nbHtnHWvj7eaeme2g/82AOLBXHKvchI3Cntqx20OsEPjPrI/u
oIAAUcGPHQHgmFTiTIgH0yDm5MZzbVr6Pe7c8AJDf9fylY//9VL2zQp1F+LUxgmYEKPLK5N+m8eO
8cbUkkm26sc9k0Xw+pE4MIDrtjw8USZHHPjjOpxlbQxVpocyIDkwJ9HWLKXcs2HjFsZHea+Stlxm
hCEvU8t+8w1uEZhQI9CEUj/Rh40IC3eUUEjBMru61/OLMLt+2dY+igvhMfb2sothzLnwU3X/CfJt
WxsOjEEwEr8ptrxa4a/yQb3S8R81o3ZuZEc1V8dtD7I0xPHnZZoCwXwk+qTzY+g4xzi2iaWd64nQ
dQtzTZMGt3G05b0ap+2IjftMm0EPi5TN10rzhuDUhF06GMuxsZILzJxmM3SZuKpo6MCHFu1d1zsd
uJ2mLthUu30Qxs6SMXr61RjpFZYP2GTRpKcchdtxcrN0VadZ/tnL4b0thuoxoFo+R75eEgRpZ59F
2rBNyvtTHY3x/ecln3CEAC8+qAoN+AKbNngDpAR9rP1mcJ/9/s838T+4dTynXcOdufGuCSjLhW/w
7xedO6HqHlv2U1G1GkRXPFQ34XMoQOPEvOFnwYTtmPqQJRsTxGOk2o6iMtl3Y10crSGtd6rJviuh
Bh0lh9+Qsem+BZnP0V5FfxLpa9tIsxEg3vMk9JmP1DOOxdAe9tj3u6Y2t1KO/unnRcFNQIZv1pBR
ne6lgA5c9XJ6+88/Mlf/P7sDl8KbyounlxCmT6H57z806qW+9Wz6Yn0+68f8+ecFHvgiBuT26E3b
OIeD91GnrJWBLzmM0T21NyT1JvoT+Sp6PTuBx4JI0g3ylWBBB6sLsryfP3UCp2PLhcO+7q3olfjf
YGu0SzHJfDMWRvpC+x8u3HrdYrV7dHraPDSIZPxL+XD4+ZBAlXnMFcFM6+DGD7Zln4ec825svFtV
eBrb6NpeU9Nvs6BBSgJ8yOiI9y6m8jXuqucSdThmh/JPHJQFJWH5mScX5NDyj5f0BTqecT0l/mcg
GHSUE3qt5mO0/PeainbZ/m007zvrTIKWE3I8NSAyUTJ+DhYHmkVwWZpzYjJZmlh3j19lL1k9WPkW
CTkoSfgdy8kB75njRZApgPOStCkOAO/q7Z1g+vSbrAcQKy9GiXVaZbe46j4gA+wSN/nySmvrlx5U
QUHqSl4mzTKPCXq2LGVsut67VJ5qtiLQvqasvMt+QmeWQUHRlA+gyg0R6LMGKPLkyRBQhzq0eaEI
XmMZv1caNozyqRtdex/bhDNVWfPZVCphJtK/kdRJd9Wmy7hssMMM2pW9UbBEhok0Ww0vsU0ISu9s
ZN1vzW56ciC8xtpLBMltAfzxjF4H2xvLbaKJsHQhXqAaWHEY5+uc5ceiHHK1UVU5RxcG28rMgGfW
Fhg1OS2tFFmXLsoRMdaUkmQOkrPlfF9aCPCtSm5Lw9oYZIwx6m/jNXk3Ox/W4KJr4e5ZRfhbB1Gk
4dTCbruXY4tIWUb2xsBGtA8fQNzqjZ1qw0V0pIinotXXRn6l5+HpxLTJjb2XzBzYVeiojUXMniMT
e0LleOclY+4q7VeV8MTSbHVsPyhJMcBv2Zac7CCMDplAr9DmaOHhz9JPI2RymQcOOAAAhSyYZYYn
rUiO/GTMx+wU5bpJvisbDEhzlbZNR/2qF8Y3fjb92JmhRIZE9Is2ZY+q1Z9jbdt2HRpur9gh1luZ
c5Ld0E17s4BdRhYRbhHn5gHLW/D71MAhMF6M/WohRtO4mMn0OlVdtq5tBotJy+c5EF02KWa2EyZi
liFO1zbN7q4byC1iBQKJ4NVvvC+Vkx4td0FunR1r8FZNozcoXqvqWenud1oFx17Y0ZU08P1YUWD0
Nm9n6WB1iBDCMQHTbsb0VIrsVw26LY4auZh4hNSyYC7t27txzj9qS9hHxrkY/FtrEphet+a2iYxF
O7F3HuLkVdP1L+SynEXhG0qPxRhBSnHQmz3LyMBl1yBlb3P32gzyOkC+OzRvrV9wG0K8mipn66tR
W0yg3oixWDbWZzy0vyP3g1lrS3g6PLWwNFgy/E3aNP+Ax77oB7y7Wt65d3UI2Wdd1QjTudcD7Iol
N/OIo9ZM/C8nmYwdRCx/xRwDbQYavEU4w5pTz+42kIOMc6cP30T05As8NSNaznhX4+hbVj4HodXW
A9mxZA9in49wlCR/CuLRDn2GF3ZS5YC2znHX/VjeWehkK8xfO7QQv2p2dQyNh6M1RhsvwGQ7jR1d
XshcPGV3a8mx3MVF+joVzk0dwJV43IFVD60Z8ccy8xhhGkws4FX7/q4MN45M/nraukeMsOkmlslB
plD+Oo+RcNlNI0gQHUdn3CGt6CQuzLI3D0UWPOV3laDTBWPjLWsVfLZ2vm9ToiTyHgkcxd8rpYd2
9ntDOw+uQPkBJJtzX7IQXdR6YB8wZ70HbuWdGMFceMO/45Tvqy4kaeymNq2gEGKcaO89ApPGEeVC
V9UWXGR3dh2G0qFZ8Cb47U60OK86d9uWuB+ddNu5Y7loE76McoP3UHeafTyWG1Vg4S4gHpNAlevg
xRryAWN2Gya6rhBjMf7Gv0zEfdaTo/MdRyLcSJlZ67CC0GWUBudJoM5VMU0bdghvTVFT5ptEOBQB
pGHwLlhhWBEsDc2UhP021qbucR1Y6q/nyfRdJcE6xYgGNWdSt8y6iTojUa8EI4FUJkwuVd3eJZa2
3nrOclMieJq5T/YJscMGo9GEW2AivSNJ/zZ1JTdqGNiVoTK8Bi6T87a2/wapg2V5dhn53hPj53Hn
meAtVJHKR+aysRei2aJ/PpasbxZ+nASLdCRfleUeV+UGMQ2/OMt4APfu1iQfroZhXAK98a6l/Wwg
SVrFHSt7Mu7u8UjAsoxXtpYk56IGZpcmbPHdDKArCH4GQPrW1AAfyD+mB/AvSnkg9pNUe7sswUkE
zlINuU64ZpxvuBWKsvvt5/xH2qXuthj0X1HhVdcmCNcxV/kzh+1ryTJw4Xeuda6kdhZIsOChB/eO
zMmLnUm1buPkb4HAeeNLBW2iYnVsi3FFFs2s0R1ePFou1NeIlVrWdU2cIXky74H1FAdTCHa+fhWo
dddQi1aFqCfkq9qatzpYR0Bbli0RKH1J4nJJHK8l2PsLu8Vb6isO3hyYIWUxoQBAFvph3h75v/Sy
3VWxYmWfwJlBLPy7k+2pY9KBWMMbsd93WLEkA6xCKoTTUbApMt4UaBLWqgdegCNuEDtcLxopqCxZ
zi3d89JMbZCzTZisWruP9mIAWiKCxzRkz4k+EvqKSdmpHIxewMCSsLrmg+ahmI5/xZNzq2INOdyY
Bmvl9LBpM/vok1p29NVXqkwMiDHqj3wwj03iTf96McaWo4nDj4Tn9OS41XQjx4sOFD19WTwxhczI
tScCO0ttdaSvEAtn8L7hnCFKtFaYX7yNW+FpbSL2h47H2jDTnGbJoYXnZTXyzFu0JiEKwZfZIT5k
109p1fnIeqzuPU7Hd2g8eM6ViwY9GF7apv8MbDy/dqf2XT63uLUWrqUmMnx9SbmRKU4YQinSiELR
J3u7Grz3umBMqKxDRWbBkSEh9cMfySBiYYlm2nUZ0ae+DYyzawv9gIwZVF55dyBmrVEFZPT3HHwO
Z70rEdc32lrxLS86xIWLOp5+Me0DtWvzzKxAlazKJJBrMCCEbiRgD2pPGtQDyZv1bk+JuyNiIl2Z
rr4tHbtfOxqePgcToh8U/Q33HTkUxGDWiOmhyiRLkUcf4Qjbj8Ejq1wolYU64+HFRxF+sn+FShtc
YxcLH6E4Vs9fwNOHRUa4R1+HsQA9LqnbPzJ0dkArmA7nzz2+2aQZQHf5FqtSDAkDGsG0JbfO0b7N
ZiIk1WZHaprpqjdcc+EW3RoV1TyBPyE1gW3RAPiWc+5xPO2MofkdDN4pou5aBmb7Pujopcfp0LQM
D0I6mrQG9BCN016k3cs0sdtC+Bw35bKw8fGmSMh42xeMPfiWWJGspwngQKEB6kIIYVdxvzXg3MRk
0C9LaWaLemrsTVLQ6rsE3ZTNlK2db09xPQBGsO1jDJL9GM0voSp3fSvc/VibS4UXA58qupaAVEGE
F2TkWe2aCXjKzgAW07M5oI4loU9bTwPJ7BUKzWWGEMo30BKg0McxnzsSUwWaXVkBhjH4X+ugizej
J660r1SpZLX0Y3ObBq7BLpzlMJ1LykFsrOf0DBl0J2h0u1gGN6XQjcStNa5E7eMm84E8TgrMjWa+
kTKe1y1CiC66EmS4dVgobj22mAAjGBUgWDk4nFLrWne23BpiWSq4trZWfkIkiRZDQSFvCYIgSxsB
zpDv45l0YCRc7VpgEw6sR7+jwnr8eAb7ZjYkF/kXvSkPHFliuFcUtGZoOAcd7cVkaaRtx7QJ6Vj9
Icw5QUDTVovk2Dhdfwpi6zIZrr6MExDb5lCa5wlhbz6L/B2OBrogU9LMlbRvq4xvkjI+b0DQ4pGw
DQVxOIqMVTIN91hkJE9M9XXwwn6fI8UM4shfViMx3q2QR3a5X8roMbeE7bkUYPn82gENERH4gW9i
6Zb0NhGp5Y5eeNBD7Y9xhAjU+SdfOdi5pmDmWTrsRyp7pVrYtT7SilNrp2yN65ciStfaiNg8CUsL
MS62KlsS+p7on4bWpwetQh5IgOdnnZmSETUBl2h9yTH07Wswfrh5cgWjDN1kQpeMqnLhGNNXqsN8
rUwU3uF0kuYgEQZxFM2Cj76JLlWINMWZJgCAiKCWocLkoMKzJas/s95qUI6/0S3Ss4rB9ZYzyYGl
i3xV+o66/poIK7yFDXlyPFQKYM54R/m/PJcpWnAfBm2V6NFDkTsSj0CjJGJb0Cv2VkGYWgDqBSSS
+P1DZNq+8xm1J/XJMMwvM+z2hlAOp1+3NposxiGCgJHny64yCJ+DO9Us21KujKFcdgGsJN0T90qL
PqjAV4VnfwYsfZbCEi+Jae+SrhYYp+xrN7x5I+399B4gfKAVjzVWjJBoJ3ueJ4wY/CLzlCSasc0D
56VVxS0U5vQnDQFNOKiMGo0MlIZvA8LNuSiq7jAGzm7Uz7rZksRhauMeY4nghxsIZzEhSqxwgrj7
rgm2zqyHklOx5ph7rQv7iztM4i6mm031imANnZQufOJfaUgARUV+OMI5iXigLhJ3k4JBEGlAqYmx
MjMMvEZhU2E/fU+KdFf0fAGsAmTnaA3B0z33gZU2y1BMf+KweA8hUizcviUiCCeqTn4tUTLGqp7s
J4UZqNL0Htdg+pywM4vi6Ggnzoh3t0bPL0xvFYQTqRzW8/DMzCpfmRzIB21OAmTftZw0Iuy1SfIG
oebKNP3DKMWF7W5ABiuPq6lVf0NK0ipFAhiobdN3v3N7yPZ5TfJQr29kgpbVvIHwRXJgGXiqCM1h
DdPykGRlukcQufCbOag4j8xFG+fMPDoay1Dcyklfe14Y8g0D6c155lWx46GGs1dlR4uVQ/glsCBD
tKOspewqZ9d07omi5inI2cGMZreuUZSsW0Y9hslzkYWNKJNN3wdPwXSJRo3xwCjLY9GjBJzNm2xE
42tS9X+6foIfgU3SB4YECIczxa+MI7U1Wu32u/Z6xLFlh25HIjmqviOy0bYZSUFdoH/UUDU01Uhm
HjyKwgYMR2Ug/wh9nW2hwOM3OKikIuRfiomAlmorU57jgJo/ldaXNWZfWpGxaOjwSrncZ75FiBK7
aJYd5IQPNk8l++YMNmnsgjfJIaiYH2HTwDVfKW8CtJKHD70lNLGr0hfXAqxZRYifkjKgtwXXT/Wg
esxH7g4M0IRojMtR0/GCFjfqYHZYtitWJenWxKBkG9uMxPwX+ee65FFBm2laA5+/+qjsg+sqdz0G
IKEDLVhLL6Q2Cwd37TgvQou0YzsyodZzy+XPbL5V8A+Fnz2pANC103ZqJfk6U8742+kNKlLq16pH
bExfO18n2kkGBtnr1ay2QXtw0ggo0iBthWUC4DysjwULt2WJ8WuRUQyse7bMriY2kRxuYSaJYWzJ
v4YYJdAbLgpWUdgK1fdALd05aN1T8k2WJFLIQ5OUV8tL34kISqhHwlsTiBjNo/E3Nf0b2jyutrF9
0uuINPmorBeBSj9rbdj4CoK1xaiO9zr5jKJr0xc4CxOP7qnst/5or7gVXgH1E5uODHaBpe80NLgm
dUkxakwSCLvh0+K1yUpMwS+2N1i7sig6lVGw8g3xhCRe3h5Fp2eHoi0ehazPGk7p4xA2Z2LJomUa
DD43m9h36ZgvI6duFng7vI0D5weXQF4ZzxpSeSzwijxuxUyDD7Iv6Zd7TKs73KcxgwsID0Zew1ZB
qdgpdZ3Q3G4yw6YvoZv9+QiXTbGuXe0Mb3JrWjWBCR0nUm8QFZgZ5mtWhbAfWB1BrmFGF8rXgnQs
Orf4OXStelkgMKE5wfSoR1jJIs7qvGTkDRjG6cy/QyO1Q0+icZ8Ey9EOyq0mkJh0XqGvKJKtARgW
EYc5oQpEANqLyKS0dhqAwQMODcRbEsfi/H3B4wH/vEgV0c9xuSJL6suK2AAXVov2NJ3TvEPzHvY1
FTizDXZimCsytoMxlc3Qmy+2U72hZmYA7I/hVhXxI1RwUqJM/4uskkMAmS2ZxabLhDjb9BNMXcbf
LyABGPB2zjWBL+t3+UbQmO9CTHv1vdL1WcKOsb6JVI5wjNFF53xssbS/J3r4y/HwLlhaemtd8F1l
Go2z7uuuR813ahJ+PMbhe9CQuJaqm9GUPegQKPwgJoOdCp1TW9d/EuO7dENFBc1DxDJfoS4jV0wj
eOVIMjdI0bm8x7Wt0woVRM3gMFL3RkZbFOXBzgbPEsJqGb29qJGudJDLksEkDHSqPpEwRqsT8GRm
+HYO0EtVK2UgsR3q2l9G9kumfmx2brQrCH292EPeQs9y6IRIAlwkh5LtopffbBYhlsabJLQnQw6U
kDI9Fz29VxUzH0DoOvoTEx3PeQqa/ERgLcAVz3/lIOUpFSWvbh+Tj20VDAJ1amxgUvihy6s28hTL
BqZJDA8E09/OXuv5cFQGtaCeoJWO5xLH6Kcl3oSvuNf1Yz83g3Ejts5gYN1nUARSaem20XlA+r2Z
bA9iRlCLTTbnIQ69hUqA6YRl0cr3CFR6I7mQDJ6jKId95LN32Lmy/J2nNSPiusRTsiNy/smaqqV0
KmNfpfGmLlOMAmlKjuZAfguH1yI3CZINy+mv7hHRiC5lxyCgAOtDAklsYPpWWgFlZBi+ZNTtYwbl
S8Jf2UKF19Q0d+hKeU7ayVtqwuzv0vBJt4c9wKB4L20RLCK9/Oi1YNg3T1Zll+doNTAvW+Ie67Ze
bxbb1h8vkWHcfJg2C67EvyWAPd6MRG/Z0cQUOSi2/rLEQLWtTi23F8cFRFEzhfDl+5z7StrUNV88
y/iHWcyj7TyMyruOhjzEgXySVCSDxwUkiP1bEK5KV1ghHaqMlnWLn+8mhJoLzM14yyWsOs/akxn7
oc3v+cRedCcmbevVcPkDyiMHHdEyNzRomN6pylt/y7LwuwEgVDADXNF6fcF/x2okcRFq9W1ELzOH
vu5Sn1oJCS20SLxa3MOASHTpndNeoJlvuncoASQrxOfJ781tNO2nmMYrJpfB9F8ZXTPiyMXRjJnR
9ZX7Nbh0y9LHow+OFAcN64+Dz/iyge2z6JAXb0PkoKYXwaGOWTGUkRFvkkDb5IHuXk2cPaYBiDfV
1gULi6fAb2Em0tMEg3qkxj0O+/Tmyn3lUgq5UsmFW4UZKqoF47W/CSrStZcyyuIXue28+t7EE3Jx
vzFpnDUShUhNrAObsI62/GYDgdEmIgdJDOat9yYkrLb7rRK1rDzjKhIPnX1VYNV2KJdZbaL7KSOw
5oy0wgG1MDXfGwV/sA6oV9pApGe3kL9JsbC3LeDOE5IOLtMavpc/W9ArNHiNZTz3Xmk8k8O6NamY
FxmOyLv06NFDzc7RrujjzW3HQwb29cHx0ezZ1nMNABZZB/WgLVEjBhdB4XLx9In8zgzhdVzktDGj
f0RA0uBw8OjNwvwkDbe6YISPtklPh6W9Zn3xHcacQEYumhMP7naRV8G4HancNq7t/xVRfDRJeDvF
YE4AG7CbNoroVpRpxpyyoGxnqA7stvuFLPiYOWO2NyPJuC4xqkumDABHRdP8RqId51gqdSuD9Mpu
dNP4bDorwUxAphmBeZ7en0nmUA/fzVYlVeGDCFDVlPWDReG6m/KeGRja4cCNwSOYfD4zrk7VED0S
Ot1VimTmmjlAwD1q1jb+alUjbjGxfQ8ipsVxEtG7V2vy8fMSd166iWyadsv395Ej00tAwfygP0D2
YAdIsfOAjbQUNTOgLNtkMhq2gVGM994rrFub0koYHx2qhkOUB/IOiz6+axSyi6EJ2t38h32qbNxM
NduYrsM4VMasTQviuZh19WvREhAFNKlZaX1db1w/qR/+/FJBLE1RLV10IsAefj4GR374d9XgfQ0T
3TpIZXpPgfs7LOiZWZKTBc1xdjKEZq8qyy5PjrHGoNiyewgygtyGsz6Z3ZNKX0avKB/01P1TpFuw
QIpJkv/KhwRWgWuwpdqMvvsnb7nxlzp0MC97ToVdPdsJAm8/009eWVfPXma66BiVv/n5w7ApeWqH
0zO4pIdeRv5bbxq4trNS7fyps55Fzz61k4DCPEpQPbaGbW05GJilnT2ZIW8hvQhP5bAGDGS2UGhG
zb4om8slKZbOez54+bcpwacgbFTnSHQsdibNWTlxOFz8SIZrPGi3KYxrFugu0EDb+azYcC1LUGZV
YkMhsllyDJAIAzrq+dCxuWm+hjT6DGO9e6ksyGN14d5jTzNWUP1L9FPYVdoKBN08Pz1FoowP9qzV
U6WJ6l8VCGTN9ruqzGdXc/SHpx1NyfyiC/uPYlQbiy3xybaYlNtaf5hi7zkKLYIcNYF2qOW2HqoL
xB7v0rB0XfIdj1tcRUyAqpeqCcunhE7JMKBGj90bJOscJeVFd0XKcaD6wxj6MElLMzySPrtxMj08
SZRjq1Q8e2DtNDenQbbqeOdo7sPXkvwitAA+RtRHs5/HPAO93ocpv3p+KQDCetW8KkEqpjsJrq0Q
YqbDWsrOtbURFMGboNw66CL3lsS3FbEdLos41x5JXD2PvWYerMpLGLplw7qxiujEeOVOzJJJIBKu
SU/igkBua6xIBLJ55mFOaMs0R4IF4E/EJLyLiiyCUhP3EafZlQH0Zigb/ylrs0eWFO6xs33wmlm6
8RgigRhA5GG24am1VLlWY/Ooxp9FClhh6eXlyQIocihBjleRSBGQqmWog8FVPnuPzOy6jSW1CJWm
naFUnoBFk8ziJhCaWhlD12qcLR4PYlnHJt9V8w4zd96tusefXSCRLprB5k6QF0SiUPwq+5JjKuC7
Ut52ouffglC4JQ0ClbCKvnuo6pefl2xwcBJA+xyRCMJU+1tzWjVTzMa9dH8BKKQQLgCRZoQrNYNp
nyRnkQ836ZL43no0/fAwOlKsK9/Z+Rx466TuSeB2uFALzXVBnztk+YX9km4a+YtzS7RsAH5m+mhx
tVMRoYIZQ03tgoY56DTEAEdsic21K8ajq8HlNAjqY/Y+S3lnjHrGfbyXyt2GRWn9Vpm1KkYYcEat
v6XGOMJb1BBBxEPyJHJnZVixd/x5ySU6aS18qzqV3V0V2o/MDAEKte8hQpYNsAYbCooR7cy8/tRx
7C1NFf+xTeoIj+Cgu4eiEn/lPNiZGNTWbnPCkYa/vkbqCMLcmWls/oz0KAsNSEuSZTdHR9fliiZa
6SkLfpqt6guP5B//akx98Ug4le0+peLKIcjahtOyXHVTNCyVtyKC3t3EMNb2TlYRh/M3C+HnJNN4
NSEqvAS99kcr0apr8XiRA02FlyT7QprRKRUJMWkiPutatSg6S7yOTSZOpVd7l5iARqMci/MUyRer
YcNHwq9xTxqHVdxkEJmNv42KNTS2RI7556yLFU+8lll0S07GgHQXZURxRwoz3UO0yI/OG45Vrpl7
c25QEkNG559ELBdlope2a8fsgJ3ONpkCdgQzPBMaT6QD7OYJtfWtcbxPg72PpsK9hENN5G6dNqd4
Bhl6aQ/ugs/jYK3QQSzsOrFvac4ikeSRidk8SMZCujyi4tmdM5KQbNBUvoTFPFuP7R5ehe0eh8o0
WM1gDpe1re28MZheU1vfapEpv5aNMPoz+SqQ6MISsqbuxqyKCLrL2jHZ93maHX9e0iBm2ACP06t7
BLB+i/Lfi395sEoM5WaAB1iX8zy312lpBY9MBj4VB4Mmw082nQr959qpwQmVHyZbtqs9eY/J4BGf
Tbgku6Gw0TyjZRw9XRA5F5IeXdMblqW81ztYO4swtYw7czHtbOjYplvDOmh5YLHSr14nttzbyOM9
t1xPEWTbMnUqM3XydLWLkPcsx0k9k8KQHTNGZKsgbREh2jYQzaQtrqKNi2toqJ1ZP0dqqI41qPJr
pYdvfSPGCzfpvcMM8u3RiJZ1CJ+KWPBuEmL1X3VO3os9W/SfM8H3CvNTb9tDxkp95QRKrBwKrEOB
KfDAumXLV4M35EDOayuvePm/7J3LdtxId6XfxXNU4x5AL7sHmch7kkmRFClxgkWJFO6IAAL3p+8P
srv7r7LbtTz3hKtUEsnMBBBx4py9vy1Gc9gtRgjAzKncbWOXBEjk6P1cU5kP7EMd61s9PYcTRQq4
N7X3Df8soFw/8FwVUUfa9j4z+/hQlWLeSXfWe74huWSpFniNO/HsD/EBUUOF3MbLX3Damr72z470
P8twPkA+l49Wio+Uk5wiR0cAktMG/KnenKNW+BVDtnK4i6edPwRPIcPGmnzoJyekH9Um2XuZlnQB
E2i4DaSGu968ucpKjnNrPlWWn1xHCqRt+60VmbdXoree49piQYwNerBLFp4Zem471IkgQgWdO8gU
Cbj4EDQXrSNUFe1VkIkHbzbPtwvukz29fCYNa4oobE/mIjBaxbZclH0Lp7TeLF3qHN0qGY6xmiBa
wpp+QPbGrL+FOb/+yY5hz6K9DA66rvOzzOJ31xt65GcTZrgx7Y8wX+QBcSAUUstSj02o1KM7fKAN
rW8hdcMdAQ47oRfvmtiKL4yZtouF79sakuHBRmj0EMAvvpDY85C4/aMpWus+jMvxecyf7dS0v/7+
Q+08QXazb2ViP3vUx3fKq3Er5Ev4fRbqxCEGBGaVlQftNfEX7c3Vl/9cAflbfP+Pym0RmMg9QZmg
jYQGbP4lDweUhR6BcHNvzO47JsO3yXdPQ5WHEWGL6aawjDPxRkvZ7phgjIAbp3e3DNZ82l4f/+a1
/FaY/unFeI5wbYd+ReDZ2MZWm8Q/yJ6bAkjUECNmyhDhoOTR5hc/J+VBONm0c3PVXcLVmJFZ2P3N
PqngixENFqfzyQ+rICLEEWZeBRG1aGpQ0PEy0tJDP5M60LOTkgaJRSZJa6NylAoOwCRjWp2tc6E5
vopH9ngARIDyHyjDHWcl+aCm/IZ/arj7/cWYGMzVE9Ke33808x8qQzRQ2WK4xLi/9aD1UQ6Bf0Eg
lJ7aLM0uJMA6p7nOm3Ol37yBrbNvfGSPZl+nUNG6bxW+sg6q1wMJCkCzNc/Z4sATzhiAIatJiS1x
HLqsjl2infbrr+XQeYC2PZQ7kgTOLPZfpr6FeCAX8H9LcVwofzaLj5aWAzzp8jVnC36O+51MGGIm
1DoONC/ICa2NDPIApKbsXusJh6gsQE+rEXAQuLwJTm4sH3u61VFQTmL/+ylwsocAj/Jdk0zf7HjK
XxgP4SWZyuTcOa8TIp/H318Cl8IQl4+9lxeZluU9SMDmWmB27YQhn1SHq/o/v3/+nYBZ+CjAXSF8
O7A9KLR/uZebOhOwk9dezSSYbLaZZEDuyN0PODrG997vCIZBEkT0NP8mz7vxXAHH2tg2HTOF5YcL
RqInMDw8Grl3lwYKbGySZQ+zIM/KSQcaTW4b3wzH/QHxZeKYhIgjjRHjKetbiL0xqmGPIaXUj0NZ
qH1sSdrkDdN6y3IeUjwMf5NG565v6U9PDO7IMLAsdCNWyFP8l7dsNsHYqaZrN7JfAdeLL6M1m90Z
IGzHlufu6wnBpbY56luxbV4F2AhTx9mto064ZSYiPGm23TlDm6dCYJhTJo2zBF8NGy1U3/tkHb8M
91VfIM4nwJJynu9LwGql7ftgxisipbu37JaZaKORtMrp5lDEvqZub57jpnoNCvNsVYxV8MPEF6tC
TboiRWCJyFdOZ9XTf34X/NVKtS5otghCV/CpYBn8i9soUbadwq+oqOaGYkNT69OvjF+ZxZmjMdZh
gYVSYfDWpBoQcH9zC/5Hv5wGhW2ugYXciX+JtGLpMXKZMHGO7fpj0i2VfXYqhtRj0NZf/NRE6+0u
/VE29n/7lz/b+d98yEC48CH/lH3NYOPxM8lk/Sczss1F/h//659/Tv8z+ZT/zr98/mz15/zvvuHf
3Mv2H6YlHC6aS+OUu0bgxRk/dfcv/2TYf9gefKwwED73lIM56P/Zl8M/WF8CC00QpqcgNHHs8Xx3
6b/8kxv+Yfm2zQOJazV0HC/8r9iXV//BPzzgLj29AA9Q6LI246L7bfz8hy2xJ62DJAdCjWX9ia8k
AzdI11Pz3MZliOrr7+7g/+j34bVFwsNW7OAn/fMWXEzayhtMQoRoXhf7YzRvy/Ay2x/QSQdv/JvH
5a/e7N/vjvA3W4TIKIT51ygyAEGNwaEDLAJM2XJ5SY6GuuXMmWKYF4P/2TAT7O2Tdp80E8Bansva
2tPccczkAGz9b16OZ/3l+WVEbJoICNy1/MCtzqX7UwFiJ8hFjNyF7+0vT615TeDNkpaAIybdK1JP
4vqnt2q7Y2xgSEPCCtBtcYzN8aHtapDS8V2x/MgMJhLKD05WbW7ETIMw9851kX1pPP/eQbVBv+CG
rfYHEtjrEra7RtqXZgq/pFB3ivalGOajNTzr/pe1quPRPjUwLSS6S5SrewcPpPnp4AtA7YXn5Ifj
WNu0J4UFkxTSDWjuiX6BqgeD4zYz9QCBTnO6i/IYVMQwRJx1tsHAxx2cbI5KKcGd3UjmeLbxuKua
ZdmMqHxrRhGSQOn1PRD2hUKqR8+9yf2WcK5sU8Jt7ScCvSFeZgwOYjharvPhs8oqj+k8dPgKqdEM
aiYH9ZJKoo2QrAaWsVsl/6GHPH/6SGhhg3y1ab4LlIBjNEhGROmt1zefUXqJYD3TCAqyW9BLBgnW
FnnmZrYQp9Z4NkDHIGdNvG7rmHD+GUQ3iNKRODIzTWvNWOEDyt+2WaOiLABrLwuDi/XzSyTMn7eM
uT3Ol23Fr3IwW3T+CpwpoavOmxz+JaEMO49PPCheMsZ0gQnxv98awZsKNJpMPnH5wnuOiweUkxnC
h06g60g+mWNN81oWsdes3eQMCSgEOA06HHUWTeKNmsGmJ0jI+fQWFHwtKaAIUIm7ZXgabglh2CUH
a/ywaaw26m32PhRJMzIg92A2dwmXYn0JLn5q+I6oWjAZ4MAxCeepSP6tcbVbjGQyDBahu1cMt5l5
7wKO/3aQf1nfLlHJhNeDEnLR/udoATOmS8y3aayUy5Um0Jhdw+GxwJqK7g8lWVwA3EkdRMzNLm5w
VNa47WvUgB8o5UG6EvKNKmZZu27jzTHubfnmcfVqrtMcF9GiX4zlzWLeOMDyzq2GRLdPi8uO9LXL
n2ibrbmuG50isCBpyGFeZmSoTueQozywEIdAH/5uRICx/rv1OmTYoIcGqG3/qOubwRPp03hAYMxA
t0efSL9ukzt03pN059OVdBYwTNwmwuJBmbjhkAsuIoFC3tL6Ky5yOizNcgxVfPQK0KtQDGgNYjZB
cBPSebQjK/9Mucra5WNOqS/RRZo6OSizPLoQliDBkrlMizbYYr1C4sb7Ic3NK8MtYzx8hGuPlkch
/2y5iSGdG6OBoMrj1vm05MFrPiYurMnhl3iAKOa24aNsOM9WDB6Hmg8TMXFs8EksoN2Euu+KYmci
wkYJesU7+cKKtvPV8lUZ00+rZXDUV3ddO311JOK+wr3rEvfQ2PxoAtq8DP6+iU4AtznBdrDQQl7v
+rempXaKB78V30flIVao0f8g5rE/C+ZYRfmWYeZqCYtxUGoOzYvFUUX1JInKDwksnajrujtTse7W
vWmavgj3iQ7VlukhBB5e1PhpM8wQDKJXOlZWck9xlVIS5GSDnQNBytweNEF8ExnKHvdlmFRbXl/v
F19A05zMhlhNlpChMlna1l2CER2fUN27PCvciyJDJSA3fvNZtFxm9zG23/LiPeVgrWQDZSz4gcqa
7rV/TxcWFAIIOBWgUn8r8Xim30oEUHnFCsgPXx9UngPyoGHVoEvjJa27k0U337Ur7lMn8iwWML/A
AAPeJn8Brq21xVONnpxnsWw+xIQIfYKN9NLyEGWspXb1OfMACuhZvFh3JEaeuJt1HTdTuqrgItc+
RDOBHMIogZxbFjTtE9jYPitgvfCm2BZHtCUoIoy22xrNjeb6Pmzs/TiZ6QYVOoZGzibQxPY6Aw5Q
Tj9bzfldILws/fI8upIMsRJCvs9klNwjQe977fwQPgQflW5YTRojrzWrPs0Bqn3MHcxFcfhgKvEo
GYb09mOb8/GMN4k4r5i9SDXbcEx26xpUcI1H1LX0yAD+l0f6zSxvDb5Sa7tuQHXa/75y4LQ2/rmX
rIlIVUMyT2UI45fkq8mdjqbh7CYjQZkZfseGEJl4QPoKtaBbrLd28q+kgv9mAK0sn7+podey9/9f
Qm+XT2AL7/9YQ6/f8K8ltBX8EfgAbEIq1D/zfyyKa5gtawkdMk+irvq/BbRn/WF6QRBADEJYE7oe
Jfz/KaCDP1buj4VIjG/zPFf8Vwpox/T+7PEVps1h7Hfoc4DD17G9v5zKFuaVgZtjXGhSNlRBHYeG
l862JjOnU8Fp1GtXtSJ2yTDzL1K/VgCEEX4Pyw7pVbZNgwXvryzIMwncE2QDZK1z/GJbVXHq0Dap
tHrqDPKsGSww0ekec5wKQEvrb8UjxftPr5fWGXnDF77hYlb5ie6toB4hsQNCzyXpamJnYCoOMsAu
QjzdxjHt57adI8tCUgYB0ulzPPiB+d4nZb513MjISn+XpWiUeqvQW9ngGGjdGvmek90GpmyPNTBF
epOg4wihjYy4bLfzhHYdzXeg1HATDLGZFWW4NtkVp6J4XAjy2BaiupQFSnXh6/Tg637cgzgNN6PS
94JBGwXmpXLpoHl9R6RN6e/RxQSbOSSpzET6TxchpWMQFjjVJudbUgSoN8TZD7xfdkNEVa/KV9oi
Hyg2KtAQ6S+tq28dh/bDOC8+rc8jYq8wSuzqJgZUHY0X3oUTS98QDLu4a+2IKURpCrkrPeSHDSJN
PBvg0q3lR14arw6xOgRMaGLmp7M2511o19lmTsZvbekdY4wS9Weaj+QjWjDnZ2qjVIegrRFERrBm
iTGto0xap3jMz1nokDhY9191kRwbOb25GDxD/50ngdojLfZz25aXija4X+c6opM47row3cBvn/cV
WXf4H5mbFQDau8T5Eo/dngrmrXDYl+QXXGJPWVYQaFTYE1OJ+kcfsB34tfWYjz1CJRZFnMKK4wJq
jXop9T6M0RL6+Bb9QjEgaPI1ZlrfqpyIiW5gSxcZb5qTBP5ydkjq52hx8mMc3gMc/tpqwAckjm1D
qyApU+bnziKajk94uFTIVwfCpKKxckMmvzFldQMBIwM+UkruStf4lD7iP/vcduMrJkFicQZ0jPby
5mfL2dQzRWI43Kku+UGEx3UxgvrUw5Mg6hQpeNpwFJqS74rhCxl7C5ZgxaddDNO9mzVAc6c1F+we
on93EN5IZJECjecMZDjoXwsTodhzj2OwR+gVnzgN1YnIjjNWWBxH6pvCZb7NyykG3ccwynG3s8np
0G3XGhIiGA71AJ0uLUpJjU/j+W1eRxB9vIaHIOqB/pkdmTaROTMoYlD7U9Pl4dqoxZxcVhvfJOQL
atQGU9RLMpMmmHjXfmArnAKk8HOOWxrLtJxZGcgyQH860J3FaknnvBCvBkOPLayx26LaSzKquyZY
3bbrEa5AxaNrz8DJRuSJRzjypmoARDveiOEEWPjOS8HvpqQsTnYKNwaZNrD0PR4AL4Varz0Mc9xO
Ld7DJMlJTAgWPpPZ3yOStmDsdF/mmAij9Dy0wtoDyGS8rMJrjR9rl0Ec3BpXf6oMxo/XBO/1XZ73
Z23T29dlccbtXO0Ms4qRYNBQ085TPLrOMcueO9a8nen4pGNYxfeRitRNeiJ/Jo5fcx88DWHYH0yx
hkiudErDqdVhtGt1zls4HSMWXo9BKCaiEO1QTbpqnF+IonG3i0C31YKDMWdsaXZLqmks5ltVocRq
EEKHJuMoFx+shW3btscjLWjqIee9BkBz6CUmyWm58RQvkYiDkzORaC0MB6MtzULE1yniN9x+ZDa7
pNDq/mUJoVoj06gFhZSogp+DubpCwu4pNhcAlwNEmH6TrBdFBPRFApeAQWf+OsXjI7Ump8xEWlfy
GRfeeDedIVS17iZ2rQdk8/eOM/10slxvBns0d0jp1hAnj0PgM944ffs9LSoVo+zOKy7eYN9PaSsP
rtN/VFXlYUKHhzjPnJv6Ca1V5bfVBgmMT8IL69QwjF99L4jyhJpdFK1Bo4C4apbBfOuKKozEM0hu
Qnst09iy6kQGfsNbLv37ePGvQ2/hyUyHL3ZKm5v+BJ+2ey1yjG+CM7g5G9+6BbmyQ57hblipZzDm
P/oRw/2C1hWUGu7S3KUcrKaLr212PQIcbFd1p0YSS56WLpX6CDDP5etelWAKOix1aJCCz7ynVIf4
uWCt8mHRQn3gSIk1pboNdnoEZRZg0FO3duKAUznNYzBYnKOI8M19sOd5QXawuE1eBb1WQ9JUbfw1
Y02kTR0f8jFvTh0r2tRb58nwyl2KUFgg1820vfcM0i5GjYQ1NZmrz5kie5a+hZjQbXTAvcD24+cr
WoyseUamsIingwiXX6Ye3xF/lDB8rZ1VJY/t6N6MoHL3Xhic4i4NdqoR7xXMTlxuXMW5VOgv+msh
h+LYh5cwS5aDMUCH8+4bUeaHjFZe6KSnyh3ecuPXFDoPpYsMfAITsdPSevJxbNcl4Ru59s6Yu7Fn
u8GLNCjeJfSnoU/jo+Wnj0KNIIEr7nXDwgtkE2wPQywaXZeuTpEX12whh48A+CehPJT1qU/CZysj
wgjdYzuxjutFbItqbo/u3G4RRyz730lhbdy5F1bmg1VDD0JtVl2KpRtvscejkOOgyIPCe88E5omc
4PHZR/Fq5Yeyq/t3uzPO5VIw0i6CZyDzjPAUsvZltXe6qq5hAjfzPhg8GSVLbe4qKBnVVNnH0eE1
TGOOA5+vUdi8gUXFW5SRUF9TlrBJjyXZKejUxlpf+7LhRJbjwHKLnBkIQoJaxvd05WYob+iKsD9p
Rvc7PY3WaUnrd5RV8mSUHtwJkryHTNcIqfsaFdJ0FMs4XGdLdJs6p9uqxkRvU9Xe9VOOJzn2es51
wbtyCL7HP9iywPt9xLgSmQHRHKC+msvCI2DCjUTJPJ+X0JxPmhhPsNhs2R7wBInYxSS+BA9+m1HF
EUyVsT1g95CCVbZb05KQ/ASp43EgNR/DsvvlwjW4V6HzFiz9dIBVXuynFQjJpmoe7e46Gom7B4AJ
/DYv9L7FKXRHIM5BL02O7ge6UypdnIbLGoq60CjrqA+H2J9vNQrQ2KvA3IiQFC13VyxFeUIlnq9T
vwHPgzhaaQ78sgOQDmYAukrohv/6K6rejYRcQyQnf6QNYrmPkubH4jbp0Y9H4nhFSdEhOCi65B5V
89c8i8Bam+eyqtsN7Kfy0W1RCSecCM/k6obbCUT4caVGgeXHXDqM0JurMdxjCnzyZ8ZRVlMWR2Xw
tBpVfFFygQcbNMm5aD582YQgZ1Ry9ur5Kj3J4GVVCFjLcDadQJ8LV94jJLyCPK3vUH0VDwbtBVH3
4ro4CCMa9v88pl/R9fRrsCpMR+S1GDOW6Z3TxbJSHO5oypyLxa2PkkDXTsxq5zrmyYSYBBsjuARG
eyoJk7usNoAo0nHTX7zMSvfst2vbXqP7z5I7wMKgpompuEAmS5C1ofbv3andmy5SDdPEoF8MCZ8J
o/cB5lUMWooXSjZ1S8pApesz6P3P0sqDHVPx9ZGa9SV3U39jOX694zxtIJDtfzLf7yIU6MBtyuBY
j0ihzYImyoJS/9ph8LblSCPZrNsd3fhb3nb5/UL8mJN4UT+KM2F5nyZJIku1JlRj4K27a6UJ4ZjW
JhNkpe00U2fJ3HhRuuoIv1uPEVNwGNImiCaSsDbSaS+eP5+wZRzrtRk6juYbojTyfQeQDg6m66ma
EMpUBDp1yXRwW/xjicEyPPhUS7DYEpVdEaxnu47g67DMaArMrB7WfGSEQ2IzTAqhbXZH/C5tC5xn
Idajkrh9Z0OeiXde9mAUO1QVka0z3OSGvuUL5xgmdoSnjtZnT16pMTSf1KPlvuT9pUOWoj3GBOKX
RQSa7zgYHaVBltEDj8e7tos5I5QvpCHRjA3rH5kVplHT9hyS7KU7SqOPt7l2MIj3TYFzm9xau8vn
d6Lz6FA3irQJEy1MhOUKc4KiM28jylPmhCqQBy+vcUADEac8jYMfpduCg/PmL7ESN5XgQemN8SVu
kbHN3fw11MrdxdUcRMZUwVYPgpy2kX9yZ/TNDLkLgw42SANhhZuZ1OGhhXaRq/YJlPjMucwxQn+r
FYJ/hSBpi73uRgRKc5j8kHV6LK6Cdl4s0uFpKZmFNyEpyK2fR0jOfoqGzL7OVpyHapcsi+MQBNbF
nMnHyQnH4RB56enBy3B2olD9cg0bsDlVcmtJ4DwGOT/AtBI9oPSdKapJEXhTtsBIiQ/A8whshhtw
mSvnqSPz894oO8k58Zf71aVGjEYFbmYcDe+QKh9rcHIH9HGOJriY1qHKayzwdf61x/++DVNBj7Cl
9tTM89dXMBH6s21qmRGTDHPQmcPDVGLf0FyA3Zr83jcLh/TJfzdYwZIhMAh4ssF3jCBGvufDyziR
N6NH3kNfEBPnDS45u2DXZTw3iArR1jfiezggobZoJtdj/KLM4kfpUTct69E//cxK/jsZx510hi9L
x84uklaRAFjfEleGJzHps8nO6jBWMSBk0GysUOWyFOMNlI6M923XvKM1f2vLYo9M6MAsf+d0zT60
IY2laQC8dJh/6tn5ZfTAVVO+b54GdhowDbaPg5JjKq5ewSNUFb5EasuL+kGbBTN/1wQMl/BkBcVm
aRJKsGT5AlvT2xbJeBtk7pzCmmNoZg60Kgm1U6IxIinCMwoudQomcXB8+dCs6mkHkyxmU+enslR+
6ANiBPyWGksUI9hj22UiRU+3oJjaFl6EDkceHFk3uzDOb5PpHoqsJC66qY9DSkPCzKrnZFE3RbPe
rUI478b3FvEGq1HxMayIXTA/aDjWU4Str3GhnmMjODqeea87NRx7Ebsg/1eJd3uwsv7g6eRduE17
Ctzi27SEPb7f6XsTJ5zkguFiLOqdXABa8QhlcT+hYGjZ96pSfgXT9JGElPNOwnAhS5sZqwjkpdGT
z6mCYiJI59k0Bt0RhE1by+bEWc50S8kA66KpxV9qVDimjMLcuXadIDumh5JJlE99q/FN1fbr1Lo3
L0d0Rn4fepSBA0X7Xqcz0S0VnrWqxIqEXYsKFhePFbwXfmkfA3gOHAMPptdj1Jh76LauF5WSkZ/o
HqYg7ClbgTytsMsuz3f0yAXpHAw5Mlgeg1+9SHLtDoNHvoQvml9FwemDBlRR5Sbp8E/AIBweTOAG
BMUwFxRI5KmsD7S890YSNsDkhg/8KfqsqVm3XpG+FUWSM4WoT7EOxBGvOz4DIELLCN7Cmdcp5xnZ
K4MRcpiZjtTfbabewtOgJBJ3Z9C3I8SDv6blTPff3YXZCAU1952zNKn7YriP3TCcatfxT7M52Igv
8eIJG79q6q6JGHFdYtg7B0CfMyyvvj0/tYRq9s0+T3kxSzk9TYX/o8WLvPNyJFWBjZ2/1PBLE1x0
JYjS5MPJOsjcGW2ORbwVdGlow/2yTc/ZJ56pcbaH9Q490LRRQXsZtHzxmgwSl5hRlyaPY0DzpkZp
S7bHSJQ5MuMqJFelaqzhAJp5h+jIA0XGv7C1zLd4qpgrWk1kotMzfH/be2RuOzE0nrGFGGKRUW+v
8y4FJCDo6bAM7PlU2xqpl53cNQuZ27NLOLhe+q9lb8T7AksF2BaSNqTonhnALIgOt1hQR4w2/SUL
W/Zfk9Nmb2p7M9vBze/ydktsz1vrevsxb19EUfwsFvteMwtTw3tZkqfYl0TWlQ7Gv7C+p6JgBfGH
aVfTQ0OGbTGdLTiruG9p4RW7sc7vA5cMBy8mp2OR3o/GsH/EC89/CdRX83+2pfVdN29FI09DkuO1
AIvkh0EceSzQUV16y6Gqkoe4n8W9t9rZCfQS0nKoNprnpKRH5DfJQ+cynW7BD/EuMavmUGMgIrHH
Y49QdnfgZI0GvHhJRiaS85A9SotmTJCm0zV14Ru2LrjTDleLv4C7m0FLk0yzbqFuuoOkE3VFEh9B
heuAfSzIzWyT2crZkwf4ykIbFbmX3BGl++BBCr+MvQ72U41AaV6mX1NmXGZC6U5VMe3LsQ129sDa
phnpAibpmP4TngUub5NwXzxMs0CCIDX2wgx3aq6e/HXUmXHIOVF30E4xfxYNM38bN9peNIpGhGNT
1QRp5Pr0Z1wqLbiRnEF04EZL4x+aUlVnTVxlJgzylkLMpind63YNNWT0GhmKeSxC6MiZ9UjYbTYd
rKCNOvi0oFjL1x7XADvYMTddKqvp1QlkGolkhH7SO5zdXAk4qTymyAUPvudYWJRQNDMPVeOQP0jw
bcbCD+Y3s0EwfNoL2l1u383XwQte3UXoqIfteCgS6qDep63JPuqnaR61poQj4OrXvGgrONY4br1c
4Q6qryEk/Qun3S/KNaCVLvVb3czp1TKTl3HoPnG9dxZj2qJM72KU6/dGGENV5QBWFld68NausQVA
o8B4l2NiRlZPIZZXewJTKgTu+rUvhl/aBQ6Lef4+p+uDe6598+QK9tOUuJUSO2SEeuvTSt7aLTEl
ClqV3404P9BUbhrB+45VDQuIvhL6GIu5N4jTjquVz9OvkXTdB7swT6xbZzYJMizdlYeqowa5MC39
EqG2RXtLVLA5JNEygLL2qem10ZBNbM4LTmNfPVnAF8FCQoAoPMPeinACpgaD72jj9hFzNXzlNHJM
nAADgJ3k21Hkvzru/aSAiE2aDyL0/Be3CImxusU9EZOU7tOvSTmwMALJEEUQSgixFPlAAVWQ7Q2L
AVP5lBZZpOoS/FvcyKif0gzenfVQx9lML4s/Tan7ZhryisryS4GbCVdSjzm2MD4Wv36oBJtlYtH5
CJaBnmm1n2x1FwycVIT0CESqn6fSbtfouxJl8kU2OoaUweRBlmVUP0Epo8EejIhiewqP7MX292FB
88+sOmNfFUj0CpF0hyC2IwBY2dFd0NIntBgAP6Qb2A3lXTK8iyYoojqb9nj2Lzx9kuhLx8BeDB2y
+lIQrMfsdXoHelmgRUeTFPfmETjqHmuswfQbx3PGc4nTvTwXOS3zTMH/0xa/nduDE0ulbl3ItLqr
wViBH7jL+9nagAMHVkrfPDZCsjPpD8qWIayVAxQJbUJQkr5Q4EdKQLKFtSeE4A5C7nBoJ/uWWfGz
xxq1rQ1uXTf56aRkQNEBBI+AAQXZVPkMPmGkgUrJYE75YxeXLCtjrZAckzVb8UuPho/yvAoCkqI6
9wzCzt71aB2sgIZSV4N8aXBZbozU/6BTbm8bL420v5xQxRAipBf75HCw9635TelhhEGak5tdjDTb
xyv1AGRQix5sL+cEMcjqF+HYWzlwCYxc3LEDWDtpycdxBXhyCntL7KzeB/mI1GiKutiwzsJD0T3e
eSip2PCoEVv/kiRzgF8ptA6s3Cg4gvKV2M2dPTrVrrOzn7DikH8WY7w1F+cWD1iT+gDkCQxTQNL0
Xkvc8PRidOmiBemqC32JmSkK4NvOmZYvduk8lU53rORedP3KjVTVCVzQm+0nr6FqQHW3rxhehg0j
MXwEmu/Gdzcn/mvW02IrFXKgWQT3OqMO9U2OGdTySJJxPmB5xyeFVER1+qnUYb6VNoVA02Gjs1F3
7cwxfPRscSxLxiaWwTcvwA1TsKtUyjwDxcRpJQ04ZuUBKPok4JRWG+0SAV14TH+YbkJXBmoHffCE
YXsP/tQkWwjyzI/GuuTjmt6BEXEzNg2qAQgUcAfUkenlXi71V5e4Ddpn0Bft8hXiUXMB2uEBFynY
maoeKOfSin1wtZT5oTu6S4tmSOn33FwYbikGYshubCLL6Pf7AR8gTBVoGjo7kGfMpbKdl6q7OXg6
0WJsknx+HWQJ/Y9xz7a0xePYDSRo8NlumQNEMfaEh45uvlk9hx0jLHMs+4uVuNU+bmbclln9ZhJY
F5Pyds4sRk9SB/xy1ZLjZrZfg6l7RtDjb7E10xdTOqEsNGb6UvaBhQRJxQjBC6l4xEk8nXYw/7YO
7ZmoBlq6qThs0KeCDNy+Kg9GTl2dAkq0s6JCn+RqoyGgb+ReHP3qPc/cn42PayQHD42D338LlIV8
zNBgF1kyh4ZbBZJmgAUGP9+INYIzEhErA5agXc4gicJdPYl0auAJjw/0568ise9gpF/06o+XcUwf
NPXSQ7tqb1T2lhrqrpA/lv5QNGA+qla8plV3b5KhdSDI421JnV+8c8ylk/2UkC9DkTA8YjT2jkMS
wrOdLnZMy6oW3xzml3HcEgXWX0OHDl/Rj4is8qthzey0gKxLgugKn+TKOBUEIY4chEOwPYl2Xk0i
21yvhXq0bldr37YmVnZTi0bgbYan6TfmiJTKhuMwk2zdW4zaXV8d8DOSGUIsemYQtYfPmPNWm+5Q
0kGXDfe5rO0LZIotAO0ogEJOui6Skh69N+jA6c5VzCqUDgnaNeNX7facoEznNSOi2FUmlceS38hE
4bw1p8k9PwApItaSinoE9f6HnGHTODZDMwaFr7NJFHzbOw06ftSD5CD/7BZ9HqFGRnrqf5UdRkM9
UpSEovhqioZ0hvipzgyHLfez8kJ5du3sFWxWhVcDUs12tDABzsy1RjY+yrSWLcho4puDnitqcqvE
wuZ+G6Rr7XxL07tl0RjCj24YT2PN/VrO3s+2a8Ntli7fFLaOCLcYJ400EBwMMO8ujvklMZsegVEI
CyUG0JIDuMYR0rznMl4tvc/rBkdTXLE/YYU7sChEAE9F9x1jdrgTPS3PHHlplY5PUKfnQ0HIsxLi
SksOhYPKziwwP3U97K3/TdyZLTeObFn2V+oHUIbJ4YBZW5sVR5EiFZREShF8gSmkIOZ5xtf3cua1
vplZt6Kqn/olLSNCAwE43M/ZZw9hTcwtHldQP5FTOQF7Xo4DjWZToBvDW50iSaVF/FaG+TPGRu94
1CBQMzEZsgsEXV1j7tPApxKytSNSh12N+aLexj7M0HDnkK2HFygAnQ/6RfTL6zga2Qqa7qouEoom
Ixp2ZpO9wXlEhOKZ70ma3rTYeizn7i3Kiu9DB2+QAKOBq52ODUVWkUDOC6EWmDo1xphPLpDBl54n
Ogg+/rjdZy7BvqsvMVDyiJpO06lNLMqzx1griwc8az9LZDwt3tyLSQb6BndJlCUTXVSkAiIo0It1
1+obtr0OE0b/W+66byFllei077XvzesUlspSNO1nnkXfLREQPAcz0SfeQichdKHvnMoel3rWYcpN
W71s0aRYMvomDUdi5Rbva1OllxbYviba3sDBoi0RscNkxyyHBsKDxjpi17UirIaB+K7TM3RASmcf
rapQM/iBRNkbwEsdGSztbOADYpq4dMobaXvhCrIkjzBLT+Vor4ashL6aYlCHOTmqPDadNl5lsckb
aFPMjk26G0P3U3bOfhRM5wbPRdVOp7+2dGbxHULeR4M4z4QealFkLkM3oT9KP9hNAVF4k8V19AOU
w5HqojGVjSItAf52zA+1+GuQmoDQio9jlbbfR9bOxrS5z7aXlXBhym4l9fkjKfUWWlmeMkKm3XMQ
2pPG2TBOrFXF6VYb4tPznGhxdtdNj3Ptoklo3EvPnh9M8VkKIZfsrAl2SjJZOwK2pNYl742l+8sk
CvP1GJWnLsdXLWXzWZv00hs7x6wvyvGhSv1yR92DWVM64Exp88lKw6SloYRNf9aahGwT4KopmAaD
HkMelKJ8w03HXw5dvrTZmbh+a14lTvKaj0Ro4M85MJGCj4dT27A1Xf8H3D1Zvk8tMJDXUoSN3H00
8eZhDKyXWTd00I7cgygK7zRQ23PAAb4unBrPb/cVUZwNAS+EW2tQk7m4AvlOhcMq7l8Nbu1+o6/r
JmRhhQ0RfkmIoTe8oFU8Q24xZEx+Nh+LSDBjURitC9vJ7ZYYxgQLW/qvDiPLssArBDjwPdPwZjcw
ku/ql8Em/BfdF+VO3t5kWX3LnVaCbM0dkOL8ENcZOZkyDgh038ITnLFDBrPEpmlnMKfeO5rxZIzm
W0R0ALQgfzNp/SdPdmt7ms7MWt03Ysn67sNPQSbwzvO0VZ/YWM7Jwlo28bUyjKd86s2l5s36gpE8
8YIcl9mwL5igtVB91iiavzPaIc7ZJb+7M14H/wzSliwn78swd/LoEAKjT5b2yoN+SLTyLS+HrxnT
YrNrNp1JN2lWjN0xSdAW0L+ytYzfQ8HSs13uIyuD4qgeNuNoHRqLgbvJ5HVRzC52FKG2RYtHeE+X
nHJhHbUypv4sJMvP+dIbBpuFl6NY6f1jhY9drtqprqJHsS8V0Z7w1WE48RLSp68HxLaAsWG+MmFM
LYwSb6bCsqGjGV8aeyN0jPy9mNN1bjNhmEdYO5nLPFbQBIfzVx+0K5FlEOQMPno96wcyEBihWxfs
p6tNoxnHBFelil2YaFxJyxlVxTLotGc/Cm94Km9TwriQPrcb0jzPdFKiEQB/sAOcuFy2jGuIY3qS
OtCmOUjrTCgGhQ+cZ988ZFWGcKpqPojTJYHBxYe6x0QZfrWy/Yw3KakaK73cYJ271LiyJZwbZVRs
mCtbYr9hC0VAHalsSathlmeiUwg9JNvzKLst87iwT8uNZHa1dFvvmhjBV2zJtwFSleEV7wIqT+B8
EUabrXpYz6Gp7bGPx2OiKC9o+DHltsdH0qy8NTkin4gAX6ELEkldMf0koiDthdzZkU3xE4aoDuAK
E0LRJMJ8E3ZEoGeJk1cYYgA8M1mzEUq+Jt74BZ6qbTXbOqbCBap23K+psHHcBYqGqYPkcOrHfRxk
RPAG3c9RAxUHaj7W6gGx+YUq0zjdut2Ip5yVplsTyWGewGyM1CZUu5W71l1sM7SCorTsXzoNTgfz
dqQemC0WeVajBnG8/dhhLDSD4kN+pHyCash4a9soWoaO0V4GiAVVjve7SGcEJUGzcwsN+vQwn62Z
EOt62EW8PbzJTrKa4l7thECKKE++hh+igb0xhT5+LIaPPz2rCjkHduwVdcbTNM76MiCEcZGbJba8
Ano1JeOzTNjzB45bAwkXb8w0beuGvhGP2ouHHzgVTTIs3ARnqwCs0M9yDTdKVMsp70ldQ8EuyubF
jMkPCp3AgNTTmQuolzuwNBjPffSN4PLHtGSW5pn8qmwILHo3kp0RJi3mY1r130eTcUkOG2wBiQN5
TZcO1Oz4JNYZu2KJBw6RH5/ChkiY5PO3DL9HGna42UaKjaFT/NB7CCA6dvUky0aIMTDyIXJv2VJw
ANoS71UR/ero3BCTn7uis3ZSoo7BspbpRl/OkYM3nVN+OhKzKq31sfZyYE61ku3Va+wnRpebsBiB
HAqYI5lv4RKawWDCXu6YxPNF1sWuIvHBz5rXvo+fYioBZ0TfAQtllXmds4sCyhdL0DDZ5PRAzHnP
pPk0RDXGrb6TLHUzPXLz6yWm3+XS9fxt3nqcMp6xI/O6XdCE56uGzo33cT9G7wYhgQzVQAMkhH8f
dxe3wDSzEAM2jVhSRH2NhQee0XVI0AtgHPb3DyHn1Qa3Ppy/SEPgUeEeovXRWhZetggr72c6Dcdo
BCWssCcDur/gBV2wxWMFYM7F99BSY8lA7IqKlj8HMLYl+t90GHGKFcWOKY5jMJ/CldJ+bmHpV9a5
nN79IfwOAQLuADirMcJ0Ey3+jVmzZqYZYl3ww3cR4pcTaASUsljzXjDaCELFZ+hYdzHF3g7V58pG
IwC8OpHLi6fbuu+wuY8wPoc+mK1DE2WQGI/oZk+lTmbHBCcGPguFw2h3jzH+L8uqpJ+Wo5J09MGj
SQ+LiqI690YVbonIgF0VynWJXodeFyuyNlvB0qXC8mHvJhaY0MxUNwlgBDMEVidlu6+0zgUhCzaY
g0nayKFgsfq/nMR5oWWgpm8agoySBelhL+kM+Q4CEkWejz1tlu/agWAL7wKQxzh/0hnAcHxovjC/
gRRSzI0FWV+d/as2w896gDmrtCrOAMKctOjKRgtgvYm/Ao2JsxSMh+A7LAb+GrxzQMIozOtkIDxz
7HdbT25pOiKgszNsg7sa22MoDIlnBHv4sK+zhcEiY/UYWyLm2+jz6mACiMJL20W+vAgzGxMdA1x7
zFZ2OLgLr8AsNs1jbS0dHP8ZVW+dyGK5peZGHwwcvx2cxOJh3petg8otgvZREy4UEcC5gpyEo4vX
H/QpXY8cUrreri3ZzS8Uv/MLWY2LsMYGg5lJDP1tuqe9uwssqbDpGbqNKYbj2FlkrMUpP0DDUTkv
6HBBa0cikGkvO6KzIrf8mdU+bwlUvmHw4JkRaA6eAZ27hjMZaFjGoXvbjlqMJuO71zUHaZQu3Xr4
PpRwU5ss/WE49SMzRjxd4JbkyfRT9vKxLdJtMLfHmuPNghU7jeOW43Dn+x3FUndNJZNG35fo2aWH
jfBIbxI53qWNMTvJsa3NGtCXLnW+Okp+fJlC5tjutRqw4aXoZqQHgDnAWC/Jl9/Xub7qbMynUM/P
bXuwsYe2gRd8t0tAhwjSzVqSJZNgpIEiYw/z84kZDRtqEz7AZlyRy5utY41uEKUkAMFc/NQEehMi
iQh6ds9ItV5mNOUrf6y9Faf891GT4SHXvE1l1u2uJl+Fg0iNPGoot+KrHbRp7WNnvwqTQSd1zHz3
Ki5L8+HAWj7NctSczM50tlY4DYuERBx6G6hTXfNpdsPRgW8EKQ/iQWLKvRk13QZned4zylX6gnxl
EU66DNIjJsxAEp3EcdOlHaqG4J3AHEZMjG6G0P4xNry0mtQ5oBxnlRj1uG/n4oZDvP/g5yA/cYnE
ZWbWubQcI32MxVSse4STZcuWBU9sC2y0541/NiuGxlXGvlMxXQtLDZTRFTqe/ZJd2kSmamPeCpRK
d2un8pdr+xhguw7+wQ3/qcbap40N39vB3rNnfOt0C9Wg2f6y0+jqR7g71D1BNCYuZB48kdCxoczS
5QDfg1rZzd7b4bM+PwbQdrEXgNw1njyCSRZJDmI3eWgAdDmwl/BOIfKLgMcAB1EsQdHN/f4Z7+MS
uUGWrcwucreTZKom5mVfupySGZyBxoYUTcrfUfgQwzrgDEYtacAQvg63XjKG7+kERxUXEK7oPkxN
oeJFtLRjSpa8ZsjXDJPDRVkmLxPeAEucQrg1QbhBkAAG1e8j0UHmgq2Pcp/g81JhqetpNBhy2C8E
yewmC6YvsUBIF3z8/n2NuISJEEHQk1VWa4eg8PZxHGOvi8HpokAQwAw22Il+IGtV8YWOY9N+YBjx
opG+u8O1eD2r2UkRkkHMbo0hv3IAAK8Gy8BfidrstSyyFluyV7xstworXYe2IkAzoZ8SetVgDGwY
H3QsoyQEqIyeHKJPV7EXfpquwehrm1oOhtSsorS1fxFrj2OnGwIyph+6bgMS4dIKjL0UWoAjWI7c
wDIb88kcnY1vBh6mJPmhsplAF1a2zWb50nTJdjQ9fGeK+U1iz7ly++QWedTyucEu5SmKj2meEQoH
uzTY1sGy1d58A+YDaV4YfRUpvg8RU5eUQ2mqeCRMq+ttQRwj7QJzNd38hmUZORgUFgDk2KrrxAnC
nd+NvqxYpRVcxH4PaQ+FppVFq7IkdQOVxDHxAOSi+c20MOonr2DnQhc0nG7dUHYv3Eke8BjKntLC
/k51xh5FEbinWhqeyRHDR8kfcabv+0Xn9umWnnkNSfqrKVNji3s81pwU4ViDwZjMeWkFjW/OOAgK
KY3SXG3ZGUkIFtveRMxWZiDKrJebHrAxkFX3EsNGoTv+CgeOHiuHIqMXtLhESnw2eMIuQ4uUtdl3
DuFsdAvNBbGeOBn8LupWs6b4awaB0fC329b60nJrV3ukXiVITcwW77B2ZETnVFtMsH60MbVyN+88
rCoXjYJJ0Co9NCbSQEemyA1jIpkdvGoCLWoO7Yjo2oSDhLMSWdj61jESmwFLNLIFQ1VpxfchjZz1
7N3GohFHE46rXsPlSMLM2JbOoQ3fuizcV0oXP7rZqtPmn47MX0Mn/CoVvJ51KWg7njG+v5+r5g19
ByhpsfGEh1jazfZ37dn/P53e6vU/zv+2/oraov5f6lN8FuVUU4y1//uvf2z++PM/TCb+8gdUrVE7
PXeYVrz8arqUb/2nHcX/9B//Z3YXLiYv/7VUb/NRF7/+bdekH/lX82fBnvq2f3heOBhb4LSs6wZi
IcfTbcR3//C8kP/u4DOBYM/ylC8DHhb/V7LnmP+OL4TkH01HCuka/5TsOYb6JxcVl4eHFP+1/18k
ew4/6C+mFwI/G5MsJIEyEN8L9282DLT9iePYqb1E7k/vxtbSzI4H5azleBW8WOxciw4puiXbZzPq
3BXvJvs4mp+iJGkJbIXk2SEA7QLmFkQRr9y82LhITPU6PdAfUYYzLIYV+BEzWGlNZE6BDdBQQWuQ
YzluyImJlz2a/9lBfIQQtup+TTbTvCa5UWAe5AjNo/ayI8Nv9lRZnawiJIWAxhFs/uzVI6/FhJNA
NPa7Sk+vo5nuM90mk6/Y8TYuIsPaVi6sXORO6AWIPR5l+KNV4wY/yK9GUlyNiVZa/bRo+rSa+vin
ZXH6w0Pkz5nxpqF0j3/2FuE2OyaYMHUCz06Kv6WO54REpyUS4eXMB0Q0nx4Ikk42fgkBlDwOot39
krijCUE+cxkSmcGNq/xm+zBMYN2e1b2ACp6sIqnirYp8r1fme+5xZ7UIlgBGhMZA+Ua4p1WLYzuF
7Sbw6L2yMrg0WXYI1fd1KlOkZrSH52yJXo0Yldr9Vlfwu3Fh0xcAQRDAfdSC6lOWWvqZzu+OL880
HLe4989dJC8GJQWxiwsjZDMt2u9mG1z8yk2ZGSTlOtIYkIr8kogTnnaY5pMjyvSLlCnPYr4/IUIG
x9wYglwVY+YwykIqXGgD8yb3tSfU7hikqqGbuNZFdspiHz2o6354WrYOwEnZobkQOyNzbuyyR09r
p60JkmbbD+HoviVMTelo3TNgyhW7cVTW/I+dk1UxVATdcFAhVGK6BoHoveuQhsOoaXCH4NhPBLmb
OeCEZadX04VcppoWOBUvreCze0n7YxDuFeHTkbzob92QnwT3Jmy0X1buMumHDDQW5wZdOM+MJzMz
jVvqCZ9oyLg/LhIzKsed+uJGw6h7DjW0F+G86Qt5VgCzFkan+1tFX3+lttjG+AsETQ7BJL7plX9G
9k9KRq0x+QPsRiyydN2IrEQ7uDk9z9Zz+GU5kXGu1h5wDVyU+PZu1Loma/pkptBljZYX2ulhdA0/
BcIoVDmeu2hc42G2i5vTWNwIPbhNefHQddalVlfTJewE3rSM3BqQ3snhzcqtU9p0q/4LIBb+HvDP
3Zpxvy7hzhpct1ZE3ydhHL2GW2sH0Q312qET2mpMopdeD79r/mvjZES/ZvpNXYAWYSuCPTSAS6Df
esDmgQqUHh1R4dQEt6qE52G13SsOfis5IbJlNEGMXx0/phETlUmMpyQzlqXgEyeYDeN1P+CdVrze
1z6lBJsHtsEoPTeUn9i6GR/3qxtFcv39++7q/+l1hywtddvxbEeghP6bDNrWtLaJOjzfmwQJ8jAS
PUfigudmWCaC8DK6pnzCpDacNpOOqGRgWBuPtOrM6E9F0QbAnPGHxAsh9GoNnxYqjYLQd2DsDrZ3
8SJedJP3oMSMdWpn3m79UAsSfOLeeinxYraoBanMf7U2v1Kv3ZP6qkTGuzSH96RcJLso+iE8/zPz
wjWh0bwf5Yzmr8++jTUeLQ6RjdaqR6uYtcahK7OPELQAdaGDDknbO0n2Qd1FQzf+kppxIRzobIbV
SmCPCUme2X3rwh3VxhysB3dIVt1C6vlbNUNunnGxC7m+mc9FsBhGsLjYq19jDhBduubLVtdbS7yS
DWf8ct2KxogZ0KJwAGl//6gM/W8B8LYwhLCkhQYeljZnnfr3P9k+cdvMaI5cGGalefG4LnWbWs04
lLjNraV7IfLxAVn5NbVbel/IaRUzhkVSTEe9HM/qq72ZhzRaCZYsabjzoGjJ2ryiLNMWqTSpctmg
DP0XNsMfDv2QodkfiHBgaEe2iR6cu2XUeFxO8rlJqg9MRC6mxz8nbOxRlYNEM8QBqM0ISjNISGB1
h69wxj8w0yqWhsw+WksSgiN/pHifw47i7o1sS4tiwP159MhZYYJuctxJnxuINwAQkc2Im1tq+pMJ
P8m8NCFKadmfjEGcTJcrvf8L4dnPIm9Os2UeijgL1+AWZAriLzQ4zMUzj2uGwQarFq+dgFWYF8Zp
ZF+jtV1XotkIO0brEfJl3eCczAn/yHJ+cBO5nZvEYXbIFeixVMH1DBEDcsrD6oKZS49HVQRxhlaW
egOhoDB/yoElH8fmvME0DwDfwxBqDk02/46gjzL5AS3/6ffLQ/7dpEutDttmcRgWNnP6ffX8aXXo
HfohrULAZUkO6DxS9i+nbHBP88w9Ilvpp0uL7uvY57QBCogei9j7S1ewpqH/dKVfLxzTuODa+lEk
+uH+j0bEW9iiPV84cNphTgldHvSk+FBf2ZF0sBin7AP5BTuezhox7W0QA5sSGPxRtvYlmsxLNHgn
q5anQiCt1MPmFBtQ0fSEm9VpPGv1AYDCLj1ehIzBtIVseIHHXBbLwtI2M8mxANp8jP6SVKjrWqCB
hZa7+8x84/umZYmce5Wg08tJxNZx15MQ5jEN0Qtco+PdMMBCAcmWA28DKkYyLH3+kzcQ4Wttc98E
iGFZTU73ELKtOWx4E5uf0RqX3z8k7189JCkwIVT1tYTU/9dXeILiw5XUoErY5sJuJ1TTMp7ALE/Y
3H40knxBk3XWTjYTsDhgUsJ6jMxHsLdASd95ra30Q+3M6uuNGWyCocEmq9Jqa6Ucj9Hg/vTB3maN
ikXobLSEV39AFD4EBBJhYIyC9MXzAeHUa+lkYDL3Z6D5yY+iGl/Us1IbfgC3IxjFC+LGU5wYB6dv
AKcEmmSeFbm/7HDDJfHEhbYZaMSwSZmi04Sd3k/bqWqP6A4eTN1mC1JnSgcY0w8YOtsX3O35brU0
+LE5jJR8iC8uu5kheMtzQuwBJEDzU/Zs6MW/8kYDrUjtaoEFQIWtDARInm4e9VfNplfWgh7blyZc
+xAcV5GO8hwuNi3Eo3p+6KJPasOWxQwe0xH/4eqXmrNuLNjOi5Rvac3+kLriUgdANs9VzwL8/VO3
5X8uqgW2JZRSd0dBXAD/+ti5gcHgGVAsdLs4oee56lV2beDj2llxonG51KEHW0QrqOayQ4mJlMMs
w573vZUf/A5xR1iemIGgxF8JnaphrGGwVFV7gedleumtNDPU3pHY4Z/1Ss2CmQ7JItsCrwsy2Au9
/Yir/EBK2IlzngrMY3SwmKll0JPAj6WMqio+AT6eN4KvEJbGVNEmnT3dPWQibBIxfDOY/cR4z0u7
PiW4uKzacPDYMiFnI9wsmLRAeO2KM/FO0dZ3cU5w/XH5R11mlm/JCCkI+bYm02dspxKWBvwmuiF7
h94Oe3HMYu4nie2n2SrNh+RBRx7e2WW5rqbuagqyUTx7fa9YbY+7UA4QUlHDQ8yAelAIpodhi6w+
pLxnFmYQVX+eI8VGseutnQQXrQ0+O+19dMRDqIkH1HMubz1nFmw+hlFOjq6L3ojBJrZ2Zj4eIOs4
+8kbBOzsYI2VPuWiVKM57RJ2xCLkJ+oMtvoqOgeJc7hX1H5PNwHWs6/K8VPLtWWvB8V60q2lPXIp
KHjrZYNPESEpDDasFgY+RTNHWUnZh7XFolXNT1Xws/HD12f/zFgvXRRueLMy6sx7X1FmxYPo5SGZ
OGkmAnKB1opXrYFpOJd0WuaDWjZqJVWqyhxN1hxrzy3zqzNSI7uEnyxgsD74IrkxagV0Sww09M25
D+Se9KwjLBvFaTgAFFLWxo+Fm1wDP7kaWXZrR9WFpMaemQSjPT4zvszfM0fsujhHUBl9am3GFJ6W
yIsopKLJOPiQLqKeX6TakHunPUMbQLFJy+fI7XTzJs1F7oTVf8bQejGto2b6kfjzDhAfBWp2g/iF
H45r7M08JqeTm3Rv5fUQAkLLSkHkPT+QyAXFQX0k+I/nsfnpxKiMhhwrl7jmSkx7kAtKcZ42PnGD
c2UWd60debY1+0FV9z7Pd+AEmwjRzqOvit7O4a5pGKqlIWMzbikOysXS627QnG+Fuj268T1us/fQ
d8/39RDN6LVKg/4ZKpAM5lPnZtdB1fWRpKlRj8YasjcGFdZShIlyfxwecWVPVqnGixyJxwBRTc4T
j4oAaU8mXoYufm+ZRmHHx8NuCZ9MJwOf6OR6X2+q9R7j4hWh289afZnq3SargjIlYHNAqU+ia9qg
uTfcs4m1xShgqOQvkR2jSXXXrsImhM9jravwBVwLvwHk5jn2ygtEwfzG8k3qsCqGDOal7vzsG+Nm
+aRnxHxjldG/qt1Ftny96r+J7TnlcDKCSV009Isych6tJiyBxTaalbwVHtb/fnKoafnvW8Qsk3nT
pPl1VBc4OoViDVDwc6iNVvcaSazXCFS55QHTqXSKDsKgyb43k0mUIANtQ56rd+6j9Opm3AGNWFxC
+QgInz7LpnnDvfqkFToYkHwvsMLPm+/q16X2fIJ1sh4RFaDOc88BCmNo45DeNV4UlM83Mmhh1yNV
gn9tromyfIjVvAjfB/oGrs9VNiejrp1iMXxzSvWHlr8mGJTyNri5k3ZGvbU3akg1JR5AYLEuB7j2
qjCgira/cquHzJku98v3WOVy5CzSLdiFDNAWKJCMjGU2choTl8O11XN4U4hQooO0dNE3KIbh0ple
koyFnxpgJpjjN4xX1vaUX8uoOHV1dRLT3m6yUwMnGG+ChfTyU9MDO1VipVasWpZanZ/cCLpkycsI
uvcgU3LkmpLfxM9gFSdzcMKC5qJAnNYIYdPk+nuPhcHK0GCWggOdQjP9GMsOmmkOCgfIfEPn/S1V
H5WpIU+xb77GRas+XaOQF2RGZDKw3RWtuf6C70cf7yOCI17ryZl57AWsQ6zwGJQyOUshDMHd5Sa5
tf5ZSOs4NCgRopXlacFD73voi+r8sR0E8XgKNeCR+mqTVouDSBeAvmPMkPi+d0RGch06uNd9aT94
Jre3i7yzWpPMgjFcLU5N3gyEWTLUUgYwydX8KQakNWqnuD9k05hJ0HSCze9rBvNfNXueoEoUoJ4m
/flfS4bcwr1k1hn+9p7PGY73NsTtHnL9OsGE3fLKzf3oRjx31YfkmiFsZZ6Yb8Uw466lXkpUfNvK
797qAGWVJ9oIFTecQuAeYSFg01im7ZxwyFfbKQRq/P0FWH81WOMQJs9PB0eUNkQrafwdr9WtIQBm
QweiQJ37YZROOBbihnTHmOgbv+pR7kzOvjt+29sDWh7nKTB15BvmH2fpMGTwt/vHsqE2ILrpcL/n
xXuE7fJi7jAiMMVDrM5AmzF0NCY3my+yBmRYyIbxfO2X6kFm7XgofNdeukg1Rs++qhftv7leVyGj
f0VO8Zf3dJgtsN51T1dQy58aMKTaGax03BgzdUwk8Rd5ohtbnaqCl06qbeEOEtahf+752M1kP5RW
fo276KZOYfUKquJrhv+68NaD+dq7FAeqAKh4gdWNmgx/b3tiV6fVierhVAXBpQJWU7ipF3mblgRe
Cc2T2RUjYEZT6sRS9/9+IIm1qLqjF3AupZl/tmKOBgxfYFPxawi+eBOl/hmI9KCqTgujvoUZYiTk
VS+pQwiB8NdJAFl0rrdpTR0yuf4Z0pIFjVpgb0O0MTCe2dtHcii/OVOMijXhsFPFZVHyP/HPwNao
VqGe39H31BGPuIVd7/+ouSCeZU7Fxzs46SnmNMFGXZZ0YQOOdbotHFq4SvS86iObQ41jURgwV1db
oR3BAKuTfNsxi1r5DXRaYb2MgaolahwV4LPAyFIrCHOGbNqq1/5+cAcEAKLtIZdZxmBHxc7VwfZ8
8jIBJx2oUPX+XtNlVPdLO2zWwwQRxteiW0NTDx2wWY8S2n5jMqarZrktU4+WjrMXsBm9jAVqXmCK
tJQleo1xPMY2239ncKhrmK4JLdxHbbALJoB17JJIJTeNR/WyqDNUlRce81HSiTD9pSXrj0X2U73x
qk4X5njKKadGjw3oXvBkAYeO+mxzy49TcHIMQLlACp08O92MtgEYeRvV6c7jvEnVUREkwPaGetSw
dKF7EP+dEV5RzeIWO88Y1SPIUbAwFjAPqpg0gXvvkLuD1Skpce0PWDYHOhXKOgrqyYufaVAJWskH
pSTlF6idSJ0VpB4mOPksBz/89BX46/QBcjYNpZ12vlfz90LVeylF+Wh3GIqxANwUJWxUXPyGj1ng
78Cif4JzrN6FhlBztXrDnl9DiNIFLcU/f46R2QfHqWFquQ8BIVX3Z0Li2EG9NlKKXzi8mN24N3Dd
EuMBU/ezxXv5RyXN45OUfKwSAhwWxNFwe9QICXHXKQ/Sk3q+qooN2W+mXCzzyvlmWZWBFhVGe00W
26Ik4cshAah0tH0T8L3qTGnp+BC3fyOr8JjO4RUc+4Qv1x+IuDqewrhMNvdTi7zbBp/hwt6knvWU
pkDLujUezVx+xq2kxoJaEGJj0CmTdFFUW51MMSbr3It7NaXp/Wa23C9VtqpfjfwB9wB1q/CkCMF5
mP+qcZKeAbKMiOxVT6R2itLhC5uwPzn0TxDHIW/WzXcyJ1f3QzRjg7pXV/dKQ9vQt67MCqSir9lr
70vjvh07Y41WWG3MM7a2S1Jctpnq71QTEnPW21X75EfGKuvin7386YHpuUH9oIrvnOfsq7boGYiI
70hzuJLBLaF4VfcIMtkDXc9VncBtQYlXsIdGVUiEWHpMqVICK7olbFj5lP/My+y1MA38d/UXjP8i
XkY/erjP0FTtZbMgisdBoZb3AsvIzB92F+7up0xp1I8zamA1kFBlk+YWHxL3l/ut7HzkDKLtt/er
nWsKnUC9p9bwag74xfg1rwfXCsnz1ctfqoji59545VgXzChtN7UbHPMWRueEnbh3fxu0EvNKuhPV
2twfpQipSeNYf+wn/6Q2ugJIkrBXFIHx7ffnl6n/3edeHdi2BTLFlipNS6gD/U/n1yxMgn/IUGWS
Oh+cGAp/02DZYOoXuwWXSsFOobBsxqQ+V+PzbIAJihnslpwj2NUNDK5QDQYUelQ4+rrSSKsG4vEz
7+TrH3EH4WmGhL7oxjZZW/N4VgBQ6sT6Eu8QqH8AjUGAMIgCeXXHeWbDLqDny5OFcZDfPc36dIw9
IGNDMePQDAV8IIDHHHxHzVMq0T6LijFCmUNudwsqHzByA1Tpjlwr/DsyuSxfGRXFUbWyic9ROsNL
0hpvPjYh3pDVmxmazByBnKGbmpY4l62KHurW1Favuhu+ErUdIvQodmKU1xDNOK6ZjEDdJ9mycJKI
qR2Y5hyj8kn1W1AarxBGWi2oVWLPLd0im3O2M5xI2vb6OxpKWKCOGS8RZuHxqj7+0HJ+May2dfcU
Yg+1GDX7ouD8ye9fNetNTUnuMxZDxNHS6L6opLkqXA3+gAhdd9zMQmLSrtAyTB3UJMkla6cBlSGP
DwnE3sthZzQRl1JU8SWH4NG+pMn4qG4SwaJrkTmnPln2og4p2rOvO8JIvnTfy50P6WE5Kk9AuwdG
Ckck7tJjQhugYwYWRnb0MRmka4L5qtWgjdYlCoxL1B2DKb8Ehf+jcr81YBLLEvMUKES4BIToNjKn
JSKO9Ll0HM+FS6Qy1oBfTnKueJDCJBS9TbbQzb8pRE+zgl1RKJvOYqP+PIzuk4vQhdePsRGGsHeE
r0+eSvFeZOIdb0xlRI/yYM7FybPq1xCvm4r0Q+xCU/z46uf7nEFT6KIfsWpSnWdTlfolIJU3AXcH
nVJAuOUp27l/QMljf+4ROsEd5V5DfYV1nv5illmgK2LfAGQt7oiugp0jXASm3t6OGZsOyy51aJZ6
msT7e0Eq3c6uhuXv32vxr8pSl07NU680k7W/laUZcwE9yGCahhlHYZiejJkSJDLo6YWhMXOrPiUi
+9yel1F9IzPrMKIE5NSQ9oOjsEbnDgb651rDRTTt2nVXVXR1FICUaXe4Q5Wg93pH/U3gartIIyRP
Zxez9e7RSbtdlUtcN7KDOrjvJV7roRc1aVUi050f0iRatUQFqxNJSzIC5ioCwRmMBq44q1Py3udC
mWSNVGhgMmt3b2TuJxF6jT3si2fP035lHr/09zfQVpj8/2HvPJbkVrYs+y89xzM4NAY9ydBaZaSa
wJgU0Frj63t58L5ukq9eXatR16Ds2lVkZjIC4XD4OWfvtf8419voX8gl0SxBRfbH2C00kn5qa56G
jWbczWphF6g8oJPj+mW64nnJm5u+O6bFXhVRttBbtuTwyoJFmgfd/DFGkXIHZP5LVW6Ao3aDiXjr
/OmuVMw10h4BYNQit5O3qiInkLJpbzFiemxnslMvRy6sjSmJv8kWfNgyAq0H8BeR161Lgdy4iTV0
/ejgYQsbGIhG8gFYxE7NuvzPr4j+L08Kw7QsMmyYNpkOhZ5ccr8+Kfq2ggzSoeb1xmSjmyvABpxC
tHzf5pwemAbMOLk9e/GIcKRrb4U9XH62RmWXSYzZmmbbXp6i2BZlVgX5lQbMZsdaq/KoOIZoOpzi
CegPM0JSJ8rkyHntMXLvfZMAAuNWNd1xCk3AyrJIChLO8eALPAzvk5w3awOjWAYxf7MYHgOa3xaD
YdoqGimm5jA/eCT+/tbbSv6qzsMGTybnJE5Wlj1ea4mZoVs39QBGS0Pc1WAdApdIqovf62t9bJcO
yPpHz/LRgJPFgTzMYBg5eT6mPXuRldUhyOMfbpr8TWkq/qWXIF80HxMX0dUY9v/xokO1gm05uuoM
8NWnUMpnZqA0dmSaI464jGKnsxm9mO65hiOZdME19jkpmgE+CiyWSz+N/2YJkRnx513Fa0KNSr2M
CcKmdfj7hQSQQk+lTbB4d+kHjP/94+woO+qOTpZmzVNXdlalACnliPwo3x596sHySVu8dkXzlkPP
tGWbNR+tZ30sz6EkXPfGXnZEZLNz0qxT7uzJ+6We02kGlQpmqLDwFj+r4CT8Ibpg7mcT/Mtgow4P
yYsnV6n89tFB3Gd9PoqrR3XyEDZ1RCnTiZ17hfIsa6KGXoIrG45yx5S/4OC4ZijdZFAvWCSPssxC
y5TknLxDw3tuGhqLwqkPrmIf055W1hDT90yzPWQWc8TV/Oh3IJv+wuSCIxCrSr4lWUc9ttUwbDcN
c0KD3uWj5fooT9pM7o96jWdXVoKPeYqsrup86QsE6rI0VIXxMWFxDrhzgdnQlVYsgKFQ5B/SoURp
zlPuvsthA34wqcyhjWJGF0ofLJpUQ8Lt3yPULDGVFdM6sYNqtnR7ax1pwVtbKZui82aZOxCYUnNs
dhZ66C1ku8WSH9SjeZlRMkopSzQm5yBQN35WYtqmih17TurtoH9YwNHpjghsGE8ZgJZHT1VD8td6
Bq1kOdFgnChbvGR8ctTP++SH7uc/TDPeB9T2EDJOrdLNGpRfj0UTyMFDogcvY1DvZDs/BrSe1fCx
1fRHpvVXDfSR3Hs02Wc1VDKHkxK0qvssxz2PymXUYzCQxs9mdY+xiFQevC1NyoUyZn1AF6Jnk8L+
92XItOqJRF5qVvkQLD3vEBRkt6TYJaE6QFaWjal00j5alUb+JHseQqrFypHwbHPTBX/J4Gzq/EBO
DErQkajR/mYcbaj/0qRjJKkaQmiEehmaeGRx/bKT0ylNDIOm+Exu3mQM/2zW8cfL6ls2HWR5L2cv
RCibSr8FKbjWwOiZiv6cBNl+TOJzwDoZCHeO+X85yWqbL0ABLyaNZ6wZyB/Z50vB+C9Bwy4HR3Jo
IdvJ8l6RgynZ/CpU7zQ9yXGonDEZwnpiBgnwV9WMeaNeAq/CpMsPahZJVHyXK6dnTtVON9m4tfTg
hxycylfg1Nozik75DHjctxi0PO5t+eN+/OynWcFnW8E1CiyNj1rqFoOI6ZDMrB4DutZ1hjsLYe+X
mBAdqFTphweN/cnF3lqQXsKayEyG41Kz2HEwfPyHP55Qa7+PYfVh0NubFYPs+GUfchWnBgI9n+aU
GOvtoyUmexCepPy3tvJY6MWjt8UpKkbZ4HrltTfZOB6fPJCn+skqbi4j6qcyodf08p0OMAdOOSeQ
fTx5izt6ca7ZO0eSmpA8gCnmu/o8+pCbkx/kSxPd5WOTkp9am1FYhfZCLw9l2T4TKL5OpuRCZrK2
kF0QhQX4WBE2bR8WNcgooHhCPKs9nBk5W3u0jB5bIqhsyXsGoeAmHyCnOdBFt7iWO5b8QiTt2+7B
EVeZtcqyNYhJSscXXznHiFtVFsmPzThlogmJkFh6zn2cxOlIxBs/oS1/Y1zHpIXJhOx9aWn0xVFg
qnFvuAy1HqNEIUeJdpDcuPEySV6wpchQvnly+sjUorzirXg2XJPH11uqcTJ0djHZjrMd/wPVM7+1
qyHAKi5b489hdMkYjxsDAiJiEBKkuXYR2HpmsY/rJB87D9kxqJJTmDPy/EsTyRt/jBdkgyiKlO+C
yG+tLjEyy3kg60IuZYIyr5V7k2dt+eKmhvEZUAjqqQi4Vf3iMJ6Rt4iOJNEaVMhZ4msBC2YmxQMN
Q7pi3MPeuz0Ew3Et85Sp1gjm5C0l8n2pfG1P0OqjdaXREiz9RLnKF9039r2qOlq25jvpLR8jj1l0
QzwgSRugcDKusnuo9pjoVFjBbLePZ6IN+snxlK8/e5umbz+5B/nyE1cueSmeBqsuUFksH90UFGFA
CLgBRvMZqfVDZg2j/dAYmNsfE0PmKXLeEjvJxai6Rdh7CwbxVBocCFVgGMhbJ0chB2+XySbqY0UJ
hukTZyU5mJUTrEY+9R6Tywa/qVCjTVFy5JJjYNn8kuoIr9XhuUANleLkR6+GQLELiI/K3srmmHwg
yDGR/Hq14ExAGTLxvCWWufJIk5OC0IhutzaQRSCHoY8HglzMcrzo8OFlwIweTfKezjUT1sIqPmS3
8dGLIzDwQz5qM1nrj+Fqio4xzMIpDAqgfDSq5J1TZzcjbQ+wbu+clhYR6CMBx1FpkAvzQ+VJU/7g
qOIPbSC0sFfLZ5ecXFsDLLe6HJ6E3CvkhfPkEn50kB7z0VbXtrrGdz1U3EDT3qzy5hjf6A5/yfJ4
6Xfu7ptpgn141FnZpK8724XCjw8XCipUmqj7HAZ+cENqWCQh+pn1jB2Ngxc3YMF8ybKkT8VDHyFf
Jaz8edereMB4ZY0LyaXBADOXPcbIDrh3HFykLJfHiLbogm/kNRQFP1I+2WsOR/Jaxtx9RJQ9Cwit
jwLm/59XZPU9P35Jv9e/O0P+WxpFXBeBvxzG/Xu3yA4WTZf/ahP5v9/00yuiiX/YhI9Kz4egLGbY
9U+riKb+g+OErro6FeJfCU5ZXj0iUHXSUR3Vls4C3cAywlnkn+FOP38ev8fA0FA1/b/kFBH2oyT/
f1WarQkH4jJCWfAMlDuO/keB2uAgNFID37CeOt91XPL7tKqP7agW91YDVTyV36a0Z8rmHrCQVlvd
cceLTyjxqk+CGHSJta4TiJyNGi1VpbPnalkfKqdQZtGgF8swC2soCNNnaljJi23sJdxj3nrJprSP
SD9jDsYHuJEWY1nt0MlAHXZ/TuFW0D4tLSg+cMkg13SYwoT6aqZeso9619/Y0/jGBWoJ7tEImyr5
cq3XF0qCKz4j7v3JcLTo+PhHXJGVJAT9sEAZl4Ou8IxrpvRew8NVuv3onlU4INjwqDvRE19UUDCk
JhAZpQWcroSKfslwehBN6ymZRmB33s0QAW10B3kAUOhTkzTuPMrftS6+4zpFrjsgmSG6gG/CpVCS
7zCGNukyFIwrrKQ4eqNoFzvmTss796SJbjM1FVmTKO1BieJkdzt3Icyh2Pg9E4Nm8uxD0i8mCMKA
rCRzyLPp7QJ7GcsuWUNX+w4QcSFIE1s5nao/YR7GkabHb3UODITL94SvXOurmd2IimsavvRKbuHv
98DpJOUmZVy7YDRYLSwEzqPd7pQ2WeZd8VK31iFG8e1bdkd0TSVmVekeJ83Zj0pJBN/QQ1Ri+ZhZ
sx4FwSWJbw4LmiKE8thEhjtJKFFMcCRBJBLcgBmcOQmpQBEztoWEwU7MvwnKgy8PmQ7SQlnNjc6h
3WYAFp88nkd9ftPrm2ZTGBQxLATckh8GLlCr0ReWHum4yJPLCJtLh0OTxXkwY/JDBGIJFDu9em2/
9WpIcIoN9LwnKoMoB8HkJicUIIBeEpj9PHXsd90v+pVemOrcw6qMGZGBQ39pwmupMAIDUuvmyZwl
Oi+0YKHqCVq+YRnrJenU4dzslH1tJBusF5sQR0wZlx+ZP9ziMN1GYbapczQ1ySFvC8w51clldocI
aq6EPbh0dcXMfZ3bybbMu6NTOaupzbYCW2puGqcAUFsCdEwtV+mFENYtWVXr0oGm6U9zA/JeAh/D
bsAyYc5SFRIq6fTXz173WY3l3DealUauYGu9BWq5y+lh6LmzHkt9oduTFA4iJW7nVSNAPOQHfAPX
LsgOTlOe1ClaWblYjW78ag7ZwszreRJp35xM0lQjSlOXdF5u5H5ceuQ+cuB8ckgT8z1jDtt45wN8
ZTy77ZJ+EwfFJuHIpHrDHbnO1szdox9rO1i+S9XM5kU9rDEPbHKd/JMhXNEw3ze8JwtefK7y55XF
vAso/SEyocjK+Biw5q1GFWhlOq7duNy5IwejcE3611r+UuoXy7ZVz4C8ZqJ0n0RdUJGNjHt1/DYv
o2cuHcuEa+WsixZVvh4cS9HvnXC4yF9PNfMklPAyGu6m8JSlo7232rjUE2a7rb6oaB3Kf6c1kVdF
vo2gMWoWP50gQOGCb2kkSp5zLr9m2IgNilnXcVKINCbX6hzAB0Gl1YogJXrlDAW6xZAslVMRcoYa
YPG6G6X3Vn44kteVzeQnnQ/+sg/y9VJejsibgHHYa1cvYIWZZ2tbJMXaDbNDrPJhjMGx8b5ASt1G
dgeMY2Kcx8jPQlgJXK2ONlH8ga+YT1aQSGO+yVdpOaQTtPUqMIwlFFqYrvrCUENkaBuldL+b9HJJ
6Fu5Q3rA8VROOh1HdxugTNE/Gfvg9423dpa+xq59w2E7D0d/IfOQDUBcqH0Bt3cvYW/N6Y6vdXsg
T2PZphEDZYl7Szd5OiyG1FjYGjrX1NorQ7eADrgyompugzsJw2mOZnUuTG7vgUKfy6QV+ayeDpnV
LaY0ZOtzqYMkr5DUGsPalxNJIvwUPbxYYfMul7K85jpZGX1xJtt0GF200sEiyZYR4Cq1nsXBTXju
Sncq0lT1Uyxo5hg2nAXniNf8EHQenqqTYeDUVYKLj+I12EFIWU61sZ+69DyG8YV23kkB+jBVOWME
GwvgJ2B2xCM6Kv6VNfpHn5gltUw2BkULaXdzROvzrvHIiSIRhXEWv2yX6cIjcUTytnWgLM0wYt9R
Dvw9y41Ft51og/NSDyWbBfdyHXbLtCDbzplWXih76BP4bH0uN2L5/21Yz0ye1kqF1121NjmQs5z7
kZbMMsuTAw/U5ajtXbiRNvQIO4ofv43XGXFYz62vHrRYIZooPFdef/MHLgz6DqKZtAw5b2Lth8ic
u266wZnzBLxZ6jysZNwqKni+cvhKBsJM1OHR7LVTIPwXPUoPLg4PitHqCkMURuEq6JUlYwEKO3sT
jJQ48B8Drb0noAM8VMNubW8crpdphYsuJ5aDdCFh4y3X2adjZ4u6onjyTDq3FmxCyz0oqrXXsX0z
lNskxWspHWijQk+TtkJe7+uaCQ6mHwuKpcPs2EG0yuE8/lRI7yua4l2xh/N0RGT12ufGNiYVBHdc
FhvviggueRCfm7R4B2mxQge7htd8rWV04FgjRgh5OfOC/A8lng4TWSDq0L1Q2l8DdZz3eQkOlSUj
KtJKyOkZrxUGHNc48F+2y8ep0h2dlIVB5HcbfFMaNlmHARNSQ2Svg/otMQjkJHtNZ7s14iXy9doY
507NGahF4Y+vrif+SCsWwIM2ZqKu1Y6sY2qqzss2dCK3faSdqgkqpvXUxyhFRMRGTUJHSrfQz4ud
pFrHwcSTh1jGU00elsJNDRXEgyBVz1O69rHQFzGUR21G72BTjc7abcTBLtmIEm87mtGKaf+mFvoy
XJuw0Ue/X8qd2cenkDEobnlLObC6RLtzUWh5Qb9s6JWmYFCRjqISm/XdRS+GOaAUVNRECTqMoWE6
RAz/tSpbBJG/BH4OUL55/HpgYTtGJiRzwJXxoOsrB7inXAWi/i6hQjWYTeJ30WeBMdt77rdCpubx
KeBFkbcmCrRsO1rud/liEqfYRb49d97H9qQaN/wY63KAg6mEq8hrQbkqcITc+K36DBLKMD26jCXT
y9Ktn82En1nAk8ybW5M2d8a2F6SnBMF8NS2cWGwGgXBXYSL5u7ABGSv43+X6TrP4nHbFaWqDVywl
qJxXPUSzLhovdhteYxeYkWN+BtXKYmTrFeNWpyiFykqlm26F6+87a2VO9sb2glUBF78U0DDIp69C
dVsn5TbNbYQ+5cnC99cSTKwAWo3SOegYofOMB1Vkqdh/B9C8Jnomll5OeHIuon02vkyWTODAsxyS
BKkRzcWhpJ36Ret3N9PnGWz5e2Sn6B2MWRUuo1PkPDFShrBwLRnBN/03JTBB/PHhq7uCs4gw24Uf
mfsgb/Ztzblmr+mz5MhTNs6Sba3pJ31sAJ6sCbbeK+V0yBNzX8FVzLLkHBGmxN0I62aArzDMacAj
nGSDmAi66NNhQ1Ngb0QNBJRsUbWY1LiBJnKE3AJGN0os0EKkw8F/mZwe+/Ww6cZ87ZTJm2LZaxui
sEXvshf+1QPDlwtkas5Kj519DNdHMToagjoGvGA1Ku41S05N352Ynny3quFlNLJPWn7Plsa5TEmh
t4hvQ/ZWNnLWzUoMCtzvZkXKrHGCVyWF3P5LEdqrkFwJL6q/1m661k1OGH10wWO5YRSLl3NcQljf
A5naGVm/USf67iEXgRM+mSlPukL886SsRq1Z2ClPRjLQ2m44KC6nVJOjtI2auJ81JIwEunLtRuy5
qbkUnv9i13Cv+to/a5Cw2qL+ijb404oWulZeUd2+m35wd/I71I2blS0NGXxtQ+hzq/ZeWw6xecuR
LTThtyvSNznUdkf5IEzr+u7NpYIBve2ubb171fAdg/Ve1ta7HqivMYExo+8/F3198xz/aFrbKtEu
JAu86XSuOvMjNLp9WPpX/Ozf/P6ZdvSWAFxuBe/F1P0XLc0+DewuDbHpGI59LHXtTf4GIps71UeR
xRw/t349XL1kvGfuKQJBgEb2rEbpGwyjW4nSuSnGC4TzpE4PsB+PXK171KdnmnRHY6KH6Ay30R5O
mfZjzJU7/OapupSvuk7zq4w/Ie6sCjpNQ5UeOpVbJvaf5ZNLvk75LlwVGK5ibuXL6vNxa/nfOyoL
pemey6iHEB1eTWh8g5Gu5LehIrvLb4tH796AXjKV+jBGfJbwmBhEvJMQfPZZRF5nvQfm9Kr3zZUT
81uRVDcn8nYZGKFK8Wd52W9opR6rurnbQ3MPg+zcGujNipBlrlysHhNUnJxzXXyqY3NzvbMW0EMU
wTHIyAJpn4dwegV2ehyK5DwlznstHd/RetT619TzbhrHCFIOOUl/bagA4y7/IF5nEaATM823BLiM
AgUFIuvNNmEI2cmna9RnN1mUvnIpK/Od0pnxknJP4c7p7VkuCiPx7pHjvMuPUUkxJg3DpdJKqpjz
aIRnOO68uOEiX4JpK5ghk0NRfaFBvSbx4Na11pG7+a457RXM0iUcsm1Ag03+npvEPFWZRifd1Unp
ilb+VR9ZWIV28pP+WlZArOuvhWYd+ibbGGYPpcV6T5UK7Df0L230XzwreeslnzEM950+vCpGfx9q
seOTvdr5yvPKQ+DVR+IYOAg6IO/ro9YKUmyDg68cFM0kUxl/Ky+8TZVbVHoHEfov8k0lATQw8REU
/r53rukYnavUf8Eus+3D9uYDnBJiV6Tu7fHzK/fIhMjWsPnyQcoPebI9iJX9WbCyh6k+9vZXFHgH
+Ud5k3ksfHGeQv+1GJQ75N2jcF+Djvu+byCK8mBR/WuFeA+n+jXtzUOF47LKfi6b0vFujVUfDVK4
naq/KryDoV5GR9QGGQGPvF/VLjcZogzKqnf5pX4wnRVTuavoHSyCXZs6uBZpgIcP20Xd7xE8WMDm
E2uYFrVTQT7M55rIDlZ2d+szpYPjNIfRPck3JggK9M/yaKqPJzJaiurOQ6JPln6RbPuAZoZ3ihly
a/OAu8wj/CZQbvIDGAL/npSzwm6uwoIgkJqrxKe8E7zGzj62QrnYiXvTgNAGAa9Lt442+9YQjK8x
d6QSgRtKOGpnUFB99axb7WGCbBWrryk3KGKUF48dtAIjqcRw+7wL8/F7z8mgFPXNcew9a3MD8Hwm
F59cUfBJjpXZvGD8vco7qjW8s3sQWf7u6TGnwW0hXdjeDY35zU6Ss9b1r/LVj2O09NSKlo44yd8P
Jufmp+J1IJCRYRYZuHfkbwu1NudO079mzvTqMrOzSb0EsHHXhQotoKGTPa0b1V6k+nAz9Oq5jVlj
yviK2H/hDuaiDLkKIlY+RnUkWbmc20a/MMp0Ju9S8Mzw3Ltr5PmzNFV3itFcmx9V4l6mInhrFr7w
zo3Rz4ugmet5/OmG9UffqCAKqWKGTyE8YmbGV43Wi4g3GdZH9JvZwcdAOHjKbnLUs1I2d/maAtt+
N2JKUTozjl3eLc27yfcoV3aLgUp3x628V00EaKh5tllt8z77ez3yyIQTm+fKLXOsY6a5jDlneH53
NUs7YonrQ3xGhHIum/RgVPq8oSklQrkGxKu8uoHdn003fSvy9i5jaYy+p2kUP/6fps30xEmYHK/y
Nayqg0imdRC/TTR2eOjhnrS8gzqsNOVbHZULk7M5/X2UgnDy4/wc5liT3bH4WnH8SYS2sxt8QGWO
0bOz18Vgr3WaikG18KBuyAPqwBCh6QxSL7pFZmNNkXcA+mDDoOUZd8ucVB4VZ3fMsuY8KBfN5CMf
puaNS0nQd58Nh3O1Nu5M77WiC9G0iC+Vj7TlseCrK/nv1pFRUJhmUmWRdTqeULZve1wnRkry1LaH
9B8bIHbAEQwyX1LLN6HZrxVwj3LrBBG3UKJzQZihG+2c7kebpocCg3M8jYg5zT1ouF1onEYda4Ha
ZFtCyIonjCFw+t1tKXjZoAsajsD50Byl3F2i1vhU6In4xzoOFmNmEMKjrEhOXKPLXnZZvnMjjr0O
HaMOOLt2yuieyR/H7TfHMDs3+vAoU2A4eq4KgjyHQD33arYNizc9owNhzbuhYkBXrAzaTlbxHhjP
g0pZH8zkdS7Li+EHu7QKV6ICEtrTzmLVmbQb5dVqVD6WZNo2brZO7WrvCXfJUyom/qxPN15PYipc
csdP2eiafYlVy7HdZ/md7FN+Oaz584uaSxrQBS3lzBoa4Uh1RjkFI3teq+Gq18p54fvLOIE1pgMB
HLGtx0d5TXrLXal9viatFcsikhGbPNVaWSRExcSxtx1c8obiPWrwA5L6wVR+eFl5lmJLMsaGRSxS
gMmkhKl196p0g9jnKYZH2xoOgb2P4m4bNR5NqZZZfJuWn1oEyyKCs4oE6ikEhgy+XH0Nh2HRkikU
utJ4E3c08uNdWhRoYCJfAolsErpKROk53jVUMM+m534XUwB0qq6tOR0/UsPNi0mk8TqK3Ftb+Lfa
W3puXENSN/U5J56V6cftwsvzeaTiksA5B3VZN5+9uj/VcfujhRA7zxaNQzhlnPY44Q3K3JHped8m
sH9BjOca4SOTqn2GKHm0PPwYXevm1zg5xUIJ3EOS0yISDVhey5h1AAbUwj42ZCfPikRB6MVALZ6o
pQGyx/xUCNSG/i2pox8+JYI/bIwkqXfmOYiIsLTJMgZYLY2EygBzSX21p/at7OLXkIEvEvh3B2Hn
oZdpWY15i2JFhceQKssqIgbGVuJ16jj0VXV1MVU0DTO3OfUggbK4RbtTwFHB10ewHYTKwVGWZIhm
s7GxdrlIZNorjQRNceaB4Go0UMagYUZzHfZpOVg4yTy+iMSlN3PKbmGNplrRCFr0dDoawfDVyDB+
wLbH3FzGq9GrCHf0iZIooiSVcXUldWA50yspzVFGrOQ+NKvUgc3VomtPLTK3en9duRp2ShoKU1Cg
EzP49CZY7pXVfOmN9k6g1AqjM/UlZeiTuFt9Tmqf93jwQnjEk/zkmvazy+h+pmhuR5fWnVsBcPiQ
j3qWjzdobMFTXpZHUY/fGluS/8tiVZshRzOdHmFqJN9YleBIRw/TPOJbC2K0lUw/KjHelYHUmPI9
E3E5D4xaf9Kh3rRd28zTtHGxpdazuoeg2cWH0DSRiHul9VMV+T/zVInvex6L7//7f33N26yRGD8/
zLPfRqMgPv79KHVVff/+9fufX//XFNX9hwVU1AV1hYsaeAsD0Z/APeH+AwcGcA4NVAQOSoE48p9T
VEalJiNARxiaSvSJ1HL+NUXVDaayBFKoMIJMHRmq9V/h7WlSgPn7DJUXJceohqurwrb+kD0beoeH
yqep43NHgYKc5pOpV1ejx2DnIn7OGrjUAfsYgt40okttiFk9Zs+VOSBC8FDio/Xi/MTTvwSORIN8
DGZJNhRr6hKQ/ewjBDT+cnHPP1/dr/g68TtoQw5+LUa/DiBacFbyQvyuKs0SteaegHqc6owQmrQ/
6dkEWgjviuF/rytmTwSg63OYdmffIe8lx2i+NoL2p8LgJ73xP3oh/9HVcxyHwwnOe10z5Qv9RVin
cyR2MxNEYBQTThX7IwW7qWIuaVQiX2DA2aX1w+0xUiiu33AkQeBjutPfmHp+1/7/vByuqlnolA3D
sh8m419ehRd4fY3hibysAj97VRaL3lM41E3YZ1Iajn9z9e3fpfJUZbiKdP4Sps3KUc0/Lj85vqj3
wDfN6I62x6JZMFkwvihddaoUTD+02IhCnnzrmYE5yY3++KmpkbefaoLVRsF1t9Qtc/nXwJ63QR7t
vEA79IYAv0iM8AIFGlGYyaiu456Koozqb7n04aPN3whyutaWpOuyrOi5SnIb3fEqbprdULgvajso
26ws/XUcxeRqRVF4Y6gP+Da1dmEhCBChuku8Zd+V7bKFlrAUhNHShztU9Jp3eUVG1C1Np1GKpxYA
Eh0KvMDbm4n70rScpRKUPCZgHD0lLCALocN5IZxaKu16XgnfXNQex8gyH7aa7HW6/bnsm1UfkMXq
RZFYaVm/gsnNVCwUbNl2cGt4/vK6JsShxB1tFRrHxdRjIdWoY8du4yVas+nNYa0w1iamMe3XSaKX
s76qV5Y3TsfUIAI+LmN3lag6B4ChX5oiPPSqzBSG+zMEu5pD+ZCBURFUHUwDVRuVjv9Mx+M5MVa9
YwQr0yg/pkpLV7FtvnraMHeTOvkoOGvicLT8uetnGe1+dAau32qLzFewHkI04LBVxhsVSPXBIOS2
0d1sa/uM/Ow6ykhFK3DUMd5qcgmSLto1AS/jrlTICNDt5j7ANN65lXf0chjBYmzUbWUaQHQ7YL6W
W7ZolRxtW7+KYmxfCvD3bSAHmYU73hqb0X6Qd+IJKB1si6Z6znsynoeu0Ha5QolSjdHK1yHNx7UL
o7b1wqWugg9AOkghQrLGTAuVnkN54RCx4b+lWjfy55s/PDftto5rA6ly8o6pbABMykHt5LnVhSCG
6mL0ypsh2pdROOVW1TUA1grReaqNY0YZc/fvHAm/mzF+3nOYe4QuYHCbxmNL/OUezzNbS8MCPYUR
Cijf0abVmm7HLI+E724F4NNg6IHwuLI/wgI2G6oF79jRiqQBPGuRwTzTh9lEnRuevecCOw6+Hkps
/pFXarerwiRdlM9qXbfsmooOBGFS1/5E8GY2hrvWWf7NJiL3iF+fOxp2TNWydcuyELII5w+/kqqO
wPprDsVdCWLbQPh/UK72SJxNWxrtrKmR42iQjpS+e8qcbt/bU74irNVb5EX8Eyr8b7fx3+XRqC4x
RDoaKifVIQP8XyAMXprYg9fUiGVhwM047xJxwK4799E9IDSXR8k0L/7mEzX+9QqgxFZtvEamw1/W
H3aNpM6TUAwogVUzGWe2bVCCN066GVu/OBF5r86gChh7gD0GWcSUwrGlCqbK5sN9tiSzrOi1pSXS
YutkVXAAwkB8tM5mQoM4iFpkpHqHghnp5Rn18gyGCVGfGHBQheHDiFQmW5WBLbYdD12J9rjqS2Xf
ME5h2hLp9zoepqUi1B82XoOnVu+9V81nxq1kAVk/hee9ZkX9nk55dTYcPre/WSDy9PPbCuEzQQgs
dB6t2NnEnycTYFpaL3SijcDjH3X+wdjOd/fV1IbLAV0EFmfsI63vi5M29M5abUZ9bcQmUWZOfU2J
qyn0orzadkFjsygJhU/c8qljGvFSlxEV6jB256bHBOB1NXoP0LKVHU0EiWvuvM2YZpO3aW2dxGsI
GwXh6otorRFjYFg5N0xUg1xtaIuZFaW23mvuva6LW06W7dekNr5qw62Mj/UUiTdPhdqhTmXyiWjs
rIHg70zNXRderRzGsVu2TqDt6i5V2bzZadzeLhciBFwooF+iwuWw76XVJqo99Qp+XpwGRCFFNQ+c
2rm2ubqLSHontM9Xts5UKODERn+t5eUmZ+4K7VBxXKK0WrD0fdiTIpAWuE+Fr4NeInWMPlMlswMq
ALxPkMpVQSuI0MgEI9xTHEJXbKnnEtAUak1kL/ErbKTi2lS4Aavc2XT6ROFkiVOXOeFdxxC80bQA
AZa2NSzSJ5CNh8smoA8wua2xQNCPyl5Boze48BF8w9ZvoT6os0ylkeHL/woNRpZKBIxlBC+mOE62
m4yx2f3nK8yQh7NftyDD0lEoCm57obqmockt95ctldhc0Zb4MmdTqj4bE88RFTnZolaGFsaIRyRw
X9GRw9eekXeMFYYZblOZJWCo0iNz0rePuWIewmBrhWP65k9MHZ3pS0is3Vh6u9BO14Oe+/sRXkcV
o8vzJbCtwQIx+M06VY12r4SvOjqIMwxEvUWQggjTXk+iIFPZCLWP+v8QdqZNjhpZF/5FRLAm8LVK
AklIpVq6lq4vRLu7zb6TQPLr3wfNxLye9oQ74gZTNR6P2xKQmfee85zcDio4XVb+wcanCSfPJ+ek
rcGwKlpX//x5GP9NLfzXa9DGOea4FrtIw94eyL98HpYFerhQBCaMnKpPi5meZZaC1MyNL7Hbfpvz
dTrLLnfpnXioa/BAE0UYX1koGKoxLGnmqdxJI/9cnWzez7JCBtjF1u6f/5jOf1vKtj+mtR2KWNKw
lCE1/eXEord4vSsfXZHfJRnobtqpLBJI8WxXu5+T+cM35mIfp3K+Ftw2tN3L+UFrvUj0WFhc7gic
lHKm1z69E2atNrSR/WAPOMChK8TQp8yfY9Lf4dAKcgTcTsrd6Ayq/TIJVnrxpgpkLAUhOMdMN17z
3YAvORi7mC5W9xivcxfmJFjlOu8kXJ4NqYs4Ox1i0RejMBE9Fu5zkn2tu0IcYx9D9VobSMXt9LTo
dv1nbqDE1pw4+82hSfyvz82yTF6pOnz3v+3aizYjb5kAxHstqRp4KhKeBmiVz24g9B1FjXFx5iqm
o6RHZqk7F120p+bbbOBuuLON3LsXTr7AsfTqV94rP5v8KzO9zEydt8khYG+eglrWEPBGGmeZPsdB
4yJkaEHNg3iqjJOYbSAsuoJYVTlEkS7kfvryq9MPu7Vt2pNUU3uYEOXfK0P/zITOZ5WEbpmRDNmP
vI37xdwrY8IuS0wKuqBW7FxJdAVIHDMkAqg8NqP4o8kteTZQfHCTzwf2IPXbEs+PGmqox5gmmWzq
s25pw7Ocsod2HfTfHY9+PR2xm7B1x2RTw84Uz9Uv9yeJ63avzAVgAOKeeG3SCI4e0RbqJG20UJ3h
2IE5EYvL8Co+1Ksyj/bifF1XMHregOvQRZz8m4fG+PuXDzQWfr/Dnwh/mP3LdmvKm55OOrvUXIxH
6QIIAt0KkWYhG1rJUTukhlyOxLaNtOXs46zk6z8/tltCwC9vWx5cNLyArizPY/P332+XcdSrTCrw
nGUOwNGvrIwkvxjvF/8o7GtJ2Nj4KZeCFJqsYl1Il/eG0OtJTGOw9In1m6/J2b6G/377w8Dw6CUK
kAsoybdN4V/edrg3y8YsM/btqbykYkJjUMg8zOcSbHGPa0QM1VGvs+oSl8kXtJjGOz0PwaDAdi6F
trqki6h3UU3lkSQFI1ryIg1EiscxtZrI0jxsH9Kf6LwPEA5GI4sf0VAhAJyL+963rCM7GvwxOSTh
GKB7rf3pdZdxsNO3TFgfq7lMgPQ0GVWsqLDEYRegCPiARuc+3y4+rsF7WIych33hPvfe4O9xwD2W
ZNc8WKQA3tX6kn2sZAvfaYOcIzJIIHFuF0QXP22vig+zNSTnf/6e6V39+sGSDqETL8QpEnoUDNz/
/mAbK1FaoujjG93F1i+4z4S+ldtdPP3id5dYv+TaJe0viXHJgDreijHCMASVAYfl0hjMxC+dcVHl
qT3OKeDXy9RfVHrR08vSX8yU6IWznV5S+yzlObfPs9xK8TMSe5xKfFgqqsszinfPjVT779LbyEgi
YZ2ofDoxHaUUOtP4SJFCIwzE7EdZHudbmcYBCDgWSeOAuoeS1YEMPC0O+zkc57Bpw9YNnSGsXfzG
Bx2DXYdM5yAY7jhbzbBC2uPUHs1lsx1TfkeA/dHl2p2c7tR6uBtPw3oqyii7VU4onIyK5UiMb3LW
xmhClJRgXtqqT852ewbzW9/K8844AYV3tm+FuBVp+4SIo7owIUTN0c0XlDrNfKmrSzHvaREV8yWD
vIFORFzS6pLMl3gCyHZhCug7F49X6WF18b8OpWOdm3LGc3g2OFzIcy/PiP64jvJMsGECA6I8G2T6
QWJzo5kxHZ+0isgflfHd1NKP2cqyTpSeIDE4ZdNpqk4MaZL4mN3KMo7zCDH+OCI+p8vhs/k5sEDH
41aJPKA1pRYrXK2wpluOxr1k7hVqa+ivYeUijjys2aHotsq+19NOwafig2+PcFqM5Sjb47oc++wE
tZTsatGd7O40Mf9aT5V36tdTXkbprbQiqq0oYVZkRTI551bEw+G05y45W+1WzXqu1vPaAis7O7fK
1vNcXQzvTEk+dhXqfyDBYVAC7PoAYmvG2ZEOvzs8/wLdYwvEI+baHg82LwrfvzF+/vLuYq9ajT0T
wPuuwsfS+K75UldMF9KldSOS6Yh6dPDBMYBsD125TKEPKOFOGgwXdE3YVyQk1t3M6QY2qkJKujAQ
AwJSXmufMMuunJJA4izgjmvKYHCEf1UpAzsw+v0DAKx+D03dipyysiNXW2JSitV88dkZtgUmaH9N
kMVrTYtsk/mXqLT0bd0iLMsxb36zq7Hcvx0TPY6GLLP0RbaM61+hy1Du+y4fh+5en3b/KnJxqZoE
KTRjH0m195lKL3utpze3T9Reos2lgVgE/q3IPJjZ6anAs4MYPbEKXC3wbxVXYVJvVUqG4WEtw/ZW
ykAcGup0826V++Eiw9InXSms/dAz2I1sRTw6ER6JGU5+SAxtYYaVGQJvVHsTgWwdpnClbpU0YZqG
WRPmKQC8oEzDTgQrnFQRGCupklutVQBsh8Ivl4t9ouNE3KewzbGENP8uPBnURE6CtavUzh+2whJC
VYKp5G7AuHm7Zgt8vX1yq8bfs1UvfGSawUjNgWgDuw3aPEDXRlZYYPn0DAMmxYr5WhHORbglhfXh
dKuxD6m+D2e1lVThcLt2KjScMO/D1Qmh8S1OWKjtBzLl/1Wgqx22SEuIDYUyIFTm6MHDOd+KxRhN
MzV6gS8DZQTEnToyaJrAkoGVbmWkQefuKXzPKdXuY0RbzVb5O11RrE1ik5HvmElu+cbQEYYdozVj
2kElo1axVUpOJ4r1Hj/mXlv2qdrT56CIxF1uNfZBUgYTMaV94NvYLgLNDlJnK9wVCYi7JERzliUh
YOTyVp0M6zocZChv1cPsNMJZhi6WFBn6RrjUoWaEK7eBGdqEFEuSfLci/0CjFY6CrQ79W2l1GPOP
4A65VS2CeQ1aEZB0rA3BAzLiGWpUFeRjQHe3TXCg4YfaF9wl6FO5RW41k6jKdDnbM2iVFnLqrWD8
UMsEhWqrUmzVl/t/Vcpd0u8zZNkzE5596e9lHlBDHjjtVt0MOSzYPBJmYPqBS8KmDzoMa0YwcZ9w
S/Sh5N7gbvH2Ka+HkCPEyHwWaDnuCCfs1b+rVSFVcwehB+H24cZRW6W30pbQ7nBvhJuSDjV6Fy55
iKpg4h7Jw5GbxaOLEvCm9WTQeYEgn11iDQhMIjnTrfQ0aHk/EckokaPsCX3yt/H8Ps+3GvzdNra3
iOjcqlG/239b/2NX5NLKMPFIu2w6zV+2v7S4E9KeMdIIMyWmxjVYWKx4DoUjXrPtt9t/ZTaCuM2I
KuxTmkYTWXj2iRQ1Kq5OmXmc4qM/Ht3xKMqtXP9Qy0Ni4gICl3fwna1cAF3p0W2PDvG14ki3/Ghm
J/1W3noS62nd7AanuYwoWUYTIS7WVgiwu+7sJuem20r6JHOfB38rFBkZYMv6QvQtSdzJconniya2
KsqH7FYotvrpIS5QDPUpyjPoQXfdYmpnGnn+LlkjrY3iJEKeQpWECU6neTq51cmvsEocZXxE3zjD
+C2P3ojw/yh8jtBbNfIgu61ydfAwY/NvyL9eetSQSS/HRhBme6rEsepPxa2WMnLg6vMv6J1mGRks
6TJara3a7kwh9bbXs96d8j3/WdWXntaif04RkhDWW1+0+ZK4v4ndwoL7970x40JmwJx6cQuK7S75
y8INE2mO25Jw7qrSkl0yaQVLc4VLLp4Jrm9a62UZ4JhzHCk/WPjfBHm4q5etj5Avy+eGtoKV9Oqj
NNshRAw0Bg3jnd3MGQpbhXKvJFWdACMMX5g7j18GjQfWGlAmrRvhL7OCxeY+aWilv6MTD3IifMc+
ewMxnHzpjKanHzEikY/HvRiyn001TX/UwtgrkjwJ9fWbw9BkxKElnfFHUQ5Hx+ZRHlH7EKlmYnck
U4ENW1fdZeTs7ArH7r+4hRLsNue3hmEPXaRhJ01gh0o6aM9TJAq0occHfIHtfVavzjcvbh5S6y3F
XkDKoZQnckCfTG92Q9ccxkCiCX9UlQYY1sjei7p3LwREHRO/f+iRWR3q2W0itQJwmMgweuvTTWy9
SSq0ilmYatDMt6n4NMkyhsZqXZEEGpFM9eXxdsk7Ld61K5sFMlTpahVpdpVQplOl9JehM975fOaT
mqo46phNzNVgnJnIviwo7U8EjjuPlfDsOyBwDX7BHuFlKauTNUPMpQ3fv/R/TmoYdriWjcfbRVNJ
fLIII8ayCfRmjfTRtt9bEbHvsz+aMW5xoizevdQT5D+N/q63VfkwpstVJW17ct1Z35uYAL9oPiId
XDJPULahUcW+vflAEUai/MW7UgWgDK/m3NQPVSyaixtv+e12Iz5oG/zEq1l/XxB2028E+x47F9+D
1/jPB8P/cS6k9wDekYGxY5r+r+fCkfRKUcFIvncSZT5lYz8f4hVDq0c36KPWje8rzZiw1XKQ5aWm
v+RsmcqioKNktljH2F5lXpo8WtUTZVRPjYWycGKeE/3/Zdx+XYDt3UlGaKEVZy9lY7ifqGbEfaNp
6kyH3X/ytP7n3HqXxHn1S2Swb275lifv6a268d0S78atBkapZBg3H0XzoedfVf7VMj6m5et4q375
ikKn5CU5D82DOzX9ywBd658/N7rRf3tpsLndkJ22Y9mu4/3y0pg73Ukdha9o0rVrL9IpUPoqwskx
5q8evWqtgEsWF5MR2P1SIsh1y4ttTCeJPrb1Hnq9176mQDb3GU5Jlg7oS4kiozTN0j8sD9MEY0UT
zESnXwfp4qSp2/bQ6/kSIkM5Ix1Zvjqzhc+Tv9YiZAtT13Dv264Zn1F+ffodhwRTcl7LzWrEVOj8
jHXi5VaxRrZGQ7UwEF+LkWXKAskFr9E6OHFlPPdV/LKOufUuTXWotFr/bnh/gBbwo8Fb1bnbLmPT
qXNVCjfwM7M65jAkK7KAX4Gbpq9+gsGZpNlytM1vZpHfi6Wvr76cyGiSDsBRIZfL6oj5ouNmPauB
bA6z+qkXUEmHKutCp2BpBH+HNgRw26PBc3jXSxzosKsSnGVpZMl2/d7Yzec0jiQ2NMzycU2O7OuH
ATPDpD536dRijURtiBm9ZjJFurVs1afI5iaYtUQ/LHsiu0l5npzl+XYRBqadYqYb95tb5Rdk3zYl
Zq5KOwsaO4+Y9etUlcEz+QZpih4F0FaQ6+YxdsuBLgLYzQSzIenGdhIwESMdx3O+Z4tX/PSxPjZe
MyPgGNHFjY6Lbr1THJs5sVVTFrYd7iBbVPGOLjDYJeW+a6xkD/2oLc+ESFbkaq8vycoIpwD90Y4k
zuvuAg53y/T1nNELS8NQL178KNV+VD9byxFXbZ7dp578lwcr9YPbb0U8fkO+rC79iOpPpQKhwDaJ
FFls3DGvutZpPp0dSYauCTl4rycTSRVQ3yp67OKlnImAH3JOV5ABGBr33jcrbZ9q21p/JmQV44i5
W003e1rm6tojLTroy1yHremqM99sdkRiTfZQ79mHTsiWmbiyYXbKbqfPjrg3Fq29VLrBxRuyPRoK
PdAn+88mJzPX0wCx8p3UQVYMRLnPM4FOEjhRBtHpKS7iDUrqt5g7iYWU42NbNvFj0rr5/eqro18P
/UUQlXzRELJoPBxHv7e7i4mKYTcYPfetWN1Dp+nMGTb8EKFtlRnLgJ6+9Wosqb9fMza8Q4WjYpT2
k1azKvkrU06L/LtOQ0bRSYfBcGd8edEIFueb1ZznpujFM16l5s73DHjtIzOBeshx9rBYxfPqHWAZ
xMS2qf5JeJZ6KONyn6XIC3WTDh19Cu/JtBFbWHBf0yzSWaQj1xqHyNx+ymYsgf98izt/m9VbFily
hsvU3OH6q/RLzPVUyqIf710y/A6qraZH+CXEEC8jWqByfNZkLEMt8zBTm58ztCmXbscxq5H4GpN8
KntLP5P/C5PY6Lj859dGb6YjOMofNetq59vf2rnjVCCUiOy+8K8IRslXq1bnuACNA3fTFpciS4rL
7Sdd+k4wZQ75oVY3nbQ1/5rGdX4GrlI/55r/vZ8Ex95G+ju8vu7jZEjAmWMTZSNRZLE7u+hwp/G+
0l4L0HdVO0cakRQosW0SYzKCwCpoVCZGU5rN5qXOW2tXLrn3m3OK9+tM1DRtQ6BGFMBCdLAvv6w1
5PUNqtOq+C53nC9plx6GroZSB8rr0JDjzgjTfoRiCN4TgDsUPCZwpj/4l5Wh2azbOHYlTIQRT2Te
r20k0hbRUJWhBBROiz6fr+600azWeML4hcupAdfy5CBAfKqy4dHMF0xtzGwghA7ojuL1lGVjGbgF
nTR7giPfO5xsVbWo59ulKorA66vh6vKdLEM7Ro430RXFLosF1yNaDSdCp60/LLU4kDnL+nlKnWFX
VyPBA+rrIEGJleOGNkGLFcxJoz7B5ty7Rda+qVxf7+Z2Q5Ka3rFbtDkyenNGwO+9uTkiG1H6w7H2
DJqrwq4Cm8iLJ95GDnLf0tmVanb2MEbYnwKV2MKt5OfkmXtdr6y32CLmmwlS/6//nvXkkA2GeE0q
xm7pOMnfrQ2/Hj34ZsmvZxfhs4mgK7998385ehSTrFwkMJCTByuYuRPfBXSUeCl4yxO/y8B0rp+r
xIWT7CbmIyFKTAXn2D4yrbH73gltTKuYyDIC0H3TfPnNc+3cbq2/DmT4s+mQWlwebfE/1i4LimAa
u6xds5ntcY5451ozy1Nd6EGPXAzt2mrM97NVxWFuEjY12Mn7mJOAqI3ra+eSUVQ3Fi4KLn26WKea
Y86u09WVcKk4WraRPFIEMLTNszM0hA3WcfrqmixwJNxX57VMqosoITOiKITJjz7Qb7vi1SzEElaV
i9LsqmTVRpnpoBpPzO5NubV9nzS07ZSFk2L0i7D1Myew6zVHG1Fbr11+TOKxj2KzSUk0nNHbmBVm
iXSwj7ffbpfeSSo6WwgQ2HiA2EsIv83bUv8SA7wlW8SOd41fuEG3Zh0BnGxlckdUZxm7I8epqnqu
IVIk5iJP7PKw59UsGlLU71rRfY5qYZg2c1iQhjuBWGFLuziT9WQiIrxnROa/Y3D8nrnZ8iMTpAuV
mvWeWs4SMWdvcbcv1rtYxxp53YDWzByeegd7vz936n5GPPNau39oEz2HetiPbrvilOZeL3w/PgoZ
i0hoJmEcXfPDMej+aE1sHOwsrndluqX/xfwNGKeN0MiQE4qq7fZphwdG79CzKEwn8ZYyolo7ZCgG
44BzYXT7SW/eQRv1ETixLGi8zg5tE/eJNCUoGjmyAbSGGLUGG9vJgbQqLJm+xFjgGkSkSY2kA4zR
sUqGiZSMgc5xaZn3xB1njExQaRTsklmoqz83eYjRMn9E62yeNJKhMDa5BZm31hrM5Woe3CLvLkML
MjGdXUhHlZFGRj1GdqcvV/YmsCWX/NvQaHhl8AW8F639nUTIp0Zr31K/gh9S9Ry8x1jczzlzxBH/
cHT7qbXx16NNGd+1Bz9ekitfwbzXEo+vYRze03xxzor94F1VduYzPYdgaRZa9U12HdRYR3np7xQW
FnCHvbVAklzGi1U1c6jV/c/Vc0cilWR8GrBPIKPwVkRByXfA1QVIjh9Z0n0mkTUmE+1KhomcYe0H
yLZmmGkVmMiWGG02O7q3PLKJROV6b9MhTFCuv6CDrK9s0nZWrZ6sQTV/uHFDYt2w9hw19JR04GHd
3f6CKR5ttwmWVFhPRm/4O20EqpRmrb1PKkQyPcSM2d8tTd1ftSbxA8RYUCSmAii1kWWnss6WHYgu
FXQOQJmkp7fAGd6Ag0JmFTwDa29YdHE5SwD9qpoq0DYyjVaXXgHJqTawVDo5jd063mGYJfylV8l1
g2mNIPp+rgkOFKQM4Ih0PSLPIbkXkjmCaFrJI+DN19F6QFZvPNx+KScUU1bNTDll7/IwZQU9gjQ/
rwXc1Bnd3gNj2Qb2g+/eD7ad7Dyz2tgWrYp0zUUfMOLB0RtxqNoELmi8MC/rU1IGRmUcNRP0+Kx7
zaFNEShqC822xfSTXRxzZ9o5KWqVOT7ViVUcUtJpeGXLg9527n2P4Bq9cg2VtiFmbBZG+ac6oPT0
9kCQ7GNbqQ9EHi7Wcf9u1pPQyaohbJmrfKWRqhXnojZfp7GyouU/l3JGVT+WctjpennNEME/WwAN
oG3Wb4k3Vd8ww+GGKxkFugPs5T63sDF6PHK+pzFpdBowZABw0A3you1aR+07dHforEcfSL/7qWeO
yblEqWBkm3TMXOe6FgbYkGQiVUVUGaYZ2CQCBdKdK9i3r97gRG3KKg+lUtNdeVrcLko7C7N44f55
+w5aB5W2z3e8a3EnPwGQOBTQQRfX+9BbuB5Jj0Bjmc0/QXspxn8JzWDzbWIGjhyKy1iSi1mUMgd7
kfiHrFZO2C0pQemzaz+URfVDcVR98Dzo8Dynxr7lWzjSc8M7lLvLs6eG+9qql7fZV87ONaqO8Wc7
ED+DFlN5zzlEfFgLrfUOSPOlHCTvBdt6t3K+ZksfNUgAuySZ1vtbd6sGQwedT10Hx8040CzYvzUH
CR2MnlbFO7L7utfUX0++lzIhGnQzWN2+eTC2i1MsRFq373o8me/x2l84Ve41zVgjQlhbIkXFGhST
/d1uxvqb3siry4p8nW/S59xqdprwgRn7sA1K3KKA5MR+rPMZlHR6R8Zl8cRa0KEWIrXKZMLj+pW2
474lmo2WVdEa9LAzgaZ+mPZGY/QvNmKAXCviJ2FBN1W4BwK64m3EssEcuRygFPkjfAEm6sqhyaJE
inLAS8kfWre5LH60CTlz2LclWbLpubSblUA1Wvpx2Y2RnIt3U+t6XsJLmZ8TpbLjuIwfIlu/W9lk
fWQkkGF0BqHb6zVRP076FCe0K+K0jXc5nx2cjjw+SPCAuAmS5FCB1LiMSgqmUaK9y/AxeFVn7hKf
8JhbDyYrvBO7rvno1i4vqDYmK9PLvsWOGk+mJ+rnOh+vOga6B1Ofqv20AA0ySuQuo9OxLLVvbea0
n5nWPS39OB5qkjNPGGC9e+hBOBHRhvjLTNrK6IuwIcH5qRTasRwU5pceHYoWj7h3uu5Fbcu0cLQo
X2hxud63wgLpknUtx+8BdT/PS0nPOFKyHy4WSQW4NlQwZNvcre/1M4ceELGDqz+Am0Xl3/fMbxb1
uNpVvHc6knzLGvgQKd+nsTKgh97ietJUPo6N65/IXDb4JkwGQXb/ZrXfMi+3XoaJOZLW+OJJz5Dl
ClcC0tIQjdjFfM761XtIHX+8X3gu/+jpsBDFzatyhtbSQ9XFV5unryI2HmkrJvdWOefEEGU5n0i7
3JVio4gsnX324vFLlileKZxBiNVzmOwYQ7HulipDl0DTsbUJx3CdjWAyQFEhbCkSgwrQFnfnhMSj
x6m3tetgP3EPmh/KJnOxRK0pYl8jXURpV7t9JrPyhChTD4W53rmTrPetrHbmqnv3TU2UFmfvozFm
085UsQgSubYnf0l+lNZKgwk/96GXnLj0VeXXJvedO6hh7gXM1PLiejOMLMGZoWmhbKVOHkH5h5SA
HTtAtL0CFRq9B1vxDemmlx/It18uVf1jhgwLqViDJSn1/F43yAUbjVFjqXMz9A/Nch01cM65jaXR
GUrFSYA2gJPSXqaLs7yDOFnd9t1DBf6AN3TvxfI0GyCj99pgTeGwkPOD3OsnvPfmAcQVt0P/nPgS
Uvx/Lu6QxYeRF1TuMVLtDBwFLeiBJBX1ubF7WGAVio/YqH8UxhKzdUKxU3jdZzVBHchSbXqwxukr
NmFCdm2Ys2NTVuHsWtbj7eJpTLGy0uM8VpjXbvnsyfWCrpHDSJHp94XMxsCdC1B2wjiMqWOfLO4r
wmjkg2bU4H15jJ8KpEyIUeQfGuzQgzNgOEYE+xhXxQ9g+tqu0rL+1KCeO8jalPc+CZ+bDb4iPKXv
YjC807lrBeiVhbyfqvMqGHyJfdGQTSLH8NeH0dEUoCgC80Z4IPdmToQeOfR104izu9b5U6Wbu7z/
6RmpcvgzxRWLXZLAn0Dwq09CC1l+rSifdBv3Xf2ZGhzDNdT4W/uo29HlisELecnBtQsY3XNBqDkO
2NIsJFy0ka6IAaFy+zDBfIkTQI1HY/SSK+sZQUQzflvfqb6nJHSjIm+g2IGVa7y+f5T94kRpLy64
3+8USuoPbzHG/TLSWi6m0QoQnBPerVmyCjALkzuGDetxaXITI5AOkuvHuqosqP1NmyHt6q4Yq+ak
t2v6VUaQ2deHtAMZvC6o6buMj8H901Sdf7V9RIJFsy5nx/WWs0VwjiEUlnFrFM8NrcODOf0gGdfB
SMvMe4u9zE2fYDHLZC1xU/Etn9jsYsVmNPMVGb2+s9rZQPtg4L9NRP94u5SY0GKjGs/20PiRQO1E
hPlwbW27uU5HUsDigFPai+za9c1Zj6o0u/3csZXpHIZsjEyM07D9NLQgFfTeXfarqhAtoAFmxEQo
83ZJuzzKx3S8dhMhhXqby31vCMLuEfDgeX9soZ+TZ9vKo7WIb9ngFh/+/LYmtUV4m7OhZGkhINSE
mmZb8Skp+uLQAYK5kwKLUSbi+odlXy34Qq99N6mdSdL6U5YTi9QM3bSrp9Xfuwadhnz0SEFajJKz
SY2mp9OrAPDLS7H1YFbd/po2YBRG28sCAq7Si19L7lVWhw4ULjPhnDwgZEdvbMQ/NZvD4A4xtXiv
kIsH46IX4e3X2dFyXqax8zBOnRc1TfIlcXtWhIT8LNlBwyQvfkZWVn7zsU8PoupfgaLmODdb+061
yCwareQxMIt6IMIxec7Nebj6riiv6rpMhYfazEVmllY/XZKpwkHrvlfEewxpzDmloGE/+a5EYw0n
qzMRcS5o3xo6C+Kuhy8S2UzTeapNNjK6RZwu6TF5y3mV85sPJiG1nmd6IeiRa+eLYWrfmOAy/fRA
uuklPhF3A/0gqtrdtlDemP4wSbQ9uFU+kAtn14GDMv2lo3U1r23/1sX5QqqZuLqG2b9V+O8u3cKB
8PYXMbmRRmntksXR323VvZSdyN6rPDloRe4hSdS901D4FVmUCLCFcEBSKcLa5ZB+n4ZCf5jLhENy
XtGx8E1sMZpxxUmYImwc4VnKTH1YW3Dvms3OaWxd0Lj5iv6mKE/8I/tzi5z/S0/Yx52DHBVvO8LQ
Ml2HQy5kdY/XYYoyfCT7rNKLjxHig2+nz2PONIHZQnrw3cX90TkZFvzGUUEm8y/2TDTetNZZMNSw
+PLKoc9pTd6j09T5SbT877Hfa3eAIrurjaFq8ib3fkpRA7rcVxetg6IfR2DwzMD1R+cpnrIWfmrO
AS0trNPtMowkIbleepwbL35auzqqt78Hc/OJb/gjzYzhsC40AJxJz9WdXNb7ma7iXa6m7pC2Hbsn
hL/XmXbhzcxHm4W05j4vzoyweNtr9C2YFu9WhMDHoh3AG7rp9JKkcnrpCbYsC3ms8d+9mQyK7vtN
mGwQ7UvGjlt96TT0wU4/vLcQ9s6d7sFjNPbT3Ds/c+BNhcx+0qxHE5GU4kVbUZ7VScGJfpxYSMYI
1r1xUEX1tLTxTzf2tOtkO9Wz2iKFoPUaBY4YX2KnFvb4xCu/Je+C+/VprOd0V0v+j9XGT1aIBSJ9
u3jWzKFm8sVRJLDXTTMm4zExNsD0JzOb9LrkZR4O3UpEM0HZ95N0+9OsrUvgdWb2pJfG8yxhaFUj
nLW179ZzAgTyvhGYpiABsSuLe3EFWATAcKzSQ66pV2Pt7ZCUX/QNaLxZQaRjR74zpUCTMVsAffN3
MU4hzBLssdNpfNHM+GKpuj0722Up2pqtYGm/Gp2rPjwePBoca/241Bwoms5Un1me/3Damm1fh5XI
ytCmplp/KbP6bJCje+rIrD11evOnbvRNiPIkn/sGQdCIwNpZ9zT4JqJ3UiN0Y8eJxJTm+zZTPyra
UWEMoPaJCB1OJSWymbyXD1jk5YNwNflAY2LdObNdXhafbPg6GZcvym+etcn+8n8knddy20gURL8I
VUiD8ApmihSV0wtKkqVBGmQMwtfvobZqV2vZXlsigcEN3afbeXTvvJC5fpd7a1sZy2sz0h9Wbb1a
oLieeKpnp6w36UHKgSt6uk07bd6ohCcy9djHCEjnJAxfbdLAfOcVsB5DFSVDiFy350Z2rTEBp+wn
qDyI2ixNhKZQ9oh3H1/csb1pGTD/5teBfBIE5Ffaz9P0j0nnFxJNb2cR62ZFwlYsqq8fmNnzWoW0
WwzGxpJijG0h3Fi/ybcZcsudKYx+nXMCHJvEmd9qWL8axv9TMt9qOVW3GdvPs3Q+u7FR3/FMwE1v
Lumdad3nfSEe4SGA4oTV2iCHdGJSYJ2rg7eFD4ChjGXWqEr/0snQv/S2zo4B7fH1gm65/d96oRA/
xh1tkkBS5I31MWjyT9PKuvtGIu5SsZlzP3z0QyWeJ5lvE2wVN4bP7IgXdiOuQ0w8Tk91wWIlY520
IigiiXymwBj9Yh0xYOs3+TQum7RER1lkBfLg2WbOKrHUoRBsF5jXf5+ROvRNPDhCSnQ9KPGX4DXh
t0aegRjQH11yCHP40UZnWNekp4kIwkMOSDUwl5YokBg8V8r0yW0ZG+T2kK6ZK1g7Xl3xSIJQedOW
LU6BYbgSFlxzlRjGcoi9MTt1MaqYxcI8QiQSbiT17WnDWBH/IM6uKt6SKwkyXLqB7rOBgj+3DFSI
4BvONsqdc1XP1RHLBdwh8D1RsvSrqpvbzYjJNFJ5hZ7PEfJwffXqsPQYlfAS9nPwaRhT/mSMZf8a
++59X2VMcf9ulOsHUBo8CuToHalhVpigqh87IMrOaSv1bAdwoBM3+Q5Z+O5Le6n2ODO/lUUi1pgM
wVtA4mcUGAaw5Y5EnsADqVuU1i0OqBZOD/k7cZ5z+k/u+JpgTGLUl8jzYBQTsMIq4om7aeUHUPT5
tsPhFAEGcG9M/sIgG8dbwYpjE9vr/0Uv0gvkUYVpcQ7ccVv4M/UiUsZav/oWW1aWSf3N34+yqcxu
BrWxOM25gAgonZTO75bSMO7HOs7PDURqw/GpcKcWyrWLFZUGvzlPadmeGG9sVWk5L71qnwIzNR+8
KfXO+GJj0Aep2niMWhH+UsHaJu++RbLOEyCvjs31cmeKWTz5yIvzEnRtBYrjkTfwxdKu+aJjakPA
U5L8ln/lldmdtolzuxThcQYfiRmf8FNnYiHTy2K4PmDhejZ5fFNpEzVR8I+SzngS0Bi2MoAMW2UQ
poSPfJQ9EYogekWuCLJRxDRccjswnixiasncac2RYl+pYNt6DpfYKLpXc3nrQxrkXhdnZ4IW15iy
v0vJvy393LgPpfyyVYIVEvTxhYDMF+WOVPsZ87CoJmGN9M3wbJaWpExIDCBofrzr5yR5CjMW55Jv
Jwn1eJghxz6FI3Ane3jRaWaeEsYzZMjmiJV1u6o5gd9avwxv4zg1n4qCDJ5wIDnm71ML59C6bVW+
S/3yPrFTgDjGYG9biYyU43NFNKd/+/eB6Jy9lzrehjcmQw/TKTfqZApOm6thH1yNg0PTfhRMzHYu
7LNnGTP5GZyKx3iDcqQSHZ3KdeYcdn40BJpWnJzyOzRh5GNxXa1bk1BqJCXVNg7CfZeJ+WG0kz30
AGifi8rfF63Zwc0WmVRufsxTPe6SrEhXReMGd9I0SQibGEhlbijJkfZ3HU1p1C2Vehh97DUgmMJ9
0TOEYrGzkbpubnpqlLiSa7vIqlNH5M9Vw2LvWMDOdx0z0ci25qcccv0j1c1GUIouo9uyBJ/rnZ8j
mphdI3toiqA/dRz8zrgcPD8zbnFu5QDz7TfV+f0pH2eGRePH3ydhM74ukwZm5lg3fx8Mtwei0ZjN
kdXUGT908e4mLsG70DuL+KY2quHemhiCTvOmBpX5HKvkGgqXOFxuLa4pQsf1PguXPuKRwQbXMMJj
MXfpPqaGqUpPvcjRceCnA3kcqRHOo2e8lbiq08pJ/8FuvMxT9yGcxFlXmfitmEec6JRcEHQyfnGC
32A2rplV05AeJg+GhIVWD3W26z2AfYCq69jT0QM/veoHKOyN68eoWFvxSC/krTs9I3eunsOgKh6I
22gfl1YElF9Ls827gPTg3DVx51c+a7dyW46jPv25rlKbVgZPe3dJ+XkpgxTeJkqPjkTf3Yh9LAJq
356DiqEqhq7cyzpUfrpif83vryoHRSTxRCQU13Lf97E4TnO73CQOduBKhSa66l5RyKAI8duepWTV
HZOFQbTt8+DJguqVbPYQNTcXypCm1qnvXfPUEh+1L2tMWpiOe+oJyuD2GHt0XJ0qCuweHwSpEJ40
+B+N6yWP4lowtF5AyTrY+VGMebiG3S5WTSC9498H0efFGkNsu/77P3TMxVj1q3Gy1zAF/H2ucEV3
UoVrHjxvxJo2u34qaPGKUByvMGaZ5K/MFItbv4BBQKsoohQHCt5N3z4b/v9j7CJEGewVzpkUceMe
uW3D1ZChAWbXhjNOzOQmeihtS7++T3PnwFpo+TLKnD6IsJsLStL0JJfFxu8ys8tI+onRnGs+gBUh
PJmeaOsPP0zt52M2El60ytGni7I8DEO7hl6RnS3Dz26IZblzOmvZDIMJoF4Fw/tgnqG8keWgHLlO
27DYm8TukuW+QOEsneXUKGxxCWYBEmF6TCnWcJcEioAWNtB6SrOj5TMxb/xHR2mQuWpmO01ffDKk
xTFmA8pxKxIo4quSL58pg9rUXYe5/aQMy//EDXgTdwHXdT2sqc6ad8KBT33JXdlyYRx7u1fErmjI
cYvykYP7c7gxR9IZgShL5vwtda4xnTwGkKSoEAFS67pjt9DkOJjrfjeUy0IQVdtdkLIYyA8ZbXSD
dQcNJ90aJqZWnYtnNJzOaxI2jJPnJjjyGv3gHwKmabkXadb7QYg3N+tGQAWgfLgTODbNGXp0XGoe
4lV1S77u2cwIX1Gz//j36AjovVeJFGuLXurolDbjvmZmcRuX4T6bCJhVjGBvZ9d6smQ/HP4+i1v7
NeOoP8kRFGTVyPzt/x/N3pM1tfZdGFxTjntCpxfpxw/BiK8gIaV7cOrk35C7/G0wYNnKlGs2NuUd
Z/aw0jN7b6crd8N1R4XgeLR8BT2D9wremz4QonYa2Ju/WJaTnMLcIcvSZ/XYKIdtvg9mhbh1bx9m
3BN53m06J7c2IxN8RlH1VzvMpDDGbnXXWMe/8abjC1gkvcvGuxIvcei85JYj9p2NxKrhdb1a28fQ
u9VTZV5K6uNLnfveTSHSo59xJw59CeC6SMUKFEHxUojGJL08jd/tMYUYk85UwySxoI4wdxPf5jb0
luVSugPxptp6KEfXviuaFrhx/UBNJDZ1nSDEcLL0lpK+3xEfV0R/n1YS3VhvBu7OmhfrkePpdyox
04QWQP4hAAcfDJl+j3m35rhYvhqEoisqr/LW6Rp3BWRPrRbbMg5DLmkpBxCxMU+HddrYyW0n+0s7
aIaZWcMGzevvfH/GFtKTT5hXttxgEo/Xo4yd098HYZfuiWTsFmtJ85lPQ7yfwIKsPDqmnZ6s7FXI
DkhSyiDw79NmyvdhyVjI0I99mqvvAOPvSBoSUFP/mhNPOZ6S0/kx1iWFVpsfdBYAY46nd5bv8VE1
FfkzyBS8pZvJdXDne5dBbO1RuIdhB/YYKUZR+GpXIFlac0j2CGuX/BReP6QKnXrcGj1ajyU+9/XZ
y1jzjnLACuHz2d+HuqXyJVVg1fV+cwfCvyfDPF0RQz3exoW/cS1/3AUzLil7BlfRN5b9QGSks4p9
esWqDHWE8Nr6MGX13ADluFh2/O2VCnsHeo+1VZmRXQz1k5v7p9gkS+fvs6EuEVMYGSmobjAfCd2N
/N4eWIm7DjpHZIRbd5k9jCV8KGT/1soxOZL4hJ7Qnped9BO4PqIDsROoQa8GbPG43ez0gUS87CHu
l5vRqW/8UT33pWZeywz9olM2b0ZRxnjQguQIB1UwETIJg5rbqOnq+bEMwQkvLEcjl577gIwheGSz
5+zTHm10K+t9llw9rIutH50FdYFbej9Lr629Tg2D7XLByZVbFSvhvngxChNz+tgMX2yZ4AmQ91RO
GIqvNVg+l8n570d/H6p4kWc6lWcNG25bCjyPQGn48ySPW/MBQTEzjxJrX58l8mfI80dnoMQILHgG
cXzd3mW1BnZOAHbqYYG5fvb380Xsm+sq16Aj0Tc9APV1ST4hNEILiMPYO6MRsTT5Lz6LgEHUT4UP
cyQGc4rjzA4ZK/rjQ8yrkirbOslkHB80t5+35OeyKYlttzVPGM0eS9c/vq/WZnY1kcxdcGI+h0jP
lO597i2kxQQMApae5fcw3iYSx7N2mj5aaiUvVYq0r+uA2LJ4wgY7ZGfb89Jj15MfPy+zcSqRtW5r
rxhWMq5rAJcsLbYsxf7FDRROIw6SfWFBN2akz06lx/eiIUxsB78fwcouA1ZnPnTSNjfOhDoVsOdW
6So9eBUg19FgtmW1sDcIRahaTgZ3ipjMEYzUxc1tYcVP6BDqi4N+HgEbU5Qxmd7aPtDHvyuL/fxB
JXzBc8JtVnpOgUTm+kPaNRSYph+Sq9M5XN51+uZxse5nlcdn5Rv2rqx4j//+FIblw048XqOpUiYg
FsOklVNNzv7v8yVkIz66bNpH0+Dcc+v5Je/dpwC03lHqmZXW3OdnYTNe7TR8pobqQJXeLqkDQeaT
Zql3ZUORblXiYxLhvmH5nw9yo9HWRLXQDyFPRLTWK6PfsYRghEBcQEmy96QuErF6INnM9ty3YRwp
lGoN1lVzyTf5AnQaqls1+xvdvgISDpcTa/m7yTS+FOqKTJm0dlqQPfKWs5CZ55J9Vn9AwqFDDPQ6
GK5aFZKNiLGuMEz6+g1tzrHtN7qABK0RY82k5PqrshaHwjVWgb4Jgs3ovaUdzT5cqYDIgzw/1kN4
2y/DfrQK3vf+h29xnbrubRDfyOWQ9G+V9eH09h0rQA6cZGMxv5xLeRNW726Zb2rJzCRk0pJA/B6P
Kh0xPgA0n77i89Lu83rZWoSKDgV0gRJ9FkPhlugFxMpsImdeCXyjjXysdv41o5n2o5mrCGkVnfeI
gyDY6MXH+/PVEQiLi4+xACEv4bDryEKB6eEfUpjEgcXxqzDmLmj4CLc0w2QNBfYu+DeKYJUvTMme
l/TZtN6huBE6SNTJITZjsuXIVAIhnY739Ow+KIDA/S4/1Qw4uT4PChfVqFZqPgb9R+70p9AjApS3
n8f0BgLVt9meTLQA3sMMpMknxyoFCBvWV9z5OsEEGyBSdVhX96IG4A99CN98PxpUrICiqRombzj6
5ASGmCcmNGILuXFJz2a7YAQ8oHoza/w3zZVJ1Gx5cKxSjv8+z29Eaq9yK/LrFrcyuZ/xa2zZbIJQ
b3Y08TdJxrnHtw7/aEXw1qHArY/qcdUqxaKOsWacY7wUjGbrp9QialdBQ8+BMLDJDazuvDBnjhaP
TLYMzEVGYCHBGXt/Kg4omIzQ+2BTfXIgxznalhFzsU9TByR2ubQh8To0GM8Rx+fRp0RGKk5l6vwQ
6CYjAKXWtC25Sw1n7w0UhEIHz9BaDnNNdI0B7jpL4Z1yh4088vOfnJsFKdQtk7etndq0ZUbUCvxw
zmGYyUhBuhjKC5D9s9V0n6OZ7RCFP4Og3yl5lku/KyD1tZz4AkRykVmrhr5S6u4AGHnfpHh1eUUr
jEUez7Rp+UEl9mQGuCMH56EdpjX6ns9S82CppqcilPYt78Zmsb+SMWKNwjeEKUePwy1anXU6uXdB
D6Uq7fKNmMgoKIGkGbc8H6otJCOrNKpD3RqbakakiixgdDLC3ADqVBYRlaK4Dwi8w92zs2PGceF1
pCv3Yk6OdUWqZJxuCO9Bpdat5rh6nHBg4nGJFHqdLM6jnAFdLs9NkqwatG1ekiMmzY4dSGetIbOG
5GChLlQTJxYi8SPmk53JAoKJ5/Ii2aWzXrlRZbJEVOC/aSWJ2gmdj7I2eD/wZKYwGQxYGUm4901G
02K5d1GT+x5h1ANHJOyCHZvMPUENh4oHjDvu2eodQd9tLdzXbja/sDQGktpfzaPBOjOO/GN4n3Xx
pMNxVzb2nQXpzItSgoUmGa86KFCGSH6rDhiYFHeT8pHQFbxkAye1OKMxbCOEjo/MK6SBaTqltrcm
5k19t5XCPxaOeqoXJB9EO+DPXKEXxooILZeAzkjyp1KPvabSw+qImLyj2CD9cFm4uApi7BoGnODU
QYAXj3GB7wyTecoqyzRq1ijgYWb/X0FkYjC9T+KzIvFmXIpDqLgt7YWzRXu/Mp63mkjewTBuuAUv
rDhXaf3DsAhVmrULG1JY0td5MdwoxFc2tNV37nzkOo1sDVOcvMc0DXB8duENCtSta8sPphsr6XhX
f2cPJzHptjprqnU/xCy7mNcRf51w2aYlvABG38QG+na7qcv2C1PhuNdLC6rFg4cARL2ymfKyfOnQ
4DSzQbhgt0mS8uxUqHOMYOPH7b4U5Wbs7LVjq6+REwjt966TyUo7cIZdY5swxeEszq3mbY7p3OgU
3Do7GX67D1lTG/UCPr45WVn53Jb6TiG14/YnZVncEeCzbu1qa0yAAMqJmZZ/q3zzp3D9XZ49Sk3t
HCeMa+xoiXOAYeFNruf94NgveU6EFZEl8wRk7Bw0we9IVJw/sT7tgh0JyDvYfe3qGlo9QImJ84kQ
aGHdudxEjQWTpCp/W75i5P4kVUnyMMbfenI3nEIwjIfsC2pzRa7lVeFTEussw4fFQriapIp97Tp2
Gm5iP1rc+ED4JU4cb105JG52Pdto433wSWvA+UqXTSGcgQNv9XH+kYrIr+mruc/i4sVLU8opzi8r
3VlOf4xrRSXKAEDlYaQwqTNpixID7ZZfHZo6/XYT57Q0JKYktwpyX5CMKK+Lp9Dx12IgFCMHfGYa
p8qOWUu3DFVzGGAt55OTe7jX5b1P/HhOiyftfMNk64de8Ajra1sbwYs220+0gnnF3iLemrHxi23w
VNftRvhyK2bvHrL9WizTvnCmremKzZzUt11gMMUIzGPYN6ty/ifsfu3Gv7OD70wXu1SFeHT6XdqL
7eg3Fy8JH+us2kJnufSCOX+s1kbwYNU2VlTSGwqtUC60kanIQWv8Z3MGZl3dKo+hh4LJQE5ZYWQn
GwPJGKPLnf2HyZBI+8gTCLlpwkFpFgLz47hY76NLQlg1upeGdE5+PaGSiCFMlIeiGuiBanva2+x4
dlYHdab2NjqloCW8gx2BvE2YUHbGwpdL6nY4r2PiXauc9Qa8fdB7yHCQ3tZfPXpIJmkbgdcAB5st
AEOI3ibIvdmCnDsIEV+bOtIL2c3LzF/ZxZdH9z7kGJ3r8Fjbz6kzRjHw3VaWm0b5rwn1Z8kd1PJE
qYeXEmd3Jc1Da6Rb2STbUJjbjlgMG+OlTvXFK+XDhIJm8Kt9bvj3CIYRSacoebutIK6rZS5smzIy
8vKjFyHyZyP7bd2YB20IpgcrWn42RUvWAhOtpDr2+qEI0ofOH25kjvZH8sCLpgmJVQIXltypsznI
R5esTYvn+dBhQfeK4KfIKEMspmSRCnOmmGg23Mz8nfz6WS4i3QxtPR865CrrpR0/R827vLD/Yr/m
oysDF5E/pAHpeYPNMKsEP0aFFPd1sesl+eaGWJssFxAQOhShCStpvBcRy8Xk7OM4V0uDr7r5l2MD
wIRaXXKyV+upujqZnReJGmEA9xc1NnIrUgzj0sIV2/VyFZj0yyM/QNnzD5vpo0K1HY1s9ORkHIJk
qjdOU9OOdBEjKb6QuaCXSFl7u353JVv/em1w6w/mL9qrCoyuBcR9Kji95lVs2jcWXKW8Mt+GkFC8
tnwzybIqqqi0NMItrpfJ4IDqwZKvpxmZViUuWUGY31JlE2zqknzTnne/blLU8czpiYKXbf4PLblc
vXSMv66ar3+Wl/urKT2GVEIwVXDqzB2bR0UqSNOCeTOFalB503gmxF1z14oZqqsXGCz0Oqw7hb8D
i+Cy5bcYZ5JwiUQaE7014lVS7cZDb2oTI4JnCwZR0/KzbfvlKzTuBqA828mWtaloKAuwJyIMD9Lr
f2vUDcxIKIDcSWZHVnGTPW5rKxZokjWF7ti+ecUznnRUUjOqbsXzaExqfIWj6awMPbBxDV5DmRsI
Bltsd+1prkFEpo7TrXqqLyQcMCeDmD2cyT4rm0EoKVYom8a04bYoyvk59MhJvKIQ4gmmRf5yXSU7
14RuNsLvE1PwHeL4t4K/rL5+DbZc7gRe4UiM2U+ayKsVQ0MeOrFQN6KuzD5Kxi+gYQ6TT6U7w0sw
5/bgmO3lbxGXIrKrF2EhRmaHn350jluukTLTQYzWy9zOZ9V6iAHJk41mj4zwCY6CTrklS+GsFqP/
qtDmx+4/b7oJ+vQ5j+Xl7/9gY0x0pXHjSnWsPPU5yPGhmedTRTgKtEbeWUkSpmVcpQ4Wmp20Dd6M
uN12bM8ipgkXLOy/9ZC/c8zthwK22fWLmmJxg+PFZyard60zvk22nJnZWk8+Zh9+eQ5YWLnPw+Qj
IbML6LSWS+lmePuqImaYImnlMrRbmbn1Xdry6TqvizzLcrcpy9qhb/81o6iJ+G76Q4FiKhXOTWDN
93b5ZE492ZUpjKwq+DZjet0ivLMN8xUUNPxjbBcrgwGb7tXRH7DuQA0nsZa1qIfGYDR1H6W1f5k1
yG89PDS6hsweigKwxcCO9ZwNWCHTlhu7Zl7SMOftM3VwK1Bm3vxqgKlYFZM9sWlNziKurpVIsY4t
UtoIUoiUWf7oOe5owqffyvuqbasmEVUQdO30/3yXXGkPEx5Qujx7JheH79epP3LEzigFEPWCt0RE
lvAU8J2vufCZy/a3WYUmITSUPBYX32OpORQZd1pGBLM8phUCEAQiYVS4Cx4LxFkmAZ2VU96zfCK/
2HE/ZMY1UHfeSk8sFoUBzRPNvM4plGMOAMUcf2WM1HrOOHxm1Y9J7AvR6Awe4Dhi88B7x/oEyvh8
rJRobsCoApczxpVhdRNQ0mo9WxY+7+HFZ3+wHrnFNOdAXjvFlqkLjbjgsV46DpmXzWsdUrw5MQE+
mIt2cTF/KiGe2ZvjHtLf1CHTavlq2QXT9WC+hy/+ZZo/JqFxV52KA7ZJqMhsgv1YJDNfGNabxqVV
b6rPoPReeqzhZBjoPQGezQrZZxYRKX2BX8yF8OS33aa4TwX2u8bliLESxcH4VGXJu06Hl9C91x1P
TE+95blEH6IBUoQio5yCwze6HYKknhI7Ne98QzAT6Qj5XbLXpreORsqcnbkylnzW861vnvrG9pkj
Opf6+q928pU9KRGVwLqHhI2wWX4Kj/49c5JuE2acyXOO3MNjMEO6wt0Qi6t/6mIx0M0zOpraze8x
hSfJeDsG/rrpi5tlQuCKCMAQ08eEt3IMh3OfBEfA1QdBBpnhu3eiJzRVFvvUKF9Ds6mQ7I8Ha8Lx
AZg9Gz/tHi+Mrq6W+HMyXM0lnuC2dfr1YgXhdbIQNQqzrWiGj1SlxKmxDGn1B6fkuFFD/lDGHjpH
F5FSSAur4/cErh0DMky8vS+4doEm1Emw9xr3Li9nbnDDfWs5+/r5ewyMdzHMBxJ3a2Wcpxp3R+Y9
Jsr4ytGUGeJZ2wwgHOub6Peb0dNbP2YdH6O+nqA266ZlM9vib6CGcKbn1DKfsmA52fHygJ/qlGBM
JGKHayTIeKvrpd93obOuTRTFRkajWtbufvQnPuN273ioT7TdY4vOCA/RMNcmT2Om6l7qPuBqAZ4j
HvIAhS20A3JL2+JQFq69TlEsrpr020vZzMtlII5u6l+8qruYYYWgyKverGp51QAxlfegqBLxXRgO
14qvJu6D+aEpHRAIqfznWiX23cTCRjaClCK6JTIt49EqWCATlMHItHuj7UFV5jiCgkOuzZi0v4ow
omtMeMeLYSrrOe2Gt+t/qXBfjGZgpsT0THiPXlhth8F6wa61iUXyNTn6oywzZHVOvvUNNCQjQCM7
KyNdjadQFb8Gz/1WEXvdxsN6Kmkx/r4HqbBqVv29RExZdJHtTudR84yKr68zTdKjbAGu9/oSjOa5
d7LDLCc6D/XVUjCYkwMYCe1r32/ahEolh9XPmDNYIjTzawcEW8qQrErHJ0NV3w7vLOgCEccLMywM
5Ty0Ht20vzhOTqDH9ZoOhC5ouIZjb5bsB4ioFjYNjmMSOAqyxohXjjJ/WEAcw7bcG0hvApk9eGnz
Tb3BGGn5vd7k0OStwnxzWgqkWeOaLlO6q+Jr1PI8Bta3zlICynuiCfOBPhGhQNPtJlouCifA2YHL
wFr1l5rrLW3KL2ug5IqLe/IytkPPMMtaTlUcMsmobqr2Dfb7sMIAhc4mS54al4sQ/Pz1azRL+1+Y
xp9lnB1IVvn2bQf7E83IZLdGNCsLq8xCKJYzrK0EyJCSU6TrBPErtSsHcf4v8DepALnB2+XG01vn
ekfe0FtctwdHE6ycDjGl1ThttWOuucV3KLqPy0LGgLyO5dwO3lLpbEnuZN6U88YnBQ2xdD86F65/
jV1G24NgiBWexfWS9sOcSt1GIZ6fpyBgzawjqXrQiwYmBCD7ZdQLQe8mLlPe/lq4yXDV2m/2xO6M
LKVd6zvbDtg3DHlngvZiv6FeYBBYDm+OX/xOAtODhT941bd6jcl73iKnmlbUejca8Sw7upPtTSc7
i/HzOuLeSZgda3Mk1a/h/SnsOI20118KZuwad009oH0zSkIXmphXvg7Mk5l7JDlMVDBuTUq3JjYk
NxmvgXRoKLzYbCPx8UmqDhvehXIkMoh0501qk2IG18BYz5qWYxrjr9adFMS9r9Tyyk1VutNqEkps
lpDNh9ssAwNT4E4uPfbKkm2HFd2Xh/xAgxNuwjoct4CIS9FBQLHPkuQBkbSfttTxqkDFt5YfuMjd
KHZF1BoCAcGI7mEEy9UpgvBSSpTAL76kMu6rgaOoZMqMpE3VvcvY+uKntV6DKy5XZKgzl/MIfUpv
VZDdjQMJNploGHW5T3kRmLshHWHzmcuVXEJ7NU/6efBdm3hxq9n4rJhvnKsLQhjeoapUfByUGeyk
0rfJUotd0vAw8S3YA40bb2vmfatQHbA20CAVJkN/1oHID/t0JxASm+ZQ3XTNx5xfnQma+iCs+ZsM
ZRymLr2R05BR2cmR0cnHUplfOnQ1TxJ+j0VsZDnam6anqHMT/z6wYnNlLpDm84zsWncC2kCyKLso
1OUMOyfbS1eKMOSMBWsUVDiuJXM9M5xuRcgy22HLEfJ7c6/7jCcatwahLSWWiv0fK3hjxc8X9wJ+
x1iZpgaHrdydckoIhNhbI99VH14Xv6DDxcIrlx08MdChBNozSghQudUt6r3kQpwodrWezqoO0Eyw
vasfmFzZm6Gbf/qS4KSE3bPJtJeXtVjpOhgj0Ccn0RD0h8joF63bsSmJpyR2MyrwbESlx3O3mzbz
RNTeACgksuv014RVLZvy2ZnFkWqbXtxtqk283Gaxbex6A3xYZSLcyucXCdQGlPdRDxQ+ZULTZXT1
A7pSZG24zBouxMgU43OLE4onhKZsuQIWqKvxNnqAUvODtGm8DBHyctOKlnhyEmA5CatUxOGUVCXk
sKHCdaTLeB+6Nir84nVEsI93xHr12B+78A1CmRprZ4bjU8EOYD2IysWd6FLcYYzsmKaoG9cCL4A/
eYeyjk9Mhc4WOu168eXqztNEm/cq/+zj+WibCejoZKtM9vlOd1/haYud4NRcrT/85dBlmCIwdxPD
Ve7q9QmPE4ZKZttvPZ6ITs5R2UzHgnGCviS66yKRE1mMAo01yXEa/RYtGLaeJLeI0/TesNV/BWn/
S3n4HqbZF34CYOIjRBTWFinrMT3nfPvmP5/vbQVf8jgMiP1K4jicjlGbSY56oVAt+gPQIIHpc0T+
ARngrkF1uuqJG0Zwtv771dSyvhmqNRHGS9mzAWslC3bV8k10RJp6ZAwt5nj0ZIobC0Hmcn04lb7k
WLKe0Y5+mZWdrWXqHLw2+wykmTGAey+Kdm815Sk2lo1ptE8IynYudaKeunPjOOslX16zfHh122ad
0j3iZaU3p91Gxzw9tgX23nLKCMbKjoohIrfB+OHDQY1xDdguQ6VhxHZbJW4UsKVfaZXgMMJnFNE2
hBKzrveoytSLhA/WdDEJBb5GMHKrWF37aC8jPioYY2kgSqYm410HVFFYC7+dKAGdP+alenZtxInG
f5ydyZLjSJZl/6X2EAGgCiiwqA3n2UibzTYQ8wnzPOPr64DRWZ3pkeIp3RsKyXAJI0EA+vS9e8+d
D2AvULSz/sIoyLj1hl/JZDAFRtOJ0zK6TVlyaxrzFYofeMrySoqHtmjNUxHrnMBmjTGK6FeL6b3d
87809OZ1tL+bXeuSbqCe6yJAkJMwb5GuBqVCHD2uOY+QNY+ealvD3M7ChyIfWFb98dwMK71Onkgw
C/hqyWPdg0pswBIWFcqFVzcOKA/w2liherX6z2IKH4SdHzVZPhdZBtMcC3fRbrR+4mD0wLGU6r6k
aD9h+7D3i2jFVNAjR4dukeaEE9PG5lrrA4Nyilq4Hmqepmmlc6WK4BpvAny8CSy08mGSZrP0I/21
QkfrWsYKi1sDaYTqOPQoYkGyUfsutE+ZUOjleEtokS+SYEDaz5VtFxZ12OB9RA7BbcZN9AlL7uRm
1K0pubMfmaQXH4VAxvyOqy0c6YNzcs8jNmJ2LPSxzPboztXeY5Rzm86GUwkr40Dm6A2rzi+jLM6N
M34HR4PPWz1HNeM5xjmoY1uxUwE6azlGISYV9QXA7CXqSLdo5l+TsCK4CmX8SnAVMxVuAAuHOxxN
bgJHYLs+487+bFu/gTSOEscjrYyArWkdeWsSIgHgjpa3gBG0q4vobFGCbwzH2eZjcDQFHaWpYY80
ByWXsKns96jCWkAY2LACR0EPZOP4Hlnd2qFXMb1nZbxXOR5ok9Fk8BnX9QNlcLxAUMbJHDoHs2eE
x8rN0mhvTSt9sSN0gX10BSqzQhhxfcsyzWDvCh6zKiBUZop9mI9D0W2691iX1dpsRLwgPzXd+OP0
ieL5Oc3SmkG++T11GCESDcmvbnBg+pyiwoFJWABr6mWwzr3qFRAMujZce8cMSwjqXW3PdQfxuOQa
8KNm0bF0YQKjPzwRkCHs79hU15K2l0E4sYvlKBdEIk3jV+nQpLWzaNHNFtpGFFcRTqsyttEkBOZL
JEPKlth/p1n1xQW71QaCZvH6djSt9rkg3R0e4ltrR9FuCIhjt+1yhcrm6PcOuSIwBOENMWQxohzB
NO1ELOuLMRb4uDPzY/Kct1Ke5ixXSseErkepPTltgtEuonwoDvU4Xp0iIbjJJaKsC4g2iecOsvcM
J9qdjF9W0eO4sPjV0qnYVlp1VK3zZmYPfs0p1Od0nyqdawOlyyHvnHOinEXaZYJoN3QmacktQrM6
7nEhQ1+RwOoPN2OerSdISexd65sasV1bLEMK/L0Gjk6obe+8JH5MlqCDrKIp9C8TQVNICgypb/2v
slUrZ8Yo+Xr/4pjtue/rper4K5ZLBLKh9Hhh2ifuqrS9KtEtbAePS2WU7zhPqPvN7taR0kHIXL4u
PP9taJNH1wyPiLGOU0TVFbTxwjAz/K5QuZaKcwbJKE1G/zwWJpvIiBZKaibfu05gg8YDwGjb9tFi
AgMwm/FJTbYi4edSFcGtd1JcgfVriddriWmK8zqPFxNiCHy+zSfsmk9tXJfInxd4qey+4ghU3Bgb
peP7U+i9XyMjWbm2e6IKP/lRvJuaIF9WCX6WBLCUqdEpx1/kHYgOZcX2qCvu/xsjeRtj4xlXAjW7
nZ8n3/zVMrMgfyn9pLcBiKm/jJVoKe/x2IR9+epBxkeVZxNLvjBJ/FkYoC4VIWW+TsOjj4/g90Dy
0cym4mwADtss5tJf+Mw8lTUe8ZGHyy7GVJAYGvK8CKqP/xbkxP926aFPevxO5RsDwYex0r6heWNX
girJfetwpgeu+4jM6quv1fcCPdHkyh/+ByE96UIb6buVOu5TYQIkHLZ2F78baE9JiOM8UCZxqkP9
LWSBRzAeHu2kd9boxL0lvCYTPmceUUkhW/FXUfQWl5yZoek++3ZBSQUQs2Z9LUxGT4ZsfxAF9lra
goInNHVqSZj2HXrQGHsG4MxvLmN6rZWrWpa3tht+MhA56wBiAPkAe57TyUTBcLrcWebwGMUVGWbz
JkCO6qiXFJAtsat42YZHBmoauzBcYmh2SgQuiRUnSzv/yKj+B7dkbR1xg2vbLMCp4tg1xyEqWWS0
YpsM7JgD+kiycc51om8x20YLuJDJOjfa8FAxzO7ZUe10v3iyywQ4uJ2kSILgU/Uhq7UzRiuzM+tF
qdMeRGC44rM/ZlmOUrAqHkWSXzzfY4wMaCfqVL7wEm1FG7ZeGZCLl943V6HMigqCYQloDCiC83MR
u8ApfED1orMvecxdhbO4oAgj+j0Zq2Az5SfLLT6HosdSqFOtT0a+pz/KvNYR5dJlMpzWlbkeoZxi
ufd/2C36bA8238JNr21ps9/00RbivWcsbTmY4mrK+CR+1DUH4EYpZqu8toBVCsqE84IdDNdduKyT
5rPrWGLzmIXJlJSzeSNyxkPqW6nkObStS1XyNX3NhtLe6d8xTs93GfLVKx8CCaGj2RCumo6OImAz
CkRDHvQwfLWgajJVNvmaCeebhh6bcG97yR52l+r9T+78EDX8m2G4oIZSZhZsF/0piQ++xkzbp+OF
iyaa2Hz1Exc/ACI0wK1xZiqz4yaRY/xYCJ/pNTqbglLYKx+GrNY2tq/Sxcwc3Oi1XZ8bMlQXLVKq
jRG12zx0/NXQtPEqHSCY+eWlT933JjSCFZrwOrSIN7PyBmagM60qpPsJlsE9jNm0ipCBGMFz6Mp4
HWX6KrM46p6mo8KJS5TWjuHSKidirjKnep3TRHMz2AsUWxoED0U/ka4Xqp/qOWHHf2Rx2QRW8qSR
BLs1YOuiEWm1W01I2DY0QrpNWLVk8SxoaB3DUsf0nZnJOi7rgELM7net4lwIVV6x65Pf4q7v1o6Q
BZvBOFjLgNG07kUnBn+5098o4N218K0fVTZl66zz8YcExqMZyHHX1FwGGFNId21b5PCyQGGXTOxv
HDDdSfWQGQXT4Z7ugkdxx2iOhJtUu7C4F8vRJbCgn/d23vggM8bLEUMdMPEEFlsNMasmIjSVhs+d
pIGBDN5aAbIhNq/x1SI1OkarBqgyU9tTWi0GKDwLVTfZG1LFltYqlKgukAj/mgDtyzit++BjQGp+
iA2CT6m3l5Eq/LXnTtMR/TVdjDhhx+GKLwKbjKUlx48wydMFfSciIPQRa8uYH21t1RhVsM2SllPY
t7w1iL4ILlaQvOCQY8IhYn+LIr49DQ6ICqSJXrRuChhKAD3mSDKMPQxoqyvw62lRGKbYllic91oN
ULdkWPjilNOmU+ZFm5L0F3emDVwd+RUNFeGdWdmfvSz+HlYtraOAf22aOQ1tc2DWQ1jLXy+R+6T4
giAMAqc6p4YWPyblVfrV+O6XzrsrPurhVwnj9fQXMDYu3/Hra/h8n6WhoxVnNT51ZZDuwerSUo5h
jRaqCY+SdiuSg5BUYC8vX02V3vygM5YV/6+lUZTaw/0BHX2yD2LoY9hvF8jD7RdGR8UaPhYpTw1z
ILsEx1/k0yEjQvTUTdK6mviQgU3FgLWnT62e7JOKEuSEiTEscfyK0/1hilSEVDbfZJ58GutkqaCv
oDMrp7d6Yp/YZyqDfj7yF5z2y70i1K6+13PBaHkNtl8g0oChYjBdvfezV8aDh2/i1vYurNdsvFQe
2KusfqcgQ6Df2eaLVilvd38ZC6ImICNzP2wnudcNFhlTEFRNpd6oTWTV5W60E4P2KGl5Y0zepl0M
585LCPVq2uJEKg54NunuUQ2hW8Xe8tHERxemo5q3Bcyqo4UldeeUO+A/FcsBLUOq8N4Q2S6CqbOw
StEd0R5b3N2yj7oEXQOQpL0Yk7yBC9fOfoYJLh+G+GzU/Qxj9A1mDg45W7kHHkF474EHBSWOE31V
RB307JA9ch04/nPhDU/lVGdfo45QvnMwJZHnOV10UnkPdE075l+Bc8QtgeCVZMgFoc4QlTV1lVFa
3pJiejZsG2pBy2qNh8Fg4aqGaG1B5tzkJrKbQQuQ2g2wQ3KTNkQrEuq9SG0QVeUPkUv2jatFkM8c
WuRumboP7cwvZGSCfTVH2eQ2yt2CEHvMZVOjl3NQZBZDuYorGL7IBro1zoGcgfgQk3Tuy++tlpN9
ZnrJpf/fZ35au3uKjr/eFyKZ9pnNLVLlZESQYKTWQk/qt56eZmw00Q+Avc+AeJEVOMcYJMya2/oM
l6na3WQjLwGDSxID4od1XzZkFHtTCHwjkFvXJrvFrmgWgqUZo2DYs/XhaqQxwMqPiG3mjfbAdF6M
gGVtYEyeBuab4yEoDZles/sMlxVhkldMK8Weq15HDPNcek1+lXVBw2nGMPvR8+ArxV8KYUfnfJnC
zW96BWxUWsRdcXfg39ToIkDSrjV2Uee0oUvrDvRaJTmyB1xIh2S2SQ3hJYpr/nseEJrdhsnSGwbS
j2r2lD0IGV+LDhELzdFyv8pgIDO4scJnjy6hRILCtKonTqedEBgPb5aRc0+3Bw9OO/Zo+m/ZA6HE
66DS282gJ+qMBzhcCqI7d1OcwnaFAVHSAOJpbNs/Az854kAcd0qk/aszQKUqRjlClJ76V8sCYO/N
jLuxC/dQyqqVw37gZczHmTDXvLm9oa1LRM1bJ/bSNwSUdiyRM+qDXAqrshZlBJslli4Okzl41xU3
a7a7mElOvFPH7qN2u3FZMYzAkjDCyOj9dcRbx64GcRiN8BujjvQA5THFMTyilYTwD2bJeL1Pmn0j
ymhz/3ni4XsqhuBqhum1zr36YiYaMe++rT8JbhorrYrza9CTLYIkDQRaie8DntNIUbpjcu9Pp1EW
2bbXTKTiw6uL8ekpaxmj+HiTd4Okk6Lg/a9o4GMa7L2HmsTEjZdpLvo7B3RDn9Tr1rfQXbVaejOr
/jigeGY7kjET9NRZshwN4YsPP+5xRKsEVtn8oi7SXoyQz6cMcoZ1XdsOMnH4edjOeONnWazAZBpM
yP9hANVtTjOiCo51MHszC/NJV8hZprreAXjCO9ra9nagSb8XLspDtGPG6PX4ftEbuUCkd6M/vbh4
zre6PagjfYNuU8XU3wW2jMQR7tJq0DnLOjzbMnv3ulg8WWOMxUzD6eq5Zko+QJGRXLaZimBtdQB4
mwfzhW1hTeyfLYatr3XuIXOkiws9ayAx9MPV8sgZ1G0bVh9bZESRq8qrubfM29gKQdatx7yB/GPM
mFBlK9MvEZAiBQoG1jXLNdeWTqvBY0qNpGbML3FpPqGvj7d301ORodaRLj2rGabTNap+CEBx5aZJ
Mw0zUyDGatvV4Cca15hdpYwym0mhxJecAnlCuL3rF1sLPzNTVfs6kz03ttFxcBt6AK5LD0oTQcTS
UxxMe7JOcFUUm+uSWfTsRrLb+CHLI7UbRjriU0v5KZNqD4WvAkJa0cBAiazvlD1301LUQl3ZWcy0
CdnoZ8aCyWZsaSvDPdxfomLaV/Amb5ZVDCeVlt050/PgRANyicjT8/Xmbeys8ewX5XzUPP2EPSfZ
lGaO+sEhyMdskMBoGcMbOQY9jmJ+YZy+3TYJ2u6IS2IN1Cd4zXMIMqkPM6cNhf9qDtovTkQ+6CyT
8P2kP4Hl0jekh6Y3D8kjeKPReK3zdl+OOgFiKLirRMVPQ/jQ6znI70Qhz5zTnE+p3WVbSKDsGmow
cCQYQPAEi/hoEOt5Znb9VPucVmY8jCd6Kv0+odBBrCjoY8y8KTY8G8cS3Il6MK+TFP7GbZN42aDk
Bdfcpq96ayGD7puNqCzaSkY1HLCGaxsm1g/ebOqiVSc2jEt/3RlLbVnvKhpRuhXEbw7p9towjWeV
k5ys+fhChmDDze0UFjN2uhz4fOyS8tZ7geKvHuEVW4XvPvU6S1hqFuYjXPmHAhgdSxTd7DaHSua4
G12Rjd7p2C7LmnMiygHnVc2XWan8QRPNbgo4XN30zddBCtpknDNMEPY+bP1tNV/kAcnbNNhqtZMQ
g6+pswf4ehyZU11KuLlsRTV5ACf2mBTUQ1rP1tLqaIcncdM/Z64AnRR+TbVevyGoROfZAmBLFU6f
3EYpFg7HHNsxgpek2XYNLQU5bPhe4nxn0+Aj9lh2UeJnSuK7M8LgfH8WSn482hx2VIQvjQyzo04z
ZIWkJP2k/n+joXQiHWjfjBIOn1UieOvo1HKr9WPIBgtHm+LDAMXjqc1qxZme0JRFb91k0Ftp3FzK
pKpYHkYX1g3kZ3+QzaUtHPMySJDenjsb1YiBeAq4qU9txQSCFOldQ5N2YXdu+GjXI46VrAUhVKct
THEDI0TkpV9NGp1S76un0527DfQS5Wd7g19iNYUBStz+GGkWf4BdrjM/IP1NoER0NgYQXoIVKdba
NMkt6hcooEn+9df9dL6pNn4+7DPuyIsyhPdm4Y5ctwS0PuHegBIhwtfU0iyGE2InGeKt7FH6xLRE
EfBD59KKOD/leYPYBCEKXdoSsM4sZXHzn17sWlsxdc7K6Wogqka09cO0fM7o1kP6F5S+UA2QB/fx
6f5gSA/z9ugwSLaz7lR4I60yhp4fU8HMqmoNcTEK5FG4aj7IgNI/RmR0S4WGN6kKuL7RfUGMrG2P
sO+aBMqlq9HX7+AFX8Mxir6kE2xt4uRmxdOjA8/gZbCRhUN9fbq/mmZ35BDmz/dXMKiBxtcvRVX1
i6qqS7bSWcqcsmDaGGTlcxtl3IwVfrGAnsxNNTZDwhkxpblzzeQnxjmVAfH1OM1Q06UO2qzi2MnO
fKnoLks6pyc3sKdzH8X6uUxsZ4maolnRViIJYkjiZyvQr23oyJ820VJsZDF/3lxbG7+ilvYqbZ0N
ohv8uCUh1RyEioMwP2RIIo4Dwn0sVRXycLM63p+Bu6RICAfgtbxP2kouPmyodr9Q7mnS/IV55zsD
UO/KsuUdvMDxzpnRvAHQ02dSlHce+qBhsJtba7Bo0QMwA7Wf+vp5nF85CAEWrqy7rT6jlgjK+UEb
MH+1zHF2SgT2LlJh/JYUoIwAnZQX2QQvQC7ZfGoQ2wdNqndnjF8oq7FzIUsJpa7dRkNnaBDNKR2u
5GMwDyCjeJVqtXd0gqR9DPrumzWLmkNZESkuYv14f4jnZ5qcJUJIp9fCbWAuT4wqlFlbOyvTxUuV
aOFqnHRrd+fta1ERrVIE7rsk6jbTOJR7D+Imk0OXCyhNrR0+EeN030AYDfOlmBgj+P9TZbNMq2TR
jHp0EnNSzwg+RG9wNNYpWCo9bG5x0sS7yImirT7neyZD/pVZiERHiB03J7TeeoaBC2Ow5McwJqu4
CaGeeLlxKE3RrVzTsD4GI0OQ1rc3YzSsS8d5wEjD6eaGW7vBzOE/uPXok83bLXVmgQ/3h9Rh/29H
Li3PTvsZK5cgkMxob1DrylXjGA+cgScK1fGilzHdPQJ6vukMuvWEPl0cQ3+8l6ZZo4A/kGijTbCs
NN08oCNJZ/o/nf50/FBt9R/CWn6PnJBCCkMZknJIgqXQ52Crf4qc6KvJCyILtz04PGdnyfbgusYv
dqwavgQsd3+OkDDF7zlZQiqhE5NFAWc7jj4Hs//Tn2vxtlLhDrhuMDx8B7C+sJy4+Z6XeGxC0OyP
Y+8G20A2n0WDQtYSQBnHbl2Vhf9G29x3rhNzx0NRGmIfyuR7EScM0f3E3UcWCTumW1q3YhrieSk8
/Pmz23/L+BJKOZaywZSYQun2b/GQfZT2it51t3Qb49RzcA5s7YJc1leqNsgwiSvYfiJDF9qGYyfA
jhZvY56355Eh0xRxF04HWS1TrPVI3ittI0nNXbNt9FBhXMdEtz48m6jPgkCjdZkE2LRkF+8lzDg/
GMKtCspfek2z3kLFuuwbzVymnkaLr+bmmNtyYqcbXr2orI/aVLjLXpGZ6fbiJE3lvdqiWick14Yp
zUlBB2FNmbNxe6+nI4gRsC3nQq4AM1zgyaSI1a1NWuseff3oLA2LhM5AP4fmWGz6CBBplWMo1N0E
mn/Z4Rw38Hb/+YgbfwvkBEsgbNNwdQa9+K1/y3+P0V3okgzkpdTD7jR0KtxXMfatJnaPWUk4ri3J
hE1rSGdwAY+5P/antlFfSR6Blp1T9oykCpdeHtP+RL0JSLS3d4iZwv/0Sf8WeWTbBme2CTJDSE7s
Ocn+n85rKxYhakqao37WZ3O+zVoMon51GETsgUhOK1wf3cIsC/eUN/g+xiF9MudWloPdctTeOS0C
6UH4oWl3dtr425+PpJivqzwZ/Tzb//jv/yKNms9nO6aDz184SojfkmW0rMA9P/Erlyiazo7Kb5Ne
t+tgKGFWzUzdoMn8VRU6P1gp242TiVnyTPxfO8POh8Lq1nbrB2sn7byH3J+NPrZxuT9AwENlMOr5
7v6yyV9DMC3CRDLUgJN89J2PKhXMcAeIF/Ae3H1YUB2kcgovSldHcKzOhYrl/zVMh68sTIOMe2FI
QZbnbxn3NleALoQK2UCnB9MwogfbK91zDz0uuo5oQXeen5+yuPYuOPD3oNvro5j/2WBMX5gG3pHR
cZsaktt/+C3mY/3bb8HprPhFlC5xD/2W34TtC6cUjpdlyw7mrGm1C6gR7YOAqI3d0lxrgRxOdAmm
vYuJflVSZjXZh57iTwaYXJyCaZxOLR6YCx38DBBPKJcVoZZn7NPWeW4Vsvoqb5OZGHayDiP1NHxG
bTetbWTn+zALrcehVsjlAaGtsCDiV1XkDTTs8v/8Xc2/f1dFmKQuDEdZrDO/h92lAdMHfm6cFwpV
GFcenY1qbF4nj01nChzXH3Pzxm7JuCVRyk0yj1eKTdSiir0nodWkc+U5SE6HLETlYVgFo74nZ9KA
U8aDVYuJikzSinVhKf/5w/+b2w/yd2HorrAEIRu/xzGVlZQ129JwqUx7SWYIlX1DamhqKu0BXcxm
aCv3MSjBIzEYJtJSC3DgvsepWLVhUZ/IpRCXfmgQk6VMBuj4E2dlhM7Dnz/m39dUGx6Jy2CNA41E
xZrX3H+69wxaXoaVUXFuaMnWtaz8yYgIRZUTUs06YNMfiWonh1E/Bmn5UVji3Olm+K61w8mb2ve2
HU+VPciHmES1ldWVxAeYkuIbqksQdSNZDoTv1P1P3C3O558/u/Fvzg/BETaEI3RuUvK3+6YWEnlr
1SNiIap80FxIaNp2eG5cJU8IQn8g0MQOywA4qYgaYQEyzllYjqhqUcH/+bOIv5VCtmIZcxxTOFI3
aOr/63FMYxm7hiRcN6jOBFjC70nc8bX36RdzVHugiEjCtTw51I6RPHS+o45wrl51z6UmjULzFJeO
dXNbA9Ol8n9gMNb2dlbN8YfBtDaNBPhG2Z7u+Rz6xPWfm/YHzK9T2iFdCFQXvietTiaIwHUZl9Zw
SlP7A+iWOrdFBaOLuepGJzeGnPOaLfX/x9e3leKUd2bJl/7b/RKdbpyUVZosK9P5OU2WOhPt5u1o
GBu4YSUB0albbCoMczc3NyVJTENHBCu7UK+1wm1eENzrV8UcTMn8uQucJ80aaWBaH+Dvk3Mc19Gy
1kIs+PPLPszVIYxF+2gbjIMnPVWn1LGqXZUwPfZrkxhwWJXrgk68NL4UjOB+1E8S7U2OuEH+h8JU
/b3UUJR2Qpr3eoNUhH/98Uc+TgBDM1t6LaCdqeBqUP47stPkJFKQow4r89azIAvw0w1Ls8jfsa03
Z33K6cnXCYkAAfzZZojCd7ermZ9YyTmYq7dkdNFcgTa0NGTdhOUqpHPhji87HGXjTTBkwvalzxmu
1QWREOaSBWINtRngqSeIRZ98oghSw71lKLdWlirUpdb84gBs2Mdm3+pPMsXFAOwKOl5vsWA0Tnbx
ZcOeGGuVDq1Yq33xih70g+TL5054ELbR9S7KvK6ZJRvVLVTkyTpMJ/u2ntXC9bPQY7WPIUFszDa2
DiMOM5UH4qMQnr214xbW9ZiSaWsENG/opKyjICZuOp2xYeusqKc1BzDAFul2qP56+9UNnQ63nDE9
GVohV3if7O2fT+F/t9pwDeMeNA1BoqT8fXcxxgTWmDpsMiJ9rMKzb1lX/dAzBNAZA4ptbF3TySy2
dTTEyOhBvsrBvEGeEC8ODY02qw5I/L3HAdYoRDv3mgB2P+YO480exer9FfXvtPjz5/431ZlCS+86
OAqEqRz1W50LlgjzUgtFRgCKq9BtiaFctmPtr2O9AGPDT7HLAP3sjdzaBwGuuLpm91sD71rqmu0e
55dq/h3jzvvpOf2cETuSgFCZZEIijl5GY8sAiIDyRac3ausJdLXkdFKvcrY3iP+Phu/EV3pm/RzJ
NSCnMj9FmEzIHGvrUEmUfn/+0vJ+Sf1LHcRihcqN7SDNVdOwf/u1Gj9L6myA3tRPmNggcUb06FNt
XAH/ht6rtzRv8s48uj3xpdr80Iq+Xwc2dr37f8itQBzDVD1iwFcbTDoz8FiUKJFyoDVZmtH5g5xs
BWb9IOaHugSICCydFD3L2pS1ao4ciPZ4f9Ya/Xve1w2LPJrB3I7eGs8Y922OYbUgkl1j7w/+vfOO
DcgkYEZRv7HxLe6bJHFpDbowH+9PoX7XB11tcEGnzhMUyCHf+oWGFr41LTR0hUVaFwIqx4obJnmM
CO7vjWNUrFjiiTaY29hDbtvLkvSktRNUxgWqKI290UYtF4jgWjKyWfpVh5LDD8Pr/T3miu4Dtyut
/scb0QSCocshEoDZwIeEpNJzILoZfM9VS3FMZ5EHu8D3rs2qoGlYRygwbvocy4lNo0fGB4wjbetL
xQp3DIRRXpl7IZ0eMMImLnC2xmh30subZ1LcPpIud1AaWT/DLB2XCeFsxyqMhx10Pgi8Yy1wcncC
AL8xRxcwgxVibuE2W180OdoB5o8qwSHDQnggMvdg+ZN8Sj3wFTLywk1ih1cj1pCKz+Nl1NIorVuT
KMXEBSdl19G73fdqNZg1M8iRpXecGpAHSn+uncq/ZkIzX6X7JS07fUmZZ/ihJ3axrKHWAe8+3J91
LYD9+7MiLaEpNR1YJdbbo0op0MumcPZFQcZRhqZ00ZhNd6SWbo8tQ75jylALbdHkbpGigFOOo89E
BMQA0U/eT/HoPZm+9kYH85wGEfcYrxPmOak9RXLHGANQn3S69XTPMfNV33SX8PR6dC6kJqHiTbPm
4ii8R/OrckynlVNi8LWh1cD8p3LBr9EYKDZxywTVQ2lp7DEbf3xWOo4GasJr43Jl28CuF8qu80XN
ooa4u33vRA6Ry/f7w/C/z8x26A+Zy0kMlDkAszaOt64pppvTGt81WRPSAffo9tf7SU2xkLun+6v7
+6MrlxgjkMHI6aA8nBqNm4xX1JfpwTD7djPaangFr3kDhcfIzLDB8YjSO8R+h9R/mjMCuK5w7obz
u+H9XQSrDG9CebyvcIqp+nbMdZxH8675r4e6mzaZhoX2Tn8u7LHZkypqLVuhebtsmtNtIhvAQDhg
JSw6IK5NZRP9ktZnV5+t872OEbzn+5hvkyc5cLbZzGMmdSjL/f0FJAdqeWuvj600dr4s7EPSG1hX
k/EDDHn6omX+BvGh814NySNUln5PZoU8Dfot8kv3WPYskov7WxOFFNxYHtrws+wdOvylJL/mPoXq
5+FkbQ27bFaCMso8uuha/3pw5peOi0KqjGW/JUIDsjQJnmSgNI+cmRltpVhf26INnvrKQc6Ulg/3
qZHmR+a2C0G8NCNeTV9j6mH7KHobG9pQyB1z4QTC3zeOmoAO2MVVx3IYJlV3cYT1U5Va+VgK7Kn0
oOpTjKb0QMX3BB8dsTCbyhfSIOlB1xoNXYGQG35ftnX5g7vJRLcrUQOTXBORDdhgbS0LXYyLzCRB
sUaPwMzeZ5tSttMxRqh6mFCPszcbT1RD0+n+7P4AonlceOR7rv1QvTlamO0wolhnR6vg7pPFdMjy
7sUx4FVqFkjQwnLMpXDMCdnvbGBwJphYcC1fizR9K223hKhmxqtAeGJZFzK41kNwFHldHfQGurOk
WbFCloWJpfFCc904KG9QF0BdymcWZahnWweBwYNUZYn3KcGF22IcLCxfP3NgmBCATvbrtj9iwVar
HGCxSBH7esi4Ll3R5RdNxv5Foe82lphkYU0Va1Ch/caj2fwc9sCgIhztS1EaaheQArXoJD5IT6v+
z0OLThQeTseA1AJk5fjVvFIEzS5PUwICrfohwsi8aPIi2+Eog3JtpfgSFXL2SQuebOlH39Qgf9Z6
KT86aYO78MfgtQz3XsGvMTpqJMUlmf56IH0aGIGVOvDwpEF2chFhSypm92CMinzKq+PEDB7L1aUy
GSKtyJzkpFiCC4uHL9L3AiwOdXD1Qfq7oWYdCqv3HnF+gDJE10aGGVkmwTRcwGcTTj1O0KpaPHvO
pO/xezCnc/D+azFxPubQlatRERoX9Z44xzAcjLQdV7nW/XQ1dwPQMaK77dODoDX4iD0EZEQkvUPu
5z8EDZT1EOXGJm4R0hrSD5+YGdJbJjxvmQW191QH5Tc9jtQ3y8++V52P9a2DkINO2jnJOcfaRLBD
bBNy3SHQaVu7+Y+6krh/VfBOjEW79mzzCB0EGnqV9vzACCfSVLOP//ehQMN8jApLX1GSAUjxxffJ
lsWTHCQB1AIVZ44oZatxbMCC/w9hZ7bcNpZs0S9CBGbgvJIACc6kJst+Qbjsa8zzjK+/CyxHd0ty
WFHZCEl2VVMgCJyTuffaksVFrT6MSqbvisiaLlWzDF1MsAnssSbv7+u0+zLs7TJN2Mgm6B9q8Fvp
Wr3dGc1s0nyrYFusKOgJLSk9mwaE15hAymfUHs+jHoeHgZ6lZ3JF9QcSbPZ10z8JY8QUT5b2BH1q
rfXzsJn9EbkRmXoO7nobbZVurUsLM3OpPATjFjmLzJww0Dk/BdI0WHlchfHP3ABS1YJAYtYXuXKr
/7SFr6zGvrUhDkPHUFV1XItlj5GaBKHj+FcFvYzKgqQWlMTrlGL25mkYgWlEJLaFIt7aZpW5U6Nu
h3yYXKXcqtHc0WLPX0ORnvTQ4N0lvZ7+oms21bPijz/ScpI9m6tsr/vMm4YJonUJLggpfv/497Ou
fmhGWLxCk5uZZgpdZ3389qwXytza3JHhgS+eTt9Kv2lTEF3skSjH2nYNrVavo1Z96fqc/KVkbs5c
z2ILaV51yzTFZzMKZbVxayxF1yS0o11ohtZWpjN+zcT0rJBa5BiBgo+4beTw3KVVeC5TOE5//0W0
pW3w5vKxURjSgrVsQY/HfD81iYmAl+qJlDI6dPs7RbmEUgtqb5RYsTkmgu7j/cdRJX5/pWj6CM4l
Kx9mtejWhMauVGMIXqqm8k+9ijYnRbH3qlvJ5LbmAgYyJJgikmUchJ3Xu3GI3EnDe1anE3mtOuyM
ICQiiImhEXYBn3wnJ0tpD6KOhVdDWrFhSl9tgl+unYjzRy0l51efn/5+JsylD/f2TMgKbTrLZHbE
UOMerv4/fTolT5lCJla+LkdFf8IjMmu/IoL9HmMNcaWVR8mpjKRrV/xgcZsc7wca3CBeSxK5zcHu
r1X7i0zY+DwiCRxHBZXfiJDJ1l/qyQArOKiOtaj6aK7so9oPr1YRyU6qtQj6ZuY22KT9Sc2uAco1
xL4y5id7iTwfo38WqZrNzUohbtSZmYE+xhm6I/rm0w4C/i8j5vPb9MSEllOonjPCJRkirUu/kU5a
ZbNsH1hDZFYUPRVBui2K6bHJkmMr9cWekI/xBXuqW2Cgfc6G5KtkSNeoCfqnEbjSU+//wpHRuH8/
34qyNA/fnXBNVdlaG9hi2Vu/+wyVdqAHEoJ9EMQuwy9LW0rcK2Igl2ySeqms3kz6ppcg1m1GaUNC
4CxtNOwyQOlYERFBxfYEMijz5JOcubO9TRKPTlWWeAAMKXX2RO0RmoCtNGw8ntCaRTyJZ1ieGe8s
8kdYU1oehAfJ8igAKVGyi20yB7ajk9qsXbzc9kpMh7JX214ne6xCuddQVuPJ/NuNV6WetAiQt13q
CbGV7qWqWwjvGH+ppth29+rDLSXmjWpupHmppt3QOpyCTRu5LMvA2C1E/niUBQOy9jkMEtILwK4V
/RbME5UXS5WwiPlvmZvmfiRtmCpp/azCyMAAZevNT9SgCJv//s4ZHyat9CHxF8nc/bh1f3jkMIWf
Mj2CmCxoVLtsP4ZD5OOq7aegcxtSV3coEeKT7Zs7mh3hbex1aAe19cCQXHbuaV3lEh4N9CwihoNo
CpKn47U95I0bVUQo5QK5F880bN2Q8zkpcpGcZgM3fIvl23LVpI53w6j8oy9tg4QOHGl0a4AqRZeH
XjNmw0GCLLqnzVXtqr6vEO1bzXaafKJralll0AKMTIQMykw5JPXQ7m/CWJcEzL5qvYfiUP4iNVN5
nFqssOjju09aYffG+Ztr32TkBRbY1g2VsZ/2rqVk9A3wLzvP12YcaTSXCamRFZYf92VXlKMmH1AF
kH8xgDKTku4R/SRPsqTPH+ZuVlcTz01PSH10G1T2uQpGC88UCS7kOrbstUmUzYbtervRi6HgmZ+g
uup7Vv91HW9kW8yHvofvJCqFxZUMfWlTBOh4cnmMXvHEC3fwcxXsurAdxYeVcb+R1JVeeAjPv9+/
G2JVkBXtV+vMWuKLalnxyMrBCpsZ/i0AcPjJs0r9cMMwxdI/ZNLMGHe5cbx96Mb+uOg3y2adMY3e
2BLq7LImR8+XQ8vpYjQZSiO6JUGyf4j7cdpFUsNag/gEdAAmEl8hH7sxA1cHKZ9MKCvFiYIeMlq+
koJBWqWNknpIAtNTlY9AZnuL8T5LzUbOHv7+IbqvEN5dAcKSFcQWpgasXH3/ywj073QaINsQyIZX
47krWhx7KqK1+7d5UXpGFHTXSgx0ryXbcCUbvgGLDtM1c/yEeQ/GMyV/5Rv4Cr2WD01VAIVKd6k1
mOfASIZLMB+QJ0CsQZk1Z3JxHSKiEEsIY0UMQBPj17gLZvK8YtlC+ql98o4pH56pJgNU1UaUYVi6
rb+fu/e+aeZlorFCKvV5GybpsDMj83Uyiq9c6f9+2C19eoiKfnR0IHKHwPTHPWtzHF8KV+nfT7qx
nNS3J53lDkMEXozBc/79PMskJJT9yQS/pCMPAdWrvSF042GqBqDjYRqeJ1Lpz7ll/j4YQT2AlC6r
9QhyD9cXsdEhuBrrompa/YXJXb+vENzCi+PbSDMwcs8CCO+hDXSCTdqp35hxbj3NoLdLwKOPckqC
2OhL1dmUlK+13xoPLWFdq0rU6UXcDGweX2gRFhtTVRXcgXPrNC2ffwwjJGEHGd078US+y3COinza
ptKXiqbeLiBBY51ojckcpuzWZW634Jol85aQWB5ErXzokTJ9chczP6yCmd4jq+BsLgsnnPZvP5Cj
YdblSDMEzwU4d/BGCzZa2ieIZ646iCCXD6a+jnOdwIsa9yn3ueZQLTlQDRTmrT/BO+gsHZe9XIXe
FBOjsYgupLmNrtp8TSVQ/ZLSR9yczN+Zw1FqZsfM6A/kDTbX+8+xZDCWkUhxvfcB/3uYtHwgYvnW
hXwGtCwbvrZxRdfWolXaDpH93MbM3LFHfrUiCHisOb9HE15IzNo0hgYQ/mQbAQ1BkBkPfX8gr6Fa
p0g8t5ImgA32gUDUYp9GPFFxYrWuXHeam6g2OIsyzDdMnGkfKj6fLCY9TQSCfKoeZ9DexIkDyvns
07ZMQN9c3cJiQmao9OwtJoXyu2ktK+gOXHfdrRkK4qvypRe9H36FMycYM0oH//taoDzCpQsAqOxo
iP/94/Vx1A1LgX0ELwHnlK3Y7/aiAdz2RpGAsmmRz5sfkJprVagd2sZfLNLoNQw2enEZbspKdrlv
LNxx0UApE5UzqIHTI4Knt2+7ZEBlQNLDlC6/rm7UIfjBOc8451P5gNX3k130h/EiLxoFgSVUFAWI
x9698HBs/R4uXLcmQYbEE5PYnog8+c6WDYyQ2k+6xNOJGLz0kzOm/eEGiWxNZTVgaoahvn/LbCn3
kTbyFLAXxgAdPwzbndqfaYDSXLYm9cbqHzCP25mYyCGjld1QHaSSzCOJTxjkQmX2/Anz5ZyQFdDS
v/1hKa6qj5CpiVsHwcFDj//fzAnrstkUkxreLHpfRj3Hl0blCYDRJ3gk9wioMiahprBAKM1AwqGG
H/9+fXxc8XO/QGnCP7bBc+H9ADBpyQbOsPlhwBHpzbSbf+LMtr5Wi5wyTIS1z8pogR8kO+4MgJ5r
udvXGPv2lrYamw7L0dIwnevO+mQzYqrvPzrLSkzw4ngYAxE33s2XDUsD60cM47oa4m3YY3xuWon9
qDxPB6kHOQsI9+H+o8AqgWxHJnF/acPqMApOUmkqN+BB2kUO1MsIHYjUMSYhtv6rRGlMFEBqbpIQ
3bJiG/qq5pm9r0p2JuQun6qkVVbaLIlLLyvFaYRbsw7nbP6e1ghnGV2/qIMkey35tivfzr6TXc+m
cjlYifkN+HVI4tTwksjhDywa+cUgHIcEYMVepb5DoCUhgWWDtSC3n2tCjfbEAdUM6ZTCy4e+xmJh
B6cian3WPvI2LYtFHtF135Suis5AN3dlbKLoDi6SEqw/uRy0Dx871nKmZeicCVNWPtywuG8OLE3g
2DVT3XsYghm31+EknRhrzEGknuxE5McMX5w9FrKrz9K0s8aClBE9GoyVjFZB1a9dP5BvUFWaN84O
nmkgrTm7IoVk2580ZL/zjB0Z0uKVnMsAy4JdqyADu/JxSBwxQ90b5U57zk0MwGEn5J/a0GCNHgAB
dDJ6EBPNr8JtbG0uvroMwijNZD1zUxWzXNlXyrapMkgs41g+NJw+pGqYfQOwWtxMPGX2wQrQAFrl
uQ4wkeRB+ZixDAPZO9waXB/YAS2MjLLfOFonflSCFXlc1vpt8PE4VtpRDqDarrp++UREAPaSEEbY
HMmTY1hj++D3hX8qiN7DR/KPmSV0LpmmPwgc+2SOzERfTF5hdDKiQLvw3QA0/rpDzXpKExbQcHQt
WmV8i89bbIsQHlCFMR8PqbqO7FiHKiGDtwS1iOm+jtwG7PE1K8phk5G6uE9AymeIxwF4czBDGRK+
TMaAQtPTVSC+vNhd/joxqz3Br4jWAyrrbcaDd20yjWAKFmFZKFT+Y7W6N4iW4ebVxmR3xOni2kVM
C7cOrPGcOFGq5PtuToBH0wbf9OVkbEccgUylleis5pXHxSYYO3KIokkcR51LQUvziW6L0T/lkmfK
2OzuTY060P6xmBpneud1HaKr4T+HRlZeP7nSl+3cmyczMju8yApPGbauHy502rZ50WUj6Isu7Lbt
XM8rxp/Pqa+0rq6XmpNkpXkluACiqAhejGoGeoIlc2X1WcvtvicFc8matVTMDW1S76sFr/33F6l+
2NbzIk1uzjy7aW3a7zvJsTVPml9CAGknuJqFCdPNCOyAfgcwCWAN1nmCfcE2nT2/nMf4+YtpnSzA
VQz7EvFdr0aV1dtB6XQQDD0Q8iE7xsKXH9TJ/wrN4dLyiP1kDap8WIMur5rNtCKzjTJl650sjC5B
MDe1lq1jufYxaMDUsg1g4Y2WkkkFhG6NumbYGe0hb0AcmdW0NSodNXJmTcfclrxaCCwn8Mk2ycB4
+O8n9aNIkZeH20/XVVJAzQ87oBmPIKlrwIzCzi+fIeKSNzPUMTcOf3D1RoscHJrzyWe+indXPqs9
8pG4UdGQ2NM3OeogoPk82QvdRMODf9wThs0ydVQ/OZEflyK8UrFI61TZhIBxvzz+p/8ZZkTBjDXQ
u3CK2jONe3stmK7QdDBq7Bp6na6YOWabWmlV9NKkqjRpj7G1Z1U0q6lxpWFO2mWQK05b9phBQnIK
azFZJ0VXlz2oja++65GhhZkiu9kwtucgI4U2kY0JJIW0Asthv3AjR4ek+ApDr1hz+omGhSpFAj68
kW+sUNM/ue6VP1z3mqbpzAtQJenaexk7jWzWTwi912xA+kNXxDb5by3LL3mVRdqPmLnUBq8enoLe
NXx+WzuFKfP368T8wx0CMJ7GDA017kcxa4rO2E6VbHGZhxtZJckBbLPXGvUSJVAGe4B37CVCe1k9
EHiFT2pj6Ur8DCD9R6iM9U/s1/tmHupjIwNjG3IMPFjHRkhQ+j8FQQQ3VOfVZbl9rvggyYdxGblN
jLweYc0a/dQ6Kdmhbqnz8AsbkH5jXZ5F0JEulmH4nJZOcFt2gNZBhyYpag/mwERIROXOtlv5qqWa
eJKqMmZ4HytYB2P/ybLYMTeaKHb3P9XlNnY7fxW3OcJcyydSDLekx70x9gIg+44/atZlDiX0EmX1
YsHgVbJQXmIXeFJHCkSO+jTITK0nOas89kLiwazMaR3zJPrkDVH+dGMx2GRjlKbrZOnvF6sgGhEE
zUkJDwjF4RwIQtARqN+/KvXuZmr7AZpUtk979Os7greosV2qS3dzu+uFNwqPa6fdqOTstksN2lb4
20lbqh62gASBmMedpazUkggqBakeZmTlNrHsRHHxdSwP/5YcHDRtb9wrIfmp3yObpyJ/pylLGQpK
px16ikF4fbpTFI/yWy/oPNtniUhS8nbUtrNGMsnWbLZ6syXJrLDoRG9n9I4IACIPExiChuhH3kNB
84ZyR7Xhzjd287iro71twOXbm9Ver/b9vG/nfWYvlVDdIUwPEZEj3WEIjql2oJolpHipaj5q5VLF
fMzmowWygLA8rPrZicKzH4OI+uQt/LgdNYXKP8bSnpCZkb5rsclJrcZNb6LVyzQyApIavU1qkQU6
olBrSGQ24m58wfH11BtA2uIJn45UVb8KBNY3nbRTZ25APRtG/hwF2h75QfkPFNHVHMFxMvyXViVE
bOlX66X+yd1Y+UPrjO0oNyNTpdduK/K75xpuSUNBeM+LD6PpZGuTsvND3DI8fsP1yCBtV+d6fUP0
KUNxhB/P3XPX2wkE4UnZd0yyblpfMYsizGFNvOPsTgaDRvog8iFbGK+1+N4l7UMY9vMZL+/8ZKb0
cm1zEA7/5YuMaO1AZqZ2SGD3MoUcfNALfGv65f+Bo8wPZlaZbihF3XYOi1+WrVXXWj7XMqT8qsyB
WozB8T7PiuearQiiECyMmLltRf2H7vxmliTzqzG+DF0+ekbV2BtNMmN0GAw45LjxIjUhgX1o3FYH
YNoR7XwRhcH9n7wYfwtFBX7wgNQb6m7lASft6Cg0OHiJVN41oQo7Ji9c9Edc2XnUX/PZ1sgkCyS6
UkrmaJVQHi1H7vrpUVm+rvq8hXhTHMtsTtnOBbBj0jzZE1mZP44VUDdiirFZSdkSPKi7xEr2X/IF
RIGJ45Dg/3VFHeEUlHQa58XPMFSGM+HI0zGFtbbOonwJlhK1S7ejc5A4o9frE5R6TIYiEL0Y2BXS
bLV5/G7Hw6ofDFxUUyiRXTjgCpFCBH2LgEdHJvnJKuX+iHu7PsXERY/WklVa0rb97pMSR1WRVipU
X12t+92Qo1IbtS9VHAVOmuRBxehqHLaTYMqlLGNdKezTV2VBFLcq0JtiRImegLZbFQbBPozss+8J
lkBZFsaPoDYOKX68X5INcTUuQRZDuWD1fmjQsBwy8H2rZUPgoMnqvKaIng3AY1+JYR1X2JuMcxfR
BjGS8mplZ7iQ8142e6hv9y/DinuQnvomPE4ZqSxz0EveYA4Q6MC3IHzLbZ6Z0oq7wMgWIZURmTYs
vmdffNOMhagzG0STmd1+5qLf39UDBfiNfCWTsvtJl0F8XGkQULyMlzWZ9gdmtLf90hBsNfd6dpZF
VzyjW882ktU3rsGIjYlOPhyVluT6ouhfO7nu16M5zsf7ISxCUBrhrUdVoF6bejl29bUPrrJyoQQB
w8plOFc6U/OLpZyFcg6A5VwbHq6ocbMQkpwB/7pasG97sTXD71Iowd3VlYUcVte/AMMc/Iw+XBom
JjJ/Sb/yt7/3VYflNS8HJ64w0yxlKg9a+Ki3S6n3sozHJHuiesRQ2VMg/S4kKL7/1OjPY/1c6c95
+kIV+nM2vVBx+lJLeNIhSH/JpRcKEuJKqrN+INqWpbiA0HcTYbElglh8yzJVOABJXk09BSFdDO1T
9/mMSf7DfkI2bObRKsNNId6vBlmgYdhJ8CQr5s4gG7Hew0AhCWDIDqPYa5wk/cCxJVIoQvd2nMkH
bo6NdCRV2TgQE1+XJxb01ChOZn5G60/p9tnPz31+oWwbAMSFmgH8iEspLlVxren/zNfxXvN8tf2l
yurm+7wNcNRvLV8rtwB/hJtyTp5M+JvQuLOnpkVopCbBUYKJQWKOWe0CVDuXoEjwLhvKtlB3EtO/
vbxAyvdSj95zR83EDNwLHS/lpwfKTg+JfmgJ99MPZnWsw2PgH0t5KY1Qwfyk5CcQxhMEYkA46Zki
BEVNz515braDdhDJpTLPU3+xkktpXob+kptLJemVitJrPFwLa6lwuGZoX6xrm90oc7zV2Q3BBMVS
sFVddbyl4iaPN7N4iMWtVRaxOTGLSacx0F2UDdxtCDW3iUtLpLgnztbghmTJwVYtg+SmSsNC5mSZ
hTP+QZ4fjPxBu5eSP1C+BXH6wbZuXGXEUgEB0q2bntzSYSk5+V25cf23li1ORDro1bofw/aiRVep
uegaSc4XxKBZdEnacxJdlv0Tm5uWNu65009td+JYdqcmWQqQQmy55nDU75XCkhYHxndUUh+i+hBG
B7xq+bAfcqSre0Gka/yJW9r4MEu1VHYbeMqxM5gag4O3t6IsgPlchzp5tmpYPIZFYrt9Kw/uiPn+
cZq6+uw3gl8nNR5xIRIfHY4wKIeuIzBQ784a8xoFlfzh/qP7geBW7aSj+J8MYTpw7roVtMK1lPbz
LRR2c2YwsKkUvMshovdVCvET8GMxfQtRH5lKYn+Ja4wUfDKjzR0gsfzcyogQm1rb9OjORv/+fZkO
EOyqfSBrtFUJnFnpVtkj7uSQg1e5RL0ebFu1MVdT8TqzODvXWpVeUWrBLkh+mHqVfunGpt412e3v
27iPS0420bKh0s1X2M3hF3l7WsPGjtIsCoq1MRtP6MvFQUPgoS8Y62igxypP4DznuoJbkZ/DvG9o
NpNPOZGePGbjI/2ZZ9swktusbyODTqyWdK5edgYZNfCYR4JlLiGiZ/Dunz2bllf2dgnAVkezaFPR
BVimpG9fed7EZTnBMcd/24wXAT7sXCn7EB/eRR078mmZPtxoLuMuL+xfTa+hyUTxGvpRcjQUq9jH
ZkrSY9BGj7H/Uw+r7EQLMkOqx1dSmk6HQLXoevnJ3iyir1Im648mSZJOaLXywzwZmlOR6uVV/G63
8gheIF+ZrfoFM3t1LQqruk6NqLwwoolqpUN1DQL9Jk+EQehiyZy2O5Poz+ZHHJfzpY0k+YruI0R7
XupfMytPnTJPmYNl3NnnaB5th1UYemF+WWCNMG4T3bPy9lkFfH6C5GGdYqu1gIzpJgokAQkI1yvE
VuM7NFB/jfKaNVxJoPVdsKIAhlixeGhvPbBkP53FNc5qbLJLf7eIAuGkY25s8NYmCKnV3NNvqdxF
GWyEXNoStt6szTaxoNqKBsgPxJ4mUrUNlALIl33dMtrti6uSSS/tbGY/Irv8gXcb/qTqc0o+u4jl
D315JoiYVenLGIjG6Qi9vRZAMEp6likocUlxlbdBTACqp7Djrjx0Jpg3WjLosHBEO3tayp92pbUD
g2LHe2AdY7Ofm33u7xtlT6RHlR/64dDkPD+BFThpfJwHdMpHqiQjMz726tFulqqC06weqbI6dcFS
dQVSdqm+Yue/1HQvbYkpOVn+Sb0fhU/o3ikrz7Z8krBEANAqz7F0opryHCk4NM9DeS6lE1Xfq5VO
VM9DxCSazm34O/calBM1EQgbnrCz6uEJO4hWL8dUP/r3I2MBCkcRw5zSvCGuL79OViyvK9EUt4zo
yFUiT/EjIdHqCpSrep2N8kupQYI85OyqymMXHEV5tPgC3TyWcbHskCX7KO6lZijZlhqHZXvcD0u1
A0+OpRrzNCZnPlVLvJx5ysxTm5zjAfAxefSnPDlH5ikwAXMtdcPMaRsn815SfF4Sk4e10p9U4zT3
p/Fek3HSLPpbpy79XaN1pKr0RJJPax0xvKt43oulwuI4+Qdq8A+pspRfH2yA7NGBSHjT2Gs8vnhq
3QtDx0xsjLRLEG1rO6PbEZkXfUHRQt37td5MgyLzxs4rYUzT2tK2urZFrfX3O/MfNtRc1EhTmY6b
uIfN98CBUZ57I1Y7nikmLh24Kju2WPIxJtjwXiEibaI+4c0qXnUvMsqCbKnR384+wTLbQtuGw1JQ
UCRAKNE2gcUpL2W2mzrfTNUG+5TkmNpG1zawHP+tJgVat5VnCJfbad5a5raKPAOBT+kRZp+DBzaQ
rXlRiE11qbD8XZgKKagArbEzw70e7nM9FpthlsCQqxV0o1zZUSUq/3aXtLuo3QXCCwl559fBpww4
rPVKxZtoP6Xe4G+pyd+mtIG0bcAvUizlh1ugolQjbwxcb+0GjmrkJmgwMejxi/BraZvB/11ds6Vm
Gkf8RrOCeMoexBMpBqH9aYOf7ueHJxMPUpWhBKMJJvTvgQyVYva6RIQpQWLshdcTtCt13QOWDhwY
QZRWOQEuV8WJBuZ/DsE1AbfSAAKzi4FhIJqgcafMZadFKbo7Nq6mL2Xcy6KLqbuJ5Gb3Kgh3B4V5
L3ITO+4NkmuRySC5FNmqVG24rUHP2u2NpUa+bV3cfH3rDjRasJMTLcBoJ3dD1IuAS8lKj1xwSBRN
bWpsflcfORQcUBxZqlhXMmIzYgTWCj6NewVkggRLIVyTSsdOnFZeqr5XKZEr6/iJm5NinrgQSqm5
cnFijiwYyDAaXBLRWE5Tk+2CNS/5IVx6223updCJiZDJuItkwHYp1oJUdK/AdoHgUNq9FLKseWrC
LHQhYJOtS6mx26P2iN0pdgVZ5cIpABVMTqY7cLy0CQGTkxZORPJr7MQ+Swbk5esMVtuSC4bRaJ1i
5pjWdr7yPYxAxAmPvK+BM6eOXjm4IvEwx6SFKA4IPDDlKmRRHIeBS7YXNd+LPtHUuPlLghO/Yajm
EoTOfFObXKYLKe/gxClyA4M0tqUIcKaIAmNOBcmLqu6Vz25jEHzhdobbtEu1M6nTLhxv5V4TssBo
qcXdELmA3QJtKYV82tHBuIkjps2dPocy4aCjgFNu6wgycQosx4XaMC3H3EI64JBtKOhtJ4RTO3G/
VCM7FbGcxlKFxB9xWTpW4lITb+iwHAdKdevB7e7HkfdR5ZXACOZVLYUFgWIhjRtqYjltu2D6qJi/
CYxRcUEymoqrK66wXKV3LUChvSsrrKBcJrBDuVR3rzl2beEAJcYUnutOqjv65KiT07ZO3ToJ6zfe
V95dH3HPWtkxKhxgD8trDLB/v4PfxYJvV6iajhfFMg1ZE8st4e2qpJzKNAPAjhbPV3Gn6HL4iB8y
fPRrze2HIfNIyQmR1dmyC+2E5UmjaK+SdQtQLvg+qy+cLTfalMXWltPdgEAQr1DAMhUWJWb98PLf
QwohYm1Zr8J6TbpXLJiS9ToHr1X3qgSv2r1IkQSgfWdof5HSL6b+0s1ftPoFtT/l6y8WX/vPVDg9
i30a3uLpuUmf0+m5S58t/YlqGloYT2HwFAdP9vyYBk9G/mjdy7YewmGpeHjQ9FuTPBj6rdDIVwOV
XxaZtAkj035MJomwpcL/v9iM8meSc70aleIVVQdqoq6N12mqi4e/vxF/2DuiVaIHLuA/ofN67xmR
+wY0s7+Mh3PropeAee6HKSWxrEhRxxQDuu5xUl/kEgsrnjrlUFXx11pwgyYmTHMGVkhYYmkBkvtH
NlkSv05CqI5NxuUujZB2kIdRq5qywfAIDrJY8meLTL516cxSTCSHzMCvef9Rw7crC2oxueChoK1h
k4wlIYKy7Mh+nMbRWLWMjFI/fimUAQ9Knf/vIVKcnKtfnStl1asD61Ay0kFHBPu6lewnu8uqVdrX
3EPQpTmAyT2jKbPnGlH7Jxf4nSPw7gI3VQX5kcIsjsb/u5b/aKp+ItczF3hl85xbpKiF1Uw7fK/U
KHaZspsF65OlWLf8WwHceAFgZymWLhTrFj9djqxbKN12ujOLF6n/vXJB6xhZG1YulE6y2n3lwuIl
Tpb1C+uWcPy9bun9DeuW9l7/rltYuhRMiyKvGz2tXBYtVGp4MVXugvvSxQ9+L1oWmhEM7yifNtBq
4f1Z4fF+KCSwNb5bdSjS7Em6dKAkP3EpWB8beRqD90VXBzJGAA55e7tIzAjQVaWWpCouFmD0B8cG
4M5xsq89IjpgqeX0GtUzuB2r3wbEecH+t+fD/dDVKQ2ZOBkw8Mo2ro9ogJyCNKtJVf17qyrrEmy0
o88FpjSaTbRfQVPxefgZpgtY8T8/uv+8rmt/XYDed+9/QNTtr1GdiKOKo00jclJbOhKi7GFWDjlv
W2auJwwKrwKk/zqLxxcRxD+KxojdOcaj3g0qGUzRTN/DGOx9kHB/m0bz2qvMr5JYzp/VXNIPXb8k
utd5/iwjeD3ZP8yGYXKBjesbqfff/W7KfqB7PPaIVp5rZhwT4uhDmSODkgRuGRGpiJlb9Vlp1Oom
mrz+ZciVvEp0ZhWJQdoFmrTGLdusfPr7DeZ+A3n7QdDBgxk0yYWlqOK9HDNNrTTvKxWqe4uuWM4S
EkfirH1UaJrkmBo9okTsR9OKcfi2c/SI9oLYmSHKPAPh3T6umPkkKjlXNXPtb+BED43pR+ewJSJx
smblEgZfBQFkMGSnczn17ZGdfHAKZ+48ZSHCV3kYOpd5RO5VrdKufQUmZi83PbiBwrzYaIn3uDpp
gYg+eQ7s9Mfyv56myRp1jXVBikk2XM7mqJMFXOle36tGSc42PYQyk5uDbH5XFjp+2uIfswPe8zmc
yJiaAu1rYEg/oUG1/9Ceuw6Z9COMjfmhSPh39a5MrlCapU8YVX9QqSCARTRsAx7jvvt+1k0Uhmm3
HdEQIdKYc1irHr5c2ZHFtLejgrV1d9Dg9a35d4lvE8zCgImRTDxjAVKmUxXH30hm60j5Fo9Fo36T
MR+c/35RwLz8uA9gIorcHJ+eTV/i3QdaRqYhtaho1oOilgh6dKQGllpcMAh1hTsjohJOZbIhcNnf
1bVb3itbXKVuI5aqmRqdogqO2Qa73IiEDXiGtumHjcCJnMDN2VpiQ1ConiBO32r11p6WSs1tfK8h
9Lp7SQbbJo+iD2oV3jB4RuFp92oGD3El2LG58IrBGwuvh3ExLMdo8OBdBIOnB16JALMATealBffP
7RR4w71CY6uCACkx0OcwOIlfwSbRpJf/Z+7MdmNHsiz7K4F4ZzTnoVGZQJPupA9yyTXr6oXQyNFo
nKev7+U3oqsjMqsrq94aEIS8oSFddNLs2Dl7r23x8trIgMHSRt4S6W0k7MhaosKOsp8fY7rrf360
6c6Vl4863Y3TDkdUP9EkAl2lyx3MwHraLfLyQbetBCEoLx8538IfkeyUcWckO2/caclOyN2MiDDZ
jcnlfyRWxEdsXj5WJJVNBKzEIotmI5sIQViZR6To8FG4Ya1dPhbyEasQnMSUhgOUin+l2/0PNGvW
ZXG3LkghBpg/RU1/Ei05hICV7qCyDhT2uBusJT30TKUB3mb3Fox1NV3CpvXWZ5lkNZ2ovKcOT0dE
+llBSh+D2MawjR0z1eVJph2keQvM5mjFnDbS8WQVChmqvRH/ixbbP4PVAMRTzaomPQmyXH5O///0
ulNWoRq/C+N80wEgu2CqngW9YcVomgMw3BkeY77PM3u8Y/DtgYR5pGdp3pJ1rPyLB+ufsUyosT00
2To+L0oP+zIq+NNr0Yp5NYupUCD54owp01qe7Dr7YHrihlZpVGHmwGLPvL7Z5SV53cRciChbcMaU
xCxcOvi5kaFgHQpixaBSwCXXnxfZ2XtQHhnHw9X70Zfmrdt69e+Gnv/xMf/P5Euef98Tur//G//+
kPXSZkna/8M//x59yes38dX92+Wn/v27/vozf9/c/6+HX75l+8vpPnz4T7/z+m3sv5p//Ja//G5e
wR+vcPPWv/3lH9uqz/rldvhCDv7VDWX/83Xwt1y+87/6xV++fv6Wh6X++tuvH3gW+8tvSzD0/PrH
ly7UUCzKf1pBL7//jy9ersbffr1/q345vbVZJf/ph77euv5vv2r6bxYWDdfjHqQ6ouX/6y/T1x9f
MfFG0QIGg6l7hscdUcm2T//2q2n8hvEdISs1lW7qPy0/hAT88SWXY5mOft7DnIeg7tf/88f/5Y38
v2/sL7D9zxLdQwcD9R9Xex4Lpq9gDS6NH4Pknr/elT1qP92eTGDatJBJFEmPOVAXx35fLY/8zg6S
jotAL1fZg4rxKl++FBA7TjVm/owMORR9EsKpoMeFlJb2v5n3dfiA7PdmpE6QM5CK9svBhjJ49XPj
IbyGe7wrVpSW1c4QVAIOSbMbteXwW8kPkbxNdvOReg3+oAIUkmv6uk6CfLcSm1HYMZEWsPZIKseX
Su/IIkKrqmUgBuK+dKGzJyG0NtYdXgGiyVXn2yFHMhs9sdPq7Cgbl5e9hIXFUCBuYaIwBn/NFG3n
PdicUeek/7YbJJgXlX7jEV7ZXXvTcNRbO0TFthUCPrZt1bd2jMkcV/nPW+e/9Zz9xw/GX565//pT
9v96aP8/fM4IlfrPnrOrt37M3v78jP38gd+fMd39jafEYYSCRJmSlkHL74+Yrv6GqlBFnOZo7FqI
Pv/9EbPc31Df0t9glOjBZr2oSP54xCzrtwuW+2KgoUDGaqX9dx4xNK6XE+WfCm0VWfJl6TdcDRcq
L+UfS6oi7xcN1+1mvNgzq6E+tkpJIrNezlvsqcmRQi45KirGNVEfVu92MehGumtQupHWAkru9+3A
+Ke+62OeANqiVlU0YdURBQZRgET3DqpzV7l+h9CRahn1ycqgThuAY8O0GGiPKfZBTR9ELc4lwWVP
wtZvTHbuVSte1g4HkzkSGFIME2GZwxW9V2L8bDCQVNHLYDyX2aoGZYLrmxDIDcGtDePnqCRtKEXs
tgBXODbMpamZ77XZfi455/tj6y6+jjSCYdJ0RVBotTG9mJy6ZjOo5GQkpCfTdSSV2Qy91nhxbLSY
1gJU04b83bcumtZqI6T3XmXybRVva258AnQMzU4GBhncpgHbURkfsUfuzQlomp4aVjApRQgL/TYz
jWsMAZwLyi+h/aAtlQcQUMBmpGSLy5HrX8ZvSVoT5/TOjNgflPh60stbiUbaSNc9EYKbrn52HOCP
KtHaib4pHDdsmJtULSgebYnsfg4wFZ2kKelVUqpPwrjqtJmYXFqgFY1FUyY7TcRMJB4Vlr5ts7hY
twvcHJhIc4vowXh875KwLHDA222oohHzm7GPPFU8NVX/lF+5ufpFJOL5cpE5rIAqXt57D+1GCqAj
rsNKm48jwJNigaLppDDL7fdRTXeNU1JvHp0RlC3h8pOT9H46O88lEUyWoUZ9Nu9GhOG9qTNUNG7H
3PGVlALfNTlGCydSuOug8EPEj7NE+Ia96oeSb3KHvti6yPjQilw1i41UcLXuimevemy0YrNimEtz
DlBJkJCHm2TWZtT5RaWtEOtb7T2BA6iaI2m+JDm4dG1al+1I9EHuFD4Qq7fSWVGgWzNxVizLMG8Z
6CkhwGFawT2dT9lqJFuYjyOH0DWmnroWtKOHrv9QMdI7zsL8+61QVQY642f7mMjk2HfzQ63mVNDM
TpdU0uKvkKsBgIfmQEdBHb5jRW7NIlUuEUu+bsuZeYZOknCZRUbqkuaDUMBM0OOnCS6ZKvVoqKvF
S0qkXdBq5muH322LcIr4uZV4oRlohMnuHwCJqAP8dzX5GRViPN2vpgsKNZgriEbioA4ctch3Gq0O
99GbYb1W0G/j96ybIinKfD+mTnaNtfCK8FED3bEEm4ac8rbCzLxXK/y/3dDgky1jb69VwHFn/QTY
XuWCp96m0xCZOGX2qMLvehBJb94PQK6doT966XjbK7GvMvQZMwSFkEy0O29b0nJJaUGUxSuyq440
9lQpiPudiZcqHobB8NMx/RjlXaqesPoyVBAcyAskTWDlnUB142BFmFpo82PS9Zcfoh2QEfv43ZBz
rDJSs3PoGcOytcdHi4Qn5IQ+ElPkXXXQTvo1TrINxTzhoEGiv0wa8e465rAtGL9IOOr9iI0dFa1v
WW+x2oZDqQec4aCn7GEH4t1kNqGTFGvGG5eDPwEStDVwT9jxeewouqdtK7PIxTLLacbHRY1yGXHq
Gs1VFwG13JROTqv/dq5e7KnmDnjlyKn3NBZW0JHo89djTR+05IbJVZJz1fNa3Xa36AsitUwPFigd
U3skCHuj2+B3rnEkhFRD9DcU0EpqROzlMUMCIo0bz0gDxWh9o/uRzsQ1xsstbxP9j4LEzcHPEggs
FYEKmvSz+haa3lmqRIESQpuRDrsSM58SG8hSUD1Xzfwg7YuTi7Yi88S2Jwc4aTkfwigjfttQSAHu
PfNpyctQrdzDnJfEJeL3irdxsjwJbYcveLPa3505Hi5BlWsH6ZF249yn23ye2VxeZMt8BAu+fXIF
YhW+MAMazMOW1hFm0mvXzbazm0XTkjwlU3YuaKdect4MKMcfDUMTJ6G7ZkXCIp18Ufxq1QDKpjg9
PWC8XcC+iB0OyG5nbrOZZD+YQMSllv2hYPhWyyRoxPPkZvc98UW2Xm5WPfkhhjfRlPhd9L1tX4xJ
2upjptoY5lXivTSJhPQ3hkI4jF5ek/S7Yba5Lt9dn38gQfRp6kVTdptpzkNLlHlPfTl6+m07Atci
+3qkC8kb71ucu1hPukn4hWP6A6uJKb5XY2UHsCIFHXsAw/la77pTmg/gW/N9g0whn5TNnG6AlnJb
RVa/SGw83ndulT9+/jdvDdQmXkIS9s72qIWoqFb8dLkKmFNdaMM0sQ6mz3TzoDEaPSwgLevTzJVK
n8bVOLRAd5aW2UpbuLt+6dG6FPdWGUeKKK4nULez/RprP2LtBl4LKMP3vicRkT14XYEekYrsDu9d
9lT1brBOpETprKQWAT+4UfUBPmup6HT/en9yApnfj9XArMy6avU7YU8bUT7Z+QtPEHQwImr69aTW
Ib1ojbF/Apxw0OR7kdaRVfWhoAtA+eaP2VPciytJcMVE73Oeqmhx6Y9aPxwBNhQD5ZC1PoLxjUum
L3HrbYX2HPc6QLN4znxF2OxzZbFbHHFoCRipiddNEjZSwtINRuYcQITd36iLuXGWeevax0759Fhd
UTEHvfVVseTJzApdmK4zoh+D8FnRV36rt75ZSXpt17E2hS4em4S2FuG0G6k2O7b3aMhhbc71riQn
XEoS0jGuu7IGhj+etJi3TW2L99iISKv7YfXeplodVMhzt0tG707O2lVDBpTEDJ6ATmzYPXPJ2ER4
34m57OL4Pq/SjQSAZwv97qRc0Ai1ad93sfdG3/KBdOn3aeAGT7UmdOYFDZnunUThRZOjkG1e3Zcu
N6qQoCrXCt6xEOordQyFZJwn2Bk6mi4GIStGmo1bKVmiJ6YwjmLhQ0ySg9MQgF19rvn8CXM0Ca3R
emwS8xwjVybFd3LVZSdW8CVKbGHHma+Gys5RRox3SbZiRY1SpOlmgivFwcFa1i5w8DzzXWSFLeO0
BCVBBv1l0LL7wYWknaTLZzl2CQ7gSzXncgj1HvUckfXa4FRa7hw1vTJL7x5zRTCCOmy9KSwyiOCs
jut43ajH3tC/E8P97Cumq90UDO1yaCflEykzJMYiqJF89cTkqeNwlPXMPNN9MaeJEgcYEsaaa6sG
85JKmqwXNEX+YSEa8KoydBYCktzm2S4+h9FAkmUHfQzxvFP8xYXkOPILhpnxdRLI8mgugju2C8aU
3ow2sRTdzMu7QrtmSW/LpY6IBzkOZnlVjzNSh/qG9nXqd4KtPDZ8CBEjzpSNK4i+8b6lhzmibKH8
MP1Wry2134uFbM+UewMHU1K1BNs8Zal+hAnFes2SBbacRZqnAGA3anuvWH0HDORkELbDH+AWwQzw
G6/hppH3tCJ2UpmfHOrDmICMDLakCgwXusE85aeUPPPhqUmho3uf5ExH+TT53UKjtVERg742sBlN
r+a2edDdYjc35R5CNBypZVfyNpLrEyzjyE5cPtisGwv3XGa9ycpE/rpfTVZXDfUItbdflWRPrfNR
OPd0Zx33YS2IgYHFRrJtkDL4sxaTkbMCDUY+ZGZ+4AdD5oO3No8/qUBtOHGCrwczqNV+Q0v9ZbKU
TZx88JgelEqhaYAHG4iYQhmfGj2pBNQPsYmSp7b2jahvdBWXdq4XX3hSN7k73wkDNvXEZpJdzDsq
VYy1oDhABRgoCm7LoXOKW5wSY5jZwJ7kynKZW6Z5gD/8MqKBdAE5btngz81i3Od2vWEkPgD2Je2q
KR/hb/mwBvz1ozdLX6w3l0THeqT0snVmhFngeah7SDfN4icDTypxRhg8P+2Zdh+nOIocDyY6nVgi
WcoNS2ewQGswZZBMCB6Uz6p4vEgktZqwE4Je1yLdq+7e5OaFuO/rlkk+WPKGmZtKw2RP0nwaI3pz
V8yHfjS2WClACDnbwlxOlnmVD/jlKvTe7rXdnBu12CtAsCyrDrJV3k3gYBQHln9P6VKAGyTxUB1O
3O1bWfGkOFbQwRiWMDQIhw3iFerrwplt3A4zGZEzqWfetIEpGrgccXWmaylKfacji21U0cr0J3Fy
+xs2SzYW9qEY35ydHGf1ubcvxe9uWvu3gqiALh4upNK7xCLlr/5O8tqPyZKi2pBsaj2LxVh9l2+4
p3j6MWmRSxwnO8NCWHYhfUgCNyv3uqvjEwLSgiQpVvNdCfVSc3mccgt7HfA8WwkqihQBxxn9fak/
ZXYGU/uZIEGG3u/Ci4O+oJ0vrUdV5VadyKGS30REhZlEvV8lWwc5vPvWtbSvGhnUxkdboXX13hhg
LbEbCfDC1P3hGhbGA0QUpK2aP+R7NSs4b56H8ammBrPApjeFn7U9wasvI2FEMI/4NuJke65qLILB
xFjr5j7jTVeZ/bl/GCmbcXr5CUtFp5BOSxANLKSy1kkvKIIRCXBJjLFaPq9NwaYMjAw8QTL/UEiR
jsebhfcnd5JwVYEAxF7Yg+aQqJ2A9YZtOka1KqLWPYELex9XSpfS2SwIfAryaCivdKK0CvAn2oO1
dIFpnIbq3S5a9vNPhk8MLorAwIW2thHYxP0CS2iFE2Z5qFIvVrbe8At5hxz5WMKElTiIrAv5qb9A
zSMejMBe3xxKeL3Ugm4WkU2B5VQCBfNMJVkHfc+pp+uubI/CkGVnuXKrOytTMFKhfCa0yfTObets
4MNca5jCLdCuXur9GFThz3HBlgzig7JjUWrM1fq1vlxwiak/yGG/IrU3IIeY3225IiE1faNooxr1
WQYQztezK0bgcTDBHNv2Mt/rXnuT4zEK2ybeGKPybuXZbanUyAdYJScFhZll9jQilHhLQNk9Amns
SEQcN+OzY7EWNFxBprZ+nSNfmDBUtA6SPD1H0zH1ys0yjKGqNh/CecwqRyHu09tKTdwWCfmFSkN9
iMu3XOhgWpHG6WUexCE2vttJ+hSmIQD329zrzy0Fp5e7zO+g7bbLDnbXitrkZraveqJOV7eHf5ix
YXeEbHK+mzy2FmXX2MOlbXC7sPu0E+68gvp7wRFtqv7y0fX7lb6LwekKoZrIpa+YrM5S+3CZaIqi
PBgLxSF54glXiPDSHxNrq56gIOeM4FlHbcUSun5AkEECKIDPCvbOt5l7Q+W64ZHoOdYnIAlIAPFb
w7hWFfHMmoDofK+n7peUOGcQulke3SsyF7VabNYREUonSLBpeVCGQKkLBHz54OvrYYFTFi8v9ihz
JrDWpqpeVFKM6G/7NfkQo5mHiWNtE2N5WEmdTWFrwujauNYDozIGnLo/TT8882spP4lqZNBZ7DrL
uu0Gwp/UPLSI664uAkts+LoMHKT28NDY3YuNJt1TpgxvjmeDGDIYlKGGm+5K1bmBp0++pASlkE10
yke/1e5csCkHpScxsiZTtFdFOE3wBWrJ3DghGEuZvivpYDFkZLchfXUMLG04LKamHk9E8+bfyCkT
Rd0/2M1j7nyqKN/kRNnZ6lwVxSbgVnJwTfVVoIABwZqQBSmN4ip1my/D/DJywDom0FqO2jN8FIkW
MEtiTg+c++11pRpxzvbSBg01usin10wqTxbuf4mstuDxntkdWtXgxB8N016W3WFu6GY1dWhP+3q8
psLYEkJPUbxEynAhddOjtMfvNCmpt02S5A8SlWZiUIPRDJ3EGa77fWMUXLz7lemvZn8y1IhaBCMI
gxU33tCY2bojeaSXAOWcXfe27MjE5TmYTTb5ekYxSH7AYks8uxWvowSOqz7Eeg0JkJK29NzXhRGF
Fx9USN8mvgyslZ8c1/15rTYqMl2kKM1FYqpv7OFKaZ5rtv1Y+barjnjdF11JQ47YP3dKtcnBYOZR
Rj4xAfTEhUI3M6kgrHc9I7+0JOl++srmnIrRoUpUZZB1azigbhlPtgLVRkOwmRlaRG2PFfbSkOWI
5qwvMafnkTJf0wWsX7nnOOTL7g5LLVMVwAsy4G4493VBTy2FSF40j2SRAzMA8k4EsfPYFu2TkXdv
bTF9NW3vGy0nsxWGeH00KjewxKu+IteNaA+SukiWmVkD2AT3maHo4O/taGUoEG1WHPwW6HTCTHQK
D9qwwOjb56r2TuZSH/nxo5oXTxNHRlXf6fj5be9qyfsrZ6FF3Z9mYUWLplPQkvXcSliB2a0Z3wuU
8BY1cNo/M2b2od37pG74sSgR8D+ZUwCatWm767F9EDF7J2daYVIuO2tQzCRqTMjzEYGm8VHPmpG0
7aYObH0Mltgi7Yq5vp4w7ne14rFTBw6D1jltxVEveMexH/mV9U4A81EpyZds5MM4l581HR9Fl/eV
1wNPSrZo5PKPgYQije6Zl5LPImkj0QGo9mmnbkecH57oGGF5m0FfjsgAKfJayu2BN40CFoG7sGty
wXDMPXUqfi5yEfSGITokXWKBZznxbHwI67XTJeTqH1yOY4/6vXqyzMcCo57MUZM6b0I22wVX6pDb
vp42fqdChmP0nhAzMXnznlNyPA2wmlgnJFK2yQ3KorH9UvdCJsvXbuywcr7m9i0EIt9tP0hVifK1
ZAnvI0drviyhbczysMTEnBDwYnde2LUuniW4arxFMCTQRW0zZXo0Rri9xUYtk01PcVIgBkrsbelw
ssrqzZK/JsXTypkjtV49i8UPV2asjEGXf1UMFKDvhyWIkiFhIuKm916tfhLDvbd7UmEHr0WHolnt
piDgeBE4jjqiHTViZobiKS3nw1Kj0XJw7Opt4ZcJJg0n5rE30K51FXvvpIM9LkuFZBuDS6V1pRZW
hasfFp2Jhmaccle5bhL3IV2ZQnAQ5+kT5k1bUqsp1UnCXaKZ5zpXA+FUTOa9Zy3v5XWWszJk1Qto
6Kd+WCfWl+psFuGMmJJGxvI2pZmPN/rAprncdoAHMPFnz06Pjn51cspRz9iL0jHYzebIwDhFpAQx
Jz3/B27zs5xsaAuVlCXaWZGsyOhAsmUPzwQbm/SrNouqbLj8NPhEua1s9po5GSPmVlHiLgeTQC6h
JgdBx0mBLdM5BgdQ55lua9euF+s4Sh6gIgk9PQcZqa7szV7HR4zZe2O363MtFND/GCp/fqKbig0v
x/cRe7eZQQS8qV9ZbVvsEiaopJNHCsVogt5fi9eTHg+7YkzDxvgAT+gypiEJo62jAU1WyCz8xrPr
B5tVpT3UDlnIsnLfbVxBVQ0hnXNIABX+OwfUHRfHWlQvbaZ8FP2yrRNqHzq4Oi3RRGGEIVIimut8
fpxn99lNBxnoIyXgoldkvtabyqPp1He7wbVCddvha5urvdUQeIzwrTfSTTcf2oFtjlSy1GYJqueg
i6crLvzVUjTbLHupmLh5cBRS2QRGqm+zodo2NJ917pZGHaKCdWgcyY0dEEqDX7WIh6N2lRSrCw8E
LZ5T62Qwst0B7nizMcnv2hhFkewWwjgsu8J1a423WqN8xkre0+xm/1LSOL5yYrlt1J4kDFMF6uVM
N73SQi3U+ktOA1l+mvYAmXljzXa1o91vbWoLr5XbPhQTBkOjoCsMr23bF8Q3K8m6n0aFHvUMsdm1
Y56McrIBeRl3eQI3VRf2Ti40DFeHF4CGLw2Tqxki1NYCjR1ZLVv9Yt+tCWbUwvkgGrOie5o718W+
b2IQAHF1tcyhpaXLFTYE0TQkqq7xD/yiHVIidvPG4ewOtv7nJ1XyuAMNAQlOtAsh897RXsWjiSyw
dsp7lcQwudag/K1bIzXzSPM2yIFOxjTCmXbH7x6/i9/jixIaQoFucEhJachVmAa0YjBNAcPSMbLh
k1xuAvzanafDCWdUsTDYGJviMI1LjJUDc8IllKeQ9YhyXfRB0hvLoeiHzUj8+6khwyWCGmwja6Bd
ZJpcQiSy0ezUj1bqNHsPSnZB4AaBGbgIbCiQytxYES/taejxGai5ta3JifRzR7vylDhHyVjxWJec
agebnGgK8Insom1StM2mXVZ6Bxl2x4XwHp+AnhziFu4vZy5Dz/h25cWaIrvMj2ubriNB4A7TzVxU
9YYoCqSxxnRjCbLDY+LJ932cf6AWWQI0igIOOl7khdv+6NbmC4no1ZV3aUKVFHz9ZFJeTXQZ8Lgl
NrVSQbUpx2E9r1KR+5TmeezOztaZ1KdSGsBONB0EoMNoujK5r8dU3xE2yDsH3tqrmeo5U1nv7ctT
2m4n2xwONWxMvzQcSccZ1jv5bCcl9fy8Wtcj3No4vc4FeUOXcVeWZO/27Blh3Bifo/7GW+E9Fe58
GUrrgZtU1ZWZfJaJ4iFXg7InKL8B3ldx+XLJnnIsdoCifnJHoCJemv/IRm0IusHuNrrJCypy4n8R
8ERekxnnrGWdNXOz2KFjXuhmVPjTTilHT0ETw8udp0yMhDn1x9FhzoWHeYw8AJOD5OdiVYHV5OJX
6nChE7qyEhumbYoq/ZSduKfS96CnUIMlTnxOPPgRGiNJEA0rBRmNuYa7sDHjhYN0elNWDM68VD97
Yp0Ca0YcMMv0cTSGMbAHnIe5FZ97DyxYmwPMNwYKgHRl4JYkYqWYrM5x0tWoMpu3zHGH166tSOup
mVI7Sb3rdeXFcHqFjjQlpQ0mZs6HZ+idoT78TFlJeepW+75wrTNythyC+xrOiT7s8wq2o5MwfG9F
Gvt1ClTNGhz6YKpnM/dZvmMNuzZ3/r6s1426sLKkg/FtMiKnEp3OiaHIsO5q1k7Zc5yhHfHzk5E6
KInmhh4uol1thqFw6XUOWfWhJN337E+pgWiI0VSWkr/SNpSle84O6Q5jPUf3+DCwb9OdAGxij9DJ
V2cGGSyN20mhVxWXtG/npj+N9mYYcPGAcKmDTlTn3HW7IMsdeYXaWxDeHrAccowdloAEtSTIJVHx
StFeKDoEzdl4oNSJpHH+nmLOs6MhlIOcm3in2PKrW2eA56in79xBof/YKIdVTbjXUvh+qk0OXVr0
T0YbN/SMigPsdZ6zAR4ts9YCOLmvWIiFbeJDpnrYrIs6YBmy2G8zkUQu6VqgReH0V/jdIP1EwIgf
pTXeGDL22E8andQtQNXtsVSKKmRtS7bTjPFC68VhHFAftmDDVQuTn5u8M1mi5li5GYTYJovphOhE
3kTdwPV2G/KLNLFVh5SB2trWQWJB1aw4SEODL9E0uADpmFFB4XE281p4IXtIH8VA6wNRu0EuBi50
7cpt202WTxwOwKCEUN6+3ohCafdt6z7PtJp8aM/oZ9nJRDzENxoqFZ02xKbonftk6u4SU9Caq6d9
Ioi9dIzqQulHkjHZduhJEjqgmrRh2ZKYSkJdGrSM0neOHnKds2sXPycC1uaYZXjS7Na9PLuG9mAb
8baNJ31vJoTfKaZzryjVlzIWw510MN45S8ElkYnOdUHPLKAM3+tZrN1ZHGCIyGM8MOmDvWukHnmw
Qo914+25ggrOUIF2xhuvU7d7VHK331Ut+CEOFDiPPB0nLKstch1hHZzVxhlZgS4mAde7zccE0Rs9
dFoO2kOLKopzICwQRKdbbAzWC/b3XMbzD93DHyEMlDpjLT/iMU5+rLl4VeSnM8r0tKzN8kCsK5b3
gXewyKynfmydB2NhzY5HsFE//1kv0IFKHE5bxczuM2GwwqAFxN3W1btRsxRaYozn6i594Wlqo3YB
9Z6rdvWQNXFEUcwITevqg10U/OmoX31NbZpzPSPZKyzPIuyOFEUq5E3msM8SAZed0jnLT5aIl02s
pFNgL1VD74WGhqek2uHnJ+fyvzJbKHs3vbYsMnTVtqJHrI20BePUCAn0eRe6TA0gScxcCBRRFne4
NlfSHUBZHNhUsrOTY/Cg74zrh5WgZbL1Oyk/TxNAU5BKqD+c6rS6SXPSLp9EtxB4lqsZISbstkO+
KNd2l/UPUxqHqektD5OJvMay3wwlTx9i02SwHSvONqsNuRVVi9VQK2jP27j3USQQPb7AzJ2ARB8r
2ZxHTXGuLcYmcx/Gpa4f6pa2wNJydMzWsrjVUj1q+upT8QD0gQs71AlHTYfItt5W8qusz1MkM+Wu
Hcbx2uR0FxlN8WOlvfaTDybwdZwp1KrzWs/fok7rTVJCvydQvHpaEyk3RTI5PBaWicMIQbzQQwKr
6PQ5CT7Pem4fqsb8MRkkB/Vgq/c928iTZecp8Rq9hnGaibUq5F2r5PkRHfOX4dqQX4qxumMoC9Ld
y4PWVNtdbs3Og8u+FBoDtMfKwblEHY0nPLM3dau7CaltIAyMfAjLrDUIkKncUNY1jmLb1g6NUX6v
l8CtfNhlqlndYJ1ZMe6up2wmpIEsKbh5S3wrpkkP547dp1ZrRm1yTK/dyyd7NF5XvEHblLFU1yrx
zVo3yo12+VTM0goKzXzMORoEMyXUuUvV+aznNr0nJkmm4U3nn//ddRYOr6NF2OKCgbnuClgUlkPP
Sy1MLcgKD9wLpNETqrUj7wWMHXucby03IQJPMZ/WLve2hsomUtQEApoEkpxqDaq4L0SGF6ILEk9Z
doBZ6YbgmLlSi6FjBIDdWnetzgjygTDBkUI7bFfLuPbsxaBHHOuhXanM7Um/fWqN2KM/JnZVnTtn
Y1G+HAam7FqlfmPNno1ML6edN8rXhRZ0M7ScDfPlKp29/kprKs4DdD0ZsmFSUAtSM2y1G661jC+M
ZfLMhKELyUZRfvScZnMCuGqTUnaaCNak88LkHn1AExNYUzsK5roOC+bQWoiIFovx3lqe1KKCQj2R
9lkuVo4yH1WO2+l7rabMtoc6RnxnvPTz0N1Ilz5XAnqZCgmKV2Ux06iNRKQbBJBOwC2zXjcGoGHT
dPysy6ebrs70AN1bdmMM8aaoHQDoF+h3uoKsS/T4eU1U9DgFmkOe33dk8ZRpk7wpYnt6cla2EXag
XW54LSNdyzkT2+icvZhGdZIrNPhyi7k1Sr2HxJite70MZKGRZ6qZ6xFOsftQ5SYOqQ2qN/VkdT1V
GQIxkMwjZ9+hpJiQuHxddU44dLuNixZtLMI0t4kl0vvmvIxTs1di0DV1qjEcogF0MKa2fmkvhzKP
cfeMkHIV2XJ2CroY/Mopmt3FOIkM40jXJQcw5FrUGu1rGhvGSWFCty0cDGq6l4vHGLPR7f9m78yW
5EbOLP1EUDscm+M2ArFH7pkkkzewJJnEvm8OPP18KKnHqpI1xen7NpNJJqmKFYEAHP9yzncoyZ+j
xKjJ0ljEnqCZbGuWhC9oNGSEmjO2nsPwLpkoSXNmJropk51rpcVxKvVTJsmgUYB2nUGx57Uz+0uS
yENaMoOfndbc2HXOqEeGLQvR8YfX5N6XyAeuEeLvcvGMxtjpUAYk2REnq7mNUGbv8yalcdy5cplv
1GgHmRbjPu7Ve5vbj4XTp/tmyV30iGNQ8ErfVNq5nzCfFDWtqxt52KrHUAWWUbRBq9nbEIzgE05f
cUpP8xdBMtoLf+OmrcRdnSQ2jmTvswyrtzIUr8kw4ykmij6NQpCPpYWTEWFIBK1sV+XTbSlq/8Ut
+iD2J/vrPJrrK4eXpi6ZlkfF4D9AT8YmRTzvUNUGBMya72/WJ6kWKOduvB9Vwmp7HF9lNSznluAF
JGbOc+yN3dYoSK1GrX+T8hmNdKk3WVw6h9yIWLyCe80yCqlGoCXrJpe+iOFFwWkgBuLg+on2g4j1
Zdu3Al2bFMXFARQI7gPlF6ZteoXBJr/MqoqrTRjvoaaetVmhhZHBfsWJA3r3dkuSTBHorJ4OIIxP
c4F/TwGYrTOVnbLws+/3zkMcvSGl/YSxLzzWg7rOohqf/KFB78Cbs41gtECSpkDF3Zl25zRDozNo
Hd9r+UREX3G0oVwkK/oHCRIe6qXqT7Ui468m5mWnoRXjRgIqzsBz9RzCN95FPlPCrL+qgrNChZ89
2tOt8DJrP0sZYT1ELgH4ibNzHK1rVtM8jqSwUqG1hE6GzHydpiHOFARibaDUKcOTQmIGgMYCt9eZ
TDNp1ocynwhx98pdRDoSUhCr5WBhZaDiZ+ylJAcgF2B/BNJAiglFWTwINC9oOGsPipCTczvPZnJX
zFF6N6jbvuEHsBkNb/SA3Wky1sxYfylPCftKJ2dc49iYIxeldnoh/jJz9g4f+JqYb3NllbdZbbwN
Amx1P3vRxpg8QtyWWWH0Tb7pvBfngkzl3NeHOmcA3JdXEuhG+juXyQWs1wNgzuLkRyNIvYcR7xML
btsNzOZU6foNIGN/UfprtcpmssZ8lym8GmNihkkAdrrrk17yF96JLK+J+mKLoKy82Ep2Ylev8dcJ
H6hhI9ft2dftVYz+XVGJ916Q2xrOLPJ7BpZ69m9zGy2fE/NiRB7nBG3CionMmoPLIGfT2wPToli9
pIpzMHSRW42MRLK+L1n/amunEvBTlTkbT4yeNqk/exuntHM0AtWqOci6C/OzHh0w09zJMBfuPcpv
JiO2l7BZWyCmFOWQHruSepSe/bbrloZtjxuEa8LVQht9NDSUs8btcJzPP5th0OSWgeMx1n/zpbGv
azfED7vQilDe7+t0jnaxbWVbDD8AbZImIPX6mQjpK+Vye7Bn+pmpqHl9Do28XUwJqzD7YvvFLrHD
dK9F9sjOQCOVmee7duqZE6Sdfag6v9+luDNJITqOaSlvIrO+hFHYHbU9kBmQEkxY2/NPOwe5sDiN
ejCqydmbk0avY+jboUui0+QlICdx/OzMXKgDg4xTkU3myavFVjPcPFvPkVjE1cmHXWUPr3Jk8FQq
c5PW7xzk5b5REF7x/r+litV6Wls/HPcl9jXLKDUsd4s6pf2XeCItRWaqCJKOgqRNzF0+98gyxyRD
HumnVHclskTaYy2QVXilz0ScV3hTd5iEyZv0S32a2aFnLvXJEn4npZAkDNPcuKaZbRf45Vshm46x
Pv12HcafLPuzcBBNyJFN2uDuZY/dwGaElxATnw7NbUG8BBktmp4VoxVaQQp7x6azmgx8fpY5k3q7
qvBbANDF4uzJu7A3CTEJREUVlwmDIjoiMwMpk4bMN2lwzLxhsNvlya6RlY1UIL3l7CJRp2DdHRqg
pOC3mYX7JEutDn3d89vmau9PIGVdqy6uTdE9sf4MdzNJURsnov0jfvXaq/C5dkWDFJ4votBgudSR
RhyLrZk46X3/fbD/E22E3IWh7RbEoD4YBojoxiXvgZHSYZIoNK3GYh+FLkP260uawp2Eb72tQjJB
AQvqaymLl7G3H2Wa9Hf2NF4sHd1w9n+V3fItEQvpxtR1GmIYMevrzoNhbrbuuLPKMHlgtlzVfRqp
ZG+XPzhm8V1FuC3y0a2PNPXXiqHCeaRgQfbM0k1aC+OkAM9Ai3x7RJCIIhotTnpBrF0cZ+ZLXWui
PhAZ/OsELpgqf7TI+xa/DawCKYtN/BTN3ORt+uEw1O54cvLokUgoXl5mwfy/65KdT6UY0upszLli
g0+iLXxrvcT6pze+loNJZ4yZ/caP3qMqZLzYzlR6sdj4i8z2U44JIWEAgquNGA2azJmfDF2/xwph
9p0m6NRDXOTwW8r4pR1Cetuax3X92zgiBYiDK6Z09mNW+J7Iwgncac/b3USZk+7ryfV3YgFUA2j8
xxTFKDakWWw82xBb5L2w6MiaSwcSThKUSubSBmZipEHZV1BhPHaNMXun7WwvM0Vfc9NSU11SB/1D
b+9CvAxbO31ukgaMvRf52LNZp3UuP77G8IpSBcLU1I3PZNigP/fm+OAs9de2x/GAEsXBb64fIS0w
HqrbDE/LUAXpEr2POB1yBiJnG0KNJAub7L66venap4nom4ChNjzYwbkDvJvvJoE2yKUfhBGJ/kL1
IGhRpVJ8jRsBJztrSuZME68N9WO0vI7jKE447b7XmdHt0gbhBZsOeu/EN69AhKeNNpNVVPq5KQb1
xyGgylTQAaz9LMPiGDSOislvPFcTmppkgYFbAf6hNmGoaUH7LCSipwxdfFf324ajmHgZhn1FM0NV
Wj6HI8Y/nykB/durEVv1oY/eOzdqrwahO7y51RTYYjzJZPzWmy7uwTYlfPRRVnIJBreaSEdn3Kty
tosODXjE7smbCHYdJlKvCSmiJIzFVyGLfqcqqwOG89D0jUMhFg0MIvi5/TE02OsNxW2o+usUZ91R
Oc2bkEC5m9rwt3JYePLn6tk2OCsYG3CBxs689RDr2c53dAifEj9vXysrubELjyD60Dj51pOfVt29
7kLvmcHdt4mD6hrhGtBT/uAZkX0E6n2WGfE2Opmyp7iZ7gdcAIE3xO5Bd9oDM8LiF2LitzyTz4NO
5ofeoQYqSbLM5mc3ZOvgs7sl9tJ59JK2upbDAJZDV9/sstx66b1OSchyIn79bt2gq35C+kgruF1s
h8UwzyU/CWM7v8AMYbmGYHLkmkfZ5p+ysFYX08XrT3RYvJXtgvLS5JL8r7mynf//TMzAxv/JXLlt
q7f+g7ty/Tv+42D2/2VL16dh9U3bcYT3f+2VpvUvWynslTY53UrYLky5/3Ywu//C7wjyVrjKJcLW
xPP43w5m+S8SwHzSL2wiqYjBsf4n9sr1D/qzuRJ/tu9IvMvKpU3DhPsB5zNGnl5GT4d0WsWuGhkU
pkjy9xXVIbuiaUTIURcnULeMDZyUuaOa8FiGY3ZM++QL8gGYYTKuj6QYPlQInH6XxvbL58N4ip2U
cosL4bJP/6vDeqyGLBrFYGzCedc683xghoSMQUTfmTKwZUrLcJeZCD7CHpHokMffctbRrtWcRheB
rF2wKEMmOLq/4SD9QiNZHbE+sTkCLRof7iOpsVwc0P0GWbbTIJ1t1duB1PGNKdKFbFfvVA25d/J8
ymmu8LcFV99OrQdllSVXEKyoKT3IayCNv+YgKro+p3aPxt8hU8RHLCGf0jYdbLPUDg4egA84shCF
ziJKlpe2HVEfVQU+lThk5bwYrCfx95anyjZeuiF6wbJKHjT+cJYw6V1rePbjoI3o1Pjonvsu+6Gn
pfocZeGtm4ovKZOkwOlpN5RHKJiX2zTqgzMEWKsMohXL+KwTc96UmkDJ2jbbY6XCLJBGWh27YY4R
YTniQQfv5KpLxpQdE8h0wP4E4+bUGTTSkGCwm4nxYOaVFyyWld9PuqSiKpx9gRn0ZvCMex4U92R5
mHecoUa5DGjMd4zyUM4etN12CffzXMRbSyWX0NHmhZ/yGI0DVYqB2mwkOmWDO8Y9UFiG+0HX8g5n
VGOgkklrHa/rlGZD/HC/y7rhGA5FCSp5jZOvqzMvkJEBjNHe1vyl5wEzUErE0LFhuXvq6HX2ZjPM
+74v8LpZ8srGjPoI7UPL8GifUEminqvb41jQ/2XiE80GxkqFjAEJOzv4XLan0kWyGk3+OXLwqSiE
yWep6m9EheQEFs3vKvfAZOIC2Ed2MgRzgxaRALJPsVNds3AJL96QO/9+E+CR/3vowS9YkPWeIlCb
RDULDzgO778+kq0e0rhwBYpzNlXl2F5zp7cPg+2dgWMsh1CnEImmXAZjpZOdEeof1USiVDZOv4ss
+yWfeP0obL+QcZJYsCYV//WjAIDwikix4o0XtlAcw4x+fYCfw76aTMhGNNBhqa39gNp9z43/CYOs
HWACjQPTzVBZUs4CvZxsCJC1vp2rVwVU71ysDiVz8H4aCGoIWO538cz0vKioGxeQkhPKjcmDxYja
swuqKR4DnC9PTGvlwZja3wQCmyvV+k8GeMm3dIQPp5v4C/7D/nDBOYda0WoVbvzIh307FCwzH5Ex
4DWmwUZDuyX+xu0vmecdR9nkqE3zaF8OFHN9pzZ/erf9h4HxZ+YFJ8TffBzPdyyTg5mjRa1nzp9Q
LGUVY4kxGM5Z02eXacvBGiw23Gq5QTdBlZ1aF/DWry4iqqPncdSZtRUiFi7i3cRj+ZqazvchLLo7
VtibeTbEuR/y5LjMZXzHzbPtugH7TpFD4Kym6hM34PehNbpzrVJQwOGMgYqo1qxDT9hRCBuJt4mM
S2Pr6vUHfgROjjG6LLkTfUKn9ODwf5N7kn9Bt/aQSOpuBNvMGuP856wyzM6DtTdkPd+4VGDtAmUr
zs2Awo0eGCkhg/mjlwDqG9jlhY3eRo0RnpsUsQnzxdeqJ0FQhZV/0BksUkQf0bHW4zdTJxj8lyf+
Udm5mtHg0g6vlDkHUQZyAnJ86phWYcHlGrEcl73Lpi3Ceoxd4JSSs5eO4/fULKMzPyjoT85SNKIT
b2ZH2xthJcepkd1FDc2zV7ftc+ijJPH8I5n1N6JE30gLgl+LIhYb7HhOCakNo948F12MMjdiZ4au
2O5T8ibZju/S2hGfJknj6eb2fW1MGOQLKV+Q+UNDtHxkOHTG9QCbtrWxDdnWLNgIacyCZNXjnh7U
lqaFuK0pfF13+87YHoCXe0ffr2ggfPJafNb7Xt2fZj2deuPJqNmq9+3yLeeq73Ph39GSmaD+WRAu
9Xc1TMYL9LSLXGBnIQf8PHEzbVz0URh6oRJzez1xzLz0pXmnRG9ehtC+yeqefy6LUHoVvlU0uoxp
edMVneiOcqnLQ6Y25rJrU9bTHF5MxprQPfGaIWUzfbPrpdq0Gm07TkG6UafxOMAtREPxD98tuhdd
WY8IPJ1NyXofNw3IR7No9H0bjSFTvIduvWiqcT7b5oh8vsv2I3+ibL33PBTdKapp88O262/MteUw
Jwyk2VIdZL1wSRueV8nUhq8e7dSkMftmBtc1gllvmiuNUkzvVkFQfGYIYPuJYI9P5oWNj8hK4jPP
5aVng2fx+G/GGMG49qafkYC8woT5IAuvYMCfvFuYYjeMdHkBaYWRcDRolCYk5eECe8/d4pqfsbgw
w9fV2R4x7FV9MgfkwzsgqT0EEjTyjEIJevcaenJAlGK7RG37FPOFubTm49g2/qGMYvfo0FNtSYYK
Cif0Dk3b/My6+NSiWoPRPz6aPh5Sw1OnzBj0/ViGNuYJWNfSoN0J3WR8d+xbJ4zvykL3EE7+6wPO
589HmbkWjx8PVhNyPKU3Ub+8z/56knnVRDC4kbBmaL6ZJo6aGJADS8E7Kr88iKTbHcIKlLCRK5zM
Sd1thRGiNB3yIK9fSLKPz0Ro09/W7FmU97uTdn17ffh4VOWWpxSMoV9ftI5q22RC+4LHdWDLxw24
ToRiqtsp3cVB6Vo3a2LSnSp84yQI0tvO9Yu02+VLEcnnpa8oINr+vYL8vk1Kc3hVxEShc7HHY+P4
T+lUz6ffXNG1nvzwkR3Fu8qhlwAX4X6sN91Ql7PsDdxSROMQH7mNCh9LJYIBOETWi8ud0nruM0yX
MEhmhUE56Zetiuvk3zSg/3eZsr4VP3wUBp3EA1iS3kF+xAWOrW9WHOzGZuqEtYelRKkeszNrzfi1
JWsraGv00ex3WXKMGJelR1qyQ71ZFt19US9p0Kjp0CKvWKWozFKtr2E6j7/7kf/uY9LJSYDu623o
fbhirRJm3yco3ooCSk3CBBqfjtRBO8AdLayqC2y7ISVRuPvRx33IqrFoqEXs0j+IqHoLU3TXhtWN
xwKHyx8NmcujAk8QZxs2UPzGRbKXPK2B1xltwA30krkTKa+qvOntpr1SOv7m2v9CvKNicV2xfidS
NQga+VCxFG7lLImtcPcK5kK1RtYOZuImJXRi509ex5SXPsOT60jXjTuoz3hr2KDUUG5YrUc7gz+b
sTPyczZaw6bwmrdozBABhyYyRWywV9sdvv3Pb17KWou8Z7nmwn9MhneduO10Y9Es1fj18yqUR39G
WNBcG+nNQTzbHMZOZgQd0sKNGRMVEGK2alSU3//zR/H+psaisxQEAjI5YI3yoe3VOVtHEhsiZlq5
OGS6VRtDHcaRuL9xaYB9z/SSQw8ucFLa3IpyqlFWxs6RttJa8S8IcfP+SXQKTTgam8TXn5e8gsQv
2/QpdprHzqmvtQlov0q4yx3Zr5HG3akH+Zgm4bJTHjqpzEd7PjVoi1iUsV4G3juY6BKVnR8Jz93U
/tS/6Thi2obV/bY0Mnma1PIzzyK4ijbeH5M8kyHSJ+H67a2bezu8HfddwoY1Gtgt62pAVajHoKqH
9hwt/JWTPcKG0chn0BMQxYh2q8+rS1TU36eGV06XVfjANEZOgWPOr7MXprin3NLPLcOXq/ZZHZjW
/FbL+ne1r/UxkIj7mtgZh66DmYSJBvqvLwwmspXF2N/YdOv7ntTmzaDN7lKM6JI8Qj53HDnXqLb7
Xeuh0kvK6Sf0XRxnpPpCddoVkWFB+HGqy4SAuaP+4LUINN1hA+RSAoT2qzfou0FiWcsIz9qx34Xz
NPXc+QVlC8IhtWmAjO+JmVrQz5sTdueRde3NwCCQ08z4zaNs/U3zgZaIf5mMqBR35F+/ctjmeZSI
BNL4iO0f5BCuZpgtKC6xT0qbpB+MUP2aYjP6rO7Zs2VBFbvZTUbhXXGwbrIwLYH8m+EZfn+VjDhU
0vEpi0EyQ+7Fd2TdGkUTsdNEAkW7TkqPxos0j6m5G3WFeRIw425yyvgEARPpaSk+G2NpvjbTpy6S
zW+YzM6vVYENaVAoMjiotgAJ/vUb+16Nq62ajM2Cgg7cMv7atmgfl0SwBq6T+7bASlOPp3QEF6aW
0mUrxn1rG3P+KWKB3Q7La2PG/n1sFOKSGNINpkxirUsQg/tx8myQkLwncSo8Tx2bt3BxNGIVai9v
juQhG8R0cHANMnqD2uLEbHuLUNzPvNBu5EjZOi24chILiyR5PFtZt+Zdb0cEFytQncXwAs8sPM/+
vm6TJ7TA2I3ROU2IMYOS4diuL/pLaCJdG8BWbBcs7kabX32RY44m/sldSiI5YglOxhvF73rZ9XX2
17eyvbJx4Sba1DbmHxf/T82jiuMsbxJNjvJCokRiUshGNeKXyHGHjU3BZRiTjXYOmYBhjXADVNby
jbsna+bW/+dT9g+A6S8fRvIjM8nwaGfXe/9PH6aYWyHbhl96hrz60Kh473lym9cdEfBGxAhgxeTK
lahEr80GNYipZpGTvBdkDv9m0il/PVu4Mtx0ihMGot5HcvBgLGOfDzFVylo7zx1u1JInbU9oKG/z
uAtXW8UmzuOWCAUWmgSIoZ5b40DdcnkS5trpGVDNbWM4F3oFHMVxtxcpmzOBdvpcN4LHy+3eyi6M
DgYs/p2RItTJaF7/+brKX4e29jpWNpXl21zYP6Kb/nRdkeCZ2TgDvM3x+4DHWMEjChRAbmWvvDCz
xI/u2qj55NcTCBurD6JhGJ8nloXbhFrVsUvjYrOwLtvWP0NgmjdtnLJCdG2Enyl07z5y9hR3KKJL
HIh+Od1lHuG4fRh7vzn/5N+cBuucnQGTt960f0zD/vRdfBEamNX5Lj4pfn557PuBMEV2d+BWzHtn
qptXJ9wKjMNHiJ5qa5jeNV1ncJXLey7c11XaH0eD+a8PoH0TWY5xbuIYSUw6k5TYyU8jR6rRl3Jv
mCWtvdH+1LmyXgEc//PPov7mDnNtb01OtTyX0N4PR7lXKHfqZu4wzwSJoTqyP4x2cC6eDbZlQH2Z
+nTfgFse+m45xrXMn+vFwN3ipGgsG7R2jRLP7K1C+GHQA0UkTjZeh89eMf6YVLwml5G0LfG5MkXB
1INitZ/8+WtCjE9sCvkYZYIeuEKOpIV9iHJ0wJko/EvCaHNb+kwPmxzKNaiGn1HZpxi1wMGkg+ov
hXFsvTg82SspQxAUYI+ryXLEf5np5sqM8Oz1tnGT01neRZDoNi5c5ywS4BJAZIfaFBsY5/V9rwAY
SuRiKH57JGOjYRxD3Z9ZGXweKr+9ccAa7EwYrbs6iZ6XxbYem2G9Xkt/tuPOeNUNAnUHBNmhnbg1
l6yGnJ6U/i5NvOzLHL9irtm1a+y8a4bAuEKXNMG+TYGZ+PlFO8tDqArzajGj/ecf+G8mc7YLHZ27
lWQ/W8mPvURh6LFgtL/pVsUF6qKbxO0/l2n1pYc8wZOGVIMPTqhN0ybMSrAgLN0AnyYPv86WET+g
sgRlY2AHzoruIn2vumv9/EEZ8tStX2gES7gznPwtMkefzPAFG5OuIe0NcWAkmqK5LV/H3vomeT5K
ac5Hf0FMEw7eFyMqx1MJN3SjGfuFU1Y+WmOx7QtHYevrKmqgBRkfyDV239m2RLp0ZDZ5ZSRD7iaM
o4CT89TO6E+qDpXZP1+6vzuyXAiovPbJmzSFtx5pf3rMOV7TspPQ/K0aVbJlMfSI2K7vq4StxTCC
5tWd99rEKYPf+JKMObyIrra2YRW6uyJ3mqOZO96eXMATyg4ALpgc7inwl01qOYgbEoPM9Bw1I+L2
ZO+kFzzhEsffDk/+8Jvz1/zbbyMFsZmKrZ4lPtapbm2kxTSwNUu0TXgRwqAtrKJPdsej66XFvczX
wJ3KM/h+3pbJ5byfzRSiWQzkSZjlip774aXBYg7NVynnA7QB7LKcVltTYAKlwcPp+Fhmz6XXjzsh
qox+oAO1YA7373i2EASE3Ze8jiWqO7vgzR4VpzETzqN0eTX5qRXd6r4dV/Vpf5xnUj9YalBsSffF
MSDFEFSRF7n7hHeZGsXpxoBSrYIGUKtr2SyvY0aIbdjXNwskfzVW7ZMXm09zhBlm8psnbMkpCTTH
Fn37rbvo8apbzwkQl1cHbYNTmCVzMJZOaumuZcx0DGsTqVa5eDXQAGIyTa7Sa8W+cVjAK+NkGSQt
Vwj0D80hfIrT+t73gRCyihfbqaq9rS0IeIEJ2ILeOvgKMqHXc7O75SAxwGbLvjPmJMiAqNk22xun
6XHmrSMlu1nUbdJJvUWmut5n9MJyGXCb0LLnpa1O4Uo/6ZMfLBDJaOyr6Y6me8/CbxPKxv7qkj8K
s6CYQNqyzkjiVmA44dkuSWrZIayFIBrX4F6om+fBEa8dIv1Nkzcvg+idS8KOsvBIyuiKhlxP5vXa
0dXvBkO/tk4eAGHFHGut/tjafDibGpVnazxEvFULjqcNxwphb6s+sEkqKKYNiWBDSaCvVTmAzlCM
HNa3igBJ0SSIAgMzzH9i/wz/7f9ss3rlxuVnhiN5jQqslscehoM/+ZD/rLjvr9FhFM54dWf9o07o
mPoIExh0d9aEVii5/af5O1iI5MJuhzJ7arD11w1iN5wWF4EmFXpHPR5ETzeXpFTKg1iGTzMsMZda
8ixHyHLZgA23T/Zeid5rmqyvaODMvdmD5C6BuqV+/obYO9/4WHtY+YHbDlf1FCNhO+/wfKxMSeF+
wtuOSB14sVzYm2LmJUwMx+7cTN+sBq9Vmd9bDH0C20ntG3SrhMYx4U7aItw5LdtNXcRnn6P5YsWr
s54JPBuHAC8UEmNUYnFYwMRyUKMOhnh08hXE1EY3fQnSMI37jKgGCdjYXx6algjgJY2uZTvfzCVD
uaHH2Vw1fPAcjxziTGhrmboZkQQGasbG2mb0vtWYmaCWqvgxcs90yPVpTC5j7Se3I0K/jTGGT4ZG
d23rFLJ5K07VmozsZb65aUQI+gXDx2og4+WScD23EWIcsP7oe+fWwje9EOhsK/PiTaTPTGW7AV7Z
nGOjFhfZKIkoCZAPFQjaTKtxzq2vzwiQQf9IRDWcQMX3f35dmL/k/XGsSsuyhMlvzZRGfZhw6VGX
0+CBBXRd+w0DfXJnL+OXFuT8ia4SrMH33k3m85hm1iGkfwY8VBqoW7sqaLKFnytdV9yrGTpPjXld
jM2A2zzNbCnLd2TWXBlfpCsMQp25Ybrt1Ct3a6vyOwzpjen0iIRGAyUbzmyEaN6BofltjO7wth1T
3N3k8owZcgOiecRXvInxycs9hOO9vE1Arx+lbm+n0G8fDN9ZDuiwSvIrsFX3N4TcDSkuL+FU0Tku
3ilmMYm6umYLIlKmMrVjEjN08hQmUXvKhkuchYheTRdxGAb+uzRtrDvtpwgw+9u0FfMmgRl8a3pt
dbvI+ltUOreasooNAhbWzGkeyDx7E52eDxFxKWmKkxk2SbTJTac7dPayaSai4Oo5AhWGZK2LTilY
AaQFiFkztgeEIQW4Vk/hyLEou/Vl3WTwKRhGBxlC+2NiRkC7qpssldRrqPYspx62fjQX1DCc22wm
xG5p7YkxVO0wknRGkli9R1NV6AYsXe4LAQrJImDeqYFw69YNTxODjrgxMSYqOVzIfIzYWV6waBYM
KCOAqk1U/uYUBXn+y07AIypqVcNImOtUKx9aVq+J+pn4JNCWDTyJtD2ZA4rwyvzcyWLcA9iD6DV/
j2H3BUrUen3xZpAVTJrrwvuEIgHgaodqVPnDyUJbycNBbOYSf5NVQopIYn73LDiWWCbeqhDzWlRz
j1cxYYadAZSsYmDTxiT+yUpsU0w2ZhY+ObH7owz1QxxGL3WJ3mMZ7ptBHQxKx24a9Y4cdBPl5oI2
O/7skp+xDdEQVsAM8oYdPJo2MpZ0QA/br4C/gzHzK0QrWni2cTLjrd1rsJQdWOadu3BouEz1c/zg
QqDKnKG97u2uOxI6tCa4jO2mdp0HCfouTOajwhiOE3EI8Cdh6nIXOmyUq8X0jKP3Xc7A37Mu7NZN
QL0hDOQ7kk+M+7A5EQ6hDrGjbQZOAd6g9c2qg4G7cjPCAawYaDUN8zxabAfDFIqounrSxYikH7qW
6YXxnjXwei3FW90j4h06fBxGjGngOWHtsy8d1gnDkhGfV0FiXKxxi9k6gI6MzqpVKKsmOgfLfu2K
OujMRp8crmNvoozF1ptSeouvcw5JJoLbLBqQZI3zhOwyAeg1X1QJA3724x3LBZZqlBslw5Rd6lSC
BZ5zGGbvtvHSc1JGkIJb4JEijb6yELzimb/BUMVLqubiMNklHo8JLJ0pak1a3HFmbQnJaWsh/5nK
FZ3AKz8wa+MLJ9DrXPgIVnEbAQNmFujy37LZG7d96gWp694xnrpN7WrYhSmLeCh5t2mCzSlLMItU
RnwXS+ON6cCFaKFgiPljXJ8/AmN90BtViGgXMcnYxUtgFJu5HE5Fh1C3Rve6GyOwwKP3tNTZ2W6S
b0Ys7/HFgaxg65n5P+0ue+AmefUV3zY09y0q8CAtMogMnvWCKSjB6lyUFGLNDxgIqDE57lygDemI
9I3FAZvx/LOw4mNakMhsiDEHU1+TEuDeqz59M4lybia+6uBz4RZjfHfT8ZhpiEFuxP9i5jdW6gOg
wuu4KS38VkmU/Zzaigtsly8pDD4vupEp/+8wN2rrWwBv4zi6i8wUx1D1lIR4ULyRbhS38sHquB24
8iDJvAed2PxTKFkwXfK8ZDo8hxrBrOkoxBmL9UPWQHt1exkAz6B5kcvWm9D8mhU0lg4lssDltpTX
pWcE5uXhfWY5jxHw/cBVl0w0aIcjONpG52R7I4TsvNjHCEv/xpRE3TfFEnNuGuSc5MvRm5xvi8Wf
w0KZehTzEPhisgTuFs7EdYoAedpnOFCGr0uDJE0sIGTB9bOcK5iMVslXbbLOnpPnPx5XfsEYqILa
enGK0M91SLjmSSJkkkc5GX/6SHMHr+WK94p9vGdTH4SPsumfeXhuuQmhR3Y1k2abpKdIRDjt+DGM
vL2Lmv4NYTozW/2OzItVhUm1hkDu+zIxTkd5UN9XvfrhWCVcVjf28DXxh1vFEFRk2HGaEP/mZK8G
6G9vLB5dtrDbpvXfkONGOL02DpXaNka8tckenHkQwHfyjYrFT5xJJcdt/lrE/GN1sqxuelamGUmP
kZ8cYJHswjJ7AP6z8OJhiMs2Ejb+8t4NSxSAiVL0UeQBnnRm82VC/QYkh2dYVp89t7joon3TzDQ2
ifXZNLq3oVP4HHxJwTj+iGpOrE7OtyWnVV6xVwszfmjElgc12u8OSEUHZlSZFxyY0f/h6DyWG0ey
KPpFGQFkwm5JgiBFeS9tEDIleJfw+Po+6M3M9EyNpBKBzGfuPTd/Mhrzyq2gRRXxU+spC702p7xH
klyW+YReiubXyMC/ut1rRUTr6An2FRvEHlHAtTTS63ZL0DRcfuvZCnQj8vn2pnhtG4CxxKVS/Hri
QTbuaZk4bsmYKg83TS14cA3wyy2YStkCaYsyHvGMgcLA9sViHcdHCrM9yyG1rd5GsjcxPhA2wchj
z3qXULweYHSN2LrkhD+6/kzPVMe04kQ/cDvUIRTOBycH+jShfBUVHddaPDWduF9J6dsBamgPwr4T
gw10yEgs9K/Vd5It1U6ytT8s2g1qb0aWr09IO5AzjQnWm4GHzczae+HpPw3FITJUSabzyMQ+Jhu7
xKgLqBcq6PQU5f2z5sCHoNww8wTrUPS0gk6tflLfvSCHPM4OCvnVFkWYem/N4Ps7t2DzlAyiZQUI
nAtWblXJd9SaCt+Ii4amnS6NlXO51McFpMrOSXhmtAPp1oMtWDVqOowjE35vxkE9HmGAQ2if+Osl
cEdwIeL2Hfmw4jZO9531JjSJ7Frmv+U8o0JJOUyjdT8ZIxo/1Pcs+OLp6v9/4XvJrlDBulKibPtS
6aPoAF6zDZqfqaR/HA+LrEPBvI/NJQDLh7dP2j+4xRHyTsX1mqh405YstO8AUZA17thpnP3eHAIM
IORf1v5f13RXkxE9k/KC8JeJsC04CwqDDxUU+61ZDtcTtpDZ7tCNJHcuzlRtCHyjbofoZbQ/8gEm
eo/Z0nVxx1m6ebNt991cEPehtCLUQQCCNiTI8gH4cpLtZ4cC0F86Qp4BBtO8U+X4IMANh8mXP1fY
Eom/ky3PsxnjvPMOlcaa3fe49oBdPgIsHqP0rSjVwYpePdDiegt9NeMEo5AhPyLebm/BnpZ7zZdl
swbHdb4fUTyNfvdeR6x3jMW8Kqy52bVrCVaFU7XpkZMNrXrry+XTT6L0gHHyfdLx87Jw+VtVwpKH
F9uIJATscubj0vVxMo3mpJ2EbIcsDmuNVWXFXh7QS4QuQfJRtaDf1PtqWP9AzUa7QeI8bGgaHUwb
mZNZ+9ZBF7vK9jLnkwEZCi1tlw53ooF5l83sbiiH2JHydgO5o0KjRFiU/6ub9gP7DHyG6L7zENMV
K6wM147vsqGmmvM9K+iLx3LE70Ur8VsYzNtQHI17i+goLpkLLl9YhpnxlA8KJZr+WifuyaKo34UF
qK3vDLhfqffS9Eg0ef3Q+U1f3pSUh9EGe6eYMk7MsvO8OKTO3ZDGT10PxaNeCFWZJoIGSMcJkL/i
BqOGq53sqWdkTkDWv8Z0xtvRT37lcl12vH/41EOD3Lgdj8CbEwGGyWw0U4JHOGfOZyaGPkSuiWuK
I6wrCo94IpYzPKcYMt9AE5AUMGLfWvgMaWdfZzIqq8L/GnyG12VpeIdVUPdgIjr3PhK2VhZfk8/S
xuRvPJa493M2J6xZbB4cLgmZFf7O52ejRW8i7KcOsS6+jpKdaxzREpBpvrZM9zGO7NMSj6cGlDas
mrSYLHsE1ffhKu5Qkm6fq9IIkrbSh5SqEtMd+NMWwkoYN7+xmJAGqPzRHOUc+OuP1bZ/qk6No4LE
mC8OEj27Ird8inNmemqP43uCp99V+2meOdsJElkacuQXG+huQv3SuDH4awVPigHO0U050TjQdwxS
SAeqrc+ShUliSGbsnsYWlOp03xsVQJeYYKbFZwJgPoA7hf6JojwAznvVqb6DXlMo8NRjOFqlcbZ3
lp22J+UmL9JIwjhXckfIYHPs5j/TgFgeN1Ag0NwdaBr7oJw+mwZarLPQUQp45SU2MxZtpFYM408b
J8ld24DIxvW0siZlMTjn1aElJg5iMu7tRJ+qqh1BssirafCmm2X+RqkQYwHcQIjaP5qm3GyzLhBU
tz4TYHUz0qWCeyY9YmrRvjmWfo/WotghoalhsS8nc4Wh9/8mOZIPi1BvvkM3R9gzubNxfGtmxitT
tSvHJEB2iFcGOS55Fl7yvmTk5OBRHiUPXVr4SUiw5A/OrhKJDa0Bv2kcpz9ThPd/UZV1lLX9XM3p
L0gUaD+rf22JcWen3XUzO1TsFa7P3iFWcW1+6YTumlwSvlNCOEVqSYmo+3f+YIWdLCeOoniOitjY
dahB907LE1GjCl2i9n0uI+Ice/vBiQEWKrgnO8ttbvq4Y+TJR+2WmqwQ/0kM/uZv44BonUuS4PUY
po56ZGF0KZkkDiXQi4ldjh/3SIUwi+7ooSniOUVXo/tFmRzRLtZpUDEx5DRL8mB0oCFVvOzPpeVi
tKzdz5mYMTzXUAj6wLRlchOtZgA33jrYVckdMTpnr2QOvdoxmWFLA1BvWk6NlcJG6L5GHwJWXpWf
2sipiLYWjmyjMO1LAwxJuce49ZclTDOLHPu2SDlux+XMUOtIWobJAK3963oolhiyD6y8TwbPmwk9
c/U9fpEl8ZvkLiCW7o+uh7uuipaOzgwaID6HCJ6Y6zfvhQaZ2NoFc3ivAn+GZIwXpDyOlvVJTAap
ohOFy2qa34PLiAr6gOLUICzHQoO6N9LkbTXnX2PGwFFA1Naki+7GdtPachgx1jZ3zGD+9TExKfPo
EWaxKj727IMYmJNj5xhYh6el1Y+zTSbPCtJ9sIl1YaqFWt6YxXUWk2yce4puExl2kugXmkknnVCJ
wYGonLk8GXI+x21KP133N25FHlbqRuBoh0MzcP/mXb81ZIdRNZDr5xyI9NAjO8LFav9pdwU00mTl
wYYxD73VZ4Lk2aRFzSEsEH1K2evbq37ITX4OmE505jylMCXpLnRDijammDC7KdbM2I+mX12VMrZe
G9//N/Bo7Rx3y5nSir9XSV4tn10aym5iELXikdbKDhtEAydWqC7dOLkvM3uGVBXIHLxb0ZjQeiH9
waoCChq9IQfn01YwHW0ThPz6/7iihpgMaXceCCFauEsTwy/DBH2/wNdLCp4IALe2ByWnnFZZvKB+
wQsg/We8R/M+spfvLO/u4259lWNWhNvCZrcmCCci0LtYPN1bl/KLEXevkZCBBAd8djOUkrvd6yJE
S2CAp/LJ74wDZfne2f7HFYZVpcNROY8C0yUctzuUFPW+Tjvz0i79rf9sIpxFpIEYhUH4CUw4EMp2
eIlr5xjFyr2ky7ofi54MHM2YM+GlbRssGAk65JPcYCBDjlUrLZGZrU8lSgYgEMtXXnDukccD087P
90VbfmdgFg8JGjNhMo0Uo7ryrLmicEkf24avPGL83M15mKlhChOfpY/K/gYrITqnJZbSFf3Bn2rY
U1ZzM7U04tYCqpYCKd40Z+bisTOK45818eGFTDYsxSZeLsr9Gt0uvcpF9Al5xQaci2JYcMrOWyLm
pIcHLszPaBtJ5Had0mwA8OT8DhlbPvfQVpvqa+0olit//cSJ/0BlDxG0j6/gObnHIX1OUgXNAZSH
Wkdk57D644lSy2NOHH1VqgVtnJMqZNUEFQ3AgTB2W1XKRNJ19looUIXrSwUIkPsFbhs9yI6mMsaL
u/37nPR3iUsc5yrpSJW8uKlIj7HNLsbNzJuuNx8YnL06MWttHhOUaol7xQGJ/SJmGkj2GPK1X0vh
l0I3cEgqlGpr6tw2BhTbprxrIvO7xBjQ9/GvX7P6sPoHIKqUX0XQJLRXPbR9p2uhCO/GZPqsMQxC
8WkXZgUaajGuYJbJZm7dK7E+MPMcjoTwfKFIX0IJZ6SqBOlL7n1jatzwplegsaivpzoFhUXsH5Q1
yuzDWvFRrwQWxa4XmBFZP2lDUEoWQ4Qt94r1Evf0fQ/0sJzI9EM0fLPSXbD8zM+Nn+dXsfDQ+MQ3
1ez6+2E92BrbujKi28oX66EjgscjYtlIarnbcPD8nGE2bKdOd6eNajxxS6rsyfVmFu7Z2bMW/ODx
O89XQVDSSqgW+n5NInv7QuTgpsptMyrA4tfz219S7nh6Tc58P4E9mlcopDvSTjzPfeQM+24LkPnz
c1QxPShzg8HvqKnaq+E3K6Ybt3RPTdl+MqmSt5aVf0f5+M382jj5FcsZR2PBLiqyUgzcxuZM729r
yscmMto91To+eH71a/nhYWxbOnH01uGHxnM6Smv8xFCsMTHEzaWeVX0pKDfxYcurvAG4MKrNRWf8
6e1PG/3wrx2c7Ni1UEdG7Rxag6AbSX3LdfJJkqZ7Yw8L1anSLgJIiHN9OYOEFJ84/qeDcjHdiL5v
kX91ACnq7NV21rNbluvBUby7gqKtQtsRIkEfLrb2znX+JvI4DezIAl/TH+aZEMyhab+koYtDv3ry
2EJKVpxtpg+xVgjFS0mmrZZttidhwmyZg83O8NJLUnVdXJ3oqlwDP8ctnRYgzBlrfNT7sIVtMjtU
St5GNBA8WqTjtGtm+TAOrrhkNSjveuY6UxEUwjKGKTuDV8s1E+Ms8Uniw7PB/MpsOMFn2iiAZXIp
uFYTal0BE8VqBTYVd2X+azwxB2/FJg3UgPVl1hwsx32xiNExkn0yeWPguC4cGrLNDmnjngd76sOY
KZgoK+/a7rvrFLHKWnIYJMuEcyMbaVgI635YKoQhRizUPmXVpMtPP5pbfgjBnerBjHPFh4tlE+1D
9k2VbVzZk56BNnREBIG59Nk8bX769rYgOhF6bKavSNImaxBBblYwp6AxdHdtZ93wl/aulli4V1K2
v7NDbB6oYJS96Bj3rFwZpSQgIZwGfodjy2+7WK19t0NzW4a+NB65Kq7XheUjUp/Wcx4Gi5C5BH2U
t0paBWub8x3QnlVMOtit9g0wKNMPs9RfHn2rObsmJ7GalzJoTSZlC/YbEO4pzV0kbuEeHcwsJvID
EA4xZO0x0QVzyKrOPi3IaHuwyC+5Rhjf5927gFQCuUIJE70QSntQ7sfUs2+QNZ1h8f0MAD5qcjn3
cs2+ERM8zkB5AJbAaIFOeA2KdKJ6fjTrdqfn+CK5OdLeqv/1GxeqDfJi/MTWVAZ6YWPHqlEREJcE
nq3n/YAqW3zKuP4V7gr5QaFNYnptbVoSffIAFneKhmgA+RskfdDJNuVstjGqAMqGSM7dabEr6dGO
u6Vz5axgb8GNrFQjbEBKorw8faX6cfslMyGz6/m2sM1/ahk+/JRKrS0sZy+M5cTo/TXl4bmFVPPW
FM4nFwQEICJZSsVVoTteMfhr/H6Y63o2wWhG7DL56nzECKjyklaA5Fid17QYb+QU4yMbrSrQ7U3a
JWGEfNisc84Ch8HJQHpDFb8U7g8w7p2PgIp9uAsvooTC4thUEOjLmRenWHUjsH7TnZdFcGztSoQZ
1AkrxuRV6Y4gE1c8NCPw8LHjO3hL8lMv+nZUrQg9gwUGGcDwwVczw91RsQsbyj+h0BYaIvuC8WOB
/aMUr4z7wqlgD3XWFPST8ZZbCZzE0vvuMBVRy9DprynfZcafvKfA+sfG9tmRQl78yudmyrugcy1E
GstHu6QUezm3LPGGzHbyFv8oPF3gdMyQXOa1xSXSgJb78RqwdGNBO0/53lKUM4V8TUloIe6HOupV
KHQH92UlvS/wrYG98kvr9E91jhGI3CwMQiY+kmkikUiQrLNjg8cq1Lc+Y1h/QQ2/mvf0StuDeF3G
APMYKnqUlrrtccPCejLRie7i3jhNCxAiYxjas91gP2rGLeELshiNUYpEnZJzV1sZ82r0jZ0lq0Oi
RHFopHhZKNpj6K0YVWuoJ5XJzrvhXsvXJrBmxiWc3pIvSCrfUrZMcrnVxsmZAhwIockhg62QTag+
Qta5z2YjPpgOuzB78zGpnixa7cSHbNOXQji8+EV1jLp4DoZpJESXV0EnU3RmLn5nJeaNoeR7usVH
JyKed43tPgrd3hedNaIldUnObDLjmE0rV5tLCozRiIAz+DyaN8T/HRozXjDecWOS1HkjNmAe/HCQ
eJ+28MGHLnZoLH58bC22OdlkfGvGgidz9jKGk6gTh2S44oj7iuM8Rb1tX5vuBNGbXUVUk15czfOn
Z433IKq/oiptsR/DOnDRZDmlFd0inmMa1QHdg983Dv4b4ew8uepz6ATAXb8wLmzpT+R32ifCSE5u
u55gNvhXS+/99GnxLL2bkv/eoV1NoZox6KWTks2ZtLCwqd1zNWVEXGh16WEV05WHJjsnXFzMmJka
HVnGJgT0GI/M2IN48NFFnqyVyhNs08VxlgTu2frsT+11X7oinFRqc0uDym7Tf3Zv1nu7dL7JviNd
3l1vc3i6s4ZURkeDEZFXFsl1TF3g/bVJySLY4qdjecfcTHKdeLnP6KaojVAnzkMESKeYBTAjrdkw
gM9AOJTRgC93tAe4FxldH7qFHOtumriouyE08e4h2/bXY9RkyK7s4dVH3ffoFhCo5uXcacO+ZSx6
GkxmNLa9vkmvWKgIHXILuJ+7herZEfNVKuY68JvipalzN8wL86VfW+KUmc4KsEokHdW/Vq4uaQ0r
bN3Eb/n8uRrq2y8HykZcZNiaP0jSGE8ECCGRxHHjDMQ0FHVDGhteFwqthp3eucS9yQrtJBu6SSt2
2GNU03PuiWuR6cCfoWP6LI29XjDaYvYABIFn2qcMwtzr7XSbkCcwcuRkLPFnD2gTgPcXJGUoFp1P
NBIMIcb8aU5oVQoeFn4xiDcpmsz6nyfLV6y7ZFOltTr3+XDP5clSOWGb3kberTM02FowaoPfBujg
7YfB5ljwhnNd5sOepO0eshnrUydxCEwogrT+89B4hImGH98vw4+T5e11VGNOA4WBoYTAnGGk51xf
5ry3TlkcKI8Ft1WgXlSK7DjfO/YWEwaUfo8DIpu91au7oek/kdDdo4FBRm6szNwAGAqCggNifH4N
sC2m+1m4THxREx+XuvtlPcY2F2+RqdW7bzTDjvHjH36oa7/N0xM1EJNHiSrPll6HLvbszsoOms0O
OrMYduAF7EeLBLdqYRbAupWLuD3iY3tB2uwfuUBukrgsjvjDufdy556C6zJjJN31nkTkyAHChoI9
YL9AT6i2ua2L/4+xHtdP6kGshAt7YnWGqzwBU4WjBmV6fxcviC7L/02CzkNVbStpNpUBIHrQ4+30
klEwpBbW7jWt3htLiSuzHkhNlEy+tH8yKKLJN0CNbM0Mo1D6ASxvrHOB+dZl7b9ngn9Av3L0RvWb
ZkLytEkQctETwCSSKXS7X+vtqktmxJBbIve8SJgc4jHt/JPpXaVc/VjrcoCb7Bzp/E4ecZy4qf5w
Eifsx7vQY7YkasZn7IKU94mzCWFwi1MZNSTjrA/+37A2tPjrVjLD0qQ6+cA1a972xbRDd4wJ9SmI
YkgiSCMWfShxfYGaKauXLVJgKPivK+eFty4cjBmipJXLEMrlUan3LumejYFBdAZVZ2fVrI2Ig/mI
2o5A2YSAr3b+0It1xjHz3LeLdRXF8qsHANvnLGngI361CuaJS1Bje7MyrtkEQxnWdoZCbKqyuPos
shlrt1mrfdJZZ7U8lqJ7Q6D2W/PPkM/Cju3UyclwDlrKZBWFZpqTjYng4sDVK+LxNDfNR4EQ4KzS
BlY7Jdz2NazUz8M4FqEjx2vXFCjbrW/TmkJo5rtO2yTerTClo54/n2T5b2uhNx4ikrHz7kn7F5P/
1Gv8K7X7XBhTv/e7S2caADvTe3smREUYTMoTF4Dx6Coir1ZFCI9ZPGgRH7bYkD14CihVK11L4ikk
RWP3yyX2jXLM2nnZNsNj22B/IgMCby4QBjc6sCW5Vrbe4gfeZmcBV2DSmQ1rEer+W02812bTXVLF
NhOBMFFPqn9ihV/tiKk39EjMF0PRNEMtbsABZyV+Tv31eSmNn6haCVIxvX3qTsajXwrSWlCtUw2+
4sx7z7zuB2l8FXb1DWb3t9HzH3IoeER32g4kfLVfOxKsE8VvwtpeuFI3itEEXOSWUReLCB1iw+kO
hvph/0TAthVtWxHa5DaDTuEU5CLV7DnxCAIrdeWZLpaWR2/S28jx99NSnMHFVkGyat4joObMO8+5
UTALZ7PpEFw1oF7cOWOTh4bat5JJiOXH7O5X9Z4l64UY9GlXk4dwmB3vwZ2oo21pMLOc2B76qqRp
Ytg8tEnA12HHrfiIG2se9snYnqwyGcJVLD/IPXo7R+8W5Q35PWiuveFkdeUWiQb3MPcYSMUztoBh
odflfPEL/HYk93JcM3pMtxkhO+4rdxlnVnw19g+9tFfEQj0X5kg86Vqxl4uch3g2D/YwMEDzVEdJ
o8LVc67xmqCYnZq9mmY+wGT9ccr6WEHG3bsogA7KhKXX+iRvDOTsVgZTzolUDrhAY8gHYRw7whS5
HooP2B9EnwNDkz2eZ1WB3UHeymqWgLjSQFPbdwTgZh4OXRedGy00VbQE52fkLxOrcOZY5if9kehT
7iuHF3AaiisfaVEwa/ZGaWW8lmnUHrn9d8SZd3yYrGIwUZORWOZ3RqReOX/D3gSHkFfLZ6M2YqC5
ugcUgA2PJ+f5ZG+RLgbD3qLyHsHnLWGEYoTOFOz9riLBoRjqjEUiQ7qyXu1HUh/oc1cerca7pTTr
2RcUpH75883stAA3NBXb5L9AONpCakgc75Gbq9e2G1E+pTU/akFPtLkuLl0zeVft9A5zVO15rniT
mY7sGsO5EdFqBDFR0MEszO2bMRzvPlRhA1yv6rAu7AZNQ3mAYlEhSUJQOJpkVCfesu+mlel9x+ba
0fzh5o3lahxqAuSShe140b6afl0fKeQKCvqKuaFGTqWd/IQelYdeoqesHO6SXjCAslDC6XapwrYe
b/0ZUBNNlnmYMX4iySZBWgJKj2EOEgPNZR81z1bJnDBykPw4ECXrqCfMcuKzjYfqnxLx26S8f+QR
o0DqWU+1Wf3cIZYhxaj5cNgvQE1lD+2Jo5Opd4vg4yBfyMbB3cAG3oj2tYd+rMQdTawaWYrCUzHG
IpDJ+PP2ScHvL7ZqLLsJ+ZK57sejXY2oEokgZEAPQxF6CMoX5LeiTU+p5B2MPI6Zccmpauq7IhnK
Pfswm1lC8whemHkPb22CyQ99BmtVPUYQh9t3N0axEeeSpUGDgo02MEPwwaN5ZvO27FoEskfJVnJn
qtYKAJTwU9tuGjSTOumJSaJk7xuxED78f1SCpuS990ndbCC6JYn9b8q600ieY1903UHV6xujFhNU
85dbMFCbxmq7ZVM+ZZIMgzIno0SbYOyNDeXjqKuZ47FWrG5gE2DYThW0TjCrRjrdSdqvneFCazTo
+Dm6qfxtYpoU+gyaNBDG0cDgcrMAJdy8Fx5zCj2G8zsHoRVq3qohOrW+L9P8uk/s5aIFAX1ljMZB
ocmqanHIS65VEmPTTe9CJisRW2Zk16hR5BoycEN6lvYFmdT1Vs+ixO5DFPPJ3tdo4+g8jiz/s2u0
0SUJGYgZohM+nydn8CW2GAQyE2SNakyYlnSpvuOWB+NbwmBAoIKfsqCVtouKvTa+pAoK/lGCAzGc
KT/4HjmvFDtvAu0qv3+mF7XsfhNTfmLvgq2eLaRqoq2ztXOuBg6BmQg2lsNAqdK9E9c3CdTHXdki
VOhlh8IEMUFgDvJuiW5IZeMkTEZAvEYmUDRorKloOlAqdCecE4SfzvFXgQirFApO8UAPy7jqXapF
BUVFlVZsgxSPnRQMYpb+WyaYK7aATgatvSnZeiBVCzBecXHW4GyQSR+8DhS1LYwH3eX6xvIhFyUx
TaBk5480/V0CqKm9QgdEO3dnnHG8y/bn6hJMIgwm004zw1Wl6QDswK/Rne9Bdw+HGakTDKOeNkSd
0NM/SomcIeUiDZ0uH7kTKMPxUeN3nYl35eh5I54F1YjZP/kTaRna/97oJUNOKhCCw9lQ0xEFK4H2
hJaNEclrKZOKpAJKz+FyJYQ/UiMPPQA4n+rKZMo6j3w9jH70FFQLz9PsXxec/3IQzyu7R3sgKqXD
pZjjiCXj4mT4Tg1ykOwgpehJ0OE6bLF3xIZsPDjnJe/yN7DJjDOZVZI/FSMJ8qpbAQkitsGte8yh
KXSTkIzvgiX82YyHX3tpkFltA1+72KRHZv3rlOsDqbu4vAnAm+DRQPwEyzrjXfi/vIl8XElgjPp9
Rl4lj+OK2YpRTg1Bj+vKQVShv91u+fCiu96h79Ll4h+q9a7Ssc8kkL1uXUCWIoujT5Nn/B1mWLSs
AYjD5XAwGaikoscEzq8V7AiNJf9U4OOARb2EFbD5oPANJt3pDNXYHahhIhbRZdQKZG7lRYjmI04Q
7ju0rQzLqQC5SFlNFfwdGNdU04vo0pNFBRqsM3KHqLD6q8Yh10qzxhajRpHgq+qQntFTWiQcxyRQ
MQkidcl1iuzQIattE2ZmqZRHu29sqFIAIGtT9UExc6842BhRTHgPnYucoyQFWhLpQKVLSNBIglUL
Z+KkdM27o8p/CK0xmubpD3O4Z5LNEMAMzY0rmrt2dt9p8/6AdaHkYfG3l8OKU21ujCDNh4ABKPYA
0b6UifncJwg/BwvEVFHaD16asWbNuhvUYuR1xk5Ls8PIV84Mn2yGtVJ1oY9MfENxgb2GrUQ8yfCY
shY6wZv7Knz71yW2grCCS5tP31WRkWfFipoGAXuOyRwacfQXP7y+mtGh72jtUURIyOWd+aebIbkm
veoT0KyJshE5LkTP9d7wi0BfmH14d02R3icjkzMvhddkePl7tKAkHssSYqX4UhH4ot7nLsuKbV2b
k3ST2fazk1S3mCT+Usl0xjYXpiweV6ANeKNC/BxMYrpaYfKHsY0SqdfpbZuWL/NqtOeB4nZyxG8C
cnr/P88ClzETgbT5nFqlLkyjGb8a3h1mT/tSYT4W2eycLOsMQGhE88iqcpTjeIm7KjTWBMAH4946
Uzh2MaxbuX5M7RwVUz1mIeoYThDcrZDlnTubdM79slnuRshUZJf0dxMCJBDzrHkwNbDxR2FlbIQ2
tBIBp1Z27LXz/P8XkPZwy2zeP+AmXi6J5sdgOXh0IzWdDYVAZu0BPiW4zgJBcbt6kXNL0saO4GWE
cp6XHqTNdrZMBfKmnikvqb3YmfjR6pbbtput2zzv5IMfyfNYDnkoWUIeZ7nkx9V5y10L2ospUpBY
YlP5o+XwmLJFqLQcgEnpXNLHbjMgtwsXuyZBgQS2sauYpjSgWGN6pMozunNJWh2dTeUAsGJM5Kq3
eJHEc6ULGjp6NraIOkDrn+GXWIl0SKPwfwZMI0iRcPlSlNHc7TO2wn1EHA+hA9TN0iRvlXkzE7H8
yS5JzSrwv8OlVsgZ+voaQNF1r2bxXH8JRMEBKqDo6n/4Sd7e5knhnZZkekqYooRydd2jo+GKpKkh
z6hEbzIjMijD1mXft4Dw/QghDVwbl+0ut5Dfair5bkbIWM1UXmAlYwMnWw6z28nQiDWpcZYbNHNN
FcqrnkMuqgiT72bfBzrUHlKSURCtesQZMEuw8facI3M2AnfouRPx4SKDBK0Da5zLZM3SMIqIa+gs
szy2tcYOno3XtSEGtiwM85rOYZPQiJM9OZwQ9bQGlsyq58QXe9+81/3Eu935n2luAlHL4le/0urB
Tc2PcRmNo9c2rwOsyNsoBTaXe+59zngeueINgZTzk2+UDE8x6caUGK+W6z39j5psbe+vsGlFJVte
oAnt9SAlpkbpncfZ40wg1zIwYww1vWaglMW/Of3v7VpTFsiBx6UHohBEE9L8xYy4zSln36EpngtT
3y4zlC4EppTQKz0HIU6sDxOdfaZFeVOJrSJfW+/ixchFfNWcCmU6b1OX7BnZRf+sfH4X0P0RnT9Y
ClmJ0cHNW7Qp73xZ/Ss3zB1TU+T/czncauwJqZy6Oyb+9skt7cc+haDbMsE3qQyu3E36yB1m3qFn
slFtJH7Q9Os1wMLylZ/MuGXWF0oJn2P1vHfNipZKfce+j70WMpxLXVMEjrl6rQbX2s8kqPCS8SFS
7PS3bod3Qd4DpO3uS2ypBzlEXZCUXh+QTRMBJl/qSxXHR0SqDZPBSbLPt56dyRoJBkA3nfakkqsJ
k8QkjpWXMPUbvCxQ9SMOhfGVChJshatxGzjV9SRZTLcIwq2GodDwAujTujPGElQu3WI8W+/twOa0
gQ+za0rXP9B+l6Rb2XtSUOtHst2euqQxwlamRdhmo3hNSnnwwZSuGRqCyGDniB+GLR8DHHHyJ8d7
WnO6+qHfaiCXTAzUMdbFRKSw0An+iM064CYlW6POuO39Mr1LavQmY83lME11fCrxCt8Xg1UdItYy
QbyKR5Ns8xuBfy8kb6gg2uU6dxGBR9yx1zludwSjdMJTRCJZHVco3AWBJ1K1j+4q39YuvzWrtjiO
cwt9YXtL/aob7s0MHdz0VzDEjv3BvMTmPw8+zKVDzbcO6B7dSZkHUhggSaWLPqcLu6S6+lB+ra4g
1AbF2HvvJapsci989rdle4xK619Tze09znRcf6QGBPNUESg+2vPjkFFJjxfyjsg3LozsniEMlDKS
9XSUkbTIysaG4RsZTvaIEOTa9HvQ+DHjCDsbnxdlXXI6mXDWbEyBaexlLMxXnF7DqUiLwHImI0Qk
fTLy2bwW8Kkt1ipoOsqVRJflq0XAfgP4lzCwMbWDJGORP2rjI7XIA9ymibY95g957cqdTIzy2t1i
WKIx7Y9eHudnCf2AOiiqQhqwMciydLzxacVg34uQFRDNqcXiqjPGy+ihLO3pfEwpThPvwkkikted
c/AaOwvhqcpAbUp2Xr0j5gaEdLHXXP/PmtE2wXHES8GgI7PqkJuRoqZqkutI2OdmbT6q8ZU83/Q+
LsfbwZzKM1oYdKqUz12nxrf/SDuv5riRdE3/lYm+xyxcAomIMydiy7Kq6J1E3iBIiYL3Hr9+H7B7
TrOK3KrV7E339FBiIoE0n3kNmyEqMd1L6Mx0wcRfnxZXGFQArzJXu4sUf1V26Tasi3zH7juzyqbc
VCa9AeE6ynVPBxAJ28G7cvDsHVKzfzKi9gqxqC15EXqhNbKBSi0km+gCnFR1llGS3FGAfw6jkFUQ
JCbQhIl6Fj2XrmLQ7mY9wVuh/utkr7aqPaDewXZN4u/lUIktOpeU4KwLSyu6C1Aj/dK1p+pbDSKc
o8W4xurzSdW5yQdk9c5H7uwzMQTeOqzbS6p/0Tne6tkqcDA6Nwv7PM0AgNvUFhs/KHdKhwQP8M1s
niZEH4YV3EVhPGyKTgNt2qfplfpqjcg3U8Mbzr2eDhElKdpsCgyOXG/9u7Kkw2wE3Y1pKtHWLvR+
mwi6XEZFvdFMYwVgAMSp0C0oJOJeGMFLb0dgDH7feRdNHuK928B4JfiexTTK0QFNw85Z+S5le0d9
LqKEjgYOe9ehKzdYaxaPaQSNEgbAdO3Bqmnz8CExMAV/1/qtYvo9hj7peFg0+ryhrS8oOfjzxM/P
fXoBM4uCxyyFyhlVHQFChmn2aIz5Lkzkj56gaYFIGqQWJ3RQY0Y+GWGqfAHUHkVRizQODa4faIpB
7iAtqtQmeunCx5AQC9pVoM0R3nqtDNSQGt81lwNFWHAnPtG5Ed4gRw5NkdyOrWTBQajqR1jns6a3
qduF5rVwqv4SrYlsnvsZSDyCdZu8thmHkOav7EGgUH2VAyV6JN7bbfKAL5zylinBFnOSX46jNwQk
CiBTTN2flIFl5sbbSPrzoam+VUXco99Ny0NRzTcVWgVdEpuwY0i8hQJvj11RL0nlgaZnd7hJi5vA
6qmR6LwheqRwkVq2uHzWa2ThtMjH6FeCBndKKnNBeC/Mvr0ymYFVtFd8vXuvpFCk1XhTRBi1Vpq4
LDnVMVhWXkHCLTAUy59NLuzKs17pcmsPylC9+ty1cMO++dAXvvV9dN8WubMVANBgFzT00W35nWb9
YsAvlpVbjd+76X8NuUbq4brN1otdxDKtUYXqx18C0spxqhC0qRA5firkN+0IezftZHTpVe1rEI8E
xoPiLBvKnTszQ+ktLCG52IH+DAhnEyvZto+74XtRyiUF3JFSUBih2XDn6w7IfBFVm8yhfZvlZ56L
LxCmeHCs7JAijYfAUt6Ki4zC5c1I++1cNddo3pOrUkj0UjqGU6HR4sbFeXlemhPaXBAHjv0PPGwE
oE16pwhaU5QQzhZ7M3+DC1oyC7YoUXFLVtjGjgR3M19DulKvm+8k4z6oWExSjKHIN0jKfHfTONrC
68nWRYXDO4g3DKIiZp0k2kpHnHVm2zn1d5o0SvoYiNxDiJ5Dhv7A5JFWfwu9UTvX0MILiGyyOEvI
JE3S/RzrvBGVdZXSRKPgHVV0zs5AbA9SCZrUvnebVcK6b4A1AdZKV4qeDggIOOOOvfqSKJa9DYFM
J1ag8Aqzi8Rt72rXRdrEZcfWTYemr5k+j1oql/BjS3dADQPA7VDiuqyg7w7a1LZ5C1V+GQ9rk4Dl
BjPUTWabqNeEyBumlGXOgpQCqxeqFzgVDzM+pb0wIhyxFU28pnoDRGWgGode8EzVMujkgYS0a0f3
SkHNnNwTfGD+3UFod+1zWasBsisKilWrRNLkgqELXtDfppHxg3VBP5eyf6hj/1hX6VJEOChXzTdp
wi6NPUz+XJ5khmYaMsqN/0sSSKilKzAu/akjMjEPtSg5Q4My2XENr6ArA0E2MEQ2+uy+KTVrnVjD
A+mashKQthYdHZQ5uoTwfJFjXA3dBHipiimY0s4bz8cxEbx7SorZlualMVTD2ZjpzwibQX/RnWuu
F8owsmzWXs1y67XeBh4fFTu7erJh3F1KfaAwmwzbADjiFAWH80IoQBqIkyIfOJKqBqBLhoyobXhS
uuBODhPaAt8zhMHpKpjAOhIM/gwribc1l51ajvXMwchx+X6l42if06VADqV2z0b1PWUiLAQp8Cg7
FpFnpyGLjIaLalEp8zWWa0d5ZD0k1WsnkZegvrmVWnZvuHgQqC06QtTjqaSr3jdLkk6hXZ/cSyIU
KnmTvks16O4ZlsfVrskr/VbNQG80NQxnH7wDKTVnVEYXJRgq8xznUkqlEAR6soVFHyIpjzjA+2cr
G5XOiZLdFRnbhK0bkRkjqGiFClsa+NQuC7uVgQzk7aDy7lTs5K8DgFFw3zAbnhzU+PBzVHbHOyUY
4BP6K8pQLaDBy14dzPMwBx8BNNW/BHdHq0JFZLkbfWXpa/IK+fQJRmeXD4UwZnbkPvhleck55JiA
t6uAJN8ni5nnlgKgVbgWxWLsHOB4ALuG8u6QNjnGLo+RTAW+Gvagp4wwWw61UHDPM8HIjJV1XsXR
pkXiWila46ZEEH+eD9vBCu0fLWgwUT7THRx+JrCrJ6UK5Qr+GCkyij5t66If4vvJuRYp7aoovwVF
Ul/gN2QgD+9y0Vg0+GMDFFYWldZtNmkGDXpdbnWIZAMkxls7ghCKeHJwjoaFo31v6zq9VnM/Oot7
rZzgmNcNEqZ3nW1xCPZglgqqlHhq7aQxLhFGA/s9xTG6tUU1V3uVHc0nhQHB+ik39XR8hKpWXBZh
V32zAUctQjGI69ZnoSg1oll6dRsFHq1lVYcv7ifetYLdkhLG39MuTl8DV9+WMWI42LzeaClFk1w4
yLOhzD0lKsdlXd6tK/YEIYGza7aKYLFOzqy9+018UAEDWxrYNgTOOZ08ij/0+73UIVjyl1kZZFtS
0WiN8igHAQAH3EUNN4OUUA546GFk6OOZsGydb8OoEkWCu8x1uS6bEIuGYNDovZmXNlp6s27SQuX+
WtRE3uc5IIxlXVXctEXSnZiR/CQkbAMksgypo0PjOKo9yRt+mBF4HEcLM8qSg1re9bp9pTgwSWh0
mgh+zKPepnjK9b1RMGCIlXTFUR2smVrhiPC2GdTi0kGj1k2Xeh+aF1oIJtQNKDIEDTX8qkIoKh2N
BzAsxhawHSojSq+svUQXV17bTj4o2TfEqipIFPxDMWm/41EHEjQ003NcTLZyUwsju6kSL98mBusA
eeNkRx/uWQKu3JKZ0IEpkFNpa4fCLXKP3mBdlbiYzg0gZ4vENr0LH//Jpa8iB1Mk6mtrxj14VSCi
seiys4Cn3OqDvnv/o5bxXMWy2lQFnF2aozc4dPWXQJ3pWmeOdT3CNxGA+M8TD/SVhkYfKr3Lmmxk
l4hMu7CrUS5ljdIq0rTqlaA/tZJmiqGD1DcFLqOEgSCJj69L45OgJl9Rt+GdTlKlk2HT/lfMqfmE
lCiDOfqk17WBq7I3GZdAITlXPFgRLgLx57pM10ho1avaZ+unmgHI24A/jmf4zXRnZC3Y+xhZTvwu
Zc85Gp018P4vXcRrvQDHEApnWDmM/pmVdU9dat7D4WpXQVP6C2R97wrOjNLo0ivLqEH+V+VSqUDn
mWNSX6l6t45pC5/Q4tW+Wr7SRo9bRZxPwMHen7hVYfuIzPz0seHIE9pk6zEvGnSIB4MbnGN29Kmt
2rFJANo5VL4F6fGJt+9MYk77x4JAvAwHL1OzdBS5D8QBoU2qneV1IN7KiMPHUwaQS5TPUD99mPBM
IF/Py7g5t/tS/Va34yOMCxBqff8Ga/wRZrjzlNj+j17PrfXEskP7sIBg3QUp1E8xFrN61KGnUd0G
GJ7MkYtCJUohAB+V5jHQsxdrhFtrm0i4d+gImqikw+2EfpqDeYNSTl18CvwqZ8e9B2jCxSQl7JAb
SNtfHTn8kpA3RkMhX6cmxD+QgARgTXUJQmhWWVj6xl2AbBnOnsPQbQwXwkoDSmuEjrkQBarhwoEK
qBXUHHQqdCRi1hw2+kMcPA0eWFoTyuc8CmHm1I75TfqIeEf83646cehppNUjhSiRKS/TR8xQCp81
xOcz8GU5JUio8AOU8hGaYMQpgDD0rUf4iGRKs+lG9YoCHg1jn340JHC4ruKsrAZgIxqpEe1iN1PJ
BNA8pXL7oIKlGpjAMgmwimoSH2CQi2BaiqVk2yrVAjmYyVrqBehzuKxKqjM4UX9vBBLkSJZSr8/x
ngyse9jeQIZQegkmG52qSuZRNXireormPS8/B9h6DinsNtEQuaw8bJqQh/suJAyg6WQh2q5RqgI1
WBMNSs77RgLkBBJUIoC3tSP49lZPHT6USFXoyWuuq9dTQh3pjUS+B3yRa9o9SwFn6kqxtqOeXoel
HGj7dGditF7UEkUfr82vOhubrTJ9NNXiKVBg3PVdAVsPlL/XdMFcF4yrw+IBtptf6ahzjGTCFSwG
1GvSuRDhXdVrk8s2AN1euywS3E8rxU9WZKJ9Y/NqrWGN7G6+gpsEjDFX6CKjCNAKrCG5XiqwLzSz
shKlnizxyzUNVtDUSBNyx9TyKgsfRJkn66RBwJzS4zKpQSo3Bc8mnWy8JRUbb6UJH3eIw3Br1guw
kf59Kjh/8xyUVq6o7q7Q+Z491acVuIsMBzq339ouXol1EK1Hr3V28EyVS12HmW12+OBaTnLhuWNy
0YY3Ya7bWxa9uqszAwEIzSBOtSKWZ91T00gDii+xH9F1Ebq+EZruXTo+yz4y8++hhsxDl1EKbcR8
OkYdLqk4HCy+Kul3nAG5ys0J+5Wn84lqR5jXQZILHdzRhXPlt/ZdVoEBcAcL2PWEplAji5ZbXF05
JkCBAFDMMjXMdBd45r2hdf6V7ie/2iGRGxkTmHl1elVjpEEF0p+LQb+MGj9fh4qFOIvw07WmAYoI
EEXYQKOd2NlAvB1vLSwXEd8UxAX9toshVkvkcK1iRWvSWkqj/QmNH9hNSjEJ/Uod15m3NmkBuzQm
YqtmZcmVBGSgpQh04mtotTO9H9pdioABCgTQDRoyCC2gpILi7G0lKVX0vnWu6xPZCiTW3Er0564R
xgWiIw9KF8ttGsRAvTyktRLfLDdgL+u83+BROC0Fgoq6HeozKQmFAM54WHelz71VIl0NYg+NBAo+
yegG12lJ980NDO0cNroUjUXv0YzWVpL8qhojwBxcyefSra9Dg3wMRAYJmjXeQ4UvdykoYMiVffsU
Zisb3FHstsN17lrAuUMBUTDGaTfo6mEWNUV/o0pvWQOcuEMkoynD+ILb4QGFxeq6KsbbEU0iTsR6
o2QjuTAkk4l1zhuUbnIRtPkTcQW+iYHALFT17so6fB6zDB1H49mY2mPUa2E1+PkiDS0+WBcikhCU
aEy3WkyRiDLwuyhkHvUXeU7MEuED0NPxXNqVRASwyL7VhVbdoNG2G0qWb2r54SLsqdwi65rOmz6N
NkFG7xbkYj9zFEE1KuNaUVEkWY8D7hqtBSMNBL7/DcL10hYBYIXecM6qnNp5myP4lFrht9RKjKVS
2KxotCSCELwGQp/+MtWpdysdqMi0kMl9MXnTTKXW4/fvdMd/un0Nk3TIAeyG7eJ+DNDVcsCrrQ0B
cSNjUmH2gqh23MEJKbUzaEs3VkAIdHxM7bNWtkAiW0cv2xSWbckDrewAPEZa0ZyCuECpsOuqi7AS
T56CyXHUomRj6lvFCwEYK+LCFcENGqFVd282/XOkICGSaM5wIpT/Qq2eRyIxEZx8GNsd+q75rd92
Rjv5gRv+Yzm0jz6EiVnZdXhIod3n5X4+87qJS+J0HM8I7LGrKF31MZ27BgjL8Vf0OSgVdNI1gwYS
Jjto1h+YYcACFV4QxbRPNOyzeOBqzjHZPXpId0XfUxd1UcWle8RsMLINKUFJhE+rkIeOUMc4U1z/
R1xhGVFLNq9CdUMJxlt8g0mCNWuDN/Ys1pHxLZI4XHpIjs0pDiJhr4DIQTIqSAN10aborVo9Zgw6
l74vFdLL9KbWy5tYd4uLbujuTsz6kwDjNGsTswALlW3BotxfjbWlAoiV9K0Flp1B0aG/JOTGsYJm
VTupimkD+Iuh8uHNjGa0UNIkvgL9ets0FAs7VGuzKLqvBxFfxp5Jl8SifwL1APVPk2AEom0CnfNZ
881FK2vzsekwpqQGRHyl+WvfbExgT9C13qdn9N9bVKBPqEx+YW3KFC1hatIWqoFc6f4UwbqBCYsL
SqWu/azaNC4Gq7vqR6RmgwjDhmEUF6ZL6VXQiUAfJH9zDAyy3vW+lcyB8lVAAiydplm2EHiVcCka
ks3jH0Kftv3esUA2oNs2ZQEapoZ2mBNVZWF5TotFTizaBxAmaxJAkNcTGMOle+3ZEZ2g4MrJ2Ykp
CQY45577OnzUJtdPrC/WStbiThICuuoiwg4oUFDH7Jsws+11jKjnBjHh72jCb48/+Rcb2eZcsXXT
kO9r6MBgBGLk6OQWG3kYR29jByOQz8B31hXMsrlFa+wq8cWFHBO6NZjDsuvNpWVQf2myreGXxomN
rH3KLgXPI1VrMku1+egHSVYSkF5SG0Th2CnRucwcIoXOhMhPNW5872T6WMB2CvyBvgSd0enPgY2/
37utxLszqTPiemhDXJ+8Kk68rUkYev872zyerlJB1E2i0ClF/FDB0BSzg9Vs4n7Zudq5D8uB/kQx
x/fzyTUsiK2DinRdUpSQVZ1s06yMwnsYVHF//DnEF88xyVdLqTJv/nWQg1uDGlJOQFzfaIond0Tn
cFb53eXQlRMfwUnXegX6HDn7ZBG0friyzBCRtgIDjG5E4SVQNWNZifq202wkgBB+WOcumnVjTqsq
ImUYFeGsYbqR3OIiuFbpK+MZYI/pru/zDqUOKkdGgX16JdRkSfz8TYHOvsLW1liXsXGeSw+NzsqG
apRU42pMHGeTJuZdq0c372gorfMu04jemzRkPlfcBuhymt9LV6hcqHa9DN2KorErIO4rcN+TChpR
60K3Pv4mtelNHXxRiauVYdlS1cHJTun2hy+qNsINfFAaiKOn6UY+ujYxqEBhrrLLDXC9bGGWU+0i
3aqdas5RR72mDwiKofLdnQv068QGeLeCO3gg7GgcLD6or7DSDjdAFliyU6nd9GFLKQp94Iw+zeg0
iLVNJHBbj2BNeBGARXU6s6MhO2vjMoF6akAgoWT2bFrVbR5YP70i7TZl53g30IqXpWJGu7CMrYXt
j5i2yxjxYLrAMDX68ixSrOuSsxQxuq1WDzp1FyJyG/UqID23qejkzQB/H5Fn5dyQ3G+Dgn5VoJBo
wIZ8MSm5E6fn1U1iSXNu6C0xpG8lC/gjw+L4N3M+r36+le4YVKF0g9vvYPWHQQ/8r8zpcqbC3iij
6e5qTQt2qtCqYZbknBnEGpOTR3I3DhYuep3JNd03GygqVIr83toYEHAqwPBeWjnozgGYKEY47gZE
Zkd/kW1M2w70Cvmf/IUxEIrisXw1UqlvMT1Vb1RoyzOUUtRFGYEGBrZ30UZ2eOEAyIX3S5ruBL1+
oca2fkHO5pdmfdHb1Q6T6uTMj+j2gLWi5aMOlCQkop9Bmei3rcWI4QRFqsPxccQOBxE8EndgyD/R
nl43enMNrMFaeaW2MMwhxx5zQBRVq625X9dPUQ2QBF+z2oI3m+OzudP0+jFHeyqn/wwyQpmFc6jA
W6Ow8hs7yBe69B5HXZjbApsXFAGwa6YQtHSsKFiFvujXMUEEUiI6Igcu7jM70QEP0WVxlsMH3urR
d298peDD3ZUh5wfFXD3/8x+OceKzf2EkIVXc6S385jn3zPdD8cNWzUywA7neefPWu1V9OBEy/Wlk
tCBaDV4YAofIMCu7MUMmDIrEJgzS8yAbgi0VUqhh9CuCZtiBeKFfkaF/3N+huA+SX3dvIMGsDWg1
m67E7kgmk86jXqEoKqMTkcJnrXYhqR3qGlcu8QwMv/3zJkTNKyqES6DqO9ka9mq7KeNqbfd6ehGc
qaOkkiApditLtCT7S6dFzrzTiVXFhRfgUMBjOovIE6RyY/aEh3pynobyx/Ed9m4ktH8I0Uyx0J0h
uHTweT645/yK07BqWC5wpNoFbOMHDz72umikWIaJ101KORD7xzRBoEe465Sd1Oco/NYploXHH2Z6
I4fPYumqbkhLOJPe+P4bswozHpw88cgslHnhgGUnU34f4n/tGXRW726sP7J8AMnp1wf/+d+XL239
VvzX9Hf+58/s/43/Xr9lly/JW3X0Dy3u/vf9P35l5T8u7lb3h39y77fzBH894eKlftn7j2VaB/Vw
07yVwy0iunH9byfZ6U/+v/7wH2/vv+V+yN/+9cePrEnr6bd5QZb+8dePNj//9QdL8cP3mH7/Xz+c
pvqvP+7yl+Dzn397qep//WH+kyOYlMuhm6Gqlpyysu5t+omiyX9qZB+mA7zS1AnoSE3SrKx9/pbx
T/JFSQRFxKlO+csf/6iyZvqRbv/TMoiwVErbBkxOosN/T/z6zyXx51f72hx+yn7+XjikDVghTOcE
9giaY9riYOFwyrq+nWmvevmoR1CO441b/frwLv4acs+1d78n8O8xJgdy7iMC/+mq+nAmYXCfhLaJ
HKBM72zkv9VnR5yHNBsNsfIQ8LMQLqjU8be2xF+j4lun031BiFQcBC2RlfuI3oPkQvF2PQrq4bYK
wur43L56fXw84nALAAqHwP7UcqUHPmwjgpHkbwkAKYpRM7WpTsQ7X4zCi1OlapA7sU4OXqADCI/8
E5STE3c/lMC9pmL8q8JY9vhk9us2UwpJpEzEYKDJwrqyD9aC60KkFj7QGj19dNVNYqFynogl1i4L
DY+G44NNv2xv4R0MNuU4HxaFsJxAT7T41VDIuaMReml+4q3tN4H+nI5OucOUk54CRYv9Eeoq61CF
5NZ181+ZuUqVfOG3yEfc5ijG+tny9+eDAKlKrGXy9uyDlQDTdgiHof5ZOagIecl64Ir9/RFIoU28
JFgC2qf5iMFQ42FAniRWz2oVvahCXv/2ENxnpOYI1dOBPlzOTl85VZbAFu8NFIRSmMFd0Qwn3tQX
y4wVJgGx6QbFOuPgTRUpYBSz77qZTQTopQ3FBihTJP4ZYrzFiZf25WCOw0E5rW2aSvuLQFFa2JRj
By5TQ0SMfztE37Dc06yZ28qJk+7TPkW7hHbj/wx2sIEAOFatmA66wHR+xHpwGVLgnfUJtd/j3+mL
pW0AfODIIcJjTRy8Qt3jukmAGCLOYm1R3QvzH4jdeMotUgdn1fDj+GhfTEtYhDhCoyvHiAejxZ0e
tU5B4lROBNwJuqgLxFLiE59q2vEHJwLVSZMdNHmgmebBKQeMAAK4Fb5qaIJQQAe/Nus8mtRvx2cz
FWsOhrFpyasGZi0C28uDYyFVKhs/X47ssIBWeNZar267Eb5Gjf7VTl+MyDtx0n3xsWzT0KdCMCbY
XBb7S9ALknoqvjd0vhW09yYl5JeenFUFyFRYb5WVrI/P8Ivv9XFAcVAOjEqvkH0MtdWFYFA9Feji
B+q3/78xDj4WnmV5pSoFTY0KP+PRO7M9qNfuKWfSL24JpmJxIQEnMKlb77+7rJZxTpj0s4zLcy70
nYpA0H8wEZPWAR2A6Yw4WA5NppVG5wOHn7iJEfDq2IYlhvbi8WG+WNxTYwIqOiubE/bgfdHKaaiL
daDTsvvYM+alCKDK97MOkuHxkb448WyTCHGKtnTkcg8mZHku8SYVdrwnzjS8nDRroSq7OvoetvmJ
Hfv1UFQgHdBKU7Vh/+voSdthDSt/OgbMXKxEhHs3Om9Fu03L5+OT+nJJT7XOP0c6vDOQfVMz1S5/
iih4QGwXNZjKuDb69j/ZOR+GOdg5Qmv10dTSbqar9/CHuuzGHU9snAOEzHtYwvf5eyqHKwGPv6Ys
S2ACK4G6IYVC9alPvtvZNeKugCVuaNKdWBJf7SJrioNNlX9x6h18Jw+9VIkD3Kxy7owmQH/q/vjn
+epMtQkZOeEYhoxlfwCFdmqqwmGdQbiapdptpO1SeIuZBVF5ayIRYeh3x0f8YkEQDpNPScfmCjwM
hkYkS0uQYN4MhYCljWhDhkmZ47mL48N89bU+jvNeZvsQpmr4kmGDZLd0wNBG7aIOCHbeegLnzSKd
mzQsFoJS2zpkz69yuuOLGt/ZE0/x9WRBlJEqOhicT/vww0PUpepl79VpmivLqrhxOHeVPjmxm784
opjq36McHBxYy0TwU4bXdACB9j3tNfyuvstIPQER+2oymqRroUkSMyq4+5MxYmC2qVq0MyMCFZeg
D20OWz8+9eW+ms3HYQ62mYl/TtE79JnzXF+6Aowx7bz6Vctfjq+Qr8chvLRtut2kG/vT6X14OlDh
sJ7yUwU6MyYLaYP4R4KJD758GJwdH+/L18fBzmh0EORhkgZECNMcJ4PT4uEJw4mhDJPf3q/jo3ye
leYQhE1FODptqmrsz8qAaxqT5LwYff3dSZxtW9pz5Hsoow0njtxTIx2cTZbRZWqDlRQ+a+YsCB6L
/sU08jX6wL+9iTQQRZY1JWiGph6GlzbtFgBaiOMkkyhnQGug+KHhOnj8xR1UBafjfUqhJaBkYkyL
uHn/zeHiKEBOh4jCj5ciOR/H4TyF3VzchHgS+PmlzhOI+qUurtss/A/epWlP+Qf1ps/FnDAA12UA
+Z5pqCG4xg6aEVpKa8u+OTHJ6Tzfj6FZYwTRGlBly9IP3yWGkZ6GesPPRntqjJ3lA1O1rnpUuhDT
meno/4OIT5QTr3ZaCQeDTqvRlA6etPQ/D3a0C8OiM2Lkna3+ypbbXvurwrlX4PxYqPq8tXSmRWJA
ZsUFrR4cs72HVDWJMZp8crwN0HTtymanjOOP42/v84rfH+bgxDBUBQ5IoPzSIIBGooPEfh+6Ofi7
U33ir+eDSKXDcqcOcvDCMumNWW0Hr2P6VDtnY/Atak9UjD5/EmMqauosc2pszmFU2wQjdpJW/dOG
fkCLfBNb2Ynj9fMcAJqrgvqopNpJmLm/nRSnSWSBPgDOadYGR8sbNZWb3FCvfvebGDAJVHqKE3jo
UwBDioFOn4GEp9m9QIOdI0gzJihln9g4nz+9oBXH1pjqRIBwDlaYrlH8rX2iFg/ryiZ91THYwd11
lqKCcnxCn7/M/kgHi8wURWF0Svuzteg+uFAZh2BzfISv5oJCpEaviW7/pzw6do021zHHhGD4ojcg
aB00HWVFM1w/sfE/rwFCV5At9HpZB0CqDtZAhRVxlYBOQvfdW3WJlt6nGUZosZ/YJyY1/ar9M0aY
VNe4KYhNVP1wqEZFqyQy0Pivsc9ysSYyzeERHM22x/ejAQe76HTzRNz1xZVBUYDODX1sAmhxmOSO
kVpnjsTOussphIt7LDVd600DnGcn9zaidg2Y0LQ6j1qIZ79/LQpGlNTGNDYwR+v+y0XBXA9trf7p
093NXMgyPxWEe353qUDFEhrNDPgQJrzt/TFQz6sGhB5+hvlN6WjLsH0cmC0UihML5fOSZBxqSGwx
1iWvdH+c1of6Adpy0vm/awNE5Sj+x2vj362w/+tF8eU4ABtp67BaSKj2x9HLZsB7A3WuFEB4Xmgb
AO/QorGA8X/7gGVGH0aanuRD5C/qVqnVAkswVMHv8skZeRJjO/51Pm8vxnAIXanumayDg0MpT+Ih
QlqtnZXyVacAqwwPgBWOjzH9jv19tT/GwZdRRhe7KCP/6SLGJ2FN5OGdZX7rHB0Csnbi6Ps0H0m7
R6rkFkyKq+9gLEjFgxU7OUxbyARBJ8ja8KU0H47P6NMBezDKQe1jQEY4c6dYq/LGLaqG6ziyTkzk
6yG4uA36FzZ9n/2P7xnj4OVY9HEp3QqwhkjHLY9P4tNx9z6Jv0fQ9kcYTOS6eyX5iXL8GincTZ1W
3Uytk9se/dEKr1HDTc+OD/n562gkmfTKCOQsFcji/pDQnIVf6ORl1gCnvXwuUyQTUWA/PsrnVzeN
wmVBsY0VLQ/2jW9XadPk46vTyFtb1ueuPLXKPlcGQNCSLDvSICa0NPNgCHC0Se6p1OA129/kLZiy
Tv5yevccOcOnSQ86D6Fv9Feicm6PT+7TZpLE3YAjNKDVVMQO74vK8F3ROSkLPICc3Ufzqv7RF3d4
s8w8zLuPD/b5e+ma0OhNY3DNiIchXoeBAJROakeDEV3HjnaD1+MbkuSr3x6GCx6E5RR+MbeDZeGE
ceBKj6rA5BaVZ8aiFfWNa4q748NMH2XvHJIEqzSDBbVYLojDQhUgTt+1QXzNApwV1UkUN3vSwl8C
9vnxgT4vQIrWrG+V6FvCMZh+/uHgRmkFLoYxQtfysrMumQSz+hM76VPRTQI+0QzBPQcMFPDH/hAd
Xi2RFpIPhQihpjAu4x49vuqslh7yvWACm59GcKJ4M32Gj+/P1jSicQIjylkat+zBkYRUiImzNpCg
Mr9KzTWalU11jsLxTBWPkfO7CdlUJKVO9F7+Z6cdxiY0oMcyVpQXC5+hNMIoNBeXgX+qIPUp/sIx
FjAFpEUKihrxw8EpCFbb99wsfHO1almYWGm5+UMQjPdd2P0o8aOoxmFtZclj3GEJIgHXGAmOWsfX
y+GeBn5BdIv4uAZ+RxXOwXrBAcyAOtm+Cokq4BknVog6lhs+Aa48sTIPtwAjaWwzAySbY1PcmTb8
h5U5DLLLgYJgLuUVGAGYKAHsPETTBzX9zT09QUqE7TAUQBZ68AcLtPBxtPfAeM+KQt+ZlXEGI+qs
TOpvx1/d4Qk1DcM5T8jOSUxR4uDVKVWYh0pOX7yNrW+1zBa2nd3ksl4fH+bze5uYHODXOZ+mhPfg
vQUlbuJWAC0HsCFKGKGerAuslhAU9V30ZoF9Hh/v87T2x5ue58N3KtjCdHJAr2KPMMPFbM4cJ82m
xX8wDGueBFtaU86zP0xbVorEo6WjlcxVZvrrVDcn8coTw3xe38yGGIaTitoYJJ39YVK1NzW89sCD
+imqb2/GcFGNt6gnYuz4+Lszor5H+YZyAdxrIBn7Q2UD5qytRPy16XJgeW9+6qKCe4ITYMtPR+FU
Rvx7mMMbK7LoITcWZvajC8YSBQc0qelsp2BN0jKa57Vq/nLtGuKLcPwQP9LG6ugjKHVrNUu/xQ0E
8aekzY3H0GmqfId6GYReakMj7oFJn2G62ODTmD0UamNo99xaUXruotxSX/qqrQYXWQt3/1LkEDMR
BjHQwcyR7qm2aWUnBaI70OgQbc3x5dgkgwwMdB1aZ1xoSDfV7VkEPlJel6aCuo8edajEZbj4QiEr
jWxVN5WHRSCH4iK2E5QhEU6uHWjACC+LaNc6dHmURHTRGXKC6g8HUilC4lrm2EvTU51LxR8K+Kpj
Gd0a+mRGlGoQI1/dCqGiFUjFKoRMVEym89QsQY43sDfPqgrK9pOB6p3zhLtTn+ysMtWx36r5nPiG
RqWKpMdUbCwSZCoWPJbWI6zjVQGAXMOgbYtOtoEIk5lCw/F8tIODur4vcleP5mbcIJ3QuG6L20/v
9uUid0jo52WttpxKzDcoQsiNKI+K7kKpEQLrUQAqg+BH7ye1txiyIMbdJ9GxsoE3O8qFsKD6FGXm
XPZWxUpW7CxZyGLUz7BWby9aIpAlThX5qhZ6cIuGfbxIDUWu6dsWW7uQ7hr1LrTf0Uu23ZcEPdxr
6QQRRuQtrnM9Ci+Zi4FV5zbi26iaDYaW7bhCIzTa9YrCb4sxu8HaKdeRXE0JRRdAa5BUzs14Xth+
+RJrMWQFnDvDratBn11RYqlhEpSoHZ+3Hf1oGjC61q1G3KZVZGS8vnxDyjNve+q3hahWsYGyyIUT
6QnyNLCvI/FYa4rRz5O6/T/UndeS5Di2ZX9lfoBlFKB6dR1ai4wXWqikVqDm189iVtvccHpM+OSd
l5k267ayqs6CgwSBg3POXhtcz2oII7t8iJxSwwApbjLkjiNE/MlYLcMpofHSgQ0ys+ozHTPAZNfE
vtojsSUqundG3LfYRJ1qEofZ3KrJIcnWBOOs2O5J44uwO/VRxobZ2hdNXb1ErapBsrC72DiXbmm1
b8Iko7/2uNc+qLw37STrszbculrfRKtxqlSuqlwDlWCIIIp2PXJZLKlhyj+0vdrUaKVdcLce+tKL
mG/3vsg9Sua+gJe0qka9vB6UgaSM4rmTi3Hbi2yrSIFwjiPUEhsMpKFZB6aR2XjhVPGbrqqDDrIt
h/ceNWkV75wcThOWkj1QPmuKcWnfGqDieoLz7LTJOB+XUSn1epGGddlvS34nhrVCRCPtQ2Oo3Vox
ZPZVBv0pWfN+R/htlRtoq2aIelTRQ1MEmyoEsn5qYf2DFaaplh+OT4sAXh5m+wx/WYa7wopSbJSD
ErFzw16FfiVPCrpglKrzNwUSKwXQaa/F555f9coK9VEgbwpa59UNFZOcnhz+TgTJuqL5HcXYaCST
pwI5FqcPcm8pxtbD/CvOsWF168Ee1kNZi+YxLgsI96TaoAUDHrL1VQqWFFhrgMruN9qcvlpi/de+
RWrl/YYViyqSepoK7NR240/b77RrjCyQ0KSyjHeyg+gkuyZW1xo2ieeuXWvXuDchlcUsScB0V6BD
BsRaqJWHEbAxhZfHLPGzO1wEcODpwgAfamgmkVOUF6kZWfdeUfYXvmlUWLjrENEgXpnGmRgtpFtt
kcmd51X9iSXNcs3NIt8qvGba8ERW/e7gjv+ORtDX+OPB5aigW2CrnY9WsTLqUr75nYqjBeAGC8Gn
buE04CcQS8KEtK9j1erJ2CnBJUVKdUeXLDcSNWma+yTSagw1KrGBnYjrs9J3YbEO8SJRF+E4miFu
JqGPexvfy6/B9ctq2wEmYEvQsZTalvjCnDmVb2+ElgeXgrrudY3dPNqNuiXL3Tad+gu8kqot3bFP
r4zRSm5srYieQ1eGm1ItJDa0mKQ+qapXYe5ctt1VWTcGArfWCm9Mu6jGhdYp7r07GgG+xXkTryKs
yvn0hP+rLW1rm7ERFbThW+WDx9l3H3hajaEigO1fFXS7naFHzkVo+TZijwzW7ioNRvvcAPX34DHg
q2/gQtxHKf5fUTveCLTn6Yq/aeY7R8EVqrBa5d6uPDZdozUQwjFrdwWOOLqqmlD7gOalvij4aF9L
C3mPo7YCoK0pdSRTyAqUypdnbeGmq6QsuD0VQZJDFUO06ZkYB7up7XxOkOSXVinEEulyc9P0aZcA
XGjD0ywxDBw8Q+usACtLrpgq6juW9cNzHwXGSeN62m+aFJCRWU31q/EN9cYDTXTTc6zsCmW08aRW
jBOuocWj37TZOyfghOCRySZXwWB6LTqTlVTqGOhFly4j1enPlKEJlupYpOqGTPtwW4kquW/Zd3ZD
kQKRc/ykWGiKrq2iKhnuuWnLxwqs/2UPITxdub1dnFuWZ20gMTVXYAqzbRHJ6MmyFHdnJ034uysT
/YHdEKPPuhnq07TnCNc7BUxSKavTvLXFTav2/WmgO9ZdHZrZukyHEYCBaHCSz1uuo6zX/qpwjOQE
gZt5ofRsnXUM08M3iwLbpbpd64bEu7008L+ycFk5K6Kqva5Rbt8iKW+2DfbSuyZrrQtzMqGvML61
FuhC02rV2RMhRMUkAXMexd9lsuknDWbYbkEKqO9VDILYr6BHLhp8jplQR5rZTKwOy6Iyhrqbq+V4
AuTZ/G3rpdesUhNr1ww0Bbqmtsel3J/aG8tI90t2fAWWX9/an2rXYmWdyEas4XO4NZioprnxwbpt
QjSfF3WkNtfo+zxM+lpO2rHHMWKdqK4C3F8YMPmqjNa/Ejupa0vzy3NEj7+QYQeLwemzO2qn484O
Q1dZ6zzJO5rhMEtuihqvprSwyWaPLortUMZQLUzx0hepfuYNTnkpOt+HDo60y1vrRS3wwE6xmCHL
aqW35CfS4SKPQZi5UWS815mTYlYAlFs57dgDnJUbh52+7nhWDb7QDtEgKFTrNOM+iuVVA/33pE/U
sP1VV2ErzkD+iwafd6DTL5lptZ/N4MpbS2mGt7SoddTUHNvmOduJo+56LLPYJttEvUpzIIkLP9e1
q2r0u3KN2QtXmlrGHbuxIEBeF9MjXmFI179XeP8Cs4x0K9rhryWfBPqWNwHqvF3amMGpCyiwUbVM
KaU+ytBqH+uG9jSMyTT/Icgk1AGl4aV1cgjL69JX8TpQc4Nim+Y4CuTFwXgwRru9D2to97fS7/BL
Vx0fhGg2kj9e4GNXv0gz1at1XLmcfbLXDXsVWZGKXxRI653Z6D6KyyxQ8AIrgFAv3NaVN6xXznYz
wyBghZxjrM4ApDUKtA+1HvAi8cZbzif+jOk54l5r3LjBATeFw1WgQ4fS4HlSWyJEq57Q9Bgu0sUA
P4rSbsJ+m7aaQ01I7zBy4RpF92/sdTceXZeYqAeK8shGgYdc6kStvYhxLrrW9aH5GEeLuLXmHaeL
WlXLcpOWhQmrpSPdt5T9qKOsxiShXDnkwTD9oQjuLWlDMj8ro6GN3XJ73V3T4JmqSxkOgxEt6sxT
8HgKSgxIW2PocdmMKFZA6neUJ8tIMvdCw/NGX4SK3TqroWeBX8PqgwkGFSQ2lr7mJ9Wu8DneloAt
cINVO9xMlmWnJeOZI4FpnGd2ELQAE8DxYX2apRaBauaBkIpr3ZXPHtLx8leiqE67RVXJWZPpal4s
XVOGwCTLDLpuagOLvEXXL1xgNBpWOpj6aExOA9TsGFRjzxVK2Agc+PXqss+MwlvZ7pDqkFJckEB1
UOnZbd1LzJYjBZ+sJYSzUV11vqzktuzjvkAAGgGJ6QhRYeWUCZebFGShh6F0nAxXfWFIOoE6fshy
APA4otouNQUzyhaIizea4BztNsJgjXhV0fmUMzpRmxw22cLqAsAmhdez73fKiC110yTQYETakINQ
zEzH56/DfWKtJDnkkrEsfX2Dd6rir7NhFDWWtDakEzIkA21ygV+mm0QoWsYxHYBmIyhP3FPq4a52
Z1hYHy5cDXuhBXa50bsvLBKlcewBItYk2+8yM8cIn+ipb39ALUsonhvaq6oP+QgyuPI6+IWj6l6o
heNNoC971CDieARQrZLlv2VqF9QZatyIV5j26u96l+X62k7gha24n2Q0EOBQ620GRRlK7KakEYNP
CTELNAqaG3cRJhcBJHNhFusBCTCesYOs8YIGIDOZDbpKvXYEeL6TMg+8nIhssAHhWbWn3mcaAM/r
SOvG9Eqt8Ha4ApjXmZedYQ/OblThRG1F6ig0hgep1JttZet6cc66iKgihiXQLzxnwQhKT3eUZSxG
+5HdhQhRK/RCnIb43FdEKm6jnFLLhicWgDtzd2WTxBjOJIXJtbqNSvPR6mPw6QPX3eKuDxUleEiK
rFF3Sik7/wrecJaBY5b6Tag6iNF1t6cQ4zoDfL5lD3VHXeJyofdoyFUY1lVT66cMQoxiN4W8Ayab
F/ewKBNcYpwCTycNYIGxypTw3PK8aFWDUHrnjlZRTNawJvMtFWYTnoK1/1HCjADANw74d/jC69UT
fNwtrLPK3vFPfb9TEvxSMJbUl/kYttmpJca4LYnUDRVdQOjE9LTXmIvg+J3XOmaWkDUV7xGXKFHf
AVij7Bu5ZZCdOZ1ZpjeSBoOJrKxU6omo1Op+QidY54XZ16mziqRS6qc0IvXKi8w5aE7hMOTmxqoV
7Vh/9mG2DREeXTI0Gkx57TklpOk4AvDi/s1usM2q4QYtOflXozjSX/DtMA4cEn1KwlJB2s9N2R45
C4eWt0Wr+TgFa+JKa51Tjpy/zokynS/jzFPafSA6PpDPKE+bZpMqCQ12qZ+N5lpNIUAdSe4dpsKm
9nwQN2h1p0K/sT8rrbECrIXL9wFldpUAXR9uBJCkHGu0xn9oCvtIFWJKFu5VISjwU+Cdqh+02Rnz
+jsqJaxlI5UMFZJFAb9xUYfGkTd1OCdLWOisUKPYukGBfH9OdJs7/WhYbzVtiSb30gY9eI+V1KfX
P6Gg/jlleZhb3htsXlbh2t2PtWa96bj2FtW0MM5DOMpl//HzOIfLbxqHciUqMrTL7pSl/ZJTbvoq
JqtsvkUD+8SrgqOPzXby8xjfzGXSrIJOpfQuzHldVLbkBOiI7UBKP8fI7Mr0wk2evLI/sui+mcvX
ceZp3pR1ETTR8Dp2IXhHnPwgusvaNjgIABCGR6omM74UlRmh2mhtkUVOiWx0FfuPbmDzyKrCeMkN
cgY4N/gnOTTxgcY9kyA+0/xN1l7HlAcC+TsRTzKGKgZo2uquf368k/J4f/HPfsisLgC+emg6W3/J
uLxDsxXKbd6UC/CAQ/Rm0ygH73vlYRJdRXhzx0u9eMSOd4F4cA3b7LR1jGM/6OCFTz+ITwRthqD+
MqcPlTbWEqIzXrjUrgJJzOV+5qm18nNt47r3Pqe0xJ66I/jUXwo8K6wwOwkGTiecRdrhmK704PGw
uP/IjKkHQUH4A0j4ssSdni52F2M1jMbfKM3yOHYy+T35RLYA135+Fwczn401+5ywd+nqtLRAgIDw
0/LLGmNHO/rwHP3IQAdrneVnTE2IqKdp1pqv9RDYUBiUXDgqt70rg2ptDE2KQ4jbHSlr/Nlp9rbW
/ZHmNbsQDGjArTdd9DmSX8tK3e4M5I2FYSoh6bMK7etWEcIIV5kGZ6ptjYgUf0HPVVrI/rIc0iRe
NkCtX1Lp8EUqetW8dL7VLis1nrrkDbMmgFeq+tYUNjmL0HeicKEoTv6ObUt47QR4K2GRWeLxpMbx
iOOi9KXgC2uJ872hq8hulPQBH/nAD/Z7aq+UQ+n9nfo/D9SHlZcJlK/qh9JsPTTp4xgvJ4OYwVgN
2QXuL0eG++aN7g03OzJbkmMxrV3JQjPGlYtbSJJvmfSRUQ4OSiZF4gndIY3NtFXMwo3eiRqt73Pa
HUaIvCYYV/NI4+x38/g6wizQcEmoRQn0w0XAa7W118B+crHS+/k7O/imp24hjnqT3nqXpvrp3X35
pt2irWLbpadeEdky9E9tX1lGA1jXS5E//TzUwXz2h5rDq6I+yb08xFw1UMuV5gOnpTSOiPjI4XU4
I0Ilmj0nQgtRkzt7bHVrZiKKom4hzfe0fhe9CnuVphexDuzLn2d0sLCd/aH0/YfX+/yQ0XBQpFTn
tomNR4xBEyTVaLxQuCd3zTFx8rG5zZZ2B1w4VqLJzk5zzmwuchnlB12gRc0+Tfnw8+wOVvhsdtM/
/7I0GhaNgxYel54sOSHbdtHV8ZE98XA+Nk3uUyQDlX065/aH0AdRUAaDduhA4eK2Ttbq0a5/ldZZ
aZ7/PJtjQ82CTjoPNOrDxBPASrs3bu3OpiSBeWtSz36mrBvvNIkN2M+DHi4Quk4QjUzqMqL3eSE7
qLhmepK9R+k2BYFTr6/ExIxFCCGyRRmaR77mw09sf7zZJHPI6CVcZYImMs7LgGLWuhGDuYLj3x6Z
2ndDGdTpXdqI2D2s6Xl/WR0l+EUMf0j6eiFuuembqVGajH79/Pz+9Ad9PTO5JnA2i6lNzoFYNH+A
WePHpaWQKyF5b6cbfVzXGdCJhUHhJF3q3aYM12p95CkejPqnjwe6HtGODQ9wrmN3XIk/qhm9mc2i
vMVLvr7zH0KU3ukyJRi5wCj452l+9yzZhNEXqWD1aIPZf5ZhSOWkp6ltURuP1ViQBrgMcFj5vxtk
9sJE01LvFUkAy+0tYsswlJTk/pHb1rczIUahI91gdcx1MZUrpW9bKZRdF59kxV7pxkeRHQsOj40y
2wYt0ZfCMzF1xDTWaneulzrQgmvo5VutzvW/vRJDgcQvgvZ3kgb2QWNjbEoZ9D313EwTHt4bTXcK
yjVc//x6vtufvo4yO7Y6J++1vIxIfFM1j7NXx3nokqu+LBZjeQyb8M3zg2togjOjLwnF12xnL3oF
rm4Yo4oAagy9HRv5YOUf61GbscZYyHQH/9cwNADuL2usZVWzGAO2iDx29RM6pUpSgDoOj+Mu9TSv
Oy1VJcRqdNpItjLQ1W5rq52OEZQvY3Vn9ZZVnAQlOeeNI5H7LcxSs+VF3gUmkd3QTCY2StXccWnh
D/WyyI7sP988KHfCQbmUN4lc5w/KrZ2oLxQjIE2BP48k59boyzA7Jvb/5pjYG2b6GV/2UqxoDHNU
uIMkvn1dtrSAKg9K7a0DmoEwQdv4hO0/r7bDs90htwPlBKUpPaBzfrINj7esbOd3ZVa4R6lGGuYL
UR9VwBzc4jAK+jLMHHoTGzi3RWikFkqehpd+gAtiL9P4uevtcQtIvlr9PK2Dj4j9WqOBgMsyOTMU
MfsPMla4KI1BRbed/tv1fk1GEqq1lKU48vgO5jUbZ7aysS6kI8BP6c2FLg30GwOoYdlTqfKTI5vP
4VnEyviDJeJscCba1v6UkqxXnULqxYJvBKbiRhtW1jLuIJ8u83Br8zfKcOUeS3IeGZae+P1h0fjm
oaraXKJqDFV2YEmr6LLhU2jWVhALuSEQsS8dv6+yM9lanoqpnGfEa8spkK3WatTKk5/f7QzFzHbC
k4BRwW9BEs5dfXZKDnFb61bvfTg4iBke7TJFuMKUme6/YlmMj64sqPTh+FF8RkO+oly2IElDoy9Y
SLO6zNJom2Jv7/B5/fzDvlkMe79rdrD2A/jOokGiJ4Z6k+DM5NyX9rjsjlKqDnYjF9Y5T56bNOuP
v9h/J1pcVBN6p12oQ7PMlWAp7A/gmUem892r/zrMnHPpVxhwlthtL1pPk+mGsJxSQdQ66q+0FUZ7
YzecuQourBKP7a7TVllRRoIFIW0KYaAB7N3fPWCHBnUaQrkLI06G+j5/8WlU5o0V0x7s4p+iJ0vd
+9VU4J+PqYJmnlemNRvJnAUW4BOaCirrhMSurweK+MkVRnCq8Sgiba2SSx63kU45BtaMLiv9IUwT
pbxKydimy+mc6p+bwurEpUJZMT7TsVvoL0VR+elKI1Pfts6Z2QxyqeS9o28DpUrcTRGMhbN0KUqp
WH3W4ZWFM1S+ERZZmgu7xV30NM90e3il7iA2Pz/Y+YKCmIM8EhEc80afe5B4HXPLqM2ElAx+j3Eh
Flp2FyXHxOX69NS+BvHzYWZbWA4AXvZ+ElKfKpzuYyCo13aTwsxbOkMW3ZppbuChR+9huLHSxgnW
keanG6szAaoMWkjhi2qjhuEzG2W7rqA5Z5shicdsM6pGezuUEQ3WHi1ONBmkWmBet5Ww6l0WuI7/
i/p0k50YtMs7658f3/wQdQgHqZawKSNWnFbm/vcoAfnaoU/PV4w4G9KwciMUPpufBzmIouajzO50
nWWyEdf4sJeCIuENHksYZDtEoPWdIYoUsyAUe/dZRAOLv+iqvKg2YcAKu/K434RXEpK1tZKZH1U3
VU9h6wyX36b36ID2hpJSQhFY2qNQu8G96DOlzZZ+Yobj88+z2H9UKGiAhVN948Tgrg8QanYwe5YV
0pxXf7hOt3RT7Y4D4uHnEfbX8uEIs8fk0LeMUyftGpaR5W8y7etyLeyO5FweqEc1SH90tf+1pqfh
MLSE74moHTgTDZ/7794nLRj4Lp3wYlsttI23pHPgInytfo9Xyi57du/DK3Pl74xVf5ZuvVV4oW27
a28zXlp31nl/674kr+U5Sdfb8sgNbCae+/eXEdRNmUl4ctRC939ZO7iYbnaoJwdll5d3UJaXHYLu
wjsBmI6nyrbrr/2jmanDx08W4I9mlwIO+sPZ2YRgr6rVwsTb2mrXpVHuPPoRpHFMVbkf4P07OcTc
pmBLNacE1P7kRo/Nt54mJ01/wfJdmcaTiR28dZE2nz8vqP1jnaHIN1Czhs6OmPLw1En8AZCiwB7a
7DeZldAX1dLQRm9w9tdY/3+Hmih2CLjRCc9emYwy+pk1p1tMvrXVta+eqiSLaBShR0lZxMNniO7M
TU5CBWl3fuTDmR7Z3kqe5oncYjpgHdQ3szeXd0nijwkZ4GE4KfCyrnsCC/cKXy/FvwB1sPr5sR68
QZsAhqQRCj7K6AdRXOIngYMjK7RIMflBR7shCza22aDpvIicx58HO9h2qO2QooJLM1lYUrbaXy6o
DjqjzXMa95rwIXDGS2k0R+Yz7Sv7j49mA500EZIv6BPqbCOw6Jod7IBGdku+aVaNN+4nvf+6+xEo
dFNW9iL/u0rztDD3R5x9A/itlDF2Ex9qSwOlG11ltanQIofJ688P7+CTZv8gNED6ZargC9zpn3+5
lVaGFpYkdD78mBu8embU7ymGpn87Buc8RUMYmMiJsE/bH4OGrrqn9Q5B0dRXmQ44GsqtwNjh52EO
18HU04DQCM0o4c786iApCnhuW3yoXbxuwmjZN38F0ZveCQJ/omauJaqDRdIscKzL1Aus0aZhTU9X
now3RnzRRepfxWuHo0zT/PJGorji6xnVN0Klc1IpW7qsdtwW1j8/rMP37tCXQdKVHkUOEHt2kja9
KKjYx2+jnq+kzM4dPHINkRxJ/R9ur3ujzBX4cW1U6KGAQ4aJcaJxq+1rIPhZsUqq+vXnCR1uOS4U
FU4LQOHssfMqg7Todp2acQHaDeA6T81EW8a0pQdDvJyS5X8/mkkvNflCSoOYtOy/pBxFWRe33DJD
e1h1/WVXoSUQNB8P+VVRDUfyA4cvyxW42U6GNS6dE/Ojo1RkxSZbVgvXPBnFeKphNJQgRPp5Tt+O
Mq2GSfQHlGa2JHxpdngUjN3CkR8VLQ+DPE3rYyya+WviWRE5gG3HbI/r3jwLbtm4QkQpXe5QU3Yx
Ln9ajvRHoaPcl5dZ4B9ZgLN77vRuptwUSXeiN5J782SR1Lh7mEb81qrIC+OiNmmv124DV+wq1cPd
JCPC0HA/KJ078o5nmZH++vmpfvcLsDgAAoDoG3rt/ELf5LRtRmnbLNooWmKGt9Cw8WjKlVn/dgpj
OSI98x7zFhMpc/vz0PMNkbkzMpA7ACgqzXKzg7GNcFKth67DH+dBYtuRJO3uvzECAnpCKOo2FJn3
P4ORVoPWMaFCm/QZWAbkc3Hy8wiH64U5TLwyMBGE4fM8BTcvWxoqtQbDb2u8mmhWegjszKFEE4jx
PrCk9Sz8Jnr/+2H5sqnrMThk29n3LbBY0hrJMg3HB709ga6YpE9j+ys7plL+7h2BbMCuw6Qpj9h6
/wl2Q4WWcjSAso0vduguqjw78ln/iX++Bi9TlYZwnZ2eb4BawPSIvxwoVpv2TiaqDzXK9V8derRu
zU7at8toHEG5J2NTvCARmUQbjjTdJbgTbOSNpKItCn17gg6lMwfxbhaaJ09DkYQPRqNLsMWBb/2u
1Ti1V30SKB9WVLBHGYE+Yn3XlcM7xRbPODKd+ZHyZzaAyHXgii7QsdklU1cLhRYbUKnswUBEaSEL
wmUSPiOhWP28Bqb9bvbc4HlOlRO2ET6iWXZUhFWk+B1rAERDF12YFHLb+txudkl7FUbnWvT4t+Nx
GnOkUBpkxyKm3X9PXlmaZZGwUTTkpmK8dGpIYEN53ybPUfkp9BO7OdJ8Mr8VaKQX4c1OaVYK2Niw
7I84+mPJ9jC05AdIq+LpTf2fpiP6x+m+tu76Ywnnw3fHa8Nej+QAvdEHgaDXByAawvLDMN9SO18g
ySgoKNvHcFnfTYuQFrgtDEJOlFnsLKiQu5KQc2E2tbEDsqwsRK7QCOVrKK3a3NGf3doNti5Bw5G4
4HDNsFcQDrBbQa88IM0y8uANdvuhDCgRoqj6NG3zTI+LU7fxsLuN6qm4hE/xEByJ52YQjumg2x95
NmnkZNjw6vFHmdJMuCEhpI+7lvJbvSgrq3kcUzt5FZPt6nIwLVUuIt/P4kssZJt3jHorbWkjvD5m
VfD94wD7YAIimSwR9heYN9DLij4gWmCTcms18SMSnEeShO/lmLy7mAsjX+txbiuOLOx5KPPnYZBQ
JlpCZQBwZX9cYfhGbphUc8ukO1WCCg9gd+Pb2pED9rv1zJcDR2biv1EJ3R8mE4Uns2z40DIaWo0T
M75KxbtL+fPnjeHwDOTVfhlm9mrjKS86+Gq3oHd/iO1lJ59j88SpTlEtHtnzpj1mf89jKOKFiTb2
HZSpGem6MihS5v1r7ihrdLBHntnhZOgQA/PrTDVJ8qmzJVE1Q9X4EfjuJDoP+s/WCJdNfJt7l16u
HTkqvgm9GIum4ym7Cj/FnZbnl5OPXT1r/SmRlCMTzk5IKLc6MQp8ykqedJ2/qJRtNKxMIIw/v7HD
9fd1YLqf9gf2nZY2S8v+aF0IEmOwkPWtzI/60X73KGHI/qu54AY/O6BiBDzYBEPDtBPs9cYF5JBt
kwDHRdVzWgtYEgL2wYVKm0b9YBRxdlc2Q2EBTA1zQIyYCCdrza/UW0cbjKfElkV7k4946HxgeOq0
p3lNW86T6qnmL6PRGnWNHDFJaN3uEYotEcmFEv84s8GotglDIEa5EoNZG3HHIkktdecXYsB4pDPA
aLNtU6j6tabHmpMudNQoysYYTQ/HuHiUmPkCJQzO8fbL5dPP7+Kbp8Q9g1CBR0XCdl5bLQLdT1gG
Ae1z7tply+matdtfGOFWaczNz2P9AZDufz/UwgEucYBP8Kr5GW6Wqow1pYwWThNjXecVfjesnAAt
3wnqcO3JkWq1KXVABFJEH0HSZ2+B1uivgTTNzyGKEpBCgaLaYIcj9RaBQGpgflaVz1qrFvV7XVth
unaqMlgJb1hKxa2XkQzezNpXt0g4H5moqaxl7xXhld9ZVaUe2SC+Wdn0ULvE4sRfh5mwKuuaWsvI
7GWtdj7m/flY1Ysmvvn5OR4bZbbjKYYaellQfyitHz7loWcjdu/RnZvI0X4e6XDD44Xxorgq0U98
wK5yKrJi5kirXodHYkovceQe274PkvW8pr0xZlte1iIaMQzYbK366HjqolS2OEQWSD+R+y0KMm9V
SKhd9//uQn/lOPe/s5P7f9AkDirUl3d3YBJ3+pr9j4vX4XPPKO7Pn/nXKE6x/yGBSQSNHzpcJxqf
2A//4xTn/kMgCIsEqjfXYOolbBL/cYqztclEbjq9qTeQ+pgyEv9xirPVf6hDT7ZuFhcoY8q7/IVT
nGHvr+o//3oATnTAciJRhp6c7L4eR1lf1jJpHby6zPJDUcS4GsMOVrKMYDnlYEVcHDUrFYfpUlTL
GM1A5tG4kwzdE/anG8BSFzLryXD13r1TpS8eadSkKTeloV2V8ejsQjxkHAlYpx3ZYzNbWQfi1vMF
FL0CL+tGHc7G4TJNkksOpd+xm1zDVHixym3iRTedF1+Wln2v+/1tpNSnnhn/lnp0mcoA5spwx3lG
4adoTnG8+w3PBctp0qULX6k3TUUDMTYVIHw6HZdsWT/n5bugTw/9itHfgss5HXXYCjLMz0WTb0fy
L2L0lqYeLyLlwszUtW80t+zjJOyE2UI0Sm6VSL/rvfoiFaaxjcgiL7gpxydt2hrr0FD9Va5ZyTbt
ESw5CC60xDYvVC/o1nmLbWuG1eaFE+bFBZSWZEnm3F1R8DeXdWybS18fnlLbXau9ldLO0D/bhcBP
BFJIJ3prw1Qv6qr1FlnBr+5E/Bb4n3qiIejwf7eye6JfMFyYeXbbUbTpzWar9DmzJ7ZajmmQbs0s
fUTgYZ6RktzqgdOfjJ2Q56kzqNvQ6B/M3hvOscMbzi15W4yutnMkoPlSamtz5BHaMD7XA2TjBQJk
ZTk4EQ8vy85whM52JvmcMYmLrRuNz8S5H7qlmMvC0K+tJLZXXTJwPDjxLqqVcVfTLWMA2Chb8aHz
JFZln77ACipXSXOnaONDKKGS5DX/Q/9bu+jPqnpQF4EbXZp6fh6EJhyC9h68zWocVXWJaAY0T/+U
1EO5Csrg3G0jZOcONnRN1tyG8J7o9T6vg4Z2iIvWt55ECxQ3cfx3WeTn7jjQ7OiSzoGcF7uPTorg
3v/o8nhndO2THhNZ+AE+gyA0CFQEDvFmnK+Mft3qWrzScNhbpmCtVqNsswW8iTOu6R0cJf8WXS4M
FIF232q0DPCWt4kojBJsmDvHwpwIKo9Uh1XQDe9GS7qjVdVrnBrUlS1O7X4QSAiidNmCWVv5rXZp
ue1U5QS2nLP20lwP10MjLjIBPqQTmCDoCt1IoVM6q3iQa/oVzbWnqdXiHAIUwoCSG3RVtCslZSqR
6GinytOTER3PctTIfoKB3Fi+elv7ln2SiP7ELAO5G1T3UZjeExjmFveXyl+MUfGo6vE5CIv7SGdp
A8EY1r5X3lQW/58iewe7fWWzIUwIyJUSyGqRelEIHavilNGeFSN9iUAG4T0GLQu+zGkByssLXj2N
Px9Dp1phOb0eqRwCGqH7WQmbW38qbdFcuJn+24eGgnO3d22ETsYVto42OluLAP+yLozxHAayforb
TytG7dSWQ3cmImfnqDh1t2pTbVXTPzPisF6bWvrS1P5v28sAItRXpkiuReO/uyPzSj0+Y7Nz7sBX
wWxIRbHMZCeXZskbAeB1nZUqXZqVwadnle5CdU6kGinLIBv7ZeUX6dqzWprB2uC1rExjE56HU3N8
5LmvrY7e3zBku3RFcd+1QMHzESq4YqvXtUSErgbqQ6m06qI32dkG0ZzzHd8WpQ+woFA+MXfeBf7w
oHnaWTEsHa03YRZ6IdgG79VFd7VO4QDiZCvvQmG/4qILl4+GhMHLylVhp+scbMpCpHSZ5uDGoDaX
JaJ2XSz6Uy0GnIO03FnEEUIgTojTNC12wvNWnf4ghixcjIJ5SCP77LPXWGpA/2r4C8H0ranJi5vz
wepZep8H2bOSTqa5hfHQhMWvsHSc/0ZQ8X9gY/ujQ+2e/e0TrT3F50f4+v+Bjy33iJ9CFJg6/qsc
vjrf/vkT/wYouv4P1hs0NJCQ4I4tbIKQf+MTzfpHIx02/YdWLaqY/xWeCOcf6rO4zNIWh0MEkcr/
Ck+E+Q9FYlolKU3jbUp18q/CEyKi/cu/ioAFR3IUYvwV7QJiFnXTPBRFIrPZrFv68IbCKM7UxHym
ufwiLcorvgHvJAmiZeMM9UIHl7zuy/x/cnQeS5YiSRT9IsyQAWxRT6bWtQnLrKxGBFrD1895s2mb
HuvuqiIhwv369XOTMifko1FrkqPMRoVUZ7tSMtDh7kTz5KQR7+Cj3sg+IbjLC/X7ribuaU3J+XEZ
vjiEV94AUuybFibbpvK26djFXsNwja2WPgR6All/HJ0IphB0puzdsFUVDa5bRyZxscvcFrEDeZt0
12aMi9Itom7u2GmvtizwgNCd0h10TeMYx7XBqN5vNuiXbR4jx6B0UPK0cs47k/beDva5XtxEY1kU
X7b9Jx+0+YjjtQ/mJfeiCqtf5EsYGrXiK8u1mXjvN2lPkY5DLJ4t/01P6cjMGoiidKIdY/+KsTLI
XKidrp+f7RJGyNbe8CWqGyO93giwSPM/+eJeVZ0tFyvVYRD/IGYYZyHZLxu15bj2m3tuuio7spfw
5e1PvTbL68JQuMH3FlimnsXSrRjZqfqr3JcjS6D/ynF5tRZu22abvt2yMpB02RJiv1ur1n+e2yCd
8zhCNX5XstUi3/H/g2F+z2uIxbnZTmRp5RH38YEcevZy0xTa8w0L2Dr61y7+llYhY1llB4stjTOQ
PAyG/LS3+qJLTwS9kZdhtfpFWGZno+Um6sAZ+ABFAOFxDenD9NSWecIwcg0NJ8Pp3PVBU4zuafXc
U77kc9g1fRsqj0piIgScA5nagMIBWI/7ZMEFCdCuPywBn3Tv/GsKyhRkB9tKaerlkdnsMvDB2bYK
RCBzsB8Yaf/dcOchS2BvY2l+GlhMuRYNrfxbWCP+Cjx4cet58SbNMXQCT9eqM6wq02nXREzaGM2+
HXZGVQYFsQK8FOIdFfMt1/zHsVWvRVc2LDx2pHxS5Lqr9Qeuyhpmi2vA3OohqSjAQib3Vz/2Zjwh
gUHqs4IqI93SNrfL2rM0PK4fee3NJzie92uf/WMyoaL9YW5Ensi5MsFqeKxhAb3gJ4r3bHDeWluV
137u9qBIBvVoTj/F2v+iG+ihyLcqslO4OG7nBTpT2cMmZmiNX6bem5FR9edWb5xQW7UY7tBtDLks
sRqHYFWiT/bU+CibtI7rdeipQ0c3MXq3CrexO+bzFLbr8uN55aPpwa4wijqaR58KzWSuysL1wdF+
fdntlwJGJWN49nSntHuvnbVK2FYTASsCGqUEHoRu1aNmzs0oXzXQeOZWH93MDQ3syMEwUh3sFatZ
7e79K5V27EZZRpt/GzfdypfU2RcKPqNNttQHiOSLH3yCL7JovYQc5eJQdjQV+FDxTrKEOC8+VKYt
m886VDAL529dq9M4UPAgWMbL0NdBXelP41p/6aC1ahgJvEquFZaKxXuHNMXQ97J3hvZG3Nb1d6mV
XwuL2GEGaCrAMfqtkGanIvtot7pBNwM42Lv2A9z5IsimKvGVRvVcTzXpd0RstxlP+fZ6s+sUmXvb
JUOJFGSs9+6gpaEF0OdoAeR0+iwxigMMtzKaZzCSNXbaG6oJBW6+nWbg6zpDh8JV+7ydncBTu5zs
vP9jSeBcVru1MZwdIIJsbVHM1mG/lNThamAdRxNvmjVeFNsv66wVYS6N7razGUG7o5bLP6lEnGDP
mz5wKu8gzRTMEgcFyUuU3K7XXpi5XFf4i3DslBvP2+Po0uao+U1B8Us6je7L8H525eCbGHyHHfnu
N5+MuK/dR0cvv9xMO/mG6q5eZ5+yeYNsO5Q8p9kXB4f9/pBslPRo59nbZKOxVb50kw00Xvw0mQXx
mavP+4D+FjbzEMzz+ppSs4IxLuqgtSj5NvOpK7X7lfo5bHPTZwWHWWbVHdKajBMPtCDjeO3DKJnJ
85ESELczK5rNqwWihWBTzeWF/Ss9t0jG8bTU7lEbRReMDvMUt1p04J7ePx8HxWI6v5M23OXjDFrC
He736ayZQCUQ1bpQ6aXJTvR9O9IDVQC52PIfKRjzNcBfe8GCZh56wKzRDipSWbA+cy/kc/n0xLTH
WspXvaXlIzA4hZSQggt1zE9wWA57D3tce3tDH+6qg9F4T+vYnLptFvGEYzaq9OxQruJla21mIyCJ
jG69cE9+2rVEeph+V1nB5vKggu1zzNDjAJupDbNi6sNRZufe4r1RcvUDA6hvWLu5HqryU2bGC6vy
acSoDcxtPfA6CrI5ueyirm+fzQ16BSuWbCDB+771P4onxnHAG7tW7x4JWMCUh9B3idrN3L+b0Reh
lLsKps0MUykdZrBpoi3gr73CQcFdOay508s1pVwYbCdoNefYtctRt0ew0OuWh2Ia7gyf/+A25r9I
dPHYij4eF518srxRYVFyODryM93p66r0nLfqyeRHGbTdfK2b+m3OCz8SfFx4iPpzP0rrqKExBKDC
EtMoFx7gfOZ2yuK0gfEkOGOnKj/WFbcsQXIoMAZLUQ3kjhByELkti0w8gGmelb9ou/XPd4vHFsWB
0ugu7ftP22sBlZu8icofnzuN56a3keP0Dwt1Al9BmfiU/FQEjOj9Olr2UYalfYfppIuhz3eBGloj
XL0/vSh3tpTmDj9p9pNb/oObUjLt62pFeT6fZgU3ggXbrKiYT9jlGJGc1AVr3X9xHITLTDsj9BMG
ABGiwPSByQBjSLstsLUsMOm0aLJOEpBtwBrLu0urxohFHJrMHCOoow4cE5xYou3DaXiel3ROssWQ
bD2up8Yst1BNgKzaWwijoz1q43jzoBnnYqrp1n37jPpbxJvgpanz52rzd7IT77qaEgOynks4Q1zK
tYtcZ4YPzYHsCqYMYylfuh3PQmvZfSAn+2IRdqykdqq9xgxuz9FZhg8fCiI3kRMM3vK0NUXQ7kVE
PaxH7dhfNQCDmzsmpIyxAzg5fxsQwZ03AeYrDKxD3l2HphT49Npl8WAM5RpYbLFraTOHY+0XUT+v
SePgCBWOdqg508NRqLNns8cqVXOx5bPNtRy6+9wetGYM59QcWBXJ2Z6rtDt/Z8oveUv37bNG8GcJ
yNQi+/YkFliuNukoMPRhhaTDAMGhXCJcqwAVIfb2p0b3WRrzeisUwOXCgQAE23jtRO7dQf07Wlu2
POzaH5uTKvTS9B042qntEEbGFUyav7KgsjdXfCGZNWmBOW+/Ih14f4dn3whrM6OMcOQ/chaQAzlD
/M4LHS1ZZ/mFW6aPt1Y7NxpGdHsWLO2ugIp9o32RC0im4ruumi0YrH2Gse3fA4LE7FUeeuQq2H/0
yZTFuzEyXHJQG7Nl/M83+xjfLZ+b0kH3rxdnFD+UYDfDx3AGapzGZmPwNL01Xkz/iiYqSlBzk62+
cRwnq24eB3f70HXEg8wy7jkkrSDvEUe60nUjSHmvzbdfWv+2rN2Pfu6OUTZy41TVgdo9KaR4cVsW
7OWoy6huUFdVtofeDeTNRPtYCO06Dr04ZnrzaakhHKxaQTvmu4cE/9c3QeyV2R/WuSyk3J4CuryB
+zeTg3B4tZrqq2xzGWp+mdDvmDClXaS/Vh0wAw1RJT71eTLZzlKBDh0mZjvor6pvdyZcsCUdwnkw
vm21v2RjkwbS23+LLx0mcpit8qC7nI1dW7BI5eRA/irwh5s+3FmrvAzDwBLbUCHjpm7YmWQ7yTGP
Bun8W6tqvVq8QKdh4Voc1kAIav4Sw39bcjRozV8v1X8dBmJxhus6qSRIxpR/bJMTvEf2dYe8vPdU
nSfNUh8bxi7hUmVMGcUPO4M6j7EJXBtEjLInFMuKHN6uUUs8U8uaW9ZFyBoAfMuJO9I0gi0disgv
0cChyBi5EZJIlsfkBV0h5UO43VcbeDaPabK1Qz4N1SVbL9KdrYM5LJfU2Xweq7Me7KI9L+Zr0aDQ
FQZCyzTMzQEqpkIn3b8dTJtz01Evtvi7Ct2IusX7sKh8nTx9XDQnrlpMMqZ4Qvb5r6r6Fw2hClL0
eRMmuzkG36gDjTjoi/Jh4KfAiJm/LCWpEGoGCsE+lNRsYFaVvJO6KqJl4OFNnXuShVZGTc/B2u3k
med2XBHUEnbQzmnMrpsnWeZwzHD2kPyUmQOgprnM8uIJWPXLXHIWWE1RRe7ovnj2+ph11ZtafCMx
9uXkMdLiqV9X5PZgTZkvzWo4ltV8zf32albppbCdu6LVXge3fgBI+Mfk1wlk2Er35q+rtKRq5bFS
oMDBJMJlzfOrMwsROL9VngrGV9XvQC0RAsl8gaYXF4ObFLSIvVj+0vhyTqvmdWc6lgglf/rF/VnB
mAemct8WTkQ1NiNtWxktgq579dEDJpkqmLWZFo7FxelwXjlGdvQ9vvsc+8qJAAPOSx0KfbZPU7Sl
Y0R3ah4ZJQfQ3rvE588XtI6YEwjE7ASYZYLsZ+HMNb2wr5xbFMOV/VXQ3kOjx8Oah2s7P47YT/u+
dcIiF068dB7nDKjfxaUQ0ZhY545uwne1nwzlcxEM/R4s1YHRHqvBWVuGW73zWtXGAxryGDZF+mcy
OyCiy0JTsRRRNrB9727zl1n7P+mHZS0WdXuWR43sPu2JCgcx98noawi9vR/5qHin1aSZqJddDxlg
VuG+6pfUQB+Zd6dGqAVcMdW8EXUxPxG7XsZ79pyz58e2XJhzV+8mW9HFJy/8nZ6n77a1Hr18ehi2
GQfbBbLDIVPlXU+MxsznkT2bsoRATUvOFm00jKza2weee8j592xtD7DAwEZFNi3GsMb6ZMWkxB37
1TnenWyFu78WerLtxP0Y2iNSarxP8xOLo2ymvZjrfkecDYz46T/SO9hueC5VUbAeItJAGDnTkSzp
m7OnI+iIpj21npoZtgx3feq/VsWS+GsWDRb3atVkn/ra/Ejz5qZV4NwtRALwqKinbI16mv/TTZ51
MOSpID1sqWmHTaZqZawDe9XTMu728QKR9w9+fgZa/vY0WeuFpfxLUwgCyEga2au4W6fL6lVP9aTO
WlueUeNPiuvQoibc/fGx3/xwk8+tq312k/UwlcM/qsB7BtSX1PUehUR76lX1Lvb0Ll/ufGs+mew/
NnN20HTtqWsvFvcgK8BXzjgQni0xP6m+PzjuAmu4k3+BDh3XncKu7S+qSE8Q4eFnr0NCioitT5e5
qp47vbs4t9Av6uDvqnE/DDt7ajbjFW5zuLM30OLkjOxm3oLN0/RA0CNXW5Dty6Wt0wsO+UH1l8w4
YJu42TS8Q2VNPfMuyiOTWJvgdv/1prACPAmCqoNM4l6XCQktdiLzSqDnc6gPCk4l/4uSurhgOSsY
bajn6o4jv48IMriSv2ftHQoEDbjbjGdfuG9FaljcPKztrDeUP8woiT+b16ivtB89134Xk/tUtOgG
I0feLn6nwbqmOA4ykiK12ZqjfqquC6OgTk+t0DPTr9Y2z440/5AjSdKPS79rTtzCW5KVbmJ24z/c
yqe9rC/zaN9mQ+yOy5/Zr/4Dukuvas6hDlwgcqCwMc4MnOfaUAX/ZflCqXZpx9HjsRjv5Ifom5XF
q+HdiQEWrUkFFUkhDxXzEDjnT4zh/lZbf2/U2onGLZGChe65sb90oz45k38q97AS1dtqTzHAtylw
iSa06vGwZfuj4RnHxc5NVAENEP1H6qR0RfrCOnZL70PaimZbd0r7t5efXvasLMFszP1wWbuM85p5
EwYc+ghGkXOecwTp3ovZokzO1lPmO/KuM7u48KZ3COvXTTwSoXNNM0r+nOnhuXQO615x+nrV+w5t
NbSauueHHtFEV1FFQkVm9Kzm02XpW3vwrI6F7frJVNr7PDB4PnRb++hVqcTJbJnHEUEpt/X//Ikc
3b5zPvqSjBsgzwxEyLxNS4SgXqLCMILFa4wcO9CVl6Sw6P1CbMk2sHPt00Y5dXucDL9P0p36kz4x
UcVmh4qDDdq5CgB7y6YTh4F3jel7NAMgCQXJqad9NU4mxUHgk8Hu7berwOru4cjygOnn8A6DCmfI
SUkQNcPyDPI3aQzkoqHZ5j9KfjeCAB4gQk8MnvTA6xy8L/Qn7HXDJ+I3O0IBRY/0rSY2S7OOivlb
rc4aSIDJHKBhbpVTktvMlooecwlFTRVaq/nGivN9PdF8Suc/JJQLCGXkXrIIe8Fnlu6kHNtUk20j
phCG8RRzj7nR1E+QKDRnJJ2DpTq5bvxKU/oj9gFZPWdQ5vDjZ7TMbw2AbFjX7a+h+j8F0u2RmyOe
+o0TjCP+sSTCIcrr4ruwhkdQhcDsrdeWmPCAohkLt7/1J7auP9J6W+50brrOoRvKU+cBl1Z9odez
W5NenlFYlt8LuO9c6Hk4T+1y53iNB3+Q3woJOQRUEBB0+3HcV6u6d8rKC7WyRVnOZOSk7gbXZ+6D
2nFUNLMm9GB0js+Cxvqbo8nhUi6SfuAm7p3xx1rQUOfcQUoa2r+Y1K1DTjQM883zQLH92M58vFOp
M+POfxoymMJ5RQTGEvxLIk8CF5+N/xooEmcGAFcj8NCJllL295pN9VwRD1uY1LXw8X/J93gdBk4u
VptZ0PcUqS5zCpMZu4OR2+GY84HsFQ1GWXCHOHj5g1LwUJ1+EnGZc4DVMg3HxmLYV0Oj76Qkvrdm
TlncUaH9V8y3Flrt0D5rhDwpFwxIFTnweUsakVXKKkav5mdEW8sUTR26SuQ4hghE0XMSmBpEk0Wh
/q/6hvhoWiXWtl2QpkGRa81vjcrsJ40XvL2FYm3pveYCXOXPDjJd6VqIsBrWAmFIQ5U5LBZ3RNfO
B23UmL+OANE98CcZZF2QF+I7dfIDjsYtwS7+bbKHb+n8WvsGNDXP7X+TaEkBwVTOYU4GDQlcQzAC
83La/LXZ6/LYTCSwjfNcBqaJmXBDahhEFlkDb+RUTrGt0r/AkfTYEmPigwYPB+nuUU7e7eCtP0Ip
/s1UTTG07ynM7VvMOKEZnYf0IQqOUpbnH7wqP+ikyyV8XrycGxqZ0w9eqLRtC2mbHZqR7devU5fq
TZxKUxo04nSFylUnpOX7jAEAggeRiZrKeqqrvIxSoqGy6dcQ4k512cPSUWguAAcEt++V/Ynz0C6K
hzjiqoBqS3xNfz/YM18UEl88Ce9KVsfVK/QHEgf40/TqHggu0H83wLC0hAuBGxHSz4EHZBq7HZjH
qlEyETSEJJ7xAFYtlcnYlY9Wt9w37RwCT2JAwQlPJ6tJdjH0K6pK1K/tR95NZzMrok0n2YJa2z+2
xpN80HNvemRqNgXlze/v+mDOK8+KQKszLdmJ/nHU33TyvOPiH+oce5rwn9gOnQPseF+aonrJYZTL
KscrzpL57jZnIAJnOXZdmM9iisbSmM+d0NVRaVb6YOzi2SyMnPZsaALEJOM0uPnT6NtLyAtDUkiN
ZJn9wet332jLdm2Mi/Jq7z4tkKh9Pn08Jqi2rdaHxoatie3OwDebe03AYfQBrMbmrVT1vCLKiZK5
ya5W6I7UEEbfkYJS+yFWV/42NY3QmZgczQKKT/li5BmTsG07r2ilLaoqs/Q7AxZtCNk8bnJD3eGQ
PipdicvGt9cttNF5h+rtIv6HO2W0o/XEaGBfGDJ1HewS21GeeGm0G1IddHwLIVO7jE6PTCqCD3Bt
zHynmDufHItvda7BVZIbk5B6oUAgM0zNlPM9Aag9V/s88QciwAcVHrVoPVY6EQCmzmBf35jyrfyW
rOrTh9usWcQAz/sHDjeFkaY3UWzdow3DJzF4iYNuLR9uySJcUWYXreb3Tid3aw3+qVGsZATAisuZ
V+iip+Pxp8fSxldTLs0U7h0KKY6rXy9b39r8dpJTBCoY8iH7bMnaO224+v2xLyjFnbH94kTRkAxS
Pxa5P4ORJmxjaJnzqs4IC7UkeJIndt+qmO3CbC3zKF3PY7tijFD2p+qt9rDvho/tpwyaCk/DWvQP
fsP0IR+yX2Xl+CbpwPqq+NeZtTzL/mR0SuMjd2nybIYfmIv80Ei1e1YMCc0j/vmweNlb6rYIgLPl
JZiQ422znzdB2EbRVz5tuJnI7NacFa7H0ND7owyymRbJq9RsmR5IV10zXbYJI0k03/5u0roxtG2I
yDkd+y3D5JLvXdgiJZBcAiA0lXgzDMbf6cyGv2nwKBcvbtG60rn9NAS3QTag+1o0kdOoD+eiH//W
I6pJhciJcDO85VJHkzHSBuvHSlTPvBoRKIqaiTFzyll01SVlQlENZbzVIwE93uSweUUrwDtLWpbN
u9DS3aQI807/hKUXpaP78pdyfO+16dXLUlp6WSU5ESq8/LYWWSB1g5Wv9ygneeatG5Eka8HtqsJa
chpMLSMJvRwOM9HTAD400i6EZiTMpG+2RXpVVUovMefspde0s8CeR5KF/a/NM4J72HsKyi09F3n9
4qWDOHam92cuUWY9Z67jVqYx9rcRV41QiEru10ABCzCP9Sf54Bh0RYv3ZhYMKe3tzbenh61Wz27m
U9YllbnMMY8g1mfpM4ri4CckRgWlv9/LLvJb8Zy6P5vnVAxg6JC1PH9WFJxVh3zCKIXzYnkkbDDv
qfQyghlj4oRwa5lczu70txnck5Y3b8rz3rUaoZwJ8Fs7zoCd1cUox+e5au6qpgDXnR27ob4zMXin
efWXhK3/mqH/3YzuC3k6GMX+YqLa30yT8BfE3kUdkuucGuUdiAEKUseORjL0wgKsbNyZBo0bXQY1
AWs85PAA6nLCrLTRDftcP1hl8V7I+knp6fu6t8fMU5el3+BDD4sIBuMZlxHp1hUIXkIj/7n8XM2N
HtRipGFLerOq0w9zB/JrfJnMjQQ1QQ2+rprJ7WwBSOqsPZ5HsTBowTrVVS2No1DH3J2uGr63U+ir
ukGTIZDBKHCxZRaGArO0zDjT5xVbc5a/Dp15mBm7nK1q9mPLZXheoUw9GDXD3kaDi5Sv23gZMkLm
9Wy8lwOVpth672i35ChariKeMxs/C1WIq1var3qjqmPF1Rf2dqsl45b79ykEOP6vSMMvcy8WIOrj
uJxrppIHcrhey9127jkgDpYo6tOUVnXg+FImuX+bwHnTGlfED54K1SZWDaie07UIXKvarhB39gML
IrdpoC7uXP1tBmFgbAexrR/uRp00uNKO0HOfmRLtib7Dipe7fRTMMihKh8SvKC72rD+s03wp87Yj
7UN/Vhl9PKspz4RWEU7ogB3U8j7eC6GHIwG5yUSCChGkB+R75lQLcsvmz6Dg0QomeoeV1ymfLC1o
e+27cEnLW6zsy6Q4cicfeL3F1zMyJ8yoLWH7twGxi/CRVypUq6qxIvBlRiX1b7hidIlNe/jopYYN
3kbeg2KOoaQvFVDC6dNXFIG32ZQx5vXjLTJlm+uXSc9P3WBxM+uyPKyGXl/8jCWUaiXdho+CMTg3
CZkqjn8QcoyYnd7C2URupq9pOkK5JjapwFobSY+1k3xPEYvWV4YyyDAMELxaJRUBBYRS4d8UZX5d
Or0+erXYLiZxKqja7YEczOq9Sf9pYt3PE9Tpqdu7g7HUdLiLjY2gXWZa6B0J1s/iGX0gBAds0s+W
O8eNXuMhnLqjt5UnkIVxz41N6JqZuHJyI0dzw8wbnaTX2lO6SnA3PiVrP1nPuIKTcnDHKz5Qsozd
DNsCBi7kdFxFMMVlnCome/3aPciiMljB2/Z7sqDWwO+keRl3blPQ4tUpFcbBKlYUgjW9eunyWyzM
07RdP2TNYVKme7MImQEzbVSXHnG2qZb1spJQgzN0wGm9OmfM26EvIFTtW4lyVg5MfzMNk0xWJOV+
Upalndr63ZHrG0l7b9YEF9bnUDdSy39OW4PL25ROuNy4JnKcQkfY2t1E7VAWQKVStwAbSpV8VCK/
R8aeDytxgyEBUG5YpMySsJa3iYObuyspJiqzuJhGld5VYKKONlPWK5tC+zWdcWjZlk6Wl1T7eW64
/XN7vbapsGMhJ2SpgYm5W2Px1JfKI/tt+awm9MeiGHcsaY/rrZw1hqGPCb15W3oGELIbX0zrH/nm
+MgnAtH8IS2OgyTRpAbMQFTTu9Jcxsg9uiKW6y9VlTLmu5qSYknfBRm3yCW5fi07erKKax+99ujz
th2ND8313slZLI6ovRqfPwr1ZOanOS09jFAGEgaqD37kQCs8M+n5/Cn8xaHNHG6ebsZmtDiPDsTV
3PG1Q5kqGxElIkDXjDZzmgime+CAKPjHbuHU0nFDvUOe7ljmYe5TgyEG4U/zdSG6eEJNLe91IYNu
Hl2suuI0TtxwjKipLLwNQVnDrKc3j26nX+VSf6+EsVubOK1MGTZbO26eOxwbj9w8Mvr0Yfje25vf
ILO+U4ObuZu12Oi888oKwnarDAut+HCdDzJQUKmc65qq9WxBj0tnMrCKlArUv9lOTIcVI8fNfsyM
BpKY0INeTW82HWWLDm416aOnrXtsLHyvxvCk914sXKwO7YKN5hb4lB9sckjCbTG7pHTmgsTa/Dmr
W4t5YM/CXtm8DZjfx928LYtC9uknzwfADiCx0fwD06njPK2n0v0sOBk64hAC5BxMeMSX7noWZUVW
nQiVw52G98/MHbIgcfAHwsO/7maffsXlZWL6D5xxxclduMhYozhk23KQWNyIodKmSDRbvPToXHYT
plBGIiKUvqj6wW5J6z+9rL1D6qqHbEXgITgsPRVat8UOugtSXG0UibSFisRoHnDsbImseUNJBUSK
bbGGzSmhgrqG/OUg4e0sbxDMwvhUFdM5Vddl25wXqbZ7jNVHWi+KmOIB400a9Y3+YOlYcGAAnpVV
oVMTeNnL4ZExEcVi6zgMpcaDRs5P7fgbQXLaT8kAA+sPv4Fpu26EulK3kc5GfO9/o+U8z3WKkcvG
CIdxIhq29JqVPjseozqYegdkr8S9YnM8ZOLDcMrhPdPRSFXDR6GvNuWEeRa9c3DtgkK0Lr0o8+6H
vszvSia90azvdyvgAErXUR4Be2u+DMm9OgGfMcNs8gU/V1c79DZBCC5vgWMZd6IutMDJMgdiSHZW
OQNjUXtYUtq2OnD8POpp4wU7td/uYUApKScqiG5nv2cPoEFGpTwdOgxPZLNOuYYNhtGIN9eXqm3O
/FuqoTs3LEVnvmlPRMbhHpnXM/tE79Wtbp0Km05Szd++T9U0Eb+ncPEFZpV9eCODfJ0A6mDRBhJp
rbnDwZYYg/GgZe58WnAOQpvWLh16CYVHez9h+ydVTK6qPK+q+PZuqdiyoNFlZ5mVmLx4r9gaOboj
ScNUMZFe2XqSeeKepZsRQxxyi2mzeaCJ9JW6uA0rC0N5O2IE6Eay50R26czsV2/dHA9hc8jNd3Yh
7oxsyVhK8ECO9N3zNusPJSdqwmz6bCFLsQegDbGrn8maNaNR92/bB8T1sU5eR7xav6NikEuH/91I
9dnnlhNTLE4MFiiV8sE1IuD4h1nzzbjYsZD5TGH93mStwOcS99uNXSVplcFCX41f475FKcTQgJZL
LinUdRSCWk+fBLCUw/8TKPMxfzM6mX6wcvCsm0yKTVaY5mVNdOJyD76YWgRGfux04rGzcjR5JNVf
dsHUc7Cylepm+VJ9lwVZqTshP3xi8DJniTYqwnBu+MoapakD/OW48tNQAb+5SpNzxcIFR095oVQh
9Ws2p8hnT8Ip2/kyyLBqsaS123ZHXuqcAJ9kOUqSKVcicBupOKyA+AbiliOaAyJbxsiUfGutwZi6
kZkT2w3bhqUi4I/9VyysrXNfudMt2nwvQt0qGWWs1T2FNJSkkb3ysvg0bkbjAcuUcKbjPss7Da82
edfpg1+1a7gJisZW4qpTxepEht181xrrocWB6YJhNAQ/e4yaOP4WoT3b7jxjnbFe1I5jzF6NDEFx
FkfWVC5G1jP946SVrbiIPPvaZNf+j7rzWI5cSbP0q4z13msgHGrRm9CaESSTTOYGltKhlUM/fX9g
VU1VdZtNW5vNZu4ibpJ5L5MJIhy/OOc7mzEcvmVzvBi1EZlCjmM2H2MEqh9S3QzMzvgegkfvUtpm
g4VajXBn2djYqwkd2QnV7qvwrYjy+uLBuNvYffaUdqWxjk2Wa0xM4lTeq9b/UabyyvYdYQBp1xu3
QYM7pcihklzsWc2n+wnTgy5qi/kDjGmrfG2YsaNiKhiRci9hTDGQPEzqtZtCGmNTSaQwBGm4ZrMv
AxOnycjOQU3xmQDI5Fm51aOyUQ+rON1nAjhD34rqVhrE73Ela0bdxTfHo5CIA6C0gcfsQBQrU137
NjlO1fTVMbvvmmH/avSjEyO077qe5AlU8Cv/PuZlPX4U0Z+gRsaQZd6HXfrzytY+t2qg4SwV3euM
6tFE8iBTa98aY0XFbu3nwkWfzIVHnbny2gp7dM0oOCWNnYEXdx8/oR7B3Wo0nX3hRjui1tZRVBya
eRE0NeKPRbA90sLpw8quQQ3B0lkYWHTck2MgaSk3njn+al3N3TrQidr+H8rXj9DPENAx74YlyHWd
2Yf5p0gHh8kWzxnaFQ6CsMR/NKDiGdhFkVYVwce8THn4UhSc34mwNugvMO7mO6mYcIFdWqdLW29W
8tjk9dYeA9TDfVivmKmQDNkEh5KcQ6NEKF1KW5ymuPgayahfCSQ+TtR9EdmMXM0kvZ1RSwSIp3Ef
GZtIQXQoa5n2afaI5pTJKzt4ojAyRR88V2gdUBi4Zttu8imeOdmpMnJyblcq4tpo3+r3g+Uicy6y
c5i697hjKK1Unu3CLr/Kog2Q2oovblbvOldwEIKGnAd0oEw/LGQtxboMLCKeRk5CLpHZIJMhyYmo
Uh/JoF9zhCunvpSe+uMbFdG0gfFVCGPnSwrqsdS/RN7uUm+Y1tr0vs3ld1E5vzyDOowo6nE1GDOO
OMXkN2ruudt/KxvnqfXQIHt9+awJ8EP/6u+SRSEyIRFosiLZMt5sy0weuvxL2xs8xiOi5BV6Ba7s
yklQ1uqp+6kWrmYa9DOs3d/ZmHKV0W7ziVW0yJvlzPAvqAcqTEiReU4blJbJejmenK76E7uwGtxq
OljzSH2QdndJjOnR7zykB6p6WyY+eshII0/XaT0f8MXxfOvTFz2Lit2b/S3kKw6B/WXwrXRHyCva
aiIjV4XJUzItkBkQwQ7WdeSSuc4xpY/gr0qR44/+a5g0W2OOriBUXocSRb5ZxdSTtnfI6IAMeeTO
rZDGzdm6cpvvU8nOZx7bo22i12fd2B9yU30TA24INAAsuuwfYTp+69EIJGVlkE5rn5O6+RWWWhO+
aK5Y/5jnJDO/IDbw9n6VfYnwem4dMZ7QAMQ7bbP9FqHL6jKbTtKZ31szVbveNA5NYzg3f5yObiZo
7lT87DvdW4Aua5OKgFlBH1f7VHf7ZkCp2Ewi3aUpW9RUxC4ht9NTy26O/FAbFSMjavyL6CB4t9eR
+7Cy0th7aVAfiN30MPMRmDpLlItVlI+bkjd0qREVojE1DmpipReUemPo5AOSzK1iVoMZzf0hW5PW
o4p/S2x9oDicvc4pvvyhpoeYX2Pykq9oRJk1VvLae4fBFK9wnLd2aDyLoYm2dpfsVEIBUylMNZq2
dWTIxorw3OiqZsnLTKg39sqqji0q0KlHcj5hjszb6RDmt7EsXsfW/1nB7ju53Czwyg5OrpwD68al
3TbOrWaobNnfBvxMm64L3oUxJzv8QDzM2Ds5sbjxE0CSbs97qvOaJcn03ZP9nQxhnHFpjoYHPajj
jND03YsSyKmj3PtuTf1JCs86GaR8YckPxkM8GD8qWVJFToHaRZOzlyJILm34zSKLYhcG83s8xYzq
0npdkm0Fsy7azOI6MwkbQt64vh3R7Q3zCVSosSvIu12nrIF2YVPfS8d7/vSW/Y/s/f9PnXj/P7EC
FsjC//67G/+/sAKOP39n34tf/2LEW/6P3991++//Jkz7LzJYwED4/W3oax5OuL+RAiz5F3SgloXb
acEFkF/6f0gBrvsXRxr8Fqoc27UtH77A30gBLl/QMMkhQ7liABk03f+JFc9a8DD/oIg4kkBIYwkk
AYAMdMC1F5DAP3FrEgJ8gthh0BFVlf+IpH8NJpleiEc59VQ728Dpnqsq/ZW5qUeKfVvg57eMXUth
MUTxjCgG1VlLxXFxFnTemNYvoN1cyibULTOevt0/Xdz7X7+z/wWe+E7KfKv//d/Mf6Vo8A2DXXC5
Ak4AKA3IyvL7//QNB27qulRgKb4hezg5VY84yo3PkTTeTAwAKwId075XGy8IO8AzjrsD2HhL1VTS
+Tjy4Jniv+F6LD+nf72G0O4NXHLoxQnVNLwFC/NP3xLj8CAdeh1tRY/zJZoxWJj+sfbNJ2cuniY3
6T9E7x3pCGg+VP9FuI15Y8v41ml/Pyb+fZ72dDTdB43GmQ3ktO2Hat5lUXbWuSs31iRQ4jX29//7
pbQWGMi//OxNTJ3ERFku/8Cz+E/MItYqKXmRWmy8kULQbYqnbuJ8Nca4/pBDvh3c7FWKvmWMwkNZ
ySF7mJLu3iyLvTvMBGctDVmfda8ARfPXzvrTu8GFlB2UhGJmPaC/TvEw/TdAcjC4/+WCw3XzuHN5
d/gu1/4/37RdHSw2cCqQJX+qyRz78o8XVcj2iA3l+I9PTV4sL8by4lphSCO5/JKFQ7iJmL9Rz/z9
C4hRy4uPRZbHAKRqhhHg1he9RVWp6a+/+vzc54ctSe2bICoRCi7/yedv0Fyhp5qfamHH96psGoT7
J4G58h4sL5+fthk3blVf/hh744O88/mhe4UDbNAY1WX+0ITyrTO7b51DINEjoyM/O7nL/pCb/cEa
BPfKXMbfChPThd/t/ag2vzIIajeBNZo3GefxKR5DvfeD/qsZz9Yl9ZkGDZQ/SHSIrGMI8vePDROM
P43Zn7rNzYPjie6mMf/j6grJh1YVW/OxZc9lpN5pZDh9wbfbkOyD50r5ZX35/Jyipa3i2j1NZtRf
QtfoL5+/AovSX0p8PqdlVh0YBcugwpfBaWxddnGBOW54g+vzmOQD+0oAsJ+jlHSZp1gl08RtozLE
XJ+f7WFS7GTmv6MSwGOVJ+XWhOxXrpIxic+fLw6gEyZSgvG0jqwzm17zn156R6izmp503eintK3U
Gmn1u82qfSuMpPlmWK9xZIqvLRa8g9325e7z02ZJDrvf1++TYRuHxP6dtITEd3NbvM2keO7wvgg0
MW7xJmo6wdlJgE4vH+IqCBEOkVvTEJZ5Dxv7kqkx3TRWUO/TWOgXxfl+rXTCUq9pXz4/lTOTwL1R
d+fPD5m5JMcBDLSpkRpTao7PoVWMzwOiOsaKFAN//VyeOzCY5Obzo2j5z5KIv8Awh9Pm839gKObi
eGVaiPjnC1qC7tITI/881rO85uPw14/azG5P9hS+N76BrCZVc3nOwqo8V1QomyZiOMmWBtZh196N
PJBXCqRNuiy8QinwjXUYlD4/VEbLmbv8hhB88aipNyJYJnAJfBT4FzUi2LlCGLL8khSKvRVO6kBU
iGahE1vzKbWI64UMhzOXzTTgxoSJSLC8hKHg4jSt3nQExCx+VnHqExmeGpgWpyz+1rLUOVPvLlpC
Uz1ZndJ7OdV00wRRqHWI2Ifde7XTQWxeoMng9q3a9DwPwaoQvtzEqnOec2cx+Sr9MJn9kZ5bnJJA
oISM8Z1PwRCeKkl3WiWFcx3Nt8GMPUpD6d5U0xtHPy9/tn6b7PukUNtBJeoL4XIU/BGe38xt/TOR
Dkkoz7njIC5aiCou6tnzlFj0/p+/hJKmuVBRzlpM44nvs2cpGGOMVXnLCZHe6DxFomVG4a7w+pl5
Yw15cvCmY4/DHCH7F+Fo9PF6+ph8GlQ3w8EGG+cSOniImmqZaYNoWad2kjDrlSk9ih3eClr2VUs8
2LkK+6e8kN4FqQJGBqnvLeX6AYgpU+kwcF7YdFtPdeGhu5fFDbEjQu02jrfj4A/XScXrygsZISg2
WINvPo9WtC81TlQYA/FxLM3+GlXykjrBc8J77Q1JVMEZ0N+UUPk94UTd6PGUzndtOcApzIg9dZqi
nMA0MHvBOkSJv8pMl2w7lW6sxWnSVi1eEesQxUuQUxn128nqL74wq0085BkklGrcZ2b+00ZBVrIt
OtlxdbEF+1Zr0E+NV2OJwDK1+HGqVc7i5F4CxjBaaR8xQ0dbAiuqrYGh7xjM488gr817PVQfQenq
g0U3w9Cs7Y9RFw8HpRaXWz96Awk9KCOjJGYiHlspa2i3eHgxDYrM5auxvPAmWHOrkkPEhmBjwu98
DyO50cnsvDacSHVGyzpGBgrzZHozpvS9Fh6exynAJh0ttweyvlPao4/Q6NirPtdXP0XdWiTeuCX+
50dNl7GqfAYgYcYINEj6H1IM3Q2O/p23Rvz6+VIo6xC2+Rrd3UWwmKziq1Ux1fHYEl/rebCHlbbk
ez2N82viuyd/6edNPbxk43jNICNvo3Fy1pSM9TmcnfGex7F1gE/6LOZmbxZyerjDHouDeQmLwLjg
zjlEPN+HVcWcdaOjXl3LDq992l2DpDZvgIKjTSlH/5onbrb1AnxCIuydQxlqcTUH4yBYB82Key/U
WXkti/AYJ83wM0R/C8s5vZhF+NG4ttwZiN/OfbyvdD7fy2FqHn0wruq2D0+RC8eHZBec6fM0xXCu
DDTZ2QBwf9zULu7ROYSsqgKN/q0c1p02opteXqaKwYNdxfNOyOlpKj2Xk3K8seUTiOgHfCE2kXRl
wDwg9TLaUFejiJNR9DrFwGNUsxNj5z2CYI6mjTmGYguEK+GWjRlqZhvynMor+St4F+cy3BpVM13g
TvzMHOsjypA/TG4hGVOKecuqD8wVy/e1Zd9tlu2bSlbOsUwZ7YlGR8s44MdoVTOVjD2dpz0KnPhC
3dqcS//FqDL3iqHmO2x5NlRJzfLXWgxVbacPedGhxcmzYY/j/N52Hi5BO022ouRPse3R35txdzHr
+S0cO8WzvfL2M4SvLXM78zmkmGCf8yuNzPgKwHsTy2nCq0TFfPZMZP+u8M6d2T4csy3QeIiCndmE
QHD2/8QMXe7heFk83GQzfo08r8dzinojSzrk2WQ2SaTVno1BU5jTdE4Hpv7zGJW73BgVSPmEsraY
Vnkdz1s8+ODfa7zuRt3+DGISoaLmXUbzjSFjsDFt193Rbl3c6qdhkekQKTRIkWzV2SybS1RYvLOq
xtsGAYgCA30AoO1wk9uDhYK9lJeWN0SRE7KI0nYf1CVeZhlZl1Y6b5OfibOoiy/A1jx0ugicarAK
cJXWhanmtYiXpbADLtNGtJhNAtq05qhgBLR2Wx3sfK1x5kbNach6tfPG7DW1J//URRYQCGbPe4xP
+hqM4R9VB/l+1F537iLzvXBjb+dMsLIq6opKmjeakwLrGk585SPzjBxcMZnXIyMra2QaXQEDQBQO
C13PEhAPEIPUZq23Yf1jSM216KtvqMqds50wvOgmKVm2YrcMLRR4fuIVr0GIVy0aGfCZ2lpb3vxH
iT49N0Km56r0EHWnfbChxrR5irODsj33qCKPpFVdPdef79nI35lj2R3bHmBLWyFFM5c3Qa8Ki6He
3TGr6izQQ6MOqX+6zVzwqI5DLOyYVlh0EgJqocehiEQFww7UO+VJUqyrPjovbS1WmYD6EX2RV179
vm1P89Cn64BDEW5X6F8a4R3TEe3RZ1nRLrVFLHd+ljmsu+uu2I1DGJ8iK35Qhfu3kbZ6VdXCfwKJ
B2wqJVkt+oG/pQ6cp2pg5kZaAFbhKSlOVdTprawVfgnD6S+9OemDHXevU1NDMMjDSxb0zaHE/3zW
rp2ua5Hj9ljOStPFu1iXnJX+MLOn98NxVTaZufUFI+R/vJgJyo9iBFU1TsbRQQW4M0zgUVFbDayH
wFawcbZXbs8bKA3s+YBbG9YFkgLK4eG7ngb3wvbzlQCc+GAbujyO3nQfRSEejd4GHjKigjREo7As
dz+QVlknc/8aLgidQUXf/HIEseI15W3MmXEjH8NL7Nn2nckY4lv/UHuVv6+W83foRr22menH6Jam
q5Jzc4nTq1PRjBl+2u7itM3WEKl4dttPgkJRTp56RYu8qU2JyUzEPzXuib2v2D97mH/WvdRfq0Cg
yMEmTDXXMaWt+KvQnLpYlEthDJsebcBLqcLNmJg4mGR39i1u/LjVet+J5qNq2njPmWFmHaYaFHrH
KknePx9HOQCVK8gVb9WOtX2ybefJaOLgOtTs7GaduPtG81CJEQqP+fwFdq177+S7tOz2y9/eY9L1
HqGWyQZi6ryr+z6+ZTrIt3ourmi69DYritOMP+iU5x/W4Kh9ZMvvNkPOIO7ak0pSyXpNMQnNakqf
Wekn4WEAnBYpOiaQc8STgh+9jc8+GgqBpo9bprW74eCUabMhyUDtDCMvn2uz+jpZygeh84ysfKT6
lMWlT+tkG2YsjSM9lE/OdPGG367U8zcnCU7YHJGgOwbbG6L1Wo3Fs26FvLmkaawY3UT3uOVnMVe5
ftdu+xPVRPnT89PxrNDMX3SYdpfSkdPGQszLYZ9EIxZlVV4tdEuYXWYS20O4NMfPGsFr63fhWHJv
q8a/hDAhSnfEGmdgvvfiaZ+i5mRaUWlYPxj7t/HSCIqRnTTYzj++rys01yE6M0A9vGGgu+Hxrg/e
rINjbKHJD30MARAYI1+8waFDYqw4cOsqvPhckDtaUaRfZS+ADcAy95Gi8SNx963n+kdZti/0vDHz
m+wVIwCq0ybnQGZL3NG7b0ECZRc/zDDPAbPpUpzx2L496JuDvymMAU8NaF2WbXi2Z4czWS1GuqaI
UOo3C6EDle2bcODSzZ57V03h4miscbyEHT0n83/kKoW5zaye0ZCtrDPW8u/kIBavymluasS2PZbx
eNGGP25kJvZzKu17FvDusZD+7IBc7vrebY5Fm5XnzsKAWtaywDecw9bwnOwQtyeOJfNZOwE1debv
BowFK4tH+2PA28HqaCiPZQ+WMcLTH+uh4Q7EVFKWLjjoXNcQLZv0Apjo8/GirBwDGOzHbWFH6SbV
TfTU2LF5qnHnHccucA5m+kWTiLbtyuxP18jy+PlebLMi4DnsoA9v9ClIWG0sJ2CZIhmJS/aNrjWD
NDLnegfqKEfAiXRWwfuYhafPrU9oHmD464zOeVWny3nYAJ/PJv9bafWnBFENAeyGfbVFdOpFoW5B
McCx1N2psoL2qjsjfFo8KrVC2ioi9963lXGqq1/FWPiPEEr14HZ/mmiBjyhYYM2IHpw0pQoX/+js
bVFikZg6woLw2YkkHY+Tuyg1BqZASEXSbb3Ug4Kty9Sn/vnzxYSFuUtDLE02ju3nJMR2QC6vv8ul
kru4dcErjWl7zmyMsEmKJO1zkNNwcUNZnKw0e80K7GsIN2bUT1PebGQzZlcjyfIrEpErt8VLnCl9
cJWZvgzhMknIwUY2ZR9yaY1yI1OO53xGlTvaA/cjITrXtOcPV1Z8LrxCXJUe2dnBMIw2rpjQVzmC
BXc9FW99De4TBEmLdus8SwvrV1m1a40Odj8N6gVaR4ZOcL5mllKPXOPiNRukk3mNacBsf1rCMX6Y
c7svnLR45Kn9KEcvPKC2T7bmHFYvNSvDCpjl2iMI+uDbRfSKq3oxDOTnz4IgxHLCU4BTJQMzhVjs
in4x44id8BYkEW7j3AxOKVjIz4eVZCx2qoPpbvWu9SW0gdOgJpqCsfqw6/wUT3ZzMcCz+knfnpt2
yi5l5b5Plf4+lJnH1/acTej04SEqES1WHmH1yBflrgq7Z7z5+abwDNgRfjqdm7l+bbRbH8Vi9G9t
jJ4RsLrT/fPdMpPJhTdrLI9G2h90hRbFiGJvO4Q+oIvlqPS88rcunVuV5TQsqXwtMa68Op65boP6
iEq4/ts7EzNvzQrqGr6meCDcIh+vqdPilCPKdA8D1HoMUbA3BScx5XR8qvzSfozEBCFsxUeWGU8t
WbGWspiapeWah7DLVzbbdYBwQY0e9YMsOERyiD8wzCjEp+J7x6iL578sD6oS8iUT1XBqOGpg792N
+CJqK7m6AlGVVcBpDyICOboWT5WdMoIO+tI4T1/a2sD8hbtpnkAQRNMZW1SwlhGzko5wB743QWfi
6ScVuMXWD9M4WhXs2FakBJIAG8YmmQX5JhlLZtJtcuuNJjtj0OguVWwCpQm8a1nV+7iAdNfObXQO
FomtmTTXODLys0HiGiOLEcVpad295u3z2d+mejfHaAstI9gVdRDumgxWJ5uTRx/em4FZyqwpm4VR
zfAF4ZoZQoNhJc2ZKUhr3OhN6WfTl8/iDtUxvjpHIYkmhIUF0qZ1x/bWeo17zJu0WytPi/MQsL73
B7C1IiumHVYz/pKZB08pZgv8GPCVwh4O45szG4fUSn+mTRfc3Sk443gd8R8mOAuQ5IF3ETBIl9Fb
2vh7PLdnZuvLbrw65YZI15J84QOxHz9zu/oo0ZBegqZpTwlSRr9ETMGbT+2qYZxevYJ1hFNk6yRK
jH1S65NfDc451YLB1Zz3rwHWI+RC/WWwDe5Nnm6xk9mbOcODVBeyeUR4w64pC9oO4Pw5LaMdE7z+
1iwCsHDhemR9MVLb0nMf4Q5cgGlZqyIq6z0d6/T0+QJpZHqyg3euFyHHXYmz04yAHC8N8meXDIuL
2WtHNjcXqOdN13OjDeF8nINUgbVyiR8UuXV0C2yaevAOha/svYjSF5mwtEbra3HDpRbG3BkYARL3
HKbYVG1cCTQxj6xppSZfPn1SVK1stpCyCfR9RnhPlqd8lwNkbQqHIgXbImWeDdsazq+S/YDCZThV
gPCOnO3+UZnUB7GnIIN9Fne++8WzbLWV3ZDiB9fqbngk8BIOdBVMPqPMrJ8DiAXYYuPncszfdNlj
IlzOrSmabpU1N4eau5272oOEG2VvKCwJafUHdemo88Hs4CbewDXfC22//6NoMvDOIPdxfraUERSx
oMDJ1Xyx+1tWdNajk3GwG0PPWyvT7I6KmIbV6Lios82QQZ0MihMMRSaZ3fazYbEVaUZS9XeUpR5i
2Z+FY97pq+Xd8/JmR6wS7LfW4o3BfYmIU0V58svP2ndRhQ+gt/oyk8PMOe05DBCkcckHmhdbQ7UT
ywjY9YZ8N074taXVuBfI3RoKGcJox2NeIrXxnLnNn3liMibmumCIcMDiZnTJl46ClMmXYkAKL9P1
o/gFAs2SajuIjXYd58RYdcuqoTy1hheujUL6UKt0dk6M5oaZBQtS2VqIQ/tw79p4gCuUX3s15Hhs
xDSsJ1Ywp2iss73XOwVP+jXzdnb3ssR1ZjXtNmTcYA7+w2gbAxWUao8FD7vOaF9sr6L7UH+KUD8L
upgdX4XcojbKI6Yk5g4H/rwHKmqf1S42NomX+C+z21lbI2MIEme6uXrZqe2q6r0COMD36R9ct7kQ
1drvZj81b7FRYw1w5RPYRuOtmR3n7AzMGIMCDMeQB1vpJskeNMqwymxQD1nonFDDf5vDAiIV6XlR
8Tob0FKCoUNkF8pLJyzsWch4N1owI0tH45HjDL/NIqewHMOD5TU+G6WJJ7EZcRPF2E2z4v5ZaxBf
jkzDDee7183IIhaOFnqTjWX4yfPQPw2RTJlwyeL3M6jNnE5T+CvRLXuwFqmWH3+fuqjfF65482bb
JXEWukBkLDqrQq4a4Xb7kcZq72b+jybO75WId8qujWPR0XZ1WCbQZ5o1xTWR28ygNfP/eWLj4+rz
YJeQH2gREX9K+JBV2h5mdtsxuup1wlZ9H8sKrg/y+H2PTWruTxMUEqNitJaBg8AzNT/Z84iLTvgJ
LrWWGUmPlB7DVnRru/IJR+VOmY18mGpI1i7s79Kwt1r7oNVtZx/VPreZNfO4rIt4bw91eUiAXCI7
RluuEziWkCiNbTyNPH05kA6dXxJB09dHXE3w64f2Dern/Fx740ZNmY8m63tnda8j2qhV0UzdcYSU
u7OyuDlEeYqPFO1TbCPfiar4K0kneB1gNeAoYBNky7HbDinTL1NM/qoKU7o/lZ2H1NnP3pIAYNFt
UVw5+99NiWVEU6fD6QvnXQSpAjluAZliKQmxnM/bCsfFWrnsDgc69LOSzbOUk380DcvgMqffXdfX
27L30i2zQziDhWvC+ciyTZN7zD6T4DmF37ImeAZjrYNOMUtARQxZIC8jXPlNtEz1XctwsG1D6Uiw
mm/8eUyegnSRzjsq241zEe4TNrhJn/gPP4G4jRU0b5svzhzF+JZxGkCsLc+xWQzbxkcQiHBT39qa
HaICd7N2kyHhjp0ZutWQddI5R5lcG/SS8GnuY/nXinIsb+ac+AuOtzk3QXyEizwjVjTNR1U3RwT8
G0b7Gdqq2LnkXcPiN75out45xz+PLhQ816TeRaxgxynofInH9DROj1gM8atYwcFw+4/BpEFLi/DR
Uha/yE99uO+/WuMb3rfqkmMqxk3S/7KKDCttqEtiIDq9YRY0noLqS0cEyrbhhti5LrHeKfqOp0TL
F5E4vxELO6c57I5RqWzeaQqHSqUYUyuTSmdoA6ADwYiPkTooA+Wyz2gPYZ4UwzF2tXnENPCLgJr0
ojDDYsxLTklU/wba/rsvo4dVxdkCPXhuaRL3jWrnS6kAxnbOcFNBY5MT0Oz7cqrOIHDFvqvkPZ/3
htnfgip7qxlh0anEA/qqYt5wQYfTaKTGUdxkq39FmCJOfd/i+hGDei7IQXGcOt01rolTu4jbQ+yH
mK3DzefUwezYwUlXcEo7w7mMG+PYAB3VvcRcNhTQDNSY7dFyIHZpGkiRjTxaYnGy1TWgp8b2GP0b
B4sl2ISm1TYBF2ffmnHodrYD09lu4Qh42VBta/ygj6azLbAmALMYh7XPHcpgO2mRstvmeEFozMID
ypvnGN8Fbow4LZtHxTR4pRndb602w57IHv1kZgZaMiOGu+Gj5M7JarqL2QuRcc/9oSoij5F0ZK6b
JrdAU/W2vSNW4FvpIWNXvXiEnmJMPkXhja5kWBcSIw3DkPTaolKH5arPCXrWtYvrbJlTbWwl2/0c
js2BdSZjC4MJX98/FWwST9jrvZXgqS5koNj+dbRchC1Q36iaJiX1HrF/GmTnPaEnwr6MPRHinhZb
1/FQGlQ48iRwSVSmH32R5Nc6RqNh5DzuOYUuxjDFT5ZVPHl2ZT0PafAHJ2u3rqeY3XCaKc50Vm1p
ZfVnsoViKriyZAqCRY58z/5auu3XUUfBRTbiPRhljYeOYxB0QHMQoT4VZTXekgbHGGLEIxK93y0Q
WNaBYHz8TMvjZy0S+fQcf+08ktFlEK+NU/LFQEfJ0M38cJtBrDsrJF6lCC5NkQwXrj7SYaZQ+9qA
y8rs/53YYApPcjFXqOPr05zDbwAdSSHSmPjWGQTmU54ieEbVKIbhhT8Eal03EZWmLeM0s1JduaKc
TlqTD+3R9ucRlb3CfPA5m2lUgsA/raJ9VWAC5NBML2WGWwJYcu6nC8UREJI0gaqEo+g36KdBefp4
mxuyKHkEvJi+rD4it2z2MzOtjZ+U9j7Do7tlkKefY4weeGcuKqte4jjBdWlVyTOeHe9EUoU4zKDn
VlOWRI+UVa7U5vwoQrSKS8/UJFO5LtXA05nYSLxwvXOLJ+MNdmPxZc7NnZwWpiRz5dep6h+Nl9uH
xkEWnNJh3j+rlmx0dsMYu+cUO/E6sFLjEBtDh4sdeFNmp1eGdvqBsiIA1uAdc8cOX9K820/pI1Hy
HdfhcEvbhfQbZvopmpOnqs2JVe6t6BaVHJWJCygrigL32IdedQlHu2Glg6vBwl7Q9aW1U7F8ZJCv
t+gssFWZGJcVTdve7pTNDyK6DOUYPEUmLqaZenjP9lQ+xekHyVkTSIDuh5WA+5itVp9yyy0/0ngj
CDZxjL55pC3Ij6o6pVk8byLhWsgfspAWyfv6H0Sd15KkSBtknwizQAQQt6lILUq0usFaDVprnn4P
9L+7F4NVTU9PV2eSQYR/7sclktyTrohaXohzUSrDTI5RTdE+VbXvsvKjXf4cN5QmnBrFM9efNbxa
cXezLG0iBuKmuNTy9IHD3uCZwzh96tz5rMY4PtLNhpThs8wgkddO9J4bPeLACB3EYH85b/rFQt8V
2SONYGw1JTsjfGzxvixKeaybSn8ELoIcjUGnJu2nHwiTV634apt9BoMweFpTP+O5PfguvGgtDn8M
5Mt+NC2PC1P/YxSRdgi00LhRk6TfXMiHvd9ztggn7Tag7W9U2BUoFq78oqpex0IOOZwpLTyxMPns
NQ6bVdCNHi8M6Z7FktPxNu0JCAusvAKBIWmgArf4YVq7HR/ZmO0ZJYSsijm+EZvMmCQwojAlH3jK
ww0v/RDLehxf5hrVnNNuJuCAl3U57YA1XuvK6O5ioJi28a3bqEKk4jk+zpYWv2kt1BzYw/YhKQUl
hA34+iYa/utFMrx1pjpGYZqfks7AMO6o3y4Oq/cgnLNdEI57ixQBoE/1odGoCa3Umc+ORcTEFNPw
21sFOTJL0Q4J3kBzwUil2QVkmj6CSL2Mlxrh9LhrKAuKddC0ug7lqrSnk9Wj4iQVHnBwNdnBQAPc
OLPweY41EI07t2b5rooTM9rhlOU9mF6nyPl5Epgoy1y/7V9u9FGCCzgLp/tDD6n+nkNU3jRJ/8ag
Tz00iANbLSZ1MWS2dknMYLxC0rrb2LBxAmSApEBeXdzUwJ0CjVHSDezQV82U6j4KgR5gVq+Cd9uv
a+3h8PxjR22GO3+06+85AYhLlIpTCZz5yWP0WfnMKfMhBbW8bPpYXEg7dRnmJCZE94kK+H82seHV
jbU6m3YHeNMp9I3oS/QlnUM9hHnDS13kJmlq5SZV3CCa7uQeLtz6ACMQxaeDwUuy3L6vI52mzWmq
iRjitlZ7zvy0Ih6isE11M+xjw/1DKK+/Ax/fZU7GgzW3M++fFo5h779xEXvn5YKRkQKlobitN9f8
z7lEekhphnmtIGtt9ZBRtLU8hasiWp5YWvm9miPzZBtZcafM6HMcKTm05sk+N+iIYJ0ZFYxme+uj
goMFg/Pi1NYtaWCL2SNBpfA96JPsrjoUCmfGyjmSgzq7DoUzTgoNqde6+upYVnopGsRfp+kZcoAK
q4BhRbhXtgwMtRtASeW5Q0R8bBz696RpMMOwS8ljxehIR541AJ2ssqXM+Ve1mR1TvYYmtcgf2kBs
l3skYKeeyvu0ALTtAgyK4gl5T9f4HI7DipHiNSothCcyLXvQgZwFOMg2mgC1ZHQAhdLBvnEKObVx
JC6Npf8y4UybY8pJ0S/yUxY2uDyGRm3dzjormiMPoT+nx1G5JP21BvhZM56sPDIP5YxHcRRwQKs8
tL/WTvA+SyD6pFEnL40Ee9XJORRKAhXVKEUgXHRQrfEnQNgYNgHAo1VPJpGW4oUWtDctnVqOuWT0
BnO6k65ZGiwDykPi6uk2o3VCyGiOLYvpNu0GdW6y5kpuB4ilLD5KJr9pUFkXBJllnJ5xsum2MYCk
VznrPRGD+JKymFyGXiUXV1TO1s/lfGsm+FVdlrzob7jA2MQQEXeHITZf+uh+HXBufA31MDjb2DcY
94N7rFz4JuB16oMVjxl6GJk6CjTyQ9bmb0YuwJgVIRiWrEufjC5aT6Wj5Vnc/ResCvwUnXWynIZ9
S9PF3lBU5FYSBU5UVS2vVfCtszkoOa2M92NWHEy79HRLnnPUzJscMZcw7C9OukM1VmVjYym/amMe
sycIi3tcvYP4SN4GZzzOCKUHjGkWLSRpcDBYjjydgTrvAsTrQR1beCpHVTHgla0xLMw59VAdxYdK
gmnslg227Q/ljo4o40zm1Rs0PfwnmTMhg8apeJ11/vBDOGI4y7W68gyb+fts3XtTf3aFnVzhxdf7
rMoTPEk2SG/+JuHIM6EC27E8MwKQPrtx7sFCOOnFWlx1htFT3Uai8DCFvIdwFdXdTuovuLyh9S3H
T7MjMSYsPkA1zo9/P5JC5AdfMzArI1FfQCNuei8OHDzWPY8wBubNPj8i0lAPNfXgr92guIgYh8O6
BZQS3QgkM/rM3GwLXacRBw2WJrJ+x1jHxr4y26d5udviFCNEXL7aeh739rf1CNiQJL/SczVcdd9O
wN8wSnSC8is98k9yzOFzahYDOANLdnDyvc3ZewTIn0ac4skbEJVHDf6I45v3SN+rRSkmkXaRwHk2
dgSjq3JAFZpap786jpAxEz5wkXSw5VYx8YTNq627mB9qtgmeGfH4meDQ6wlBu1JU/9XcTkSKOkbn
ZWAcUorduLWnq2VKDCdx8iyRsh99SE67YC9I2O4Pe4rgvl6Ya7h7qfECbSvYb96Uu9oNu1R1rbtt
bkKfalP5zsbrIJtJPYdC9wy96vcJiAmi6tgkIPpHlyYPtGcRiGkrced5QstxMS8j1Zj7+RKIYNxN
lO6hCbIdsB18GXHa89lYigKRzSC2h68R6rztI8TpaYqBjefsD8q5sPFN28wp/WdVGH9kw169dU1t
WyG1btzGr+7AanmBrP6nTHuECUEwHyuhfwEiARaC2ZOnRdc5yfNnTsubFprGjZ0vxRJu9dvHq3sI
jCIE3dahi7D8b6Uo8StVVY8orTPPkCbeckoFQSOlhMWpFk8ziq3NGZFsDuoL/3nuwXP+PQvmbuNy
qYyUrVzR4bMk51rLDnONUCepU/XGGCKkYTb2j10oxqdR4G12kyHZjC8oNv4FoQnCsGZoAPQc68hU
UNy7iE/jqjkZCaqzpufqEFfmf6NW/gETIeigpK4s7HT7CskToJBflYvjtQUXV7w3hqMvib3xD7jk
kACqj3Y2tcwdMtexNpGwhh3nj+AyL5do8XppVfmmc8TEgD8LFK0o+JqhE5Dgv+PPIyEfkR+Y3W46
tMiuJzcd5pcTkzzPYx4jlvt1sibq3sOiOXwD2yJvpU9nd2DfrJrFwVgunWkVM/b38CMOevfYBr7w
gKODnwHP8VgvWuJgxBbiEQB8eYRgOdmR5cNxNS5GSKMbyxrUCedIfTB7gfyxrKNRrSMqVQxSKHbD
7yyX+Nr6Crpg8IyoxoCdT/gDreJlUg+5K8P3ULI1j7Q9NlvrLu0uPLYdYNcIsUHXgvGLjXqxVa0Z
Xqy6g+amm8ozp7o9UiRA0rkcsE6M1rmbncwLBMN2WG1oO27xyfRs9CZd0gZAhIQku/EjBWYZ1a5/
HO0yOwKihTvaV87XbvqK0e4XeTmJI8ewXspk/CrqztkLulluaYtzeYKdDaCRQzKP+c/GxKGRM5LZ
M4G2vd4yPANjF5Y+ab2yAQHCykcPVHrm9Qb91NmYT+e5QvvWy4zgiKoYzVcDuhqr4zORbD6J9lGG
PBD+HtHPj9All4VI5VcSAcglaoaLLe3h1uvy1QXpezoH+qnVABCwFBdejGEOY0s40XA56A8xEOik
nepzduTDlpnJjKodTxpZyU1d1xjCelAus2VSB/LDtsziFKPjQUf5YJepe3h5Eq+LMhO/Fl6Gbq4p
quJowGdWp37bEP69qwZsOnUYXeRkfaewQftE0g0PU0I6libtSwj44UrwP92PE0wiaBDD71K6zhWu
+rBd5jL70un/DlH3Y6ik2jHmgvcqk/HGTmIHCweRo5P79dxdKQ2c7zSN57SRP0nxwzoANPJ9zmcq
yuIKl5X0n4bKvVqmPx1agTa6XWinITIeTDunt3RWlIDlxbHpeA77VjS8t4H8b9Yc893CiISTwPov
Sz6JPrZXQP3+vjDs95YpUdwv6lLsGg91S1ObDhSOcId0WZ7T0PbJ9Px1AThGQuy5gRQYJA65Mwne
bZHYI34fG1JMLczThM69Z63cAFO1P9yZrlDJzYGXvE3PJGn6A1IP9GatlljRp18MD+i4YZC/GUcc
G7oa3aMRY3FcvMlWlR57dg5GUkGJDF2vsTWk93rMT7HrwrgYx8jrfKaH9cg8g2f4eGDiuXS++NOp
CebnCArmYWNfolkFfY6zz7gvq0R/0zCy0TnUhxw3DMy737tqcW8qWp1apWmvqOg+zEwuXW8kaMMg
d7wi9SAIlttA5tNnKKuaW3Wez3NYIrC6/otc12cyJ/rONApQoVpqvw0ZCgtnpo+R3cQlBDKSNZO/
V6Ev7mCNje1qwUnxUd3J+1ufTArlJY/YicbtdOcfzjzu8OkPsEP6TOtPq3F9auuLnNl5Z1Mb0YGO
M+vfYbS3m+Fqf/RWkV1DDu3XvmV4GIwxpSARSQxz7CtIdn2xQN3FXXdYmhllX7sQSw5Y3XvkqtkD
a+DuEDexHLipTZMItZbJeqM2M9kRprNnIE+0NARI7mIAIJ4FZB0K5t2Xf2cvlyUjiUCnMcH0d3Gi
8Z6OuvVQAzYE/ox4CfHaR+jWD78e3GumJ42nTfXSHg950xIBp3OZTM/1JByRjUdT+eQdKi5Zaxxr
C1gBxmP49B1P4X4mITEnizibdOphm9oxmwI8ETkpiTRGcE/JeG/qhLOScvXbesGy5xzsEriI4xc6
tS/tGF0wnWGzGYdzxeFottRx6MPqgb8gpDZD/aisSHvLk+ADJNBw1vqmgeHNWjC0eNFCYXziI2+3
hl39FOgk+9hwtQ+2guKkKIcg0AW7LLXcbJ+1I5hHWZxys/kFgzl5s+Aeb1WX0107Oz0rhqOd6+WS
B6B8erBCJyobt2zCAzqUl8dv9lgNyKnLvfBPJNUZXGlB178bJGT3TtpRr9uxsQ4AiG+aBkPwIGEE
rxMbMQd3sxb+OXeJw+MmP0UtrBmhBfUe95M8t9RPnacu6Y5GsIdU6VmLJ63FIbYeK+n39agG7q6B
6WbH9aucrP8xHyhm6koDo8xYoafkXfnVZzdPEL6t0E/Z1879SdWqvio7+jIJzfW0EfUR11e7LSVa
Sl117a1dLiY32WWR3cqg/TtBrT6YU4ep4P9dAtsUlwRw5sGJaJxcdYY6oW7t35fr91glBsLk0WsC
+7+zMC08Iz2oHwlhltLNp7vdljtOcfKYDc0PW/zqEz36Odi1dTFKOqCdCl3DtCtO/v7wtQwqbEJd
ySSdeXIBEubfiS3pq4U+xF+rHFlNWX2w1dS4oo3esc923jrnvjWZzbrwAPq6I8KqZJawWGPS0CRn
fVYtZ+cMJaUOadjfAkXT2VBBf+JZwcAPrMmdEu3PVG/yZxrTMdcxkvhf5oVtgv91Uh/4UezK9o+y
n7zQ6CEfLBeSOA2RwEHu86yOj/mizyq2J6dpMaNGlmseMOP90TXECdDse8M3OASHzfcyRjYPGW1u
TEIUIi+vUcx+ZnVVLPKYgN916SknUbA4Ptlc7ChVHr+RfgLxUn84VMlAWg1hDIIDepgWZrZhh1Uc
WFDmi+fQlPqzj/UdvJ15C8ADnLs1xnczcOP7+pUGnHljD6Z7crsb4KbqFYLNulmQ+ZMp4KOLUuPw
XuOT1eS5M2nk3LoFT1xNMZ8hY3kFNqCT9eQig4HnjzBwNrDMlJZMzqOjyxMfUh6yNONpHJjuHMk1
PsAS8SlVHjNoyvrMsL7lQ/MZcOCb4pGoaY8MrmEIAYWT/Gqd4MZ079AHRfPsSDBfIrP73Sk+V5FR
Mpz39Uc/Q7+Iel0duP/Ce5dW4d0YnWtaBm99p0WnFM3ifUiD6DJo8MvGGHp7ZeB5b5ZMbJNi7CuF
HUBbYRU1AcoFtaKg28URGC67V2u2s3OmuffSp6CCzmft8M+7JnKSVEDfgi2PifKXw/DCzcrgWJKY
20aLjmeq8FdNyZcXZbj1kz5/y2LRYZtv3gj9hCfYytWmkCZegtFrkkK+IqZkJzdmDFCmmjriux2P
hIgVrOEF8YPhZjfV1NTpPu9eLPMrNm8QyobxHrnxCwyfS+sKketVY239WJzHNJs2aZ5wfNBqH/oL
lSdruGl2w+GJu5iPxEYGdc2MU2veWuBD5yETJZUrXXMApwS3Zjme6L3LZsHCb4DIKGmK16CdmdwU
7DZuNJ7yfBnZIrDrOq5mHolgAl4uo/MdO9lX5rvzbciCvxPxGI7cbvZk/qzt/z3UpGLA06QA4BO0
1fegpBtmrgFYmx190y6faCxmke7IJ8FgqnRJfKV0ibw38H67ieyEbffmtTXx8fbkbVvzMyGJ4ulJ
5l4tt3eJh1IiUmsXZiD6VVSs8GS+jo7DqbyPr/pEjzzDJ+ugMd4lbzIB5beTR8I09MiB6VeZgtLW
1TARNV8iXZFOCNNy2aJacviAf8/U/8KBgXaVEmVljXeVrnv0AzDxDoIdZb9D4Y2EG/ltnH8rJGDG
Q4unpn8nVoWTOhpvc71w60GixExlLzGmhEtvlQFrP02dmQDhRD+W0V46zn3EKfVzQBiRoXzVfAlS
OoqaRidmgpPAqtppaTbHjIF3dIA/WLY3t5zbm79c6hJ3s0woz0LU6sHO0RhcFE2Z7GHc7SxZOOf1
YixfJdD3eZAwZdrIIvp0oJefy85S5GnpFZVBewzD6W+BkAmDIWKqqkCfr+wFMozTljnYtyiTztOx
UhtWLp7NVA+RQIvgw2qM4syxlyMKhjdKcpZbddGaXdBC+Ww0FBDRXNSGy8YvAPCTutZMS44uDhih
tVsbU0BkzoZXyYgOMd35lNWQEYoV74jS0L4cnDzcOdQSTWwntFOT1SMTQ5p4q2WpVYGjv2izcCnb
HeZjG7n6xpp0WE4RfcFV2TAPb6gQNDjxLb4R5eefbQw4VgazeKEnXgOjPa7pS7KhYGcYsgN7Xzp+
fcLwOPu0HyllSNCPZqIArGrQ2itSRE96EeewL5/tHB7nJp0u4bIptalwZmO8zQorPmky/xSyaU9I
k9WRtDqdt1QBmuQ332RYv2mQP7er1zSvW/uE+WF4q02qT8z5ohNSwYcI2RSX4OHfWhT+LizZPokn
/G7mMrwgygVbYfXK80Mi52nUfPdL7WUwH/2SCOcnDx7nzonz0WAu3ualOPWRI97QB6DWzCReOrJ7
A6YmFomWogM2cLdoJtfM82M+ZRTxsLlBVERR/z3WxiHUmlNYNZqHA8iCAO8mx4KOP4d1TSduZUw1
ydZRbHqvF9CX06glnrfYyVbdrY3NwnMluCVrlt/yNs6wI3SsF4Tc9wgjBEzxsB6DoeCJLokjrrv/
9V0DFFTvEtVYXhtP09sESK8PATwatpYiXPQf6VgQ8eySJ1ZkonHFSCuFkZtHnyUPgJs/f6e84Bra
uvaFl6I4rPcOzUhidn0kX2ClLkOAsc7/w7NbHlrTwV9aIebNdn+dI+1IQ/d8Qdn7HUHoPZYSMH2W
NP59Whg/3YDdRKRNdGIz6fGiOxscie0haDL31eHxXsD7AxI0h20o6KNZhO9daJOWxjuTqIJRUl/X
b8VQ/Il9PN7tiNUqM3a2nvcf9pQMONoQ4aRud9gnODNanS03LazL57SswP9cQRjNf6e5iUmzMJii
CweNO3T+0zuw6a051hQBD8MhJMhLyKX8zmAhP+l+VuwtIwkPOZxbbyLwuwWZO53FkPzStJSqyzCE
w6yp4dkRX3UtjkEWbnYauSztaoI83Fp5x6o7LP0TPiyMpiuwjdWZvlMm3ig7Qf/KUkKolcvDveqp
qKVCpqJEJqsBkhmwx+j+SdurM/HJ1kYCRwmDLC/oB+3YLObAuow1NhF5eBYlQ6mFi4yE85HIwLgz
FfmW4MOl4yHy2OdiHlyYCyt9YQ54QOBBvAez3j05O2/WB3hN18RWaJkgSF2S/7RJxRKTuJl6AsQb
k8luBJ1BU8uxTilIN/I3gs9yHzlNeK6WFbdzh0ucuSOREdzwaozi2/R0/ZoRhBbFF2XH0XGMhotb
9oRnk6rewwgkJ91weqSvTWwN+u3ujNAWklVSL7IYu9KWzhsR04i2zuDWiyHgSJjOsMxH/1ZDab2p
SZlvVFB9WnQplJPNKL/t3wy6LoXOA4EOluT4L9Qkm4TPkmZ9SClcMPsoYBAZ25F+kJZor6F9ZH7U
fEzMpediOAyZFTE6p+vXZNt2TXQs36WYAi+a4JE0qfgi3EZ6g9MTPUMVp1tFoa0V2rtbRs15VU+F
oeUwycdiG+l/4VPvGYoN3zTMvjsTAGRZLyMTFol9QL4RcaYVhpfo4i4cwnp6w46Ek+MNuLPEdtS/
+lQjOITjQ3i+L37m/WsgcPTIbVDCQwa3edMz2ORxsY87nLddNlhnWRXUHxeM3GgggPwMeCy7rZfC
Vv/7Spd8WIn0X9O2FeTreQ+bVMdVwne6bOl6yDDfxFbXXtCk0IZj0b9rTRLdu7r4TkSEx9ofo6Xu
prH4HTFbJjM0SMHZk3HFCHyAxm+9uy7b9i6VuFgah/Dk4DZvpdbAdIaQXzXBLefpRB0h9nQOKBuj
8ds3ybhrN1pQSPgIk6FcFhiTNOMEeWvVXcUsjMfSaTLVqARtAh2x6O3ia8YzdS5IBxFEZLtv2zhx
M+z81/WysrvXr1DJCBLxQbIWnXfdG0fM0LdG4uCZ5kB+wh/yKctiPPtT+med1Eij/ZOZmXVY57P9
MqSNDBvbUMz8DGHwFQLjOZlDTex1OUrMaUMTH/WvXlfBj60njqiuk/4q7epbQvXz2VrYHdEEkrvg
U3hc4vsPQ2NRsELMOIO6rX/v1Qm2Xtza0XlK8bPNLcWmmP+WkqV9uohVsiWQK0sECuGHBzEOcHTj
+uhbqMVm0VqXQRKAoNMXQzlr4uj092IazEMBuGT7b9l0+HFAhgTNoxkYMQbAatqJ11y1zrPp0t8h
A5p9qkuMRHDnC1UCDUEIvqd08u0acrLs+5bJa2a9rZ5M/Ij/d0XuYait1nBpGOWR0BaDqMy+doHj
HEtR/pxVumtov3wJw70qztuHuBXxie7675ZqhCcTLGHkyHhgIi9QJFMfGN4ysumiN8f9mEdd/07E
nRE2fAL6cGDrWcFvv4lDaLXwKIPGqN5r9nX7gMEugIcYF5umNWykmUX9++s3VudhOsJR0ba/M0YD
JTtZ05+Hd6hKmBB0qsBI84Mudcv68D/zwDLMF/2J4NXnGl2k8RdmuDt1B7vNLaLp7C0nW1WHMijY
+vbTac3bAqM4ToPyCZGy+MKovNip9pqW8RBVuh0uR9y79LKhWtLRdgDtkTAggN+/WKBYQPyCs1ac
LFt4+haiHAOOIS7ruHud0i7TdZlwOHOYUi+XniJpTubniFQAFhf/Rdiyv5oqveHcI4uFf3NTWUNy
mGlM35lDRoteR7GNntofc0ExOrcNuZUlDE1wST9meMSWI/PIBquOFwf1EN7K6tf6X8A+rC74SjeY
R4pTTb16Oros5/xIJ5PB0rlXBc6gpkcLt5wHHYX39UNdQGvaTIk0j/GsM14e09nL2x9SM5Nz0tIb
UPUjBX5dr4GIcIeHb47/u3Cz5PuhnbAKAn9wRAXWJFXTxmJ7sofToq5rmjxJAG1iIuJ7HoDbIrI4
M5al/5Vg3/c+q6ovwsBchiLhSZyVJKEs+94tQJlhuXTuu2/U4NKWyHSLRWE5a4Z4/529TgbqsrpC
TPEFYNg2LbBxIkp8aqX8wg/kHukNQI7lf3BZv3IcfC9GkdBksoxV14uzpsupxDKFm5/dNl28Wwui
Y6BzoIojw0Ous8/rRYQmBhNzegNch+C9DEHh1P0cugbVQ2PjvNF1azjkMQG6JTJJafWWcp2Wqmoj
xLrABLyf/I8WX+N1UlV8dgil//sOVfMQlxYyBkiPT9lTJqkXuFudJjcOtLzjUWyEeRODdE6WrZ8N
DblgsNUfW80kG5IuP8aW+YOBsvnV16jfTBqAWJgb/64j0Spv75XbTKeWvoC9k6c5Bm1GpYn9IsRG
gAkJyO6YCqTQjHfSdB9StZQLzRO2n8FqD1i6U0qmFdUxefw9LIHlkUhj/OwHwFut9D7y7l07/2TV
xNMiGqt3WsWsQrJmePBewc5TabFzYl9nwEAnYxPZwY7Wm/e4w15qhOkvZ3Fd+6Jg3soK11j+IeFe
3TCL+YgEA5t1NSiqlttbtBSyJtrCObMAzOKsflt/lf+ffl/Hpd3kQkCzKK/Von4mKod5lyVl5zDP
2/eli77H8Pc2hHp2kDrBlEDOw6s3iw+J4aeMrfKWmLTqug1FhDxEjUcBHd79RbabiKcjv5FDe4gR
h2TSq+lHd+QTSdzDxNlgmOOpT/jAuCH1Q2J8pPiAb3YCOKwUIoW6U9vn1UGF8YP99iLVA5FwUHDY
PthpSEJLAgaXy6PKFZ4liZyMTsevU44RqYmI3OQfaxtsZ2CNzNtEL+CkpOLm6kw2GyIFOeT7qXOC
feDb31KEGSi8pKqJLy4Wd5vO7kFPHxJ3yDlo3LfWRtLwFZRPyxTdcbWoNuP0w6Ek6+wOVKG2CTBx
jd5Dq8mmUzJkOvmumu5uiTjcSfdHxTR4aGXzZco4PPjMoI+lX+IAp48LmTQ4OQaddSu9CgtadCgT
3oNs8AmpOlm2RD27KyUCvB4u/bPdmPRwRxjbpj2eARUUA58f7FPM3OCvmfpvIa36gqjUHVKNAahW
lH/RZNXOEXzoYoovPKBPP9CPzI3T8NTEcDJQ22vcgENsh3jieF0QiGpmNvc+SKBqnHejY31p1FcU
uxYzc3Osh8LBEjk6l2m5rN+aCfu+0UIldslxnRQEDThDsf4Ck6C/6ppuPAc7XaxJgdIQqHeFxMIu
Tl67QT6cMFKvxGjVq+Ckp3yOSUrRLxPOmvnK3BI/MhTaQzS7xj4oOGA3nPLxWxlUhCx3kaTClqQL
eNwU6z9BoAyM9IR4Oc3wmjwnN1Ov69n0i9mEB7GE3qacdyjP5vw46hQKJiPlINGS+saZ93WcGGhV
eA42YhovTqeAr9fdYVrWhjqbXbImeC8NTr8bkflEc+jxvPrXGGwylkKnCijxQXpb7XIAbjfZnGTn
1S9fOhYGRow/kWVHzIwnXrROXFf7+BiwyQxthdU/TA/rURJT8VIy3KB5tdYbid10l0QAt5hqxVcx
1leCMDu7BAQuivhDCGleSNdsRYkBGYsj1gqIer5irqED/c+XsKHWTNlBlYy9O+rOptjR962v6pe/
VD1C/W2j9o3p65aUqXqDFLSPKsJL4XON15eNmA74H79TphITEeCCarssysu2MRvA3NfRI+gs8aYZ
5AxMq4a3JQDHc1+jNPiMDWlvPZU4vXiGD8YlR4Dars7twCYk7Ey6cf+3o0Er+xZ2lPywdSH5EHtt
4LjfDC3ZjwnrNvidW+r/ZcTAFMifiS2K8IPqpI1DScXFwM6BDOPCZRqhbTkV6SFWgEuXmMMDH0uC
sFr4TISc9NqrcHxoRXyqJSPP1SrK6/sWzGHg0XR5b3XX2FQZyet1860A/R6dHCw8Z+70FmoTlOFa
P1t94HA0zI2XxTy8HMwKxslgMK7XSAQxQjlIx7SOtBZnF9Y5bU8TXSrjUwkPnrhkaH+MycOeC3J9
RtZ8Ck20p5FBKB7Uufl0cQmfJW7Fja1k/amX+Q9H8NQzS1mv9vetSY/jBZV1byZNeKVMYGNi1McG
3tS7QGF2sAia70aFcCnlUO1J/erUGTT5EdwaGFTMRSgvjAsVZLxAiGtLS6nZkL3KlpyXVQosmQmd
O5UePVUdhF6aKsZdYytxnAKzVxnEqzI0mb/a3YFjGjPGJjv2qpSXjP0ZNgjDxvsRlnejqkjR0sD9
nMz8RDuiuXiQNY89Aior8U/QR9tYTzNok5bYphTMVaLV4AgYBSkfGoY6boTnyIfhNdpgSOFH0lCz
8B0JMOIlNCriAEV0jBvmLY2zrIeJH24d5NaJSQQWY/snUybCJhn+5upYOPqFyEZ+Ujo8cd2lW9XG
ob0bl7VivfDzBRRc0k6TLX0eaJXXifmoucQEckYxHPT2zbIqZ268lLdSlUz8aOA2by2fwlCNuB7D
2iAjhtCW9sYmCHwJZaTOg/paMCi+r5ewEd8hKBAS5YN8MYeIJhIQockk7Vu/0BaMmPNvFXFqpSSW
3dSE+igyHmxpXiy2An2qn+jx9yKrq3uzaL9uCFjWVdDhyQtXULgw/CH693f/xyzd4mUJ2Z142G8A
xPwwfFc/uAbuBtNOxmvM+e2qqxj8XVgAdDJj/WGWrzGz2EpDrP2CQLQr0uYbZDBkdTLAwcbocrwo
1cI/8qNPzCF0jcwdXQGB+TeYyo4tUFYQfeECCDGJ2Witu731YmpiPNb0Udk2VqUFT1CtQ3E75hNb
NRm6ZZ69xiF9zLIurjpfvdZ/FTn+b8NY7AdG8IWuhtZb6Z8V8LJLoLHV7bPg9P9HF9wS51LhwEqn
+CuoCOBzSPf3qIm9dfMsFpDGqDBwmuB6XANXIJaiHa5Hh/deH9+UuW05F/3qnfToh6X+nZqrP35b
/pcn+b0r6WhoRox4mFinbyk4EJKF7Fm04YblL92lncMucMIlo1VLvWKQFfR7jNG3rEkYy7ZwzNn8
79g1xA99hF9u1uZbSjHIGyEoRdGr5iPlLE0GCi2wQecSub1giJjh5ItSKqu5PhmVSLx2hscuRNgd
h4gIAzeIeifCPbxMOW3Lf99l6j2xyFCbGalsUS/fJqWJNZhP7fob5ly592Eqb+svhjqTn0xUP+O0
8kEC4p5VVKVNXlu4CzJsXMhG1JuERWo85qT9OZZ632N2YHD0vy99F8qZQpFc/2XsT5lnROV3P/Hd
c1wQIXDCXJ1hQtA7qBLh6SSIvCpjKzjhFhocjs2uII42MFXb2OYcATAIzSNavzUMyV3Do3pvG6c2
OG2ym9CcGtpQLAQC7//9ZV/o32QX6Ufr/7B2Xr2RY9sV/isXfucFycNo2AbMVLlKWWq9EAot5pz5
6/2xx4B9HwzYgAcDYXqkLlUgz9ln77W+tVoN44Q4z69lwlmqkhHQ/XmEP/8vSgyiQLMNn1dYZLGw
qTWupADNwLk1o4RtKpBS6DLPf/7850ua1zcRa8M+k+vP5Q+QLlGJzsOGjzpNexgo52hFwfb7c9VP
28l42L60lvUGsSJCNtfne5T1lz8nEr22OZaE639++euUkiv9Xxzt/2+i+//Eaf+a//mrIkgHyVn/
b97jvz/97adq/3Z5DJ7+ZXsK//W9f/xj929//hz9rjaO+j/8wS+pN5b74Tc8m9+0dvr/Tlz/337z
b7//PAqesN//+k9fxLr326NFSVX+A59dAyj9PxPdH/OK2PQEmvZfj3b43jDk/JW/kO6q+nfd0A0b
8rQwdFNVwX3/RXRXjL9bmmkCJ4doJmxLg00O47iP//WfNPvvhiwUzaYwlg0VYHVXDX++Yf7dBO8u
m5quwlTTTev/gnMXmrLBxv8L6m3KTN6FbCi2puvIzFR1g37/Nxg5odjmOrb1SFuRwqUN2/IAZxBM
VWpca0V+SqvU3hH3h5Cobl0TjDamhA2/TAIhdrgr+lMpyLfIy5VEg71BCmayxWFOw/jWLjB8K2Od
AdGu1n6QWP6bqOuvnUCpsEVrlhIhm/IWt5lvwZsqj4+7UbF9osvlo7WKndz3yZOSrTNURgKccgje
bj0n1kGQT+rEdO0Pgdms8NPZj3I6AMZW5ekSM7SB0Zpbwu32UbFi8JkJD81JhnL6P4Gi2fRoytd1
CxpNtsjRegsfFYtnMQ0ryCTtt3DSbIsp7ZWHvCO2dG7hRTBIOy0kmuYkm2Zhea+RdBpx6t0lW/ip
isS83eJQM3JR6flxIlCJSh35aQwOqNHRHXnQIAh6hPZ1SdCPR4C6vClCmFUsZGDOkvKoUyEjy/wV
pcN3Li8/kai+hs1skNWXkCTXkkTXiWRXFSTzQNWYx/OpsSuGxQVmf8t6idLque7Mg01GrOh11sZY
CfK8Jz62naFvZ8EoL3fqFjCbIFvD7fQWJslDizqDTwjka9R8kX7xAF92o0C2eGrJYk6onHt05dgB
/FBRt95YYOADmcm7tci9VTWUbQzOpvqlB+EK2Sy8jVb11JL4OUfmr3QL0EVs2Ls08n0KjdIftphd
o5TeWcKM/VjUUNLAkQumckS1l+5KZou+xfXSrj4q5PcS9WUDcpxJZpnZSKwt5herEfYVwm+od/sd
SkfNw16FgZsoyRCb3q7dIoPh5B6nhhBhdYsTxuQneYS6ZU67hQ2bpA43pA/r69K/aG3/a5UFUVTt
fRIpj3lEYPEqaQwnYeKMaBZydQu7ttDshh1+QMTcK9vaKSuBN0RbGHK/xSIvGjs4pF7imG2CzOu6
e863GOVU7xNENnBnE7s7Rg2ypDxmeBfZgEmH+o04F28hl1m1iLyhrcchjchmkcQFbxUvpAEOvbSt
G+rJabHshBkK8qaiG3tK8EsiUcgr2RYONBdnLccvgrARa28JfhFB5DvcTUSREhHgg4xgaosTMipG
wkwKHsJW8ZWWrOQI2IpTZdkz+sMaQQ2QstmKbmU/8PwjHdJYlNAKKkiAKuQD2DAEeGH+OzaN+3SL
w47Jxba2gOyJpOySrh72IErsVbFxsnK+pG/51m0B29LE59oknD+clgsi1vKRhi/KFm1QQFwwN5Bh
hVIOoxTZArxTmuIIEHG0pYR750uzzxOldkU0BF1EuoOUy6DLOWSbZINPZIRzzIClbXfEh1o4UPnU
7vhBPpMs/LDMCgRCyLRxIXd86ZCsT+pHGaNU5FZQWWnym6ySKAgTLg4q8svzqFV3LOVYB4vXlhKe
Gd3iqMXbPCOMHAbcyeQDsJxKHYC6Zd6TUprxOj4HUx68AWra0VbND2XqZsRBMHuSJN6tqim83uT1
DGn8sGyi5WQLZh8ZOOyUGiNjJkbWMpVSx8q9GpjiFuuOUONMmuKdsmKLGaVxg4dYLjBHa2eYhEkn
cYtvoDdOXabtNYJVoYEZ8NkaggDaS4NcmQ8EesGyHNUtdr5YaC9Gfm+mA6sAykdji6hH4M9IUuGA
YKDWmjoupUQr0HNh9vDCJPMYt+c+znVGw3NztVEtOvUCs5WsAEzOcNnxSKHFYAlJrdK6lgrL/rSc
47C8ZtO7PHUQOgVNxN6eXNnM7guQ7geQBBw9Y1LKa2E9ZEsS35oODUNtEUNP6BecUzFgpZRlSBBY
TUZ+WRO1iTuhyYlyZDVy8gvg1AiV435dOaJE+X7C34weIPsSq3YuYL/gu4SczQzrKe66P/Q8CjYs
rHfhPSwCNcV8sm7ZroI0VnrFR8lqXzsMiamm0F/L4f8MJQ19pGTOlEzumi9XvULVaJVhAOCaXtqK
ERrhWhiIvVBWzbEV+i4MzPmovO1g7rJ+QoqF6N1mV1RLwsli9cZs/wwK5zyvMhEF2lh4RrW2122c
lbKrIoBQMm+UmmPDP/RZISuaBAxlHApi2bow4vqWEq+AhOaFWQySnkd3IiRSLDLxzaqKw7oOHWrU
gn59aB50GVG4PivfFYGeADpohikMRKDwkA0qI2Jz5Rgr2ubVg7Z2S9Jw8BmBNfBpwFPEmnCLQR5c
JdrEOhlmwtaaP2Nefxua9AmjSbBojEFSlLI/6clXzwBB7drFaw3sAJTBrgL+dQYc7qCzJXALu/le
q5OnTiWh1UZcVSb0OpWcAO7eoJMXJ9pvKBWIT3qN3pSKmNdsP9Y139jawEgi4yPq8VHTK+XCKmGF
9UwY6hq1CwdJJ8w5/xRGWXltX0P0GSX6eKBTQijmLpyNq9FZDQ1MJoKddr9azyy1UIA5utJgtRmW
a9yrmqHHviJHvQs1GlYql6+RsRrj2Ca7sWQ50GwLtyn9s7huUw9GlvnHKE4fn2SxjNLMy7DvOnO/
/qhLfiHlko1W9a3MtMl8ZRGCOesSr5IhAhgMPzO6yOtbJXT+BIqMDWl5XSLhfrQ1msZYoywFqxyN
UDLOevy5MkZx3KlPbdp9J3QF3KgYJgczhUt0fXs1x/kpJGjb4bULt8IL6BpAkcklU1L7e0BF75UF
BD2lTT77XH6vRrRIbVZ3d8naHONQ4JceKNG6+mtIGG4gDQBX3U+f5LmkLghejLPc+a08f8sYRvYQ
qZYbIQZcuv1IWzqCwbvGoYeMhrZ9jr6KyDduoJVchA6udK4W+zWj/4CQxfKGoZ4usE4SvGXEoSLz
l2rNZTboKkyM4Jud4giCsk6Hf+UykSCSXerUfGXI1h5WGR1hjiuFLGf9id4SBPDhLibFLJN4U19w
E5PbwQW5qoY/Jmq6r5X+3bTb75FGmBuadKWZw9ZOklSevtLYL5L0U02Y/E92HwcqXWMvVLipVxv1
M/24we/VkPGGGFgAo5WQUGNLikVrnJMyxh5wmkP8LFDwSYm4rob2DIS1cKUiigktXYGPNh1b2oIW
M9sCQNijhP2hgmDxVMQ6hOzcN3mPWZv9xtadtMwyn0xoB0gqugUGwZpBpWd1nx233zsrEDK7+CW0
HxbYSop4x9ib02vVrBtlbkp7VI0ZSjz12iVevuriouu3Kr/7TLXPNP+w4repvVsLmZEr3SJarorL
MBvaNgVdirSy+UA0jJ1ldVL1q6bPAnJJMfwJXQJzDuxNlgcyVhSBombumG04cQ9pJzf6eR4m8qG5
cFISPNrEkeF0zq15t2KSkUQTVEztRfbQhqnTy+uhqgW2nvbaoTE0J/0QZ6Ql2m9SPVJqXVPDh7Hs
ZFPFq+25s+FeNRmfPOmbyNfQbGK4HBcAaKMV6AQ7I89nyvbRLw1mNdujk+YnSBnlqHEM5V0QKQ7s
J/pMBxYu5Z0cBcfu7m0dN2ZC3VV9WvKlsWkAK7fmYRJoDvr5DoqkMzY3eSP0ggnTGCMAKmBu80ye
sqvhvcw5nthFsMqvI7yyFg2iIcUPfFJBTxB3GWWXIcfXmPVusNr7Vr1ObUeM+AExJJ1OtgdmJMWz
OZDkrWi+Zb6V0+RM8cz9GjT1j7yulOvqQ2JDejFa3y7jvclGT3kDnM/jwU44cPaVnmLPUg9lvx6S
laKCIi82Vs8CPFaiZKD5AjHmLmESJ5bH5gEGVX+n/eBGbEaPuKz0C1090w4fWzRj8Qip9eDmMUBo
b408ktgNVH9mUJtY8FCzeutwAI7hjBMrE8YtUr23qk+gEKaZZDt8Zes6k2EUvmMfTh5yZPENNncm
eUfwCnXnzxC+anLXz9Z9+QaWF0LYJKETpXPPxHC/JBRy5a5afWTto/ShtDR5rvj+4aKlGsbdgHgc
CDA6Fp/0gEyRJHKrsAII7kikneoFVBZqn5Hqk2qlh4Jca8SAZa48P1TxbVouYp2cxHyq0mMxnRve
J/C55Cq3iheVvPmuLl0oCLB0kwQFa2acX4sPLhaIECNSnSeW1jYPGOKEBcLjvWiRvHnYFNnf78Ps
mMcQwrrPqOckGwjBWPKMKHyCB7sG1npjGLpGu7Qj9H7Xsk0DJGxACbim9hudOGCoFArV4tS0tqRb
aHKWIBH8kDxQPxLTUawuc26g82vst8bDqkJB8+lgs3Oc23PzoR4tQB6P+d14y8EP/2JhTXRCJp2+
d6FzAO9lkWAiEVon8NY6PnMI2SYSbhYzmvAoo0irRpyDdxzJDlFZPqw0lXfL0+6BZTNtdEg31mZ/
ti9ms0e5gh6cDHujPHXrvqTG1YMlPRBnvmRHPTymI9kt5GMpu1A5yoQaaRs+ft0XzdemvfxV32jj
l0yMCU65Y/CNFkoFgPK0CYaldj92vr7xjenjsujAJT/RvJQhw/LL8Fl7mQrt5th0n5kCmN5bqu+a
HZu1w7pP8kcR9hg8f1AktUyG08PaveG6cwr1yFWX9WdNBj2+7rP8UUWNBnEUl+AdKre8dIZ3eFtZ
w9ko4PrjFo37N64zJFdFepgDQPx65GnFKSzvCnD1IP0ICcpK5nMHVBIbG5vJDkOO+bEgnRz8Jq2A
R1QWXXiH6QQR/IAZTcE24hf8W+5E68HK+EoSxOqOdYwKjLwOxmU94EwLw44SHlUOKdgGdELxYG1f
WeB/RUSEMJvQHYm9/yNkWKp4OLoqAokY9H1l+P6KXxlh6vSzuYIbT9zl8zV6iWDffNn2EVFWupFn
iap3GuyXGMtCH9U2G3Ru4eQ/LpZrE0gxfHCfi56MVD/ujqK8EZ5LtxPs5pIcQDcYM4hv2PSXhNG2
dRuzIGlxrLrlV1+QQ3JsUxxpN3wEpNw2WDcir0b2AaWPuueN1knyw9pRvTDPICAFY72icJDxo/TQ
TB5PUKiu1KF09AaWFz795BB1Z6O8ggNfPhZswLmTA6PGI62wuM/dvW7vSBPAFZDYsrMWAUWGrftD
4jKIgQ/WOUaHR8dXVMJeIEpRl5yNAXQT7uaTMRNkxGUvPeN7pqlG4Tq2R5yNsu0v2E3MIM4CQJ+9
IATUJ86+KHGSUqMFxQcfXFafagJKAgTIfvYAC4D7SFqCctyt3T6kPFoDQ/K5+yPpseYZL2ia8UiP
0oWhgZxzDPXMbo/r1yJxDxSkOK72bgFJbB243Y3+rIJIGvfZrsoY53vxlsGBTecBeJgbJ/ARnYZp
yiBhy6IqnZnFv6jqE3TJOVlQl1uH7gXBuaRCwzhr6k5mP4h3KO/zxCMXKxzO7BDcpPQhMuYJvUsG
gEaC2S/ZuGbvjQjy5YW5cUX9l7kTUDyUIogBPUl+LJogRITItrL4sK84PxwawGUwFV8B2kCQQ6cY
0cPjsAapYy86INNO/mjGN5i9RhnQWevYYxI68UrAyGSCYDUdiZ1BLR5v+RMujRPih7k1FvXU6B6h
cKwZg4Ewk3GwM72rPwbFU+mooPbHS9Hf4psNVY6mFiWvq0gkgcGDByThbYhFTrZmUNjf/eLl6WOb
unblj1tGgZOhDRBO/5qR70S0MaNSSewVXKvgHBnUAQ09y6ufFNtrl6Tb3PtURSAP2bkXDEDGt677
6bjruoC3lwGNYjkBu258n8Z3rRyg9ynEbiK4XiNpHoxnfujvMsgC5GjAIbwuumcTMgTV2yfEpLR3
PWWK9Nqsfh3emHWb82mVjnF0SrWfsTsM4ogkYtEDW/E65b6M/QqDGYNEIjHr6CvRcG6gWMygvmBM
gE3odeEjew/gp5ygx8njDE7vJibY0INBIMOnrU6bp4ztzzzZ4WUaPzbbYX6ATS2l5+41hSq38v2A
pDvbumWvoXwPpo6b0B/WA3NWrCDVdTtWwtbSjb0NfbxyRoIVIS5LF1k5SMOxXVg+dyJ9Xli8F47M
7vzFrViPWKptNy8CI8VkHYjan18N66ThN33ivZhhjK2Ewz0rSwBxQSVAqfCUnnTFz6og9J7ZIm00
pFJ7Vmth4/l9wnMW0t8iPgigR+izY7N7T+OzIoG2v2gF5WYwSgEviYQUwo0oaCp+BVpajTuAdJ8A
UiRqZqb3NFBqCDQ7xuJ67TG5niE/Z15HI0d7Vjr3k5afWDn3u/kXe65su31IXe+y9OSsTvS/Cnc+
56DridoLuG/YaLlDNtuY8iUMUhjBXy6XWn2ginUK4xHLmM5/0YsY8l1JYAI6puHViA6frcVh0x3B
D85+Q+uvp8sdZ7e8OozQB6xzre2bdzl6JEALAY3RPGt1oHSPMb88u63iWdWvEe0GFi86p/4ijpZx
oh1DufalNBeUo4Z9pbyiNkGxxQZtTGhoMYvBzHOt3xErcfNbZUVVDsOlDrR3yhO44jiBiP3g4yWd
Lzq1+jldT6LfR+JScnhUD5p0LTiV09SsT5V2jJGoc6qsaWlFZyzkCu9yTvjco1R7NDZBCnGN6Mvr
SG1EOAXp5QZEarrSnMc4tWF5Z3SLj3o/c4wMWeq3EorkbBTQkNpiR/E0OnD7YvXj4j3u/ZIfYz8Z
ibv22DmTjzSBMgv1Cxnji25fUK+NwuU6HoMJM13Pxn8cyl2R7TVijF40+UJBQh2LHtrs3qhs+Sme
TPHADg0KUIHOKxwO8TQ6bLgtRKSQtKMgDgDn60xX9UWjB3smdWjyuNzaL4rOWVl+GqJIqCC1z5J7
ZlKOlI7gYHEhM0rp5Jss2sHDlYTbUta8kIbTFOj5U/mnIkHnDhEZg2/PZ/cQHoYHrYSB5E0v8RsP
trp673N5GB9m7VEJypm3OX2f5Rcaz0erOtGjY09Mw1tzNb/WhNcSAhKj+6kTMejhV3vGlNKz1F4p
GTlkVLu6TrcNZK73RnWSAD2DE+Ak+KCwhqwklAKwCyDWHswxcqphwofb+BYO34xKAQ/EAUGr2ftD
n1BrtephliyfdyzW3W6w7wX9LjR7rbOQQFfmNcv9nYpbMCo2S8OI0XjrC3cr2GfDJ/3zmfqLPC3l
0HEERkBzITaqfhPTI+j3DEcAkQOa/zDDcvjO30ogSYWvXvB5YPdWjmsWUDyV1k6lqoUrDGmPn0BO
ngccw1GgjW+Ej6SE33gcBEHy8uSmcrsyJUyd5HFy2PJwRgR6nB/EsBFd/QZNdaUeICpbmQfvLybR
iKS7Jpjb29hc7MfV2p6SxYwfOFt9N0Wam+LbU4hISMdHc3yt6Dfqq7o31Z8hs3eqlpxmffaa4VkZ
0+BFiC97xgFGsmR0Tcp1D85qv9EKYuUE6WDSbtbywMw8lsL7tftFgkokX1KuqNibyTWhkTLS9Ivx
Ef1YBX0oulfwBI8wI9ySM1tqZiBAmGXgjzyg5UR22hK+Lo3nxmqvRPKAcshhF+KEq9wGf/38Cx82
xVy1Cbw+B/s6TeZTs44nxqFOKFNG3tr8vCVMGP5CoZoI5V4e43ts7O4kJ95jcg3rgUS17EgOxdMc
Kp6phCAltgAkn870YVjSc9QglmgtZ9SHsz63QEdReqcHncV6LpDjIWiktYHMjVogCqprFDlYjaL5
QSa59jDbHkFW/aFfDmTuCsZda+oTzevpJW2dFkEEZuYFOKA6/ITg+YN8fuhtuQ/QQDwg6npZVDph
ui692fGvPg9LihxbOkOGwLkaXVqD+cLmYHHSUOZmKrGM9BuzgNjbg4q8hYzL4lKv0JAbjYpmUkEf
GKla76Yk/VFrYQZ2LX0Y3+RSoMRVUX1A9kLLkzpmMn/XVnFCY3ZXkc0HF+u5X+BoLMRXuOXyDsmu
9LNSPqUC7gQLTzVErDgN6B1GM6yFVLFqfWjoX9Lm38ofoziRGKZI4jlNanW/osTkuh/XgLGTT4NP
P60GrUqxZOgTl5oZT/J7RPHlZHr6nBm57iNiZC9REw8N46OhRneR9NOmzbOZumjETmU9XPrhTRfF
3TBg7ahWAf6Wds7YIJmzzTul6sCpqPKOOhF0WrxRFTOzw3eRCo48TFt7BCJQe2guhgrjZewVeH85
fiYmy3xTUURlZeXoCF4J07kLR5Tb5pgAygu71C1samGCpRprLvdq9jUViLMgi2xDsuEnrr7jFuxQ
B2PcE6XBQNeiPYLJC/q9VwP2wSOK407Rs/3amL+zmISUZYncfoA1PEP7z/EpOaMigXzp19ytcsy5
AFCe05oOKpKmyIkpkTSTClaxW20n44CKSFRs7QcThhNDBHwSRnEYNROgSRy/2jEkk5nhEefEZeGk
1RZU4+NxUNNXxYRsuUhy4RCwPnm2wdhALQR+eU3elNuU34OuMV1qr6v9qxb6F9kjWHaxJrp+m6Vn
1Lg2mAGqZbumBQqaGP6teAcC/JvoMVpXtN0Z2tTva4KyvLEjLAsh+K9GHfYNJF5BeqU7hBrNXIau
ki78eKvXhPq5OZmLVEtpClDfZQrCN+QTjpLSzyb/dGUQkIbHkV611RVBHmcviqieE8PyJ0sDmrbA
IbBmWPcRCareFuzQVKieuqp7sbKiRRzLjkGztO4LrIBYvrlouZwn62WyOC3YLbcZdo9fkxUfQiF/
ylBfdaIU8QtLhwy87CDpRLMw4AnKXIKpa6V4yw3lObrDyKoQmgcWRcHaEqp0bOMUG6ecyidLB8A9
JmsdhP38pKMtDNRi+c7bPGUzzY6pRbQINsvFi8ziO8uVEs9TU+Api4NxXGoildCEFQM9AghzusvQ
HmYOHIJeIX68Ut5MS4d1xQAmUEx/6Wf474A6O2Kvgmki/HJ77ebcvq9kS5ptyl5cdRw+2OaysXgx
B/1xhhIV2Wz2lYGXbUoTb+gbTyVc5xpay8+AEWS2s5ydmakyDHON5Q8Tb8SbFaJUQLSKpW24M+Ie
qfpavHfSMyaRPYvcj5HANYhBXchVU7gkJOnUrZzAolwwbUjxgERPc0uZ3KY3rVBHhuUGlt6VGXpX
cY3N6KbpSgf5NN5Z+XID8oOI1aTRy8ad5Ka1B0mZ5C8wKG+ITONduNCigScbcs6efWGnByOqilOv
LJ9LmuwmeH28MvmqjxGtlCW7mt38o5nsHL0W+d3QPUCJPsGn6bxFSZqglIo38JYwA8jVXoyXXvW1
BJVENlPq1xkrCZpJ6m9SPAV3oWOMSFFjgrwc07QCMdyFudZggdr6QGYCYpIKqViWVwKv71A3voVQ
N7yWsAA2QCprGyYq0CE9R4o7zlxCRqsmdM2Tc2ll9HeAo/SkeyMS7ohUqiks4tYJPXD0zDwDA1CN
E+vxm25uq7aCqVSu2+d1qXa9/Cfy61ESgLPjhMauGDLudt1iVcVOAhSPFrYx3Qhupx07kU7e6/Ux
Io2rqyragrRpBq1C3MnmpoHrmBYaR4RHXC2DgYZQEoAMFZ13AJ1ys3JsbpfeS2L1UbKl957iVeXU
HVISDIk4ApnrACBoL6ifbpNQfsX98KGbxTGVu72Oad4tNH8UOlJlLT3XMpNa8drqdIDbWPhSg20E
Ple6K8pfwmzZhebyfchoSiLZOE5pd9cSMdRmTe+ldf0cZ/r3hyWX70q7MKXCdhcnQEMym222zl7R
bxJsTxAHpOLcwfLn5BHtKTnjsG1UzU5eSAyGMbgIYlcarJuooBK5zM9T0r+xhay+JKrPYrSfI7WR
jkN7ifsw5/NUaVwXOreMzLRZ0yNrg/YdFMuAd7DltNtjea4E6VybAUY1oToKmrgg3PfDVPSebhW3
YZU8USnZYTbsT6L29D3DW3L5Kr+a2q8lxD6IIYwzdPrIHPJ+WqIvM4skj/kJhGKVxu5E3BOBkIZT
ivWriGEtEBvkFXGOkpcUzFbJSFcYQ7pB2ADhWc3XOl1btxhvSJhTL4vZSaEt0Ee39LOt11+Y/Q/E
fLRUBfSximi8mkU37EpuHxIc24OpMeFL2uZOKfu7VVU9yKWWowtV2kUVp51hCE2uXyfqlt41K2Wf
cE4qWmt0rFVHEQGkdQxj3QkLgnqnELUL99ei3TVqiL67MN5DskRHIXZ9W79G0fobSYXKgIWBBboq
GPvO0mSN2wg8fCtjHkNB+QN1vvWb/BH1DC2SDEHTaJsfxQwVWIom2npL0Oogkaye4wZD93Mum9+T
HqJC4JU07og1EHbjmmHr1wnEhGZEq0uk+wJ3nGdY85MdMZbqa/UTS1TsmEP50SAu8ruKRjVON99a
O45MgHvcriAUHCA2sMnE8OtywcY4li+5KYu9qrdPWkNG7ywRgJNU7JPNl1wikGebn1w0g68aaJI4
NRiVKEhbe6UfTkVhnxu2tL1ettLGKphQPcjmn7NrKSeQUVdzAlPHliiF5Bedqsj6CaP8YW3AarcW
ohMz3uKUCHuOOzyZGjaMddgGvf3qjsDlNDrNOYMXoUfvefldGOS5zcUhap7jrooPUtPMvprXKAPJ
0cnoWcrqFqXRs223ug45B0X7LivYv9Julw60/qJ5X9nY6EgJIbVmmtCVlAznlgUvRf4JI6HwpqTc
R0kiudjjPVUWHxbnXlVSCIlfuXdFtumkImtihDIFWCxqJM5vtkKSPQiJ71rgpzEigf0swlRU0uzD
4XxazrqlRIiJqZZEb9+F1nBn2hE26uZNWwjEZTDKyVILX63auDa9TL8ihfdlP1sl7da27z/1e3tA
pQ4Z82WNddJ5lptlLvRIVdwns8rMXE6DdN0LHUz/OPe/CLrjWYTmXqSM/7pGGfem3vhLTb9JtM/j
3J3bqvyFR+E2GfEZadJ3Q4DIFNLsL09EopZQW+mURPr4QuxPEqA+QCTfvAmLanLFD+Xmxlutj+h5
GJo2tG/Rn9W04ULT10e2bikl7TqBTBMB4EUJ1cCL4+3quPXSdipQIQrSz0maFzKtAn1Mud8l9VDH
v6b1TUnH2u9CxF519hKXp0ot7qNFZsBn6sz/e7mj6BWHRt+2+ErOAynL3KLIGAcnhgy5QmJ0QkrZ
FoHuSOv6tLYz5la79xSsIiQEae+zYfh6gssRB9uJDA2G60KR0ZstO3kQj8My7orVwKABiIw3vnlc
5u65LkxilDmy9RrDokIFF+MT3BDRY61kX5PqV2suXBVpFRdEgbk0Wu7DSDYOtTV4usxwpW2sE+SN
kEHL4ksVzaB65gQ9TRwm7GQPw0bshFJ6Y5qSA9jZ7FUx4GaS+VjQluMf25Y15biRTIkAabh/BUHL
Xs/O4HXt/NU3ZrhDBlwyd7KZ0hR1d9oylTdtEygvc/1tFF15DE39oJSqtJfa/GMda5AL2G4yKTzI
xqgHMsB7lsO2RZvHe920obTDPNqellkiVbANSZOA5WcYOccK2Oy0IeLhhE8nqjifzSj+54bYW2hG
GTBu4LEHXepqX1uIMpemcm+AD+McfiFhgw5rNH4gPAQF2cG+igcCecSEA64jKyngWBtsidjnKKZB
h8LgThvS8kIYy9myi2uWyCSslgmCLGOipwJLpEeFKzWgwpuBUZtlfCHAjo45cXT7dLFOisIpJNbt
dA8pjZJgXR/tYiLjK6LgjlnS3Vpgcyrmbj+Kxob3CCq/Gmi0qVqWP8TwAkiMSuQjkjQQchGeESyd
WAFIAsz3hjX6Y5XGe8wkbJio6Q1tgdBTrlgnR0GqJjGkIlrswLJpS+QbTU7vWFAsWd/LAl1npSKb
StcsR06s+pWNDUgw4WcQvjOzabnV2/XdsCy1VdK5rNcN1h5KRTkk9FlRxe7PryiJKw70hHEkh0cR
EMoiCW2l/ZqCk8uULOg6YLN5p7xPtQpCrmt++nB+QKCps66xLaV6MQbkh5nUvJXhLStzLKWBRtpt
i5VqKGB5+JtMdFCTya0/yliVl4JcvQV6cmm2B9bK5mQMthcNi+6WFtrD2qwpdXIz2xuj9UH6FNio
OQ2DpEYLOEXwvtNEd1fF7NmZp/FsquM+MkC6m9iEvWlqLiizyf+QcRSLMfuwCtq3sEciXx5QmEqx
S172cqgqGC76yigya9NArYD2jzlSqJhVzyziw5RO+aHazmPjJsFdemJSwuYdVGWK6BWP/Awv2C1g
zWEb3FAasexnHQmzCWHZgV6XpU+cGALePKy9cmaMZiSa+aTTPihM+6ibWv/RDcmumUjbGyTjwyCI
FPMdsdjIEYoWzVhnJNPNqtPiVEdtz1tU7kYl005j3qFYEwPza9pLOKSYItsUpSYt3pFH2OddUXnk
Q/P/EvG0zPL4mJQQ41SdqjVH8sJ9/EM+kAOc5UdFkb7X+r1cEKmAXeXTkOxXu6BPSIoFuHJNPI2N
+JqQ0WZTuas12Tzpc3RkjdSQVSdH3kT0BU1lOY01PRHp3GOHp0ZEJCBHKXqSfnpryc/1VTPpQVqY
vQtsGkR27aI1ApRJnPIYZmSTz4zzNLH+4GODft3PMA4GCqdqqH7ikCPiwqIXRN1BS6RXrdNSauki
9aPZ8tee59uYWuGGKvr/0R72fTtFh6Q+Cmp/VxjV0cZlQ7OAhlgy02koNeIqGeblU9TsE0r32DCB
QvKEw3WdbqRLco42268u5nujLehzpDMFflzGG2R4O8jIpdeVWmBmzLRlWiCwMchhoNMcTZK9k0Lz
xAG5xVN5MrVkCeyimPe9zYQkJVSHhTBmttM1mmuuTHnVhNSoBalwnyHfYGpt2NV4syJIMP/B3pnt
Ro5kW/ZXGv3OBEkjaeRDv/g8ap5CL4SkCHGeZ379XebKuhmRtyoKF+gGGo1GZQkxy91Jmh07Z++1
dQarmN5XkefT2wDdSysyfW78dNflaKK6eJVmQ7FKwbGRg5TezBrKs6i2nx16FUhknJ07gSYN2bkd
5mJ+2/i7yHmzdfWhFWW3IDj+pGfdDyfS032zHjCL8vInDit+A0LWn67TbZaBmtezrSXpm04pcG2H
5iHCFSiSBXUazX5XOeYIQ0+ragOH7w4PNJUiMcy7SsPj7rb2xtLAYQxIz5IcTXfjhPuW1p5kPAh9
vNrZlU6nVk/ntYNVaTH7rongD8ozUrMNiAg0KINFB2PIq3VbzRVjQ9znzjiDbf3RNUEGxwWETDW6
C5k705HMunxnc041UxIH0pB5pMw5lcYO96yEDGCMDznU91sM37f806iEDegY8Eye2feDh44uuQ9r
nZ059wJ/i18gX+opw0q8bsj6w3FmlqHnR1330y3gnRqpb7SvCVW/H4sNNoT8RhJTS6snW2iye/Hq
NGG4HoTr3mKKV/lavzCs5nkI6ZcniBw5xpXWao5bMgMG+gV+baHwL5HAYRygNjQR+WikW1gB7XQk
JL0Iv0VSUWRq7S3suE2BsPqEXFqPLAdA+gmGMAD+VSbFpIvlfIsSxM4IiJ9idgk/onCwa24M2LIk
pA93McFlC4Kd78qKg3objUetbLbIxhG3piADIl5Kil1o1xAM2BbTzOKZ3dXSt2g/Il61p/FZZsa0
ZXSgP2q9DiQ+5AOLIpVXKXCZzUwBZuB/zKQQA6fZ3OxTl6lC6GF6Qf/t/58xhf3W7/WL++tf2cd+
8Yj9X2IKs93fmcKont8+il8sYeov/Hhr2v/1P+Uflm0I15N4a7ntPZff+bKE8Tu6ZVuejV3Mo9kh
sWv9wxIm/pCOELan4yUzLdPw/jKF8Vum4B8yJZphYjb/W6Yw01aer588Yabumraw+HVherqFVpTf
/8kTxmMwxbGKG0/N6qgWDg1x3ND6qLXHVX+f3mswl3IaQ9U2G9ZNeuUhbOfUgSqwQ9IVPJv6pxlw
wlI9q7XobvvyLUjPsn6hyrOaeygqhrMvMPBXS5q0I53h2H2crK39gTqzdfdmvE+ZUx1jpBDJsjF2
CVnK4T2u01sQF1DXdzrLhRFT7DMFe5TyEKP+cVJG+Pu43rQulmlvo/jNxmaeT9QINbpor4HkebDS
Q+evK5dg645T75knnLHEoloficWq4h8RUSdpv3QIcI3SZeQus1dlqIkfAvGNc6f9kmuH6Jb+3szp
ZVrYzwy5ebw4fFYBBPlFpvYy9Bdz/BgyhS+36Tc0W5qxGt4gu5zy7fzp3wOc7YGruCRVb716r8GJ
31mv3XTS7EW4mZeITDbMBTBIN9mq2N71O7x5S0mXpDg5n0j7DIWhvTKGA6VVyfKzABEh183K2kUb
755EJrb/N6IbETtt4uvySNgdDRdthz2MwHmoSgvKPzteSTz/HHmzaMM2GGvMus7oMjQO9PWjfHdS
2L7f7PaAIs73b4b2LjIfLPtY+GvN3zCEgL+Hpct6TzlEagvGKbiIVEee0QU9kQUzXRRWCWJrxG/e
kh4VQxJqyO5NC2nL0BI8IRfI5yuUFZ2zEegbUNsd0ppZ24Y9n0F8S6ufrcBVo3f7vvxufaqe8kd2
nq7Sm4KsuN669mamiaYVwPVvGK7J7JYgQHqXDV67MhFPU3cIOQHO8adXorbQ7ex4ebb/d7tj/99c
CJ3fumPPb2n7qzVW/fmvddCw/rCl4wrPouNuGpaLAfZPa6z1B3l9lu3hdfVM1sq/1kHh/MH6JHQP
K62n68Iz/nMdFPYfrnLLeoZt45iy/nvrIGvr39ZBU/dcAZpdshDbuv33dVAfgkwLwCZhV+ekXTFK
ydQBe9UQaWnP1ZXV1JjiPoia2JfIvqbwOQ0/THFrI+0yoFvqebaiiNwSV4vSeNwMTKsqZfXRnwgf
Os5MnsC0LK3D6D8WlrUo8G/cEu8IGe2tHI5o6/PuTWafenvwb3LtBlu+VxzSh8BGlWxzmEd6q9Ep
5OBz8vS7OKObf42QdcYm1MOnQ86SIqvOjrOgyKl4TayzDvXxI+drx7uh7BlxmgDb3DiwoCcYTDF0
lDoSW8uFXBXt3SzDwBpgpgAaEuON4lTEKscyZ4ubEgneCBXUZUYTxclq4OFVH0+oQYLE1jmV2WLq
E4CdzSGn8I003oJrrAdgnbY4J3rG0LhmAv/iJu/LSme6z+fsuLTBkGvAkIBOjZ3S5hVNYgksdzGb
qJvlWcdw75t4LwE9u1hlIxvj2HDvpjFNdKasPohM/BWQW/f4lTm0BJs+SjDSBUgDw2MAp4rOBoLa
H8Zo7EH18faRnlHK9/hgyiDcdKEKJSMXlmJwAsmdRB8dTl061BhMe5uxD7MB7KcAzh2xtKWGkIdR
BwfXCoGoAPs1BsnWnzmM8Do1+2kM2A+j2yF+RmNQVgzO1lPD4d197KYnc6eG/NFrgZeteZNK2wcE
IQJ3KtDBpsVTXY6k2bEFo4cxn5gWLQrjideUUxb7BVDK6km9yshmMgdxNoP8UAQfmoXhhKGPX4yb
ioAmwd+b035dh2yyEQ6WMV6Z8St3VU14Hif1FTPcpcmNmghjqXk32MLXKlLYoRXJWxmrD/UrHit9
NmowgTAdNsHGMT/6CnR02KDFZwvV3rMZBuT4lNOf0ujNDDBT/PKQNfPWpmevXlbKZcFMBjYGC6ED
xSkakIUbwG61VRXD4yLOg8gfi7NvXb8y0m3aD051S6uAbyu5Ibi9hkDQtSO8mG+j68xu0JPmOrrh
wiB78s4hhoMgFa3/NrY6vkow8niRTP1b2xyMmosyc/Nw5840chSC2G+4awME0aieWjqbgfOEmAIV
nobCi0Qd4FI5fA4drxNsOAaBkqlX4pIA8cTxYiFLSGHcA2kG+W8c1pUTLZ0KtxnaG0bzqnEbdCO+
YN5kyEzeN6mP0Jjjn4QuhPQJsW+Ff4M3A+SZNsy4igDA5ki1ebGA5eiI66dKi1ckE63SnNup4RGb
WFFGfh/xo6XuFXmDmmTZcUKJ52YZHrQAjVp/DuOPn6rZm69i8H/kHaDAKG8bSlaW5l9qxMvaaOsA
A4TUaU2otfOnGlFIolY5fXQLM/1smDDN13Cjua4ouem/+hzauOuzrEJEpd6Ze2xTk0dNQ8+6tyTC
tnncTFzxHkHnMG0xvSCDZvJLH3jTcVAqWwwv6M1slKYhmHZ3RP26U0VpixWmQCk260TM5cYinT7U
QzaOl2egKW51/cZX4zYLra8ijCOpy8KPlAfI1Z8sCawZiBVXvmIqaHZPPiLtlPwcX/+w4m/Zxue7
Oc4BCg1GmY+6giAJfiv+IBGXvjJ5NszCXFvJFa6b8C5riXIbt7//dI1/uvP89Ok6v366nSTJGdQk
0WHpYzI+VIkkVQPrEM+ojJmRY+Fqq09hXWnx1YQfGko4DeiTHVXr378Stsz/ep0twbiGxplpseH+
+kryXtNcbLNc54LNblOSvMPdDqzA0vd8cLaHBwWdKgqwKxr8wBCr5kb5ACrcKDZK3rV0tgQkJJh4
9CPI4ZRBYnmbFATpEg/6AQGq0vbERmjRMzO+BEUCXZWSjqLWXf/+rahTy8+nGu5YTzd17lf1bgDz
/PpOREwnV3cR3oHHrb33rk3xvzvLWZ4Ko17+/ntxFvsn30s4UnBS4wT1t+tXG2gTwjGjL2pt0OVL
f5X2m67b2mhW3ptg8W++m1D/3i/vjU4DB0NqJd3hbGmqp/Wnp3GAeKOZfsipgvVmjs299HmswmSb
lMZ+JEa+QPGcjB8QrV40DUa8QCHvrbXxaSAUrAuCdcEgq3bhP6HvmxLBPgKy3uhQYOuLHLUWnkqo
EhzWtPKdOGw923lR+BgLQpN5yBmAfLc1Y++HD3XU7mf44ki8lgMgcyzG+BqMfZrGN/TaCWWudlb+
QbDDSjCFRRjgc6qD0aW/VXOwrrqPgZm3tPY6m6sqIzQ0hReNFS7I5sh/bK/QYH0kCac+E/sAuCOI
RuCdzUIaMQg+xXRAIO3ciP7OF9m20b5lFrrxUCNzgDqn+ojxr5rpjiUUKAB3qj+uMnljdhQyPSGg
rPcRL1ttD6ZkL+t5K75BJKi2UO82GB5MDLz+k45oTwkuE6teqv2EJU9VDTp/R1MPB7ILQG5qcq7I
KofuXTJhd+Aths6qR5jMcZghzqIdTI5KW5PNDwYURkUUWNp3INfPTUVkAXrYkqAPDosqT4lNIqDu
mfJN3fMg0krqqnzRJza+qx9WcqOhc/XRtTIj30Kxp5f1qt6X2lCy4nlm5CHp5Ef0lKkgEbF16K1G
45tLx1u9ZqgKyynCs07BprAM1nXH3Mghjd5KdM7mCpC/agr+MbxdTEOXROchFlPbJOnKiEGDvYiy
ZygfOwO8fTHsCRpF9Brtw8a9mixt50jm682S14Z1BoclRlEyxtLEoCjBfhBQLEoS32iNFTuL0+Ro
AO+my1sM6TYu+rUI8HxJdHEdZKfTLINNwLbSs2lajNQci6rKibZFT6l6YLuMnPNlX2Yij/sneaPt
rAz5NDefDCgkZfGj4134VJvOeAqaYqe2awHySpVHZUK/Nq9RyWpMt7mi2UfSY8xIn+Y4pQHRbqdM
TY9PRXkL/JZLASSfY7UVBw80YikVj71LGkkQ7NsyeEgNc4kOkqE2Z1Kagc0dfdJTmeABZJjbIuKZ
oU32zQfkVJPqmkjFZWOfpHua3GgZUda674LeQY6bgbah+g4uNTU3fsGLG/sDntKiYcohb+qBalZn
xwqS1cRgkIiwwW0Oah3oBwxEBIZrWHi6uN051bAR07MqRahuvABXPk9l1CSgeGDFsOWJ6p47YFGS
yiXYmhcCdTzRRjgNqTVQEhRolkPvRjLxUusFnMs1ZVGBslvtVh3GMlr9UsfJOlS7DIEauT+X+rbm
dplUVT0+ZO27OkTICgk9Z4waVLw0PxK8depV5LjUy/7D1zW4cAGWmduuQQ/Dc2ntIf5C1ltYVOEh
OmWirEi6C9eh1q+b+ZVIn0tR7DgaURk6WC18sA/OqLztqLnKj7x5LpNyZw7rEHeHyTQv9hgqtcbe
KaObJqYa4P302mpmCk96aG8IHq50G6KlbBBo1zT9KxuGPEiR7imrrjCPGuipk5U6WTQhIgt0D1jL
Rd+vUsWM5XqNEGUuBwvuBnV08NhFPW40y6GAhaRvNUBOzFsb07PEN15E3zWgO8aLB82lbW8j3D41
i7R8V5+5KCsOWR91zrpPnekNjEEZwqdJvVMnqs5IiUTnPFdNbEYzIyVkhd6qTEmMHFHOBBnnTE4s
BpkGjCWSOtgWrGK1++p3r0h4qNLROPDU168qOLivC2aw2Y7LSgjIU4ebJv+MckXAQFTrIHLvmG7x
GnTIboA47AwBDbdviIurzQF4IBpFSYYETS7U/1Fgr7XW2o7iDJwgLcIDTOmlwElXlfkNktplAdPO
JzJIR09i0hA02hmUJMGO+q4xbqvk4Ie7Mn3wOkBI79a8loIQgtdIeSJRoj+0VMTqWg8EdTj3aR0s
OuvzHy+2SJAdtneGdpMM6arCUA9GdeMC9Mg4TsJ6qRBuDoNNkTdtCXHkKjLIQsMHKcrP42Vla5tK
bbr6tjA+9eQUGDh2nBorDBTPYUOVYRKiYNsLUz4jOYXrvrHaBPeXc85DItqArDy6+O5xbuID6cxk
Q+Nj67AI/whtJiHJUQ8eBtLqsuaosW76Zbby28dCPIzxm8byzA7g8/hwWG2JgoCNWBSIcOZVJU95
+oBQJ2ivESlEPTRC5rUHb75qi2u6b7wLVQSpSzZ3T5i0C4wBkmQ5U81mq1UA595fTlhd4HfK4c0D
Mlsgk05MLAvk1lv9MkHkVnSYJzSD9A10osg/BWiPxHvUAvLtSQCZZ3NFi1tN9bae3mG4d5YROmUP
CXbdhWvV76hoeyZAFBMAuaHwHhJCEw0PQCzPlM1AzMp5kFj+DJCaHlZnI33FGJOiP9XI+RjCHWpT
XgONWPdUsyFIpktG7SwtrgjtXeOZCRMxIcsEtLwZk16Ljq6QHSsqKkCiiPFCoWxmuUWQOiOuMXb+
/GybD8x8F+r98xxY/TdpPk4w0lL8WMGyB8cdRiCwLJWlEyOujZcEIRLM3C09Ez1kN6y7uIDF2eKV
9pfwhikPUNGTwD171q1gvmmO9GVYJEH2tsCEiHofXQ+/T7BWIaLon5dVymNV9BuJ5yukbrQMNHQe
hhzKSZnTZk3v1TeuOYpWob0Ms2afmelaYMfQBkL0Pjt6IHr60ohsH1K8IMqPsC9OTfJpzC9ZsRPi
QdMxxmA7trSHASOjaX4KhLl5FNBNJzAM1V6CVauxP9WNYrI2Gf7nODwMaCazDAqW1S1ls9Ur9P7O
54w9Sn0kJetcPdpL9WNnCtc7xxGkan86OuKwhso7eiUkfgEAb1mHw9KYdNILXnO0Cj4jvLkGnk5x
BHxkHdNqsAz+GGDcdJpX+uyva5JmYyKiRwQjosMYh20mR7w3QBeoe84qZrl2wvDy53FScAKOlzHU
GKhNDu4hUpgxsmerFuNnUnLbhdF6gkjT8gAygV6m4JIGTKxTkhJri92H1U5jdQgHBnPV69RhR6V6
VIuERk8+NU6VYpKOOEXV8u51G4sjIcYmUnOoRvhjXmMzSsCnAlRcz/tNkUP5BX/Rw0XWLQBQdXBn
NSn+w/x1mlnoQUbU7cau6HYP54auVETzIM6mDdp3lgA2C/JLvBoRNPGJnPaFO26oUUYfnU6TrFP6
ajPhoTntbnCxhFuFxywRyy6r10Z/9sL4qQ+mTRSDwp+OXR3s50h/BXPNqk5EyxSvVL+jtbtzTj3W
zHeAbRakQm+QUS99+nsR5O8s3qiiV7UNG0GGMHVeW9wGyAR8C1tm6e+EZJhB4ZmQo9Bgo1JtH5V5
krGbo6pgsA6nEzTfzIh0MN5qm0e+oxzXy11IUcmWTec/WnErO/OR20GXOxtNyKUHObYHEpgZDtEB
oUqLhEEQwyr1Q2zZPI4x8efMXKqj4J4m4TFW++memAx0nN+bUd9LZQIY8FnT92kcHVrn0wxiCVzp
RtXsISCD77P8aBis6HQJVZEFW3XXzsnWa9JrbaivBtHs57bahkH8JHBhdaGGoTu6u5zu/v9wQQE8
H/4NelMNQP81evOqqIe36Zcpq/oLX9MFYfyhM1xwXM9AwSoM5z+nCxbjUoasOpNSNTbVDQagf05Z
pcHgwTNo/NPaUrNU/tKf6E1b/uGRp8sEXnLOFqqB8A/m6M3XWZzJNONsaKV//vznBppx6Tf8dWYH
xs0g19B125Hqlci/9whkJ0TmF8A6Mq9/deaUiEM0BDStRNn01zVpu7djjU9iZo+VCWUrNVy2ccOo
OYUVQOrRgQhS5+LRmVhb3arq4Ps75tdPZxQF67ycMnjjU30LAyfZQKNjp7fsG1FZ440HA4HUx0Bw
EvJR7jvuZi6KFzNprMPMFKCLSFmG56sCqNr5xm3oJKIO6faXv+0iM6aogn0pumxJrhorqY/P24oi
zugqGMftS0txAx8cV4fXYDb6ru0tGlfkSKdrHTjcrQvYI44Umi0S4yay9PBe7+TS9AAkoRkOCdnM
6K4lib8ycB1hspmzj1rrtqjguudUvJVznZ1dSqpToY90gOP3aAqLKw4L1CDqRGubWXHVefPdCOEK
fId1Gkpbv7cy7eQa8+YSMXr5onXBQcQDL2/aWLnTPQ6eu4bvPlPC5kW7caxCnltvkufZtq3jyGTD
I5fNoiddgUO/qgNiKIKw3I25styo62DJUe5dUuGWrTde1wj4rzyfGlUv5s98RmKJOQsrh7rOcUcR
39ck5JZ1eB9U+dlNI7ksiTU550ZBEll3h4xA7uYyHtZkJFJJx16G1N7Ubqoi1DfxUJkniPbmvgvU
WEnjgPXTk/XPbliDOd1PTSZ1w+Lv0HVo+zQEpfh7K5A8K2/sJziBpZbb564KC6hq6MfjzCmeUxck
Nr4sA7T8t68LHTqpvvHNeTzbESwzKyHr7fLlgmM3EtNc1/o07eBzPXW1jE8pTK2T5RAeTmE0tT9G
8jYGjsNw5kxTDbIJcD37rg+0IUwpO2YkFkev1zB2ki+6aMnI8I+Gn7rbpqqb6/6jRGN56jVH7GVY
3xrh7N00JlJbPh0senVfEaHFTwvcjvsg5MAbBEW3ApDuw8cb8LdGAQiLyw3i69PMk5JV32Q2a6j9
iKjuPBeAj49iENAUmYcql6ooemNlgAlaeWz66CEw9RvqKY1ol7hlAdyt5KaqE8xzl2tfeK25szs8
oBkJKxwtSxFvoDeON1MTUqBbOgGbfNHmCoMhINntaIirJBmDp7HW5Bb7qdwWUR0+FY5xFfQeUffN
EocZmA3Szw99IU6GNtNbKDsc7NbUIAqdHOY7sX0V8qoCQl93XhgklLvedZA00bokqOCmuTytZZsH
R4MAlQffDpdVFt/xvIGZL4kf9Y1Kxax5Ozo+634a7b1v6fe/v+3E3zrQ3HZK7OJIQ1i660jbVb3W
n3qbjQEoHiKViwu/gWrCA20bWY2gm2Z4UNTjWbNoCpFHhjAfVwm0xFtslMM5xFexZAQL/LMNonXf
+O0tiOJonciXubM5VnZWvh3RR2+G3prI97gy1YVCW13eYGy+Ut7bbeDR5zKSqrgyo/xHVcXJHkMW
2omu//M2r5sWQx4o3RXHQywltZHt0elYRLZMrOO1fRexOzH5UYufiEd1eiKBziS2iwQJf9tNihJo
VdnWx4BCVvqur2W5K5OCfvpYfrSNYx2+LgYNifVX1qwIZzgu9nwSII9ZHDl3tT1rdexMuCsI9M1b
K7u1IM7A1gwwwQ0IGV/KErfzVDR4txoN9b0R4OwwA+HfaYHz2SBP/NDJkNUoorCJcAQtxGNJ2sKG
WXu4ylBQMgjpm9uE7uguRyHdZIFzGj33pOeuf9LK/BzXcXQvlTmS43OoVuPJnhCdDlDiqH5JNFH7
Sq5nt7KK5pUx8RgV2vGScgnAv8MJ5tLqY8/Sk7Zd9V6WAxye7HNm9XRhFDQ/hNvRaV5CCDdDtqAt
QzLGdVbLzCBF1tNBTiNKKSI73xgkFa5l1g5nTm3MHvmsd4Xb5wRmwySu5lFf6ZlpkpPAF8H0L3Nd
9+qvXwpNKlW3F8muxf7z9cfcmBACq4oJrUEFukqbHqBFMp7dyjI24ZiPi0Tv5ysLD5V0w3BjleX0
0rX5sS6ET8IjKB/NVmeEalppSN7vjWgCtdXh0CKL47KthAQA7OkgeQv0/dlD2xawg86XRaFQj6ZJ
CbOzpiIkht3kDKvpwRXuI1ALKrDF5fy2qpmZr8eUBcobOcWazQz/zIEmWtWJd/Bjrr5mDFvCMpjg
Eva6cgWa73LCyUbr0HjAnHIzlqmzQ/8V76qhpsVURD9kNo5nEtMxmZEMjeVLHHyVCEasc79ppApF
HuVnHtguYYjqIKLI9D5y712Psy9Kneg4W6+XKHV/MrObqZ3eXNKPVkMYkohX9OToqC9owHGUclGw
X93qCL/2XcvJmnGy3OZR2jL2JV+bQ2BTbHmcgnctHh/J8InevQG7na5P31xJumqOzzooUKNfvtvl
+16+mDpvlhTG7dceP/S5tsc6sBf0Za/KqMyu5sSxriBTEp3cD9U3cqaaFVRAOgS9FhykGVjXBWfM
RfJYtU5DKpKOBk2ac35U1rcWe/KLNLsfkMgHtEme2HcjUzJN5YHYuUaydJdPa6T/h8Acy1NDXD0n
9AavLWknSGTTR/WOel+SV+0Fb3qQRO+4ec9aWA4HPtn3IXSdTRlABdC8CSG1jbk5M5r8Rp9NQlZS
HiV7MDYF9ohzlsGVyVO0xDy0IW4NBBbrlqRAWu1WcBaZS9V5qX5yu4VuNc066XOlPLSdwYWzwufE
YT4bJNA8UHU8jE6GYgB+4wa9tGKgYrRsWoJRi4h4TJ8j+D7zYqSsxkDOTM6sZ9G0AGDCQcywBzi2
gb33l5YIykrJaqdjab9HPDBsZuVGx1fJsb/IHurMHU5i9jeE6gxPsdcDg57vspyJxHSJPNGEPF9+
JHtvH1tWfKCCgbZWJWuLed8pBmlNQuh03+edg4qlbnbUlfmX/Otf1vLC/nX+pvYo/gdiR+c44Zim
OlD8vEcVbVhA0DaytWgz2imFDF77zKe2TujSFjWcyUowlxEWeQ6LOPb0o97DD7QBTXQJHXprwMja
OXl0bSbIChGsd2Gbrn00jTvGluXzOHIAGOaxO8xatxnzcDxfvhiFwQZo2DXTIk7oBMktMLhkoNOi
g1O6znMMJAIvTLw1QmPGKAIxno9W3H5tR4HG3BUXjtggio920q0K5BJ3me4H38Ts0XuET1tzkgY1
HLRUXCr+Ue/RwFQugYVV8uikhPnZKoTiEj3BVlegCwVoooe4xIKjGBK2Gyc+dD2xNtgamlNGYszR
ZyyqhQA8AYDhoumSGYyvEPLq8mUWIzqhsuiIJdDgL9BnEFuA9Os57+azJGBW3bdN2AfnVAaPWgeb
JKVBWgxd+EBwzI2vza9f12LmdPgYjLA22FTTVoNzZPs/hCsejTTGzlzilfV1emna3PaPjoAeLBPa
7jlqm2TpjROXoWs/vjZMf7SZghujfT/F5XzqR3FsXDcDpopoxa2ARBh+a5wuoeZWBtEHv8qwMMlB
fRzjh6n2hyt7sL4TsEJUVw1R2SNPezPqvg7GadTeC2JVskjLrgiFhCwHO49MEaIDk3m+dqSE3146
Bhxd5zI1Q7CvZUzFdF/bjIV8HAbhPH09xwaE+nvMyOdYBgHdjI4ekEnDvsk7c98OBl1hu1OQxhGA
mss6rC4sSwjCWOWlN03U/XNrPtYmziFtLBXRJbo2rFYlUFuEEGXmTRRgItNspv3lMKDatK0ZE7LX
+Cutno1TXXrfzXjMHtIAGUDADbYosnama0LEXmWkR8ce0uPlG/hRn+9kRrfXGcfkSHIYu6kOsrVs
xofUCk6tU4ZvSWJRkbuNOLpR/KSi6q5S4T1fPt3Lz7gILyWmrKM3Y6WX2pzsO1bQZYD9jVFg1u21
OKoxqHjRt2CIXmXRQfZ2tSdnQM46mWO4qWwcrRxzreUUVLS4JrhpMnVBiTTWMfcD6sVOP7WqhiHS
dCILqoL5VUT+vtJtlz66rX9j+Xhp3EjeJuRdNLbZnoxuaM7WTVYDhSpm29gwSaas4Rj+vZATW3HX
zd9ALffv6HE7HAPvjUu101pVf5ydeFz7rdv7m7J2ptNImMgNigVqoHIiBl39FEBSvOynKCcSKjsU
hXC+J2P4LI25exJ4HEhaa0d6sZIjjTvK0wSp+UpPXLHQmrzZfJVpibPssdGHfVkdi4YUVaII/vzR
5ddkjDewNzqKSUG2KsaGMlybjg+FNDQ6Jpnqd+xcEjqoKoKM8EDs0lMarqzW4NiQ9LmDwQ4TKE4/
TwLD4kjdqCN1087RnytnHGnHhEbppRY1a/9WCdVqnxxjTYkOq5YRdV5ibMok8PvLj+qKsYqWQHlt
dNNem93cbIUMymefz3cRC5wbE1+XX1lcuFTOXx9Ea9t35WgzLmLjh6CkL4fOGVHvvQZ+6h+7sD4I
u5T+ceoG1EbqGYbUTKmPcXwLU8J8jKnQViMGta1rai3ygZTPF/VkBeUdt5ifjV8VjVVWDIRsN/9w
uSXx9gEAU+eYS+eA4lKR7FTrYZ6ApbSDCI5Dl9/FpkbGVdadG9+0CA1AnCETSDJmMi2zCjxVhkFm
b045pNrLydeeuCERNaENigIOfmqtF0P7eqmtHbckY8yy0XISinhbDOPLpZT8/WnNUnKgX5payjkg
XWwKno1mVkXa/LwRkkCKX7nHk5b6DkbG3qtu7UAMzDc98Zx43X6MJ2M9ViGEooqczgjiygSD5JjP
dXOyzkMZPA+9zQMw+y/SjsGopmELtc9/AZYPmSeAuDLrKaeTqsWIG6QYsVzWhaLuCtoEHYfCsivV
2KDLSA3FGKf7431Iqtb7PKWgcNmQNat70Xq3PQwFxoW0dvxT4AX1QZJ59vvPw0WM/Mvn4dmGS1yP
cA3HsI3/8nk4ZQYdvCwbMqna6L6EQ4ZuL8wBPcTakYjFdwpCbcNZELZl59JPL+YjlrZoN/bypRZt
eZSTLI5mCRBQitHcVU3uXUlQly1SgRuPu6Z3J1r4akUCqUNZ5147FSiJEiLCtqBljVofM+GI0W7X
gto4JyYShnCIarBYyU04KabEiLChhRw1FL72Wojww6qDYKd7CQuAqwp9mX4G0kd8LGlCQf+4SsbB
fIBtj2rEpUZpEUA4fnIPJaBbW30b7mfbGc4mPYG86K03IAWv+TC11zIr2Y+ybADdFDlYU6cuPvZl
4WBigEJj+LkK+rPGY6F77wiRQPDFCYhnzDSLofKDq3IsQg47/MhkwVubNrkDHTFARAf6YIDBrc69
16/iHgasOTTXIqv+TUtCGXf+flHxxVgY8Ggv0xD7u5Ks8eQUz0xLI3OWi6p2kQFNFhDUeLDWg6TQ
NZ3Kep5AqqC7QdtUhU1PJlFr3yfFRMfGiG5wltv3ecokWyoYuA6zahmndQSXgh0oBHiBt5v2raX2
p84dvrnuRBdR/WYTHJg0xE+xNSOwDWd/F2rMfJNQgC3QkoKTFxRu/SXNflxWmI7B7rpoIJiT2YMu
0oNaVaOsWZFRAHnNCqetC3XpOBSig+CmWSvLG+WLnRlHt0j4o0JeRwIDyYyvRmT2copb8Zr31TYa
4+5HIeeHcuYc9vtHxzR/FdFRVBt8tKZEMeIoH5JQgr6fGj954eYa3Axt1SUW4gb6pI7bxitnDjGr
lli2BwNBlsMNdMNKfH1p3kxKFvFnEQ5I4auLLSRII77L6a8GREKZsM08AZY818Xj7F3nPMYPlwY6
vG6QhdLb5LKyb3vGGHdsv0iKLls1hgEkFpGsb0Ua4U8iFfZShAuvq7YVnuI8raJdZDXgiauivXPa
iDii0Q1PnAMCYEAxBWwAIFzluDd5NCwnF2FGF+p0/LT5rvE9D2ORd9s3pnhMs9pGtayaqrI0He6d
Kl3oai9qmVrCODxz0FQcHKs9zYFv3PmzcxXbAg+Om36E2nA/j+XAsFtVGYVdQwqZoCZcSrVLq2Fs
ALwG42dAquvTDPJp+dVqApMCLr/v6gOEJXTE0FTLBvGHKhYbh/6b9IISEnb2Z8E5pY21uxzdS3V+
lxzUN40NIQ6jur6OIwB8RqTf4rW+MZlEPtdp+R+Endly1MrWdZ9IEepTui1X37ls05kbBWxAvZTq
m6f/h7I4396YP+BGYZt9OFglZa5ca84xr4IOuc1CEYfQFsPmccqy/mQl8zNRU+OzVQOtb6Pooi5V
PuzvPdnl71J/hRZrBUxPOhNpXVx7T35D9+mD2JjFVest3d0l42jsdHsmrroX+kVnsSE+hOZGKrKN
5yFI8VQhpgvoLKCBNZKC12yrzGGWDj5vmQtPMj+26cy0gxhGXheyYitzQLxc97g6AtDU2tSXJyP+
QF6j80Lj2doMqtKKphkC9lILBcuBOvMcpAgCEv3Sxs7IVGO7yp1NW1flxbUrdEowXwDcjwORMkm+
i9LA/WbMw1d9QFZPGjqdL/Tejj6ZN5n47jaNA7lLfQbGqCfCdzkRNCxEGgHngelxEFzajCI+B6k3
X2vaYXQG7YlEDUp9GwfDJvOrD1Q4jyoquahpssTa8HR/jwZ7yXkY2CSGBKL/KMTWAj2BWmUgKUZa
8/F+glQPUTjC2urUgVevhm/Q47ztpKFewW1vfbRCNFQzYbgZs5BYSlZL4TI40TSwsLZR1aRnzAOw
FKz9SMrbDf/74WLo0FRIwlr89wCzJwdCfDPVH3spcLIsb4A1GR9QSntX02mt9w7fpYbs+Lc6dDfA
gBYPKipVXXTbM05hDRnrz6uUvSxCvxQ8gHU8su5dslwwXvpvTv622U1RbY/B2s2JIemsstyKiTOd
Wkm0Iv75rbqpwqRfnqX7MuziM8ADASmy+hJ4QiLgW342cnfQhrVWfI7mND43eT4du0ZfSV8unp6w
q05tPcOq1TIIwsu3JG8t1vZKW4fu16rI4gvpbIwjxEYXIZypcWbwX1uPUxUd5Vi38N+z971EK2QJ
S6zrBhCuWWd6AUXNx+nJwW47yaDioEXWrL4cFIK5M/4iK2fa+vt9o0JkXUeObbu2+6ar73HyLByf
kOokJgnLWho5caXpGzGi6olcp7pAc2ffYwDkOuarW6TOPk+b4OrCwmvimPadaQa89R1ZN4NFPJPa
hoOydcmoGmgZLPHDnGXW9xaG6QffRW8zqkm0Qn/BjJbyFNrGC5AqsZMTMxBchIR9lf4tt/MzDS/z
tiRqaEOEuKYWn0eqEkyrrXyEWVShwWyaNXgFCG1YuB/tVjjH0JJk5yxLhxFGJ12bg5v64Jfv7Mb3
b+Z8GKM+vTlYv0+udJ8TAAg3dTGk+JYUi21R2LRXUcS8qnfLioYbgybvMpa9uwNoYR1G1si1+vXV
HVGXyOsf85ghJG5/IKJ6On/u3E+F08uT4Vacc5c7DLZTXLTSDY9D7Z0Gq/pUMe99IlCJUjGHNuaT
zvgyp5/TMrpxs/VndckdIhyDJHd2fVmxxbAP6B1x3iTrPHk+Uc+j17ETo0X2V2wQzk5mJWEFhf21
A/e77RPatRxK/ZWd6xOqDYdZklO++F4mXywbtmTtZ+FJ/cxosvjIoj+v1J8Sf0saToEEjxjuD0Qq
waksWPqOukTQ0XkZI4+4Mkh9M7TXMATf/u/o4D73oO3VbbtcMh70aoRpNaq0ZQF0Zwk5briqaTZC
5+7RKv2r7s/9O1E069QvmsPQBbh25kq7qaPSvazQE+bulcg5wFhOfOt6q9j7c/k4KDFsPz/Vy+NA
slv/WPj+eIuJy9zIiRLME1q6jiIruiGd/3lJGYFX1RyfnSnniAiPbZ+OefNUQTBaWRj41PNDkCH+
Vccr9+rhwjj4pYaFPiS5/8wkHY1oW55rbJPvm84xgTtyPJed1Z20MeSg5AK1bUo2bs34oAbvrQBL
v4yJkDwl7snl1oNy/t9X6metgGoexcbH+x821nGsYUPrZkDhvtTVFIH0UyZiQWJq3OfM+Ucd6PSg
zo5ln/yTRT7haT7qnJy3VrpfiRBH8ERE7GPkLiOooUn6I+gJYnAa2C+ODwef4WTLZ9n12zY3yjVN
GmB/AQHxte1GL5P1US6JL9WHcu4FvG1kDIkXviQJ4mS1W+owJBCAG4HzTchWHHTL/ToszVJWM2/r
9Hl3pCkGC0cNbf0s+iJliHTQTItbV9ThRujD9242sRMzy+/irnjXZPrGg+JKKkh5S7p4+iSCqt/m
HsFmddf317pIh2sQTnBQBvvISIgfLT+37czZFmQBncghdRAOFZjV6S8MTmPe2hGcmiB+ei2dJS4k
Ffm7oZLTQa+hqpRgmg73nkAjo4nSo6mfph5TAz3mcZM1jvNO+oRFI8W6dW1N7vNyqAeORZiR6J/6
ZQxkiR4VZeDH2yTVk2NqINjWLa15Vl8VXmQezYJXuakiCsvWbTmFeAn9lXnWyJepkSPM+jxuWBHJ
6aqx2b33Qu1Jlv+Q3chm6nc/L6Y05yMI0dW8iDrUv5U5vmFOw7IG1E9BVMVnXTTb1E0fR1uCPeUL
Mith6ecD7fKkblFtFWTKjWWbr8e2a090WZ6YogdPhT3GO6MYcKxAmX6qfXCArUQIy/+mjnXzHMTD
TGw7aJRQ6zGxp6N8mPJ4YtWszTPt4wM4PP1ME5BH1bWTvZc4z2rEMYue+Y2HgNbW8/k4+IMLZzwl
+j0rH9Kmjh7/vUQO429Xk/VW/awnNSYip9waLay0bjCSf2KR5x3CBOWjSMgrqdwXgGKHvhLyOrlj
gCq4Gy/F62AR7NBncXqcQqc6+nVFskBqBDfH+5osjUmAAmVF5+7+lbs4ztIc2z3CRyLV2q1ft82h
LWaIrkvVrC6dmHfSRG6aNQUhS3N4gSXRPNwrZplpKCAWSQGULItjE9YYx+Eu4ZB98aO5BqWMo6vo
C3loZw8si8+nkrkivQkX6J4Z5fbVLrOjPcfhdjDJ7k5ZcJFRJJBeXfmUMEB/RoinAyzl1eEEmdfy
Qc3+3GU0oL4qpwXoqE4ew4CaMhdacc05WPqsT7TR8aw0wpmuZRchXoa4I8o+fSkTTWyFI+gixgyO
EC0zGfAoS1azpO/HbFm8r6wuPDMwWfhALkrDTvrbsq7loYY3i0rXGbbFWFEJLE9/bg0vrYBIc9G1
0Dq2hUEQem0/jRZ/nUeC5IG8q/5ol8O7iprv0Sw4lNzvo99p3SaJyJwoZG9v8s4zbtIosx0zx2g/
6fKJjnh9dirnIoLwnb08vuqS88xOYdOTj8KP+h7JlGmRh1j7mA6SYXi+TyGdbuSv+b/B1oCZBnsq
EAhBm15Udhc9+C0VRm4Y16Irv9oVwnRgMJLUCtVoJYocEp+SkdREfaITX9rGua37R9WyNkIPti4M
hJW8H2ZC56xp4Y6V1IOZTr9fdtWP6AtFufZzvgwPHC1xabebWBovQ2qXR7e1yKTXe5aYsDrGHnkB
lO7lBUioAwHDr/dIk3siFPyaCjZITsaIwSEkoKcfvmpQuy/qAv/yXVYnNtRB8FSqIWob2IzRkDjn
Lv0c+3H4GreDYFvMOTLQLdgnflpA+a8/aUbL0TqP3FM+418oh1hf/7my/739YC3aPB0hoAOJxV/k
g/9tP/ghpvDWdnnaphqiKKFytnS6DfKkl37K6hPpxuklHgsbbWjnP9Ka+JFrgXVOaqcnbIQZfCAj
WJ+UJSBKk2sxM/bS+y4Ga0g/79JCuRJe7W5EjLzLkl9yI9I+RcZ0MUyNodFyqJkc6EVlZ37+y+/2
27zSMmy0kZZr+HSizbdeSMFLFaWVcO5Kn0HMEG+XbXJCzoWOjh3u+xxDzyvtH46dfxjZ/qJE7pxG
Ui0m1gBUc7xZ1sFgkPVsw7F9mRoLI1E6PCYo2o+tO3+dMk8/Y71CsMYSR9Yo8dp//jUWCsQvhy8K
dN+iueoB0uH45b0xp2JUKGpDmiC27a7cNb5eLp2tCOhshWEa79Ha8/T0FE85TFiROwAzV03Vw1yR
cPl8I8mOSr3DzMClcsB5QJf0YSBm+9kYK/9dEohPrtSDi/qzIpqu4NR2GZZlP57bzw29bNyE8KZH
0aVYlsk2VBVCJ7R9SB9iU8417+YylR9GaDJBL5AXBrgYEq3BytF4hJ6mlecey8p2XzozP3tTHx1T
O+0O94FK5AbRFfwNwrCm03ZqQ510WrVpmDx5hd6d7v2a+0zD7nv6CzP6JBsiOXjQ1D74BnxlB6Mt
bN3+UCTJsBsCnf3EPQ6z/GYMtn+yvPIc6hEjwPhqBbc2jOK9WeonNh1967BpvqJbdJYxPkKZ9/mL
WhDoCRG85qDSSRh5qO6HYUQLyQ7ieKqHP/78aYu3vXThOkLnuI21HBmYrb95IVNnlG1Jsuj23vIQ
Wao/Ml+E1Da6+rYhgBKZ1P8uAVB0swy+SGMIzk4PIdBgUE10L5Dj3EjEJ5uldGV0GFhF0U4SdMD7
sbf6ow6j7DTYnFbUx9MnDFw101+MS8WEJsxL9oXIopUrp+m68IqPRHEHTLb9S4rWfT972lW9J0p4
W4Gy5bxpHMzIBj0nzVGsg5zXO4xJljAl6XBaurf1sCT4rB84ekNJGIguoR1fk2U7upwj4848Lo6I
5ZukI8TMiEGZoWu4hFnqn9W2NgQSfWKQuWsxIKVsQYLcGzSlZ+BB1rE44yv6x5zGgiobO1ZtBsRT
WU2eXv/8Of0m2PNtDn2WbeMYx5NsKXTAf/q2XW6PnKdtoBGJZZ/hqrD+RT/g63dbKYW3iXHwnUr2
YXwraYCHPyC5epxgnk4p0Oi+JijQG6dPiAXyjeaX3l59a9qkpzHM3zjtgEBImJfIjrdKmqdKiRpr
uRfqzsmTg3MiBLd8h0kz3jpWdp4L32N+IvpTlE5bs67aG0xlhI5u0z5nIZwBfKjVX5an33ocyELY
QlzDZSTOo/u2N6RNjhAW0RkP9zMr/cbqIjqORcHc8A/54rSFfVWXGAUwOlrCTplDAWryxXGO6/gY
IaMBqqCNj0y/mOsZBChYRg8fffYZszfMCzj06mtCHMxz1ubZVfNIuEJ9BN1kvACmaB5Rj+UXXFWH
VKPTMgbA46CfYqAx6OT1nAs3sadxvkddzWY6fxCz1V2DcrpKw4u+FhwPyE6bXttontdW4wCUCcJk
Q470MnD62CCiunVekvxlcma+VRtz89DSsKvTI/Jsw30DmNCRJU5ah9wirXAuKeFI3dQFw4AJL7Dv
oX4eQrGdRjEd8Koik4LtCV6ng8I30brK3fmgG6Dch5Gso9izTmM6Bcd40nlM8nQxkFJm9jx7/nJr
89Iy//IisJO+2Z8cg3+3pTMIFTa/wttBkRaVHLR7TG55g0Iq75DWZKNfHiLXvHWd/F7ZRU7DH9JJ
bpG5hmJ1RqCf16fG0NODJ/oa8x/tKdDUl9gy84fIaXoCaMrYu87L5YSDW9y/tPNZ39x7HiTyfhij
GBSxw8GkWnqwEZhSU5aveh6iOoUlfQuCuFqVlTl9zs2neZonPDMG7ueEDog5WPbOyqUksB4xm+U0
P6U/bleZ8HGn/MHv4GkU81ht1ZSjDFLrMAtHriq3/KesLfuAcMV4HBlu+wGAcNVjDjSZ7e8lE3En
T7HT/UhdDLL3PXCyAns3xPhDXae90SAfn4bh5DVOcEpa4OXL6ZI8cLjDZcmstmL6SwV8TQbsAqqQ
7Kcu2PooNQAcGNn7e3E5RSiBYQfZtlWQgcfJKNZnYAF0O+6y6CbsJ9jslXy1vOvQA8pJnDbYquJf
XTzDazaBnjwj8zS3QyY6cgvqbA93mGC7ZEmfRIoBvY3fvgyxmeldFL+EDeGk3N2Irp0zmNBsfTBz
aeIUxzDzy200V49IZMZPPcjb2JevJQJjgi3a8DlI39ccY9iHgkZkj2pnbdAD/2V9ct5uqIAisMBg
QnEM4QpPCf7/s1DbWiayqnHIMYkZEGtpjRYCpfMR0bCS8Tcctk+0Er/OujeeJhwUF6eJPhWpjVSa
1q1Iqkd1R9VlYEG3+9w7e9IP4bV0oFeMIXpUl0iKiB400na8IiREzlV+onMOgXeWbokuly/LwEx3
09J86MKRRomLjhXsbIspjKmJamfLaPDXkQi6o88HtalLO9hqXVE+dPWJUZq++VdUQjHVnyNQzbo7
21e/jmO6fwSwz7FX/0X/Z78dCHMjOTMzu0H14AldLOX2f24kUSKVwxaekceClBoVzaVidn7xl6/i
pvueGSGzweVH6g/ZES0cG+TJ/jugUF81fkUHArdoOLTI94uA6IVFXQ7y92osh1d1cXJ6iTrlZMfC
eXSLHKg1qpNdYwCvMtB8aY7cNtQCdGOL2mbC6dN1HTTn4HUc5ibUfB+6IHQ2VUNYHekeB5pB+lOG
zH7t4it5SiWZL8xP8ueiw2oyiLZ/HiLiY40Zq+Gfq4XfH0KTW7Zsj4JDloX56td7h0iyMYsq7DeI
X+kgdC6J0IuCMZTGphNx9aoZEKBtXdeOtpvR/UhIR+DNQ283EmVniCp7jIswe2TKmz2iEUOvlw9k
GSzfqp/B/eo2qgdSaTMBoot00JNIv6uiJlXyR4pcbeU1UXqJnGhaJ2NMsN7i7Q2NBdyxeAmC1kHs
rhT8Q0zIdTubGdp0PyGuZ8y299N3Dq3+YbBoPuQNQutYIwyXA7qzgSK372qDIJYJO368NBsrWeZ3
rfefb6cS2PwyjzJdQKAUHgzMUaK+FeBkmZN6SeABT1DDjtqL+kObLjFLnQ8a3HO/4l+hRuomA3oj
o+waJUbtl7RmWNcPHKjKle7YA66cOGZEMH13JA4WEXtYmEioctmVNn6aRCOJBF63H6T7Mkz0ZDI3
ad+5w0BcDzIEfutMDP1JEG2tZhZGtlCtkyLsVkEb8GYKFNhVRcSbbcTOUXYz3ZeEZCBXh6vPTEWa
j/mU7wraoOfMJBnqzzfK+xWxhLqAg6NrupbPXB+JwdvTBCdvWs8aloG7srOJK8I2FydTYDzJyU4+
xKnlHOgFU+uAqXtqvYWzRIoMcLZogFZAIrHSE8w5cHKNm/egfuam1CxBRAapkw3pxWNTR+1c1gxN
8fPIukpPZWL5X0299pjRGf0WcRhIHivv9rkGYWca8vyspcGy2RtrJlbRy9DmzaM76ruC/tbZKKka
4246DR7m3X8v2gwxp+2kIJ9Do/jBC2Kse9KBSgYS925yEdv/uHn+vWZM/dguF41xGjL29HGixaMv
o6ukhreiHnXPnC3iK7vhBSMa6crtiV8/Phn4QHZTUm88wjoW71rwJCZmY1QDLZSDprugDTipKQtD
Tbnq5tzY1zUBejhRaKla9a0hgGVGBrPu7ZlXrBQlAWFz+6QX5Cm2bZM+/PnTNpzfSjE+ajhlGIgM
+hGIsn5dZlzHKF3N1lV3EJlqovGQ5R1YWi/eGJprP6qLLjLn0fLNT8aADyfWX6PeKKO1QXrIXg9i
EIMllt9mkbB5efuU+B2gHaLArSIqXhPPnrYOGO9D4woEN7J7ioz2hS01/ppy51cdmST3oUVgu9u4
oCWyKohoKIDa+k4/75VtrWaQfoLf/sTqDFvGEs2TmfkecgDfXof6bFyqxIiupjY/DW6DXqHy8EfS
Eb3a6UiTedKfyzzCjVzUR7tPppttSvKOc4YT6tJEjn3UIvNz4FTTIW/kCD9Qbwk0a62dxV6qxu8+
Kq8VeXXFutb8fwa9JoB0qOWtlkkFavfb/XlCAPSQWX0HptoGwlB15Lxk3nFB9VQJYXpddhi92j83
TmisZ6nNDU8u+TPK1qaktGGqL4UADLGpqA9TG/PKL2OzgS0vmKEF/LvvEdAER38RSpaiFeexC8vL
fSWKm+Fj26ZyzXm02yaeSN/jk195AaL5QIv9i1mY+cklWOfk+eBjfIJMMLw4tLuVxZMuFRj35RaG
LRSXVnPPHLEtKMORvoKsxYw3t6qXqtcJT6jdai8jL90XpAoQC0ee3Wxqzi4wyaAbOvSvuQyw2/kp
cPO4KRf/+i6KLfkfxWvRBA9Ascwrvyswls6ct2pmo+crHIgJgHcUfjVqjaNPAbTTwtZYgjiwugnv
U8SIj9WLhAWqnZMSpqpvK1t++/Nro6bwb3YTUmuU89O3eXfeFDZTNU391NOlFnqHdkd07dkVxeuI
c3qrrJzQVIpNH+VgD5ahUIT4jWUwC9el9BbDg3TdM3FImMQW/ySwJpS2Yaddi9pCoySs5NFLQ5RJ
RruzHVne2DlJhPc56pRTQfznMqEYOCPgyYqQy8Adknl8sPLiwanRZrc9oME5nt/7ae1e1BStqXG+
MFrPAiQ90AIXI47VVuMeiAx4SKJXF3VJr5XDWvNMRILCRkcpSUJZ+t+DcE+VM3Wn3jdrhnH5hyBO
7evgk1raIxTDzeoisTE8Am0076NxjHvsBSZwrjaoplNZZ+5DM+vytQLQvmo1GYFVnW+tSfLknz8b
RKQsWb9+OD6yR2EtshPd/21Ja6eyyihjENZgD6d65mijTlnpVEQXneipDfo4uBoo5ADFWmT34WUk
Exy7GXF1YCFOIZTBXcyDe3YDtO2R28Dwr2Mm+GlsC2LtEWZFc7irCydBg1tAz+jQz8f2uyzP9ZPq
cGm+M++YmLgrPpGYXB7SnTMRYFGNo4p2A+cqjwSDk6nPkklz8zH1iIxInLOabIMXealCYuyN3tpa
jFoeoqqzb0rV3g1+d54D5yQIYlRFBLAHh94uc1B70TZZk5vtwnSErxMtkjfMQ0gPmHXxmYMiT5kt
qY3YFBWRv/zWtMCQXTf4wdX5RheEnOTgsQ0vYy2tnuhANs/qUo8cL7PgY+Va6Q67hPNCX7k8as2Z
2BN8hHPkvmdnGE4NZPZVFOaot02EZcIHRTJB4ztrrdB4WXRAsa5hmRtBgMauc6tnjQzADeCd9F1M
i58Nc/K+uFl6yPX2SDbdXhez/S4u6wqvZTI+DxhDKC/4qvDM7V+eof9PB51niAqIf4jwPErHX7dF
z+pb7FRwN+/94wRJ0TbS/7EkOfN+hVTQ6NwnPyMxVAkwwxHPijC4u0ySGuok6dkHqxb6VlqE0hg1
nm41SPAqYAApaRtrPeaZUvLkyuPQd///qbQB/7Agmsx26hjVasD4iJOHcsYq3Rqh1OBbi4e29OVV
b8zpIluNxhmasi5f6TFt32oksFF5o//dTtRXMmj2jRA+F4bEGYG0Wzp0xMMriZDMwL8ganPvnXjd
K+trYX7xpiDfaoMcOW02/bu0m0M0ETgI+pqc9Rx02/quUmLvuZTEnZ5yGbO+P99lIaHGNKjwRHfD
m1muJgcdqp8TdszpvX2GBVPA3oJRACSPMlIZ8Gh1lHu1GpnVusIGduHFHS/dDDpvEXyWuEpvd6WC
M7MHqUFvxL5gx3TFaObhGtS9ndB1vCTscDyWRCKv3JIWhhr3qZsRO/mF5LjXvO7EU6DRnGZB+1gZ
+c410uDCxhLYCXaiioSokkZNMDTaDsbsAvca6PjLxvh+33XdV3qZ7sUb6FNGAxyaQfkl6iStaREt
Tom2juH68TsQ71eQuB7cfz2OUOMBz+KPbKqriwx+cChByDaZ+p5WQnjBJqsgyvI1mpqGV3g29pDP
poewsO41tqZJczMbDvjMkDDtyOfBgiGE5l1dVB2uqm/U10t2nocVhfQFvPtMN3Uv3rYdrHn6pdcS
zZEyOxk+mulq8DGpkPU3hom4KumCNDL9ASeet40P1Z5JNfdgdlBRIC74gkSuBXZJzFidDOThKSFM
RT5INSJj8SFCMC8f12yAy6dfapuRQetDiAx7A1RxF0K7OFOgmjuDYFm4Ues/v89qJvnfLUEI09A9
4htsy8Hmqzih/2lEeHmNAhY91KYny9feVx1dx2qMXnr7PUgIsdaqwj02nA8hN3Ty/QBt7YGRtPgI
jOnRJyo0k5VxSpYLZEADScdzbs7arooT673FieIhye/yzIReyokDCh03QTryQ3geUd6cdK9Hx9RH
uDSY/Fq7bjGhQBhm4FGL+OdMqwvNBmM9+hFNoolcQv3Sh1E3MsoMH8FPNpl7Nf5sRvfRIhF+LaXf
rBpvcq9TPNOmSAJa5a0enOiP86KpPwlyLFOhzwjQjucPbc9c3isQJu7r2cIJrjXf8+Xkr9S36iur
bNE2ZMLF9NZ9/fMnYfxmCV0+CsviBcQpQP9aX5pv//korHjwSt20g006QBj1yz66Br0TXb3lIizS
9QoXIvLy88hK4msGeOVBhEifmKCnmJaz8jDNRnqynCDdK64Jdn0CqHPyzcKRGDW9IBRSvW2Tz3TH
TRnEFVkasuKF+mZKjadgSRZ288n7rLbFxv58N0GhokJrkxsIUEtsTtT0zpaYqh99CyzeYyW/WiHG
GEKA13oKfiTqa+8D8abNWMiPnQE6K3QGnw1XO6nzzIy8znMmcXUjh4yyfFiTBuUdGMJqu7t2nQna
qvQ+9YBZYVMERBnHsjzaTDQjphl+2/XGvnDd9WwR2N1/651hOvtwVcip6q9qH7lX6nn7WswE5pHu
TVEjHfe7+kM5pMNWqUzUJRmL/KBKjy6fCMECyL/x3Xap6lNaigtkpUhzurHaeLWZQpxA0kSbu87c
zd2tFwflZgrQqxS09bdBQxBow+EVos5S2YuBsolDqr8x2qA5hoY9P0RNXqFCMtlVrDRhII3je87x
XDXSBeOcohDI2fMvDb4UsCb+YzTBdKtAPezLpBw2Rjlsm0YfSFSmDDWSoN7eV13f6/e+NJJdVE3B
S9GjlWi6cdfXQ3bzXKScrDryNWN1Oqs2rOYDDsVqg21zMTtqoWZ8uk8Cm9nEoThO4yb3gPNNQgzH
pIIirlqr5ohrXKEimkk8awYpbTa5V09uBJnVihvtn6wcH+oaXi16iJJ/DlnvUVoTiRJa3+5STB39
5F+UwuCZ35S5goBcW7CgkUtDuPVbTlLXZwEwEwJBooBolqUUyy27gHs/R4cisj6ZmuUegmyGnZLR
I9fihGwa7afyNqDRYJCse3AkDDh8huOlt3jR6Iu5X8wfQQ6lkybaj7k0LrVexp9nHtHV3KcnpyRM
GmOA8xIayH6iXtiYDvPgmuQWZhucyzv1rYaBArLdoG8JV9PPdhsOx/uzSn9y3E9qj5Slw3NfQ8tG
TpGAa8mytVJfdWxVh7sKrom8EaA9uU9lBwSNJKlpFYSh8ezIFjyyUegng2HryYqSTVu10alXXXIv
dZGtWmRsXzQ6i4euiZubYTU8znq/cxssdHKRptnD8NXI0vam+zVOvBmh8dKI1EeS6l1Hf+fOef+O
wpW8Y87+9Azd7h1ZY9E60YvuGpUxcsAUMTbiWLpU3U5BbQDrRZu0YsKs3rY+RQH8b+mhF85dX6ul
LqvM0m7C7B8eF3/XTdaYbHJpF/t8Ebya8+TdcJhtZG6XTNhZqekPRRf1FfJ2uW0jMbERgXe4vxht
hzt8aVgx+G1WuEwQVI50zoSRvqChhbk/2z9Ieq0Yv+g0y6uOuFa2OobuGqSX2rzh/90kJlCsyC/c
SxB/aeZIvitQ43Qg/Hmahu9N1k+fA0mI4VQAwVbd+D5E8tDVpc/rOzvcxgH59yLqiCXq1ftn75ID
u4qHzNv2oy9W6o91n9nQ/d/uuIk8d0F3MzRUBIzR0fclJJoVzRl4LEi/AtbuvfZoUsvbMyjk1jUR
ZUdrnTEP0i+wGHKqu2MMib2GCFataDsjlMpKdntl+LGTko500BaHYXaHJ89qCSqau+RbwuKJAGST
dbAfATcsWePIQ3sR2nucc+J4L2px83lnVETJ99CWX00J/dK9hLkPdyQPJRPnRb414m0NvNw4K6sL
MS9EmVdTf3e+cLDvD9kA351k1DjsLqrFyJauXbqaPlnjnBSzJIsn+yxleknaHo/1YlR2yJJ3Wn1n
TxFvbWL1N0zt7S7pu/LEUvrzQvMUFunshUsTG7EbT3FD2gNi56pJbMRYzT5QHp/Gip50RHcYKuND
jmPl5EQDaRPu+Hxf9uzRfJxL4qHS5fSaR6V9/nNN8JseAMab4Tk4HjhsuYJgmV9LAubtSRkYCYcl
ZxAHJay+mxPG2SaviaCHzV1tnUzOOrED+FpqWZu0s29MGLJnOziZYMxP1Fh6jvBe/aQpZ/0UpgfQ
9+4LNMlwjZV829k+twR3taKWpVrHfzNOZcLqgoo+aqdpdS/WPNCdB/q3+2b0iMa2hiG9lhI4J5AY
udM7MP6+jThiYOLwcait+ow9o7uoA/lIHL2Rk69sBHb3NQB/VBhI90Zrpg4oquFvbpu3gzbfQpQn
dIeyzXV1hBW/3sHEq8bO9aDT3RUVjQ9gfTlBqJaH+kpdion/JNG6CVDzcFaQKFUoqYsVNDZE/qaG
+Rmk58FNy7WvUf4OXniZR+Yfjhb5uxYwjur9UGRYP9lw1tw+q/NNRSpk3tji4htQEQIOg+1khavC
jzFjUi8rpE3au+kH0A4/FSmGlz4ZHFlRUuBldTIyd4c5IuORs+lT55ot1hZ0q8t3k2vkf0k/sN46
s7l1hrHw20yPo4GvnNv/qUfD3pqX7o39QDxASQZvh+TPZZDvhvkuQyl168t+hdmx2rmcLUHs/U+q
tlCsg9Zvn2oTFgTvp/41ZXx41Ba8hF5lxdkIyuYS5KZ9TZv8CgyMvLDEOrtTj3mr992rVmzjZZX0
/PbMYJjKcAzmv7T4fxsk8gsiZfQpyDxUQIg2f3020kqDs2s39B/x29+7EEztdBbFQygiSeCrV2yb
wpKPgwP0NUnq90OiBwjCyJlFQeqDi0sxyoy+XHvqTF1gLsaDwIE9DvvjsIjqpVODM7XsZOtjONws
rMi9jo/tUyx04tjhmSbYrXZN5kBdE7ENn56LIcH9YaZkggqrm9Vruu9c85hlvDH2ixIClIF7nKre
fyBP6P8Yeq1BOwvc70OoWyh+bJ1k8+HFSCP+Mx0JrtoQ/7JOvR2N0Uu0uH+LKIDO1G9vGcKcIoVn
ND/MdaevkceJo7o4//eV+hYqM1s46qJgG4z2LeiDYVESg6cKrXkVw23bQgwEHKdn7+4NWRJHVzPJ
0oco0TKWo1geZg6ejSGHk7Iqq0s9X+IBheN9q4yCQn/u8yx7QHbmbe4/LE1L7nvu1XbkLdzWVLsU
VvjYA16txrDfF+ExX9ggC6YhygDmzZX4aAVZ/pcT95K6+EsT1uceAfCkRkTlQ6P8zVzJzxM4EjHE
PXX6d8Tw/wg7r+W4tWzLfhEi4M1rem/IJCnxBUFSErzZwIb9+h4Az23VreroeoEykWCKTAPstdac
Y3Y0qNTi0pYOLMk0919lB/ze55J2HdUpGEiFJhz09XCq4NkyWIhgRkjXIFBFFztXEQwda6GdNS9v
166x+/+/t/p/vLf8vq4DwhHRN7Paf/99qxgBEFhu2M05F3Aihuyr5p27Xlcu852+y+xrNUjE83n2
25ViWKs1AYacCgH2eAWAnszYFp6fYNwN/cO8cVWDSHEYOvN6zIoykDrtYK+VKLc36RDFqEh87b98
4fV/l69ML71HUcC3HaG2+e/yOs83SgduXQ2v2bg7YQNQZVroGq3+YSXB1SWj2PcnpkrpQyvX1O4l
0FgcxEGcfXEOQseTfY4QvVZNQ9UdJ562jyVnq7mboNgahkT/vw0inf94/U3corA6LJWGq80k43+f
pYKidj2M9N2SjmKxw+6JBG9sX0h6UJ6sgHRx2qUrQ8fzMju14mrs9q2DcgieEt2G7MHAyb8rZGY5
o7bsFA1ArOQdJM521WqJPGSVlIf51rwxK1/btg3QdDevtX1AB/U8b0rb++dWZHNBwDCoPYJ4G6fh
Pk6d8mTJwtwHrcfqqs/ETcuaZm8TUQwZGxv76EXubhCuuqy52HyjL6UanhUJaF8H0LKROi2bwAxf
rannPjfeFSLS6L0HLTgeTp9Togl511mNs9sZ/a3mRR9JyRpl61YVCcTzDLrtyYvsxzFeWwGpB7pD
oaVaLP3TOvbWg14oQN9r+B/uoFyLZrgDM/MOkZ+U/2Xe4k5ri3/trcEjAEOpmjoQYF0nH/V/v3NJ
bpvS1Eq5/F4bo0VJ4bAoyQnlJAz4CR0pTJwCoSUhkiMnvZn14C/yoFvLMc0PGcV0ZGPTSsYtYy2P
lfM0HGFg3O2KSsOV76YwFxFXLiPhQgJDh3m2WDcvRkxRIZO2V8pXgskSM3jFIJ8tY50hYJjXyWZu
8pm5te5V5tNdRFanS0walARvq+NTlWkZba0Wg1Cbat4ONyIt3MaPNnVcroMBD0widfVqZ/eWC9lT
HTY7MrXsS5cBOFR0LH/+E3qI8lwjCa0Dj3en161NyCxVdl72gIsPykNCAp4uklxAhiUEeFbXEwug
jvzTmGLJdQvB4K2pTr6vfMK+6PeJYKw3z3uVLmuOBC7iw2EEm8Q5veOpuqiAMQGVtYtrrawcjVgH
EbgX+j3ufzuTs0b4jzUSK3Ob/qkFjML5T5GAng12lzTMI78V5i3mAXzaAXgVn3SAukkXuj5Gb6Ed
7zIYySBHJkp60HO6Tz3CkJauBeUlSwTtNDdCsCSCaBF2trKbl6Wxl/bLb1YP7NmfmhvsqOGLSya9
z9LK47tp8u2px7p89A11kF8kyb624t9q78tdAlln0zXFV87i5+rnyZdRoAMAZctVI4zvVtVeoLiH
n05mhvTmkwMsuYdTJaw6zCB6lqsao8sGWkB414tGWfahXr6hwggYEVIiElYNWBe+JxgYJQvJmwic
Y2Glx9rOvJspCPZG8EMHvf1IWKK/YPLtbq2jPhonuGttUb6U5pT6FebykPoOjU+nJBMks75Z1pZL
PcNnJV8j63uZvy4IzpKlW0HygLI4q2Mxy5lXOAbgMCRB7UVSnoDGuE9mGrwlRO08o7G9BaJBchUV
GUJuvnQFiPj1FNWUcqpbV4bMH5mlKUdRAtXxMdcum8LP6JYUw7tiItPxHE73tl/VG02E7iHXdRpm
XuOSppea46opvKvag54zMwmxQabWc+8oIeIYvN55i2Io4IW7MXLX1qUSiq2bsDgxWkdfNV5gPRj1
WoRye8W7b7vPo27Xf4ziCvVTGyrnU+MvI2ACsITfRmLHTK/eFQVnRm/GJA66e6O8Zk6W5rcZmpSb
aKloloD/0xmVFWVICvnkst6JBIkKXfq1UDIDeLejXnu60QsN0vUs+i2jrD9ZI/V5b34JRJzuIjRx
d02YWpV34VSwstyNsgGOVgPYYhlsl85Fg+GFqkOtD7PbeL7Li3xMlRQiwPSSz7umQGhHKtHBc4R4
zqP6MbvOHaRzq7LOYYDUJD3FmjMszH7QdprOqWyehlWx2y3C1P1NbrT/XcPOhSxn7g9sqMdOb2sW
0yrArZQvUOGAvcy15OxEkr/amQaGRY3XcfpV7NLU1jklFUNnmnN/N4kSPih365XvYqX+lmSA4CDT
RKXv+g0LqIj9/G425LGLJNfshrWZ1jYFLxbUnIbdupRd/OQM3jFOuvItUmx9jQLFvYajeVVCEHTx
ZN11tZRIx7bzN0EdWasZ/6MQxRPljnE1C7QGc3VpyardmmYZA6y1lE8ms3Cc5stcrFevI9aO+zz5
89w+XRZ+7p+SlIgLvkMQAwr7OiNh+sy4edInPpb8V1N44XOoIMMxmkJHUxU9+5I6Xes7HHw27WYT
vYytVsF1FhfhR0Lr7hTDThOxgoYmFJtIs7KbmdfxjuUaOp4O4XVNRMiVBTr24NF8VmCpvkIRuM4E
dpEZDCOH0aDVJPsb9C37YjkC7dkocOfFAQFkTVm8ZlP2SpqIn7FoiGUSSo2PHndzSO//H5hOmgzh
Fo5cfIr7EcUgjZdodH8pSWw8k3dk0K8JwX0N+9G1mi/LUH7By3J+AH4hmIrV31Hvy+wUYxLdpj3a
BjD6yVNSiuA4ePIxX33+Nk3SPgVBWDRI0NuGWvwnOJFq8X01DxWPdglYVlvj6y9HgEDzrYRWqOXA
pGqjatg4Oh+LrI17f2MlAjlc0LUXvSDIg+7bWqHqf6+MWENTy9y4CYiysmSnvPo82NWOd8invNJU
ExqdM4M0T188f/MZY1ZRe0RIx2ESuQ8pMsCotSXtWyU6Sjf7WcRJcxBNYiw6QzYvlEdfRuXV6zTy
icyZMcswI3BBn1ltdcSFNQsPpjcDNlqXQVlv8iDvHorJZxKyj0L6htqtzCoJfqGnFTuZuSNy1BS8
wnShbuJAW5Kejd9/rMONU2lQhZ2uWScqkNa5EE746pidRrx7lb13puIvVRqL58qWzbWXrHtKJzs4
Y+081DL60w8uyvy+Ielp8n/mdkyUCGshkiOF8UblmC8mQsvJp1RK6ABRxMUbGSgvWjMz9dCxfLXI
hI9JLji5lhapCb3uIk4MLnGtBcSzQF/B0Fitowoyuhsbv82ETDw758QVFCp46AmcbPci2M0CXCr6
kku38mK7BA47rEPOqZHGBwV+km5Y8T3DI1UiBTh+A7dRQn0xdWMqPz1Px1t0BC2JGsGTwUUNxmjl
+e7ernX7l9u3bz0xerM1ZmRic48QOtizf7ehe3cgTz44BF329i0FxqlMK44l7TzkSxmL8RIRZ04n
Pcm+RrIwVd9DWWl6z9/cG6U4ZRBP83pEyDS68lLp3lOLzWn+7yOKBEWQiPr9yQa4fplPPokxBKAP
zeV8iulC7U/OYAunIC2+hTq97QxetSWE51dfbcxH7P2xlBFDxySAViKms7Krh6VbDuGJpXjBqhN6
5HRqzcN17JvXrsOCD9ZoI1AKha6REF38yG3pHl03WGZjeVILnRTsPvrK4lLZ4OW4aGCQdz5abAev
7F4jeUqLK7IGGd+uSnca4FbLNjD7JaUPwOH6T5MwrR+V6meXikXixaRm2yrKB1cOhB2Pv0eV33g0
AWFa3UKRKhm5Fdncec0IR4WUlSYhUQR9fhIeq+1ac7T1kE31YYeXajBgSut0CZAZkDrYCS1c9VBq
V0FbAMpH+xtZZ0zl27LpYvB4Or6kOoSdTWTvVmg2QUZBcYyRGciICa1lKnvfdpaG6b+OregWGNq9
hfKrIlBpkVBabfqoXSA8/0iz4pp32W+lac519RHYwS2PUAk0/c4DiKKU5hXwsVDEh43aXy2736WT
U8kmN80Jjp6zRcu8b8gO8fzu2Njhw3QHi+Qf+TkmAbkXIwstMuseWT4u/VxLERmjzsvFxA7O6GSi
9eT8dkg9HhFPNrBQz95CfDgpARYwH3ukaqH4Rh6SNyCoit7hctBdeg20llNBw6lSc9Hbv8itUpfS
88O1PiEU3HFCYhcp2okaYXc6bAaHdkcOGdKsrQM0xGDl9H64dE0DkKGJ2jLL1ecwW2aNGax1uKFb
gMK/+proHg+RoRit9ilNx7uGla60w1PUDz+VXIBDCLaxnYQIx1uam1juEjly9m1uIXkhSq++9m1x
7SE2QDHZe8R3p7KkQVMImOfNKUqGhyGTfaBqBztxfg4GMZssPqhUrGU1TE0dFm7Qz7zfkLOWnKuo
chuuTbFBkkSV81QyfTdVkpDChDTJsibXmvHfwif9bGyWVUhnXQhz13b5W8+fOSjeyVHFrxGCi4fs
ewEWWF2XbfgqtEJsTDPZjUBjl8ZQE1iaO7wt0FPUtOmW0ilh+Ax329XfYkNeyMt2H1aYfVQM/1eD
hM7roaNYMJFGl9LeDVCx5uBDF9R3tSz2apGvukmkZ6PZq4yRJGubWsLFPllOsYCZmZzKm2GWz86U
I9pwORlD72EWbbXY9xY2fte8xGMkzpmkJ2SkaQXLEzEh7Put1M2QPOdyEiFoHy6RFdLsxCrU/WaB
zC5Y4kbidNt5f9rGhmZA7hi8tXub67/IRXlLMfZYTzq68gXeNcRHUFyIVkPFwJAXN4uCRALYaz0h
o8pz1xLS2hpVv9ZUEEe6WiZrLarKXR3IU6gow7ZQ1Pd2Nu96kAXg+HI2A0NfXoSR8FUqX4nduTd5
/KVr5Ci2Wl0u4uGYKNCMOCnQFQ6LfiFYs/RN+1LWQbq0dPszjlUIMuqRaY8gccE44J7oyDNORv9i
xFM0eFZmYHfKq2M2vP9Dh/NX6uQiy6fA03+StUHmVWydfS2YEtsJuiG0E1fTpU7hhKDqjzYqkc+5
TZHf+f3Rd3S03F6vbrwwGtZaNypg07sX4HBEm8vodxQqDGTthVb6e8Qhe+nYOWzURKL+KF/teICt
YQFaChIb1YQGcwCLSzmcul4lMc0SOk2++BTSm54+CxXNIie8ZMM6R/1YVqC6dZF8OiJ+a8tso7kg
ujSUt+u0iG9JOoS7xi4fRhLBleifNf7c9dBMsN9IAVYC505Rp5AvQscMS9lVIv5jhd4PmNz0dOGh
IiJYeXiyV6kJ2dYmTqEAFQCl+Y9E97YMgEmjGRHe1ovLZ/4dt8lYhNN49jHCJUotemWMN5djSIIB
RqFTZqVEzA4bQUNllbJiYRWBNsbPxv1I2qA/pE8Ac4uDW2i4UQyfebrr9ZsgfSZzeBvqVXiQHKta
6cAJ3XERPRE1zNQG8iWSfGMQF8ty16XRQhcxGOGIsHwpxmJdZHmHaA2mrWd96Wair62IYBoEZspB
+xIVtHtpOfHe1yxn2VDGLwwfZq8paAQblUUUn8dynAJqV/jpKlcOqk3eC8IpRPHYSAq/y/gAR8Z5
NKI3e8DJzwo037V21GwbQdAarfbwUD0SK31gPsxfbGV4xCFnFlyZ0bJnQWRIq91y4QdakXzVXjec
06H7DbpIrCSsIlJZObCl7WMi9uOjktvrzrJXAxKjAw5MxsuyHZc4aojojBG9U6os4xhJrBtSLDg2
EhNedZKb9QgHvRbhXs99rjmGWOpeMvD/l6jt+GMyELMrNLKMlD3UpQR3rJUYt6Ap/jBQy0D4pEyP
GhAOvFUTPtdZFH5rHgbelYUaF7s+UhyIItrSQxw7Ve2MUlSJTKxNqzVLTax+vrlDnEOmCFRwon7U
LWKW9AgheeVpSb3LbMJTfOjEbp2UZ8adgEnUz1DFB50WxZJW0R/LCr5GT1mScgifST1ZSgbbsj9b
MnwZUoemav+U1foD+isnP5L8QJPD0NazJ8TTKTNe1I2daeypzoZl3KX6h8741iWE8qWzOQkTSHPQ
XT8/1DrYH9uGzDvm1ns0yGwdAnnd6Elwr3szeAPZQS8EkrBnM/23C/Ge8ctsfMv4xEq/rvj1EfeY
JTFCQPL0gUZ3eMLm9RlKiIpJ/9z4mCXbsi9XOUl9Xtb/oGwsTiIPeeUhXyCMu7CqcFZDBqQIIyFx
WZqyRPbQrIykpBLOf3Rj7j61bRsfKs2MaYmEPWMZPb7o0yYhm2I1qnwrODt6Z690w0MrQnRJ3BuZ
B7Rx1O2bMHZ2Kh/bgPIb2j2rETvX9J3fteDAeU09hxMQ9c4aKU1OMHyUHkElDhm5Da5Tn3PfhrDJ
qR4koLpCsDul6WqfbeQK4pbSrdYBnpQNo80mtN+llX5Krzt6aolyMXQ24HR0UXyNcRKA6e6ShelN
wDxl4mQjUusTdTcE3a4jyG+FQ2VnejlwJ4taSMusaCPUuj5XYf2wSmJd4MBE2zxX9I0x3R3Hcg04
bhn6pfVC6aedTRlSlxmx/dLIQaCLRZcyP1pZdXC2ArTMtq1bLwnZXVR7hnEIXLvHZVdZH7buHwK/
Fa9KrFU7tBnRNiD76UdVKUvmNtYHYxpOa0QanbxRDe89655FNT2QW8GfPM2GJzPBjROZebKe94/N
jX5gD7gEe5rtkAsjwv63C0vn2PmKpEdmm0srZViZMo8+GkR0cUH0PaIn7cIlNIhFXmWXL4Qw1Ddb
1K8w+Ns3GZX5PvFQ/YVj2b6ZLvm+DVeXfTE9mtXiueoU54ZmyXzUBGHOPzRCljrpDtes+YfgQBEN
ixh/NSDoAC7Whfd2zKpLrJLtDUT+jqcxvM/7R3Jv9ZEW6P/dA3L96somOXm6n9AZcAlrrMsMlFyo
EcVsBON93tgy/YNupsc0W/+zS9fF1RnD8fR9wLQ/YijsjqmDLpMfnA9VikUfyeKoYLVgFdz8BNBl
LIkrK3b6mMq9rToVv/4AzBcnM9W9xhBXzT91EEUrIjKic+u6Ocy8KXaKk9dn7gSn1MyaV1WSaJO2
0sTb54+vGhzm+QClb5KlJBpZNxLlnAlVpSOPoaFt1foWtsq4VPTAeS88awubtdkORaZSBYBva7rR
Oo+YUN7ox5Nak70BIUFEWZuMIcmPfnPqvtnS5PEIZVB7Iio0cOOWj6l4lOWGKkZSPzKwsPLMJc4q
kQ+vto1boKbbxle7M59wwMrGcAw9T33nbGjQ76vsA9QK7aF7cDmm/XpBh2GM+/SYd1r28KRy5alr
inTw45lfZ8u+jMafY1w96iIgbTb1NjGYCuJWx4EveZB8BENrLszSlQ81KpI1RBQSH9yuBQTaontk
ld9Nvg9DoW8Tc46kjZHJM6ZOZaM40BxdKw02cRN3KL2QrwGNr/YJDdeTmUNTjbNR/KpjG+OGofzR
pXMRqj6cpDqF0HZ0WmTqV/RusLSmmvSercpuVppABlsCe9g6HuDaqFJoS6pNiaLB7fZdYTmnNCTp
tNDc6G4pvb5o7Eq/9qHXXAKjEQvGPfmPPgWDUrSDtS1kWfxoNPFs6fV71TS70mm0x6hqxHeLITmY
9fSayhwwauVkm/nRKHM3ptYI2hNofEOvbVZuG3rPXOL7ZcDY89VSEXqNwOp29QC52AegtLUbuuaN
KDcDkPc3qjvhyM+qFs50CjWOEWvJG8pVhIfTA6RKEGWnWS/Ua9YqD8ab7sGEaLXWfWmT6sbj2mei
dO1CEVF1r2hSH2jo9Ou8suR7rpF9NR1BM8wh8V4zzh0eS1hn47hJXv1AZvdhsGtQXsitTBpdRDhR
+gFySPQguBegYG+42IdzNsJbqjXlVifSBwNSvJq9bVzlZoizKqSmjMvdaFYPvcu84dJYQbopSclB
EOYq28ziVDVxdcmrUFgquBp/CXd9NYQk2E2YXYXh9DZPxh/zAzmO32Ew4KDCpD4p08aUlnKcN5IP
HeETrjutLbN2pQwy3CEReekmu0/u5P9slMn4gwqVmGYmsMnBQIg+HzLbgv4eN+9rZHaECZC9Vnht
AMqNMAH8jxqLSkyZs/b0waTbHTFmzQtmQ54q9hjp9F/SyJ/aXBWf7lj8UlyrugzQGFaJT267WSqs
JGhz8KltT92Wgk+e5ttRYbdcx6bdZZwG0N4Don5FTvbFvNMwDPrKfbprY4e5YKfaWOJL3PHzzQrC
/Ck03y1BMlTYMLUsHHFz0k7cXDn5f/Xqj5h2jZ6FDrRMjKfB1cPjfMR8LKFiyRaTTEgKtauU64IM
XpIrwwuIWHfBB0lfFSgiNw0WiUPJFfXSF3W+KrUqfG95p3UWK7+Nwn6ja9q90lZh9kGewClVMe+b
rc6EEN7lD8Ubr/OhuGgveZnKH2PD59yOrOoMUdpZGQYuvtaiW5hhj/qR89QJF6SvHqwy8hHPg5GJ
YzCR5CvWfRw8yoAp2XwIoLlT6kTGW04g55q5IEiZrFWvQ1lNIeLlDuWq/4ro6ajWjvnSMp3dJ8Tb
bGTs5B/lybUM+ZFaYbTxgTPs645ubhvmZzgy8qPPST02Rhequ4JL2qpV4JiEuzE24VWBnTosHVP2
6wR72nqoC17gadPQCE5Sz7hi2zKeIuH0u+DDV6MW8DgfmrxWige96eIhDeCMnvU83+lrPFTAq9/d
UhP7IQUuNSZxBE+swBkz35w3MISiI44QAq5tZjOBlp7njXT9f27Nd+Ebb83cSw5paevdQmQD1zWD
OUYM8mjRmXn7QhHhLYtAkHORJ/kSCorBGkMhoIcl9E++NgWx3K5xVaZaB4f2nalCv6BtBwSb5slB
1QpK2E6mN0esKVT5gkjGqXCj0nof1LV2mzdd7FsUuH28Aheokx6YRuEpF/TNWlL4TMv7GDNLPcwb
Jqd0fKaNYfWYy+ad0iFN25LB899D5lvzcfNP4ET6n4Pn+//28Hx33oBPTNalDqGxFWNxo3wGbC2j
TVH7xc3v+tijjsVdJwJsloByiRaeNsJjbq5ZzWm+N++ffx7vxbCw9ShE/MTTxfCVb3ZD0yqNqpd5
198fSGOoD0ISWDnvU4z+GSQjyYBuxQuuVrexoPGchcZaJc1tj8uNbJigfckimv9t3/5qEkf8MBsT
e16J3NjzXkoJqLNk5YPSfLgEQjVWkG8G0OPGr6qt8Xy6AyLqZAqPsgQyBvOzI8udM7uvH9Mk9Z/7
rjaId5ww++ThPadmyyW9xtRJKePJqHoWQhfPVB8N7bKekcd0Nxr9Jw/rFAFIk8nNz9tnuwbl5TME
BaunrRITn0nVKCfI5b+6QD/qfhF/eQxBF7mFoh1CcbGrAVLgB42qnVmX8RMprAxTqJ9fwLn9jEo6
lX3l/zCJ8NtK32+2UTFmP4mgxciVpB8SKfKaiL8ABYVK3Zbp4YtfdBeVqfSHo2MpIFiOYq+qrJuS
j4Jfc/xAF6k9J7X+JKuB9aoE7C+Tdy0W9nvkawVAXCKVyqKUJA8o7cPqw2yjGkiuZgrTKCz/UGF9
nHx96qpKuXi2Kn4qNR1/oZwvj/O9RAXFbdF2tyf36rwLhc0I8VlcRUvHgG5Zce8GO78DXtY2blcZ
y3Cya+ZetifHOdxEBi58WYTTMHC6SZ8N6IEpsGd67q9myIOvxil/VMy4Hyk1027QHGeLqzB9weP4
Mh/gThlqUVcUzwPfkz2e0WA7lBCn3cw7970efMWVXS9oG7n3QCdCsa0GcjxCMqdxGezm57ATwcfb
2rg17YIqtezbUOuYeA3kD0rnF3eCqNJlncbJiyMgrOBDOM6bUDfwecj0Z973UJj6qZip6PHh+0oV
8qYsLHGOmCh/OilwdTS8cF1Lnr20hgCBEFfLBwiy+gPNcDd9P3O+/gNR1+F02k+4LNW9UF6GsOPT
EAfRr4a0lkEfoaa7SAtCTd9mZZu9dAVOU48WWQJ1iX4UdaPhfYGs4jJVYxOuTfuIf81nyZABtxnl
z9AOSXc2SHCOPKP+mWjKYSTj9iHdMj0X9shnd9pPRfrsoUbAEFZeszz4Z9MTobOI0sHbYMmASiuV
hlguOVznDUIZVOUkaq25xu5r5JNPMbatJ1GQ4NHmmLHT91ZY3r1zDPhKmfMn0SX0n2nDgLzboByP
V3/3AZo9YOp+oJpmAlTYjPntvtn7pEsApKbA01EqOEnubDwm/YreZ7dQenyiSuVBY2JbqSaxc4Yp
llSlw86qmh9VrWJ/S2FsA8dgHWBkybmVVP1t+MUlo6adOtSX+ZY23SLgIlhYbq+tgl55ChzZXzwZ
9xefkcVlvhu1TUW7gkBqCJiLUMm6q8VM4FpnAPJtghBXQ9umvB/cnff1lfJH82w0y7S0rFwzEA6C
NXH62jojkzrUlvDvmVHZeyar5pKPIfm0itucC5jJ+Fcrb/KAl/tgBGc+YJbCkMU1X3G6+KQ2DTMs
At9oVYcEApfUqYoeG6z0xvhe5oW16kz55SVBdqmG/ncax9ELzTFqoFyiqR/Fp0Ya6xL+Y1k12qX0
rWdW2i7PXow+vX7LXBoigGsfkty6wmmSL1XfNFdp35z1NlV2EG3yc1N2/7qpxPjewlQSmlalW8UU
DqFpeBSBJVf9IjUscf6+OYy+ewKKXjYqD5CK+kzoqnXklz/WmcK71Vr9k5p0oLxU9w/ZVXkG/Qdl
d9NW4zYPzYI2HjRzSYNPElO+xuRjA5Fmo0CGOJBF2C1Mhu2r+YF5n6QQ5VWeHp4PlIGK62S+7xup
yLHe13dEOP2uDHL9rEMMZg5p9Hzue/0877MxvP9za9rXpbUHt9Q01tgRTc4v086/xxTUcmqlqYe/
T/D9LNNhpOP1By1jGPP3R+dH500yEIzhtaAd/u1n/z4Bg9tu4fdRQ8Amv9X/6zidBI7Kx57x/VPT
YSr+CZh0UHRJzxq+/xY0Wd0Cmki/tETtbcxamGcJlHHL6uZqBUp3yBiXQMdTOuPo+IitAkrfnWb4
9jrvm44caFPuK51mPmMspLqjnRz6oAb8VRdQIOBljONE1So41/iKA8UnqV4pqpywoL85uRJLcc9I
5Wo85a01I6QMcQphoy9jf1M1bXtxIBKaWBwOo6/5GoaRPGaMk0VbvgwDRbQ1rDP/dzuo+lUlY/o+
b0xcnlI04mQLi+FOuBr0oH1iAJdDb/NeK1dtnjxHdmfDkxjZuy+rj98VLIs7jBnaLalg0JmYrLXM
sI9OY3bbniRCzJMnznXRj6Yp3YOemfHKHRKxNr0xAnLVrAh6RkrRW4e6Lqo1Zztjqel1ep24QFWJ
jbWQrcP/197Roool8XI6q/DGvmR58/DJw2gazXxNx4kdWEntzYlfYkKPkTkjTkKGWxrJuKewR345
QGTTaJGa6rCSY1AQiAGMtEc+hVGhXjg4UXSTzN6MMLXMGNonjBNgG1P6JInuKg8HweU2bcx65Yky
QMRcmAd0NTa1Mo+WVQFbWuQ/oulelZCZmHrBen6siVzkeTj86CP0RbqojfG3bhg4/ee7+rxNOPMe
5s2/3AfAy8l+eqSNGnH4e9d2Ygfw/PSIb/bZyoArtmw9GT4RbBk+lcQG0Wypb0DGwqd0TPsT5e33
Y/NRYbUaXSISfPRu35vA15uV30AM/7tvvoXotzvlVfcv+70Gk7EzbxSfrKNCrxhB/M8zRX2QsTKz
IP7DoGcKG4h70KI8ibpcgzCvFsf8zSCwdj1/8lohIgiTQOOy/opGyf8I67fRMNsvO6F9PhqOtbJ6
httklxRreiCMMEGOLAKjfIroiu6HPv5tOFCe4K7ffUhv97gPcHfZ6cZnkbUI6mG4M9ob6Fs24Rbs
QLLIumFbu2UO4YvvJLiQKUekdW/ZELnnsiQuvKmyoyjy64gJ+eREVXHS4h6Ru4FK2ykKma7mneqg
/vOwncbEHCphaO1r6a/nR/9u5qcBaxaDoHqoxJAQXEs4Nle8LZlg0dYtw/EnggPqUYdehg3XpSI8
DJ0H++OYoa/iQx8zzAgFIkDwU2yi0Qq0l4ys8C0uMK5hROFJPU0WgWD6q3dDu1DLFGNwy2DCy8V4
cBjyLYvm1ui5vh40OtlFoA1vPc041M2dwRAqH97aeDvlBb3qDjaDAbE5OE2OAlBkb3Ha4Fue7kZ4
/JcasGQCdvxPLdHrjecr9avS03yUGC5l3p/rz95Q+x8Y0YKj1QFTyxzN/iFtA8MY2pMTWHHzBfbI
Che+3NExKbeIc72d78X9osCOETLLcutdVzgoTJJ2Mr0OBissjQHEtMlEsMaaSWxNpfyzy+00Um/z
k2dlpbroRsDdYuyeJaqPfYNlGumX5+XM/o2YgD5qawQaHPN3k4qkWicT0KC0hHZwfBUelDdvVdz6
nN+n3XPBOW8sjSUmCTIM0g3SkiwCI7ZG0uhvgY4nOYrAAZt6XL0x4Zp3w3xkzUC4bjTxEiNbsTew
xtBTTXeRaCbXGZpoMS1lDFHf/m1/npnwF/718ATFCe3S6pDH6XhElzse51veEBIH0qRonYbs6AP3
+97fxUZ/hGpdRson7cjFyPvxGx7oJwAd1DZZ8mq3ULzC0jXWcRz7XDjine428Vuddj/iGrqJW47y
zHlQngMAqd+3VLvo6Sv3tBRmc2gvEbsHAYM5QzlIPfo/bJ3HdttKtG2/CGMghy4JEswiFW13MCwd
GamQChlffyfgc9+5jdehRcmSKAIo7Np7rblwJXZkTGNixPEwsPCb1Ef0+DCp1onLJDby+FxcxuiW
OXJprIqzlquo5dcP59S+gbHLWS4OE6UHrc0SJvjsZTCUWcn7qj8TYdj5LPXHRllYCLYtnnTC9qji
3QeBGb/DROvIW2texwFtvIrhfbu0xU+5DSfQcrVjEkfjpVer8bJ+tD6My9O/nysHkLsh9Er8ZzSF
SjCdF/b2/z4YovUuAuICo1Sxr/v6InJ8eQsF2g4dUNc13mrcLMeyHv+ky7P180UOF0kjITRMubVO
JBaTiHhVndnbdR1k7rIuwwOVL5HlOZMBNZPDiVxhSPTjxiCz7V5U3Z+VAzCavMmGnD3CM6bXesrd
M/66n5SCJpAM9vq/4XBlx9TSf0BPERfLaiE/6BOnk9cfc9T1taqoRymSICvBH9BCP5Wa7Z4qM/wA
eYdnzzW0XdK4zJ4Hu4QW1zGA91ooNbGy0ZCybxZkbGEyrJSyQOeRQMxRSPI9xuRqadFLLNXxmCt0
+lJ9Ojj6piR5zE9jLdlanf459OnLkLrwpIgXnBvlaDR4p81KvXBeHGSp33KXe1t+85hxI+nhVOxV
iSQHru5+toFoQ2K+zwbZUJqy8AXHm5KnOMZDT99Otq4h2fssqQPJYH20BZki0OTLFOT7AM4cnHLs
6xkFQuEep0w2/li+DhUBwLPdYBOyou9Mlu2RpKNmA4252bQRnBO865sO9tYmdYvfnqz9CRX+xPWU
Rk6+iWP7VY1GZ9dFQ9CBOfCFPmTobbxjPHDXVgoRbyMK4imj9zwwRHFH911YZbNV8/xOQgThuUlj
b40kTfyG6ghSSzHtwPJd5hSru+em3BJD7wwnjhafNpgsa7wBJYBlLymuTWpYG718FxVwCx06S17Q
fE1zAkPsCipFVjF6l2QLJHa0JRH8uUSn7PPA32gRODX24OCnyN4RkGa9F9mbqy49cFTcV+zn3WOM
Ohi75i4zgHW5pdvfSu2H27TFR8XUkUotzxjt8xRz7nOLNv4a/4NvST+iTdp0sXnE2PAyYlPCab9L
aq/7SBuMcYw9t3mOKDJ31JF5sXq1vCI6VrhwDADG9kzDYCx0SmUZtYcoduxN2lC6AvPvSNHceXOD
eZo0LgYLKFwFrZmpAPzqOZga8w70voY4TgwmecUFUlcMe88i6S5qSve/l7nf1mzrXaIYu7Z5M6Ky
3tbZCFotYxbAxAstK6OIM5br7VRVOCEacapj8x8nyki3E+Q89jXoIbTKAcQAPeu+aYEfR6BU0ahe
izL8ozKk2ZSM/4l9GneNRlcHKBlEQgbFCbw65HyZtkUsjZ0I4TvkyhpnwEDPYkD1XZXI8FVzem1H
Q55pX21MTHg2xSy2sIowGBIzKIKHdxl7ij+G6WGKDeWWGnTerM0SM14700U28Nc7lxtyosBCMnsl
RV4cPaTrKXsD+SD0Se5IndEfjLZlHOZC4UbWUD7zOhLvpZw8e1vV/eT3Cfshx0UTljYHPZrl02QD
TytSmoORe9R6TxywxLzQJmP2a+7LGClMDzpxUphCgugTm9Rsfy0EWmNMb/ZsW2cFBuiAaO9SFEuc
3YAupUIRGFoEPJBPRnSHEvoUgq9sf2+hNeGgH7ru0qn1dAoTb9uUBTtw/OoXrCtwAFPviPH5N5Bt
qC3jgglF5Jgm7PQFRBiULV2xF6rTB5apfRYMV67ewB80G2q8z8xevFLZJioyLm/fMOgBFd8oZxyA
t5nF+ClhDBiKjdfRTW0VUT5EKosnpoBbAph3BYOIJ1HizdHkrFyhWRCh3nq0UDrLd1sqPNnqM8zp
9DfjwvZq1WOzNxWycbN4emttujpGTuLg+GJwWiyCzemS5OV8GdMYWMp/z9eP+jlTfDL+lL9fGBT0
y62R1rBAW21J7DrGwK+OmpEEjSSBFe0HuN+G0DaEt7eQpeLiejWL0qydlM7GIuWZgUYL55gjFkB3
u8nHDGqFwjhUj7TXCZ1y1bnJhjU+F7VJ8wEncC6cY5ipjOe51+8mbkZkhtZYoxiswqfcl4m3DGhs
xEoYFxpn7/aDdzIB4a2OgkK6X3WDq9cmOG4TVhk2ebIgRRUqrAFhCJZuQoQxLP2xDCR+KaHOhG25
k0VagIGT8u7pwvDDxZapgL7agny5l4ickFM0zW3W5ieZSGsTjbCeCkUxL7oLEFmJaPNKALIJa6Bq
e8lPlveA4FVsPBqXOomNvcr1wZwKYXrHpAwdd2DG7QFARHUVPUnNSqZi1EKW1eRcyfVCXQkdTT6F
aXOd+F+HbNF25CIBUOT2fsW6P9MH33ZKA0sTb5bWCI8lMmLxRRkpTPeiYmDf2531o0E7iLamK7G/
I/PpmCD87dWMc9/vZM0eAZRsfSHIsL7oaviFaQqdhBGxV4vN15jUqYBREgpQ7qbM9WwWE9aQDPm2
Qh00IwJq85MyarcsY/3s0aPnSvEFfF0lftYGyhShA6VPjtC3u2aRMZ1K71fFqHFPh4K3TGD4r9ku
nTql+icMc4c9idcy3fK822wV3502XCca+w+69Yg4F6ZLB5Xcz8NR/Gpb65ks5vRgdS6HxpDGM4ua
3BahJg4xIUkPg31b5Nn3xKoeZiyhpIW6Aq0GGU+lCfrtKizrqTHJzuCZLYf6qR0TB8kIV4GMwHT2
SoMuPHZQL9XEdzsOTK42Yjsk4qDWp6euFMZ1fZCyN66KrKptp3n5DuvQv1+wGbUxE1j+42RW+9Ch
yl3/83/fu35k1DRSUwP66P/vW2PslQjXixL7s2Vc8TOhjv3vFzu9fqtt4C3rN/+fX8nVrxP6ZftN
HX0nRTHsKBh2UdfNv/FrZhsdgcaP1oOO08AmWyzX7nbUB/MZg2Oy02Izv+u93u67WaW/EgHLABKw
yLKaNyTx41klhlnwWXw+H0PiuKx3OT2dSd2EBbM+fBI39EAUH1osn2Iug9ZU41Nt5gSTCJH/zAto
XBYaxLNepzSweoeBAQyoeH6ZVEF3ph2sU12pZ1xw3lM1qPorQ1oVoaxUTuvTyvY8HwdkHKxPa1sB
6StxtaEdGA/qIviMMI9ebJl/M58fXunC689WHpTx85S54hVzqnit7OyP2yj9Zf1UY6jtDg+62DtW
9KhBSOZ2k9Pi6//Aczp2YKu3oo7Epmr/IX2LkVq1+AqSQttRH6q+0rX3ph6cE87+rYFd+KGkylkQ
DbYDSCI2dt3k9/RK9FPhu14yBrqSuY84Ao5QFwq33AKLVAwMByfyZzRgQ8jSqg/KnuKsl8ESBRrV
+q9BkyX7dC6boTVvomr3wiGPioQ5vNx5FcCVwQh+dBv7t4tdcGM70bsTUlMSUIecMWQ8jVayrvKA
S8/6CSZgG0v3YOhx9ySidnhbLO6dwxATfX8cCGc+zF0GX74cdL+uMA/IgdI/pOj9qD31bioLvVJH
hl5eCzN/ZlL0lHcyGOeafXN/SLvaT3EolRl51Fr8YTfhL02jAtJK5ViW3nZohlum7Ah8QsM8Zc1G
4g0B4LXH1XtPCftjEvwge+ut9sq7jJ5nmqcNwPTtTOZs5yTAYMrmyY3EQ9dPHZczcLQ/kLuOHL7P
jgI5l4bclB5rSWOzMyT0gw6QGAzMDXdsu3u1Uk5Czsd4ftaKGTN1dXRCoptHgHsj7rOJ4XgWopSK
+wfKEeoBWvUtB3HWL8ozilcUe3hPsny2N80gLsbE1kC9Jjm+/NKtDqlu/67BcEAnfimHCnSUg+nC
7e2gTou94Wq3senvNR1JT8y/ohYr9lc+VOwWrJ+W8UwK88FOdETupc0lp7Gx0rbmiI7IaaGh2nKT
996XOl+Rqx9rob8hNf7oEuKDMLfsyxzxXCd+RpZ51/rxxHj73WTBXDYniHwuSbLM7eo9kPNdja/O
VZo7fB2bxNPKeyasnDj4S6U4D9vx7o6uHOmlLBhh+pMWvCvv2FdTSR95ZApnt0/4PNyxehQAc71h
fEkAN1MT4c0LKeVrQBPKfWDpN9WAvjTeSGfGuSBOQ1K9DdRcoQx350KY36RqnbjITz1IaBjDT2rK
lCom9wDnE4PqJP9RUjgjrnrpRU3J1bPTdzVuNYN6dDNaAY1i/apNRgsmgGm0YmDpam4vjCsX6XNM
u8yp1XenYGTcLs3A5f2iC9RsBJfVplTNfzA812r3u8gLdC8Fojeb1YfB8k4p2CCMLYp8ytyhBZwp
kub3pHrHXEt2FhUg7n4fcuoUbUcbtRaVTcqamNnNqcJqm7NvjwTIB49y2CPCGsS15UxHkspgtWS4
T6Lw5P4aRvvIEECx5+fZyz8bc3wfI+uICm6bwcEdJ/OKYXFXMQKPOkZf1rwcTN+zugD57j6ZCA0p
TeY+0idx+ZBPOJgHFYbv+FAduutDTMvEwMbdvXITGal64Mb+YkI7bxuVXWuiA8nN5oPbp59YAHfk
St6chq86lYVghcYrlieW89kvY3snO/HEZf6VdyxcgnFaEjOqS69CTR4Op4tjez5YoScZeT/6kcSB
hO1rUd4PnbqxDHkcjf7S1eZR05RDqacXxyUlndxGUla2TrYQvdvfhZ0bZ03/p1J+WSgFD5XG2ih7
zdd1Ysm1r1bXPms3Y++Et3IWexSiz5bVQNKeMF32/Zl4n59MKxBZGhHC/fg62uordfbe1gCoNqQ0
DxqK/0QZf84d3i4drRFN4x8IjyIu2OITOfqxsrloa4n20mE2biCIDvfTIjTEBLpxrHdHR6kRkUg+
JPNr55afKMM0PCpwAzn07c/Jmk4SS1jplWfrCxvRPqqGm8aNCedXLmKcFFyXo9KiPLqUxchIQfHN
tgSEmg0/pnpGE1qSAuDd8NHcLdK7OVsXyUkawCQ5I2fZu0TlRtE+H+abHZoJVrKMAxGfita6qDVu
BCfiJgH2IOk2DDJeLY9/I6aVg/sVz/GHEaW32aPzOv4pqJRA8m1b+YGsojsXUfSth+E+GxfSoBaB
oB5vFiwzcr+K0UYbwfnW0tro6w6DQH012b66ioaRP9/Nt6pHFW6jkkAefClI7BwsGhRWRjAsG8Gz
1g+/2bIgNNFakBxh6bdxejdL5TQY3XF0y8Nyt1Gz8IemtL6bY41x1PfJxHHk0LmzBdxH7i0BxKxb
pGfY4BT5o28gOTqvyLUe6qh5+9p4ynrr0yDy3OqBJbScsVWc4fuQP0sRPlKbEgIRx85oQKx5iP5n
HR2TmTe/iGG7VSji8PWLnY5HWuFuR0LUhsbBkUSeYjZ+myRb24PETtk4zyUNF21Eeae2yQ9djKQ0
c3uHw0HjyrTuozn8RAxAt5DWWaw3z5Op/bCKC5tgd4OlO8J9kh+MmbOppymSMOx2yuxm2tYdYcSu
LIYzwjXs6y1wIzq9ekljkKS1zzSArRBIKlvqquqX4mY/HgDbYPIrGtsu5IdOr5p+Y3Ljcl3xO8Pf
Sa/shj31XRbFnzlM7i4IzA2bDCoBw34zJTbngsSoujHlxoHnUCS3RGVq2LNPlKW3k+OoHUjH8ycv
dQJLuAHblND3Wv2mFwtKxcroNWbfRdy8qQ4YQCOmU0NBhZPmpiZGgpNiDmxb/a1WEQwtfYfacJtg
l7EoxiOmFWG2sRWdhA1soz8t8hcsFIrGQCMlQxoNYWHq652miX0/9FsMCQaQXTAze2VSd80YB03S
7LuUYSvGqMyJCNXK9kiHTbHP+LEpP2gGD2bI2I8bsev0bJ/JdEl78nOTlvi0bWLU/BrDcPIWGsbu
meUw8QAm1uSowFukLEVAtzqbCcEzucE2lY/6bxcPmo+FNzDMZl+L9tA5xq7pc44USaB6gNZ1r5Vh
EDufBXsn0q+ONrLosRyOeqFeWmPex8kbv/uSNbzotN+ryrSbxujByniaSv7uEoT1YAehZgTwkVgx
9X0zTPvRRWybOPsqLffkZuwqMhx0bmeN6xvltMvK8Qhd+SBw7va0MfJUe3T8ds0w9zH6AJxsBJjj
XpfKobGQ7zSvBb3cidtHiDadpvAxynrG/DR3WqJIuYOXhrMbMja8Y3JglrBTSxPBaLKLqlvPFCQc
0mOrwgSbtWO4NBrwDkS4N9jm7YXrIaMY0FuoaMA5gIwbI34CWQcaiRKFPewTPTlWoK4Gu0Ii1gea
0/pmOu2VxN4WsETiAko1J/hEI0rSNXDqJ3IjgrEGD++oO+xN+wnthcVemYQIv2kcmsLAySp7N8rx
AD5jL3UEFaUblLpJHoW7A8tUWfMS0bozScpIabE46S3Jm90MKKXUbVTGzkHpCGZLdf7FmAwVtkAi
RXsaQ/O8M1U2YAK0eJRQqye7vhnQe6gvrsz3y9dLR/GflQTAU7HFmnMUCoZnMfmVIq5Z6BzZwAWl
7eCtnl+jzl+s3JpxVlvjsJhwF9VU7y+vx4nTA0NFUqEnP+7MIKvKownUJGsR5s/WISKchg36qXcE
+aIJgYvbwtAPLfjZsi/ZMTTnyMwvWW+eyyo5LAhV6O5fJXsrjZM3Vqegs6zAFqNPzbhEe0yQxRt3
lymqn0TxraFXC93hqKTqwYV3WyvHnAw61frKssnPqnpvKdYpI6h1TNwj168/qIdGkaclfyDj3XFH
yjp3kxn/jIumRXT7gqqzHGw/w6irW+VHUzYX3M1R/WuE2Vxw3AxV2+WzskOCjmNKIVHW4ph6MlgM
G/TIZwv4ElmnCq5axA/rAy7Kg1IKBl09utkljiJt8/hYsesiPCKOAmZcv5h7mPAmKnUHKca52mYJ
qJMZ6rVFkuciddrkZYiYOHWu0pqeh6b/ydAIh00px+uaGbA+SM3arxCOVpnji8ApQp5r9WMYDrKj
yy9Q+6/84ZZJzXm20Hl0lXBAdMMVj3FU4Q8oaK0S981ed5IPE4vaJgmldpJGMd/G4qznv9HtYSor
4Sv3U5idLDF/rsmGNOuVJzf2Sl9TgSAQUoPfhB7AMY8VNjrt8FkCxUijEXyid4uX3IR0eVgTzvGa
YH1diPkQ22vWe0+9qAAGLmYffdRDZbxZtLURKru+pkcp+RSdelkDDVa+8PrURMq4FIpfbUMu3Zr0
IrTplYh5ydhKqMXebq+MQsnzXd+FopIcghHCMgXjPzkDjks02hnnkJege2JZw9CQX8wkVk8wvT1u
Fx0dmTwOKDbHvcIq5a9YGiCl8YEFarfiDosC2iBIBwrwMim2rD4Q6TXoBSv114FTQmt/yeJCsMQt
B1Li8scqCzKXBv+WiEfSchaqTxOrGVrVMAvYgj9VCvsb3AhdgBnRZKlgiB/Ssv/7s4QO9Df3ajIw
sRsU7RhSO/CA4xgdds8wnqVaALIhh5c8DIXYhf99KIZuwlIsxuxDDGziyzZfzdnZS5TDkJm6Qxt1
9dk0erHc7BqG1WD4fCXs3K1QYoqVBXY8tE7zVKjc9f++oKmnFI/bU6hN33FeWbcU42XvYm1aejbx
sSXMaAWUr5EP/8VGtnWLBcduRngQoBY3Q09OjCrkUfdk9/T3jRml+205b25HnPVkKimVDA/mg119
f9VFdIBGEp7Xh3Gqw3PhJL/HBDZzqy30o2T5qn5TaebdLBvxyfrQmiwTzF5O67N6ETBVhX0z8Zwe
VsjuSo6p0HUGYRP9boVeG/7jL/kinrSfteeU3K9hVGuzqjAMy0z2Tvwmuf7S/17S3+dup2YkuozR
fv3K+prAVT4ALib0Mxjz3PuJqiOqGhewWjvdMNR+964jD9NgLJNSFbU8AbwoJD1V2dkLVm/Fh9W1
eJZj3B/XZ3ZkfsV1PeDoa0cMg0bty4WJ1Zvmm+TNOSTJ5F16u/4n16ciWJ+tD5ZGIJy/foilvPbV
Um47d8IakFbGx2T2ZPGMeuBaUf8w9ccgR/3mWYxagRGR5wfb8lLqVY3TMoJbTht//Tyv/aiGWAVH
2tbalE5PcS+RoKJvX9/f9Z3m3GQXqyNExN2AjdfW5X4KPdvE726iIFoeBjNiRtGmFkovZDC4hsPW
j2vdIP4b18L6UA9YFXTUpX6eEvKiaQZrQFjTC8/nNvVtAC8wr6RFOdMkz2UWvWZF/Kq08R4gqn7o
6YUHyG/xX1YL02dZfGSG+Mrp6cORQMmFqowQsvnZKHT6Y+j1DH688UCLIXmTOWuwifbpL+w0s2aJ
dYf2UMebc2cqmu5NyF8bufzxSYiW3k0/k+VIz1pCtDxr7A3DdlCVGsmbM6KBqo8U3A3EqRsh+Qhu
B8Z86eXqY2pemd4YV1Md/1kc+PTNhte4xYhqU6ofugGOgNQdGsvVela+kYel7xkQ0cKHZzc1xhBU
She2pPewYOCjIrUtfg9j00X4nj5ren/qtHk6JUbOaV8XOfr51DuFffaUsGE/Wovh11gehjpim53W
+ryxSKfwScrBcrpUNp5awCoocX2PM7/EyGJs6ktoS0vP9jLkJtN+xESQuc+6FxlvbrFFlhOPgbbk
6hHlQhKv65z/ErJsXRAZJDv2HLKgr6YO4WvT2SRbadOImDiB/bbgrruptw9tkn94CJTVhYdn6Ixh
ezMV70bs3ugwSXtOrtik62vBSX5tsF2dsxZpSlOq5ZWei+GbNFQ3uVdd6hhcHgBxNVh0dJeq22dJ
q9NaQXLqxFyqpiFbekT6GO/wG3jYK0TOIUf+d7JrxV32+PVX43cG+gdnZQC5GYJ/V5p/6gl8Cok3
6VPaRqCn5Ow8iW7kT8952wK1MItz1VTeW+dWF1szvFeHLVJkwPXXHUM9tAgg/cEDFuVZTubLXhho
TW03UDWt3RYjXtW0BdeMd+PO25XSe0MZrGT3BMLhHDVPntk8ItXqTki2eqREJnq55WnBLfqq0yJz
qIDU6j4No3NcXjG0yHiSMWI0+Ad6bdKXNNIXbjeo7ZpWKZk5NcRV+6VeOkcCuNxrstzxDcWg4U1t
hiLaxesu2uiUQeVZsyvhzPoG26Ols8VZItzfrlN+T43XBOvx6IQoDz28LFqbaXwEsdgd0oZDoCNv
aUKUyetRjDXJEGZpTk3ppza01PHLj4tSYIhGFfdXzkaiJsk4Oukqbg8ED+Ly92ABai5OdRhBIw6H
/Thkpyhzw6O1ptvYFaGRE1CIjT0us+u5/je5eP2o8VrGggwcdb0fNmqjELgms7w+la1xWsuV9aFa
xnRRnnyY3XJmewlYzr59KZGY4dwvaIDWrv1I8tDYWHnXHgqEXyFzGRh/xXR0VKaIa7liCg83JiMN
QTG4XWm7Wq+ZjFSnwBFOiraMwDyttjMMk0AqK8f+TnEpYmkDp2UxQVxqhMEO3ZM5RGDCpuew0j6m
UaZPaqXuQd/C9o8MQgnbaHLYIvWHFXjllo72i3CezQ0Kd02MjBPvq5ZOEnmmp67TUVc5pJhg6UXB
6Oqwf+IweW5N6kpmFOi3cdfN2YGgCMSv+X19WGOYFsnCco56evIlNA0tAXGSAdbP6VYLsjHWRfjv
gqpmHoAlgV5kXU9HYH2KPiCrGyTh5cv5PFheHjSFh+dbH/4NZQBO+K20OKaURjWu3vKAALG4OL3S
3weCVoJ1afjLYatshGWoTYz7lCf8OSXckFovzfv6uTyf9GMGc7Vygbsua1+DfAmW0fKhUln9VSMm
tJHZTZMWjPoEyxLgavvZMx0gBQnR3zId7ecwRBzAGnePmbD5GErFQRO5fouwTuGn9YyPaOpipts/
ai6Olx6QRE7A4V4IpP4W855dlwLnyOiy+jMyvkCbMjIZy+64wukz5tKHcVtM3ieasOhFLYbkYacl
8kMI3ZDGok2Xt8a0iUgBvQIKtM/TgMZkoTQ4Ay1KxAPJ3koV77p+zgMyeB1TYRzK2Hpdy7dYQuMw
gKMNgAoOKcsI+RPTbT1sMhFo0W3agmzrS3nKsya82Ybh3LDrLbjT2NV/5K5qHNYSJgLRo4YpCS20
qJ5Uysq9mUrE2WY/xDtrLhos4AwoeqJh//eTkg6PHiR9BgBkXbms5TNSISfQwtjx0Jas7DZlSGnF
SLMYCSJdEWXk/628JwRMY+hqZ8d+XZeg9aFLbG871gzAkgmO/hZiwrG1deckSaAmtlbSjHNopDi5
RDqCZ/NVWl84etpdPy/qjCXUB6Kfeu2zbLvm80KMzTbGPJg7azFGHddfs34lh4KAnPHU6diyNjV0
PG60dXjSEkZvY0WAkKeoL2rVl2c9Sc2702rfccII4TCYSzYGW4w7GmIc+uN15bNR2oBjdMMmsFr9
edDGMDAnBPVrHBKcpu7IVsN2/SFPVeaHpXmkL/RYi4/EwkrVEz+7i2vrFOGL+5WVSsf0aygeOQ2P
/TwRuaEuSYzIc5lKLMtXOwxyH6ENwvNXd8iW4PPME0Ie14sm385E7ecUQLSeavHejTiHibx27rqF
1kwfPWJl3c4GdgKPhfhamLQxzBbrM1lQhi2jhSM20SeEwMltXR7MKv5aD14saf22sRntKUS9u5L9
kFnJ4NOmGG5Fe2Yq/w7Mhh1EVN8tXTHvuv4nmQGpLFExEy15S6wRZcsLLnShnWuAISAC6cPZQ0GX
q39fKXtOqp0nfRB4uBLC5dXw1VjebeC+24rK204i7W7P1WfEbvNiq57YGzHKXU4OiDn/L5i5bEnI
aJs0+RuoQyTlg4yZLjBrc7zD9NnrpXZ3Upy0f4/PKBFI57Z8AMJW95YWw3pdiMlxAhBPb9GOFg7R
OD13Eapy8U5YbPI21PNMllX/Lu0wfQV0zn8nlFgfsBEUpFvgJlEeUfwVLy+VBLj8FKfVGQeEejNn
ofharIVXVJZgIcExw7W2XkanxFmlRdeyb1LGHZb7HmXDAwXL/Bynlp9HwLpZNLpSfVk3wWSYuXR5
cnVrVWgUURtNv2xVEzTmkuLcdEssrJn5jjmI98gkQax8p7rVfhoYqDCpMClT5MGzM4tevisvoy3f
VMMr4fZP0wFH2IdR5x9G4vndQoxUEGBu0pQg8zBipt4s9eR6o3Vrjbun0TySZW1bFzjcGHLX0k3Y
EnugXaOCyL9xGGl6K4S455TCID3zPRkCh0bjKnAyQiPRkJ+45VkDRpH+14wO4aBrsNbBu6L0I61y
fVZ0Mj4ZWG8FDIKbm7a0yiznPnqtwy0uxMJfhupnHpu4P4b80lD3vrSvvRgJTMnr4u5U6TZrIdXo
L2uacUNb8dr3LMHrNza5A9d1WRZzOwbooHMo6nhWb2FNYLZwezR6kB/8SFd+KmoPtST6EasaB1zD
l5OD4yGMJAmPdhVqx9i1C/5aYpXXB61gKldMIqpACxBZDTjlJS8s6xn1jP3clGQtk8buBsVy/0LR
egpd4upg7HyVdZK8uV7m3quUiMHlWaoNS1VHicZNkNlebL2D51yG5dbP9VnhVgY0ULfZrk8tzU62
dUWvzTML3C+IjiIiQf/PSqtihMeoDCF8JurRk/NnB9pLGN8i7p7LDtXRWH2ZC/+augOGDsOUSz9D
r2HrijUMM/ehmgAb06ejj0/VHE/YyNbwoZlxkEe+QU3IBNLCLvWtviW42oqVZ4+rda132kj+8ibP
eG4AY+w8Zmy79anQiwbuKVM+gE5ekHj5h1Dde53X05XrwnodZ+8znTJ57bIq3k2QpwNbuhw8nBTn
CbXwwWxT0sv6yDhZ/fSKpCRnas3OCO/rghFKGIBH4tIkY7OzowK7zNyXgezf5CiqC/iCMzwZGWRL
O2iyvlgSuPcIHE95pIhbskQIjEp/k2DeLSvXDty9GfpZNN+tJH4NUyt/ZML4YQ1ViJLXiY6q4kwf
bszcyWXqHOqT3JIr7VxDs9Uv9MjArSr9wUwNfTOHE2o4a+Kb0oPU2x0zGXT6cTAMvSBvq/nmBbsP
DJR5UMdZuUssJK/rAh45uvrJhNbpDVQabOBKmrepCrpb6Hl9ZHGmyTjl2WXGJhQYaYtauSHuOdX0
cq/TfzvkulLSn24a1CKoZgECJycWwxpQRJ6cKIVGWgZPqUVCJbnsRxxFiW/LxPhAb4wbdSkUezch
3KJBB8zY5bus+oNo2v4+ZzlA4455CtsqZysVUR/1IWWyI4xbF8dnY6bGXs8LzQZLvKZdAbndydmy
zhrtbITO8XMUf6d2qgelGhaBzpuHfw88DYTqZJvr1p+mnMpzNRfyMC+hQHoxvZutIR4FmJi9Bp0H
/I55HqO+p3aj6ol0bg8hOMkuzFG3GObDqJwMPRR0u8Qwf1NYyEsxy+ayfqTYac+gQdW3TsxpkxLH
GXiLrRzRLX5o9YnvnTWqZHL0qm1czfPNbC+m8gFlb+fOlX5dC2Hb6bHg0XfWl02bsWxH3TFLIQHT
D1KdYn5rdMqzv0uHafGmRtDnmJ1EHy5dBPIOdGZpufq9Niztpj50+HvpJ9fMG9vWfRqocNoBoUto
c0gaSwmGES6EHObUrxJAQGOqEEUkjMY9YeHphFd/AG01TvC57kYL3HwFfw8LJDzXdImqfXQJhMLl
6SIhug2A1He9mofbwmpA05Qd6Ypt3G0H9jXNftBJkFh3FUbplPu5s1KUlEN6VroiZbvNZJHOKEph
lt0xy/od18h3N3lfKwneaICM5SqF5OyQ2xa+l64JF191UkKynVsC6ntHVjfJXdMYnxGa/PvwP1yd
13LbTLpFnwhVSI1wyxxFJUuyblCOyEAjh6c/C03P6NTcsEj+Ho8sEo0v7L12vMyomJL/LAoyhkxo
b48FfhW8CH0KO5L6IM6ZYRcsjDaiQmWramOaGOYNEhQ+LPpDOuBi9I0GJlrSc4drs+c4ckAHg9hX
99sxr38j1e9v1migkW7sYN+FEN5F3aGtrmEXJJ0JDY9QxG4zaGXEwVp6a7Ow6lsGGoRFBjGknn9B
gMp9zpRJ0my9EuVC7FkNFQwHdt2U/SHsxkuriQsrBMpuq38OK/e1RjQOH8+79Pgvow3tsUDO6Rzs
6ldqu0Ay/RJPKKemgRx+RL2S08vqjoBD0JsjSI+naBjZ09X9E7Xfu5oZOPhuD/bQv3iIgQY+3UdL
esNzamr7mVSeN4r4JdxioGf1iZNVDxhlPciDhD47nrW3s8R4FUynTvZSvtVFeXBsv9xWM+YNw4xf
TGr2Y9XiQsWm1N6vAb49nO265azV32iltnH2JvPPfVxgjuVHFvfU0WMxAvadC4CKyGzM1hneiip6
lCx2T2aZwoKkzNsGic4mQ8Z4C+fynLnZj95dAJdVvmwyu+AYiwZollk/J20bP4Y15qelBZUEXx5a
Jgwrbahh03rYgStNY4vq0IgHWhifmDcYT0ar856sr76DjRnW3FoVen3ptUcHyn891uIFby+Kzdha
jV0x7cy6+ekX5AfU2C+antjRBHAFC1Q5XBvLYzzk2uIArZN1Q15v2Y0En0Asf0ZUPobBisQPy3ea
zT8Zt9rVNM/WaYpH6yFMrEe7jZtTaiTetrLpDGC8Ic5dyt256i6Miq1vVaA5D0n2hOK4WxHlpz1m
M/OaWkOIa0isPIWcwCISlf3gEGfrOeJba3hzj/WjeDFyM91Ebh9/pC5NNsBA7+S1OH0nEKCRK8v1
fZgU5WjBhcewyqwJog6I8zzoWRIefZ99dtR3i4sDV8Y8GL9YruavhqaV1y4U3j6siuFI2NW2TQnw
jvSoeASKg1QkxjXdGrimbe6rAao9zyg/zSKPn+//nwjxtnrpw0GF73uOYE3cqL/Tbwsq0SyLq6qU
jTQDFzkS89Nnm3hEvKDpWDlVd1MWdbvVLN1je8Ms04011Hi0ZRv1sunsW9qlv50cUKfnas61nZv2
CSnlX/9YbbS+Lamws/bNbHNMYhCKsDfY74ClQSEsT0BBEzgxX9rU0q5Gafkz8gjWQm3kQJ6jYwx/
ustaQV0OYV5l8BeWwZxVFtgsUt/9VuT6J3ZY5zf6FyhRwnt1p0bskE1OD/duMmGeXYPBhinpDqtc
wO5DrtCZ73NBhNEMsuI5z8ZjF1KdiWD4UN9OI0rZMhETvldndto2NaXtJO8v4Y4yp5TgsUmghWGP
YYffzquVBFu7w6SeesM7f2dCmm3NvJ/z8hTFyQ+yKdo1YRfGLlp6c33J4KXwb1fCF+Ue3ubcPNh2
TE9NOoJfRNeanvRWWTETNGf8nUhTnJGGRi+pLweCrmDYatpz3EX1L9hhz1o/1L8mngzk7K6bGMBJ
Icn9hu7L2tNpd74zM7UY55UlWusbi1v0co7Oe1o7Am4aNkZHX4YkS40rREvnN+O7X3vDbJwNm/mE
esavkNSWuPhZcQowAUER8rUzHtJCYsGCAKRXYtxMIsfyX5OLEYUK7Rc9TkIrWbWAlK9TlFhFikN2
GcGp6VsyospZNfY8Ynsh/1XChliCopyDBub1PLV6AeZeMHyemJyXmv3SgdHd1thREblqFQOv4Tlc
LhApqpZFR1YfkklisTSIqyMl1zrbwZgfJuwCkNTZzTq07+rSlLIuFq2Kj49O9BeYUfDIuAUPFwkZ
3HCcc2OZWNd04/z17VKLEhLkbrX0YlCRZcDhZGd8zWGNr/GBxZtYSsJN42T8MzicPKp7plb0VvRW
1b5LjWKnY/HZRP4LQC3rV/yKYEn89jBLxaQYCDNx9l4q7BcHvsfZlC3c6KUjhkJc7lCR+3jcMHNj
10CqqnZw4JiORiL/YP2sX3XdWLNL8p7UK243M9AG4Hjq5dww1gNgpW8RwfXAtxn+ACNqnrCOiINw
GEuHIunJ3rGJnY79zgJIReLqf+9t6hk7duwA6kAcCbZWkyk1o6KibC/dIO9vqfdTRFTrtuvJY3A0
9/z14KQShXxTvVNWR/yDeaX+Y6f/EPN3VbjoRQge3dcSnEJ2cFIdKv7o+FyjBFWtKkg8PLLU6RsT
CvOlCPJql/Zp8SLLnmE8XwT7aBlxv1Yrr6+HOG02WQT4X+jUa1B4V51uxh+yAnnQ6JjSSaOyb2Nj
CvwL8S+8fgYp7gJUlGXtg9Yj51XDYEhnsnzWQJsj2B6RuY0c/ZaCc3zXB685AlDcINee0E170K7a
sX5MorG99fHj1zvq7XnAKlWO3Bi7CQ6BFbNHqw1aDjYiiJotYR+codN3tvTtg482a5OKFkSEiyDA
wsezgfMD5bFMIMp1A9mdxhO71IafhXK7Xp7VbpXfnJe0sN0r6bfY+EpzU2A8RvGC8pghmX2NNOA2
iePMn6VDfRyKJjhZGrl56tagFBLkzaTcErK8Yn7jttXBoPM++LFbP+GQLnZjHiYbvmqIWJKw3c+Z
x1ykC6kbogCs0vK1rsvI3jiRY+2YEoqXxuY7U9nhT/+bulRsokiMHYd4iE6dbHqtyMsnT8h1KSCi
qztm67HhLV3wcsSM4Msckqs2kA9qaGX1xmk/welcjQ2TAFtY4kUKpnlAeoB8ObpgEV+OkvVh713M
lHhhWiHv8vUyltBjiQsw1rCXCNVRl3hLVs1RqQ4q/tUnGFIPoMzqS5OM8oLIfx7I1CYNDUVmhkFd
G/jQI2Ifmad2zU01bq4/9j/cUqeUb/2H0epwhi+HTbccPp2DGrZvJOuzwAG5Wjl4VUXpssIUyTMe
LgiipJKpV04VgPMMz+qoatRfsTxkjADxssGZVP+BGDcgCGwf/4wWxxOzhXbTlkXCX7vcEAtMkZza
XOm9F2B4FwX2Ma9988wuZ3eCbasurWeYwAyCkhk9+BLRTNTlvnDm7pIKhj6Zy3ZuZmpFacHC0uhp
85umSx5Kdpe4O/EGwwai7AI0Ed3MIKflixoo2Og+v8bgWTx/L9vvlc1vsF6CPvRJfqJSGs9ZItpr
0AWM4VKkZAwHyNaqdQqJqX0LI0ZJYf+QjGX+qps6QogYUjndHtx/YdziWE+eK5Qifj49dcmUHQh/
Yv0dm6jaaLuupdskJyN0qq0fNubNNvv3aEhwvOS9vHZ5+uK41owG8DlZFjnMEatbcUMc7fNPZgaA
wvt810wtZVIJ95qg1e+tiZhLtGQ+ReoUFVb1w8XxXkemw3SWKNAxQR5vmQ1Oc1l+W8aJpRuOr6wH
+/XUGD9RiKAXUQfViERoRLROKDDXbnStuhfqK1iNs31M+uBPOgXxvcMMCNMBYocqP+TmohRfYYL6
GMKOfZ3bHvBbyjpBmzxMZGxDCwf5gtcm8d6eq5AfxX75V3CxN8ubBdGx/DFut+2uqNmeg+Acr/cD
vzDc9GlMZnk0SwYyQVZmR3thGKiZtcRkTbBnGq/Ve+byT55m1p6DIbydmuBrOYaySJuooSuDgT5H
bN06+j6pu3sYnWo8qfVzbFNS2/o64rgBvf+zETKUAMcCscMF7V6Z+c+s1CDkdwy7AnSiKvtvnskv
rPK43dpL1zQ3kXlWz7Ksm9lWFfqmYrty6RlbxFZ7aA2Hq8AQsXHokUYXmbwFy35GzVj4kx5b+IRQ
KmigAbtyM33IS/mivncmYPZVGA7dKluiv2gsD1wJAx0Wr4KoI9pDAkFVIpAw8Mp9Gs9vuluXD7rV
4O4ppURMnmbgyFIWGgZriwQM7CpQehYXO6Z6Ji38woHl70kOcXCXSvvgFTpVYy8eysqdn9EkbKU5
XSEbx2s4KfK9xt+/C+wcsXyQA05wi4lAPuQa6iF2DAO63Wxtvt6LcCK79rRRWwqivF2OWH2GJ28E
OknlGQumZtaYcAR1QhAbiarqP6iXfsCQhJpIKfh8yMWcA3g4enHC0Ql7aHnwWCXdn6mXjpV/B6Hg
77/eDyInXSezlu2nFhM7jmUSOR2ADy23IRug1BnuM10A6QRXo8/kehLpJ9Gw7YO6spZXgsC8s2uR
zbnIoKZFieVInxNfA2CrjVEKF34Or9ihwgM0yNd2EkW0CSIEyzPulLhHl++wKLuwpqnO6thuiJhZ
G6AI8cIsZ2BvDt+4pOQhZImK9JL/x/2AzX6nhIdNxZW+B/VSbavCrp9G49QQzk3ENplNQcr2OWxS
BIhueHNHIkb4POMp694wBcizV3gH1X243oud9JL4PfECddg6CzcLH522iy5Inu2VlHYPTShI8K8R
WCYthAdN3cGoSdPffQJCGcCNgAEL43lZg8QhFhXgHcOxY6x+lgb+1wi2+WoS1XCAllkwgeShKH3j
1DNOz73xWR0jgGieEzTPMbzOq1cFbP5CK4XcEJfhzlUZ1bUXEyFkomaVdC8tU7X2NU79+KKK1nAC
o5D4xlpFjWo+PhjJ92JCkXqVVr8PI+mBcb6GZu2/qlwoO9X/dkuIZ0tSyjGoe8TadtEeEsdO98KM
vefWHez0OtuUsuMo5dW0NQnmwnA/Rxm+Q32+qS+x1vo3JEPpahyuQZROH15RmMdkxgQ6hK7+nZ/q
Df3O7zr2cLiT4f4lCbx/SxJnwH9hE60WMUju4uljirM/6qN0qpK5amY3Bz0OnJsm9AzmX+WdQH+L
NYOD6cwOBjfiBgRF+VSU9cIhMvBSDh1RaNQ1RHZUP81gLn70wyvTQeMnJnma59RJmREl84PIIyC0
tGMPZKsEB3Vt6RbWAa8hCUu9FEvlDlnsaQpMIDIkoqxsY4huY04C56onReacccuutNrdR7DEVxCy
uGNm8vfypAEx8chpEq/cLq0OzUhuANlCMw48ovfKOD42eqj98X55doLeZdD+LO8JlDcrxxbxC1rm
Q8o94skGpLmkOS+xBqQ0BDUXoPooO4uYhsS2/1LhFeBa/oRgglbFYxAxG19n8UhJAtpgUzrRr9HN
xfegKLjHgQiAnNHv7/FhjchvlWPgXm75TXuyY3/kpbu4SuHBWDiqjOhpnge+meCMMURpw9UMFglS
OMASZFNzQscXA/UYGdjkEUp6rRSnZHC7k/Qr3EuAZXyTH7ISCRHSVfUWmC0iBbyk7ELSa8N1dxMy
CFiLW384F7pDXLpYvJY1YGYaLpbwiMvJTo50Ut4DZjp9I7S0eO5xMXaL3kDdXNVcQ0Iw2hrgh/j4
tfo428OTRuZPd+9mIDpVWaJ/Bqal3RrNumlG6m9Nr2YnR2eWlVP/Q+ZTYTIPaYsfQy6WzB9dlM+c
D+a9CneBRlwMR5AhF/wOZfIW4kw5RRYzQkqw9gkZYrFc/PMPMpKKVW6zeovj4G+EifklGJcdhcMt
Wcl46CuUQHrGB3fVtRELXkP22YTaj5G39U6a+rQdHFh1KnucehkPCHcfW5RrkiWc14Cp9+O9XbL7
ZHr02DOHSKAmewWf1NnPIatZL7KsLZlgHEJlgOCohLHYGthlQ8kKSTNM/9bN68Sntao4w1aD10/v
fRvKPaRVvPHtaK7VbYhE1YRd/n8e1E3KRUamR81VqxjRal007AwNdtjK9EL/fD/CYQzFd2EwPGF8
cxMY/bQKrxMRx7shJFlGjSsAiLlXz8JKsgwv1NYMMeinn0qxv6uMnbw8+hoQYCMCy8IGMN07cRyh
WbB/91PXnnISTlc+YDzJOoa8ETsWu6CkqGFo3T3CHcJqyqLs4f51BmEQ7+cUZVOReOKtHtDauXo0
HVTTk3Pqr8oOm3ZBikZJGu0bDox0HcVkkacaOTlIcEkIIhfLWCqOqgXm5qD2XjJv6UihOG2KKjHW
idd0R9oGZ+V7OsTswsfSGT7d2wR+JPL1mPg/om8JH6Mf6mRN6nTJz2Z/66IweRzmKNhkC9msz2f3
hHyNg09DKeD0+NFqpeiqcuDOc4FzTvcZ2buOaJ7xkXq3gMQNC81Uv8SEsgadSbeV7Ag8ACMwlBLr
GykIjxHdLvwIl2STfGCyWLqg45B4MXFSHwdGZ3tfElJyl4L3Vb/V9LLd1XOjPyfLP5e9dl6jT2YP
mroXs9pUHs5T7Bln0VbphZD3I8DW4CAM61c7RxWWvBFvNxOA/qJH9GjPXpQ+ytioCZuIMMWSlGPJ
0rskU5ddg7jV6cFT+RmTmJF5BVmk0fCp/pmLkf9Ggs4ubatpff9sWYfYckZmHfWMgpfxVTvRe3uS
tIog9j781s4/Er04uDZ5UVXQ6Zv7b+iu/rb9DPyYp2FUtDtkfhqzqFHpcsyiXqtlkrlslNSz/3np
t/zkBJZ+AogE9eOJBFuFaRVbtcPLIvKTXJtp1ZdCWltCcsmaJIx9qK4jbSN5fmYFvMPT+BrwmWpx
JG6mQ6zzUvA7KXFkvT9hdSkCuc2BbmzEkmrqLg8y6d6bqsIebhFujV+hOLGkWTNGxCeAj+Neov3P
DXmUgCq2XavXO9fIun1fxOJ4/43c7xJjQy2x/B6pFZ46UWdnvOhXTRvT13CKn4FdT+/DIH/lbIP9
qH8pl5VENQSLO5ewGRsLnpIHgVV3H4MZ/zKkGtKCF8lQaAchRtLsuxJ4fLk/2GKn+4o4tiLp6nu1
OC8OrcFyEA5Zj0pSrCM/gd+DCWfws24tZ2GjNX5WDXDiVwdXwM6APXFLwdzf7Fb464IIA9YQ1ZMZ
JMmF/D1ikWNZEkcDsKGxsaioss+wSKwFeA8wSnljNBNDsvTqn2ZalWBQOzZztt9syjmdKcY6l6+X
5qGsqI/DnOX7XuDgcj0wxJmJzHhZQJkOAlPHonpNSkvD9QZEBzQx4WCl/QwluX2YOmYDDbVbQURc
kuYYhfUUyO7io7mP6mXobYXeU78R2neZRENmhPyhySB/DmxdXIaFTT6wz/03O4trlkCdnEGgVDER
uJxda6XRtvPA3XMuWcdx5GOb3UK8YOvwN3lmDbu15o1kOI8i/5WQjV2DLm3LRn+wcJSDlAuZmGl1
1W7UXBJ2wTbgrsSyGtH3Sg0m+/nqoQ5Ir0wZUU1VPjr9IaN9X5SfLOLWTMq3Rc/916jkc1lZ5rVy
su/E2sjv7NFQ9Dio/5oG/WiaUby6XvtM+6t/+vMVrfsi2wJ8q+6jTtI1zxxyaTb8KgN8u2HRyfd8
bLiqjcI/pIURnO8nF4LFjzidHx2N0otxB1gpUzu3HUxp4Aco08Z8P1JoOidrIDuEPlXZePoeM844
mfm6TznBd43Fht0udZPIVDwDLG7/ulp39UU7PZE4SqjfFH2Lhsk4oW9Pr4W2+D6MGtTmMmKvesem
vxi/28WI/9wvGcPl6JZXM0Rz9GkCZLaTNtsBS9TaWS5qzRmn/cx0BdM0L9MmvwBGxoUOnuYyYphf
2+wqWSyzjXRAbT7qAQQBIrv5O5fOo1vuqR9uPROL6nowbiqCMrs5/sWOEoDIf98C1XQe4Guicqtz
8kGCgflVRWQquVvHe/8RQRJKerbAmQtlWe0UkhkNApu2wma0LnsfQRwL4AYCSQFmD+Of1Grv0kTx
X58D/nUOyFSrwRGXqN1fyzQ7UTKEJ3X1J8NCDemJFDBq97VBW3y6XyCIelDa03aBATzNZea+qoEI
TAqC2eKXIeKsNEh2IdKuYXoudBj4Yzzs59aOHzVXD273rfVoJ+KgLBIzNR8QQ9smiEdnL1no4c7R
6uQ+HvCWGcH/DApoQ57u88rIcr0jMoSbPQ/Bk3rgz7v7ihAoMMMD9jS1V+v53q+UpY9rJ17lgG9O
fv5XLZKbnttzjT286vm+DEV7AgLPdmkc6m21HJ9pbLxEepkevCQp4I42E3jS6ajKDRtPApxdlJhB
QkxO4XMOFLTZGVUUeLmhvt+S1UhfPfBNq8iPpihU5YYg5YyLkk3bfbI9asNjH0LtwpIshsWIoKNS
x6E/bpXtbt3T+rF+6X4SDv2mk/g822l/yca8IX902ENWXN2lP07BnbjHoz9JQjChGLyxpcPrtKwN
8apZAMlKNjvLPjGc3XbV6Hi+cIF9FJHTX4cK2a1WkjpsNxolCGBtgAPjNCIbj6Otvnxm6qFJqTWZ
pUPGWb7vgWbFj8BpIyZhbK0ARLF2CqxklS2dp9Fr8qIFR44o94QR1D2pZ+rBN8Z/Lw1fg0m+/Ff1
niwJ9HVl42+KOsqwvMOwPt1nVW4P2tfWC1KylgsLGRnm7gJPM/GczimR0XmWNn6PgX1n0iLYsSbX
2DeGl0DORmF13wGJPENa7xpQdhL9F97De5OgZVn1UGTtRZ1tmbtBDEdyikkyatFS/vUB9ME4Rbd8
f9omNBUtrJlNH2kH0QES+nqATkODrmNNsfK+4vbi4k+kExkt7xMeP8dBaMSfCEy6Y9NmRPsGwtjA
1RnLfeEehfnqm/30k9MxCRPuBEzkaLkMUuJ8Pd2VbptcXZJJNhSv009r2DjN+CPk1npQioqvtdbs
Ig2JfeT+QQu4Wfe5rtFq9e8NkRozurXnhrLzpY5yAmYT/3CvPx1yhjDN9+SJL5pYq2xeypB7erp4
8nIADPcGg6AjXAeLiNYPXW1bdXA3BrN7qs0Bf5xOR+OXKGIDhoWrubeSvQRmr1ayvc0n0qWkds1l
wmiWmfV2Ns3wHNuYt9SzcXk5MU49RL51UO/j/Q+I6+TmT0a5ZexRSg0MQaC/yNJsLqqEL3Nm2E7R
bO61bVLOFaE6GOP5X7h48Pz/WIKX8baRH7W830ovT5FyMk9T47XCZuGQzNj7+HSo3aGzgiFB45yU
zuf96sh87KTkJKiLS11miW2R4ZzFrEr4lR8o0hluM8lZF+lgXaiQr3ns1GxJRyZx5PiJq5N8GEg4
MG+jHQ7hwXoAor96MBMUZBaI/hhP9R/MDdNOmWyxOgB2WIqH3iqTtdq/y1j4t5g8D5bZZrrWpXiB
MB/jqEVrqmJLWmg7F3LmH5hxdSHAG7DbiFO1g07bvE175EEmOeCY9uhBmCSSIweuSc3sHC/7id1K
Hm32IHvindihqk1L4xJcaAXjasyG6YMz+d332Ghm2kwWXEaKjd7nzmZ2I/7VxqKOut8H0E+/qFJT
3XbwhlJ0U5A4Fsm7asOo9o3BJHrCNeqBtTosdKc26icZm28YydNjM1fmcRgxrIVhU9zUSAahWEX1
Pl0tcHKflo3KSiu86KVni7hLatGDQFi0HfmI0dVt+tfcBwzv23SBfVM9hoKoSj6b5hp4EQk5aQVD
KXXLLYqgZi20viTCHDAngbAI9LCcQNXrvHH6SMjnXD6ZFcczq8LOIziziQj3NPpjk/XTZ2hGv/zE
zy9Wkd7Hxl+TYdH2DNWcoCKKFc8WDfcM+/sVYdihGvvoCsMK2T8b3HU9FvIdiCfgSlw/+9GF1Isj
ClWXbuMDgc/kNTNp6mnC/b70jqFWycfUHuFjF3jy/bqdUfvgt/rX/jII2Gm60e9ngQaO6oPNoFev
ijxpX4vc3BiJIU/4PPLHMqM9v9dwUz7zIbLaLCy/2juTLTdBk/4oCbyFA6jlj7Zj8anFLYWip5Ev
3FCNu6AFngU8CQoSRhXqQrKTstqMVkFMGgaI1zZvCEhnMQPGgxFGWA2/KwschJoFSt35qBK6IBQC
c7FDN7jWoBdcGgMZb2h2/U44KD3Uy7I1bMRQyaqNKe3VUnbOSvdpyaNXfTg6H8ySpvGg7vNzCseZ
pSm6BTp3g6CIbNHJtlE+bjh1IY4hHSE8ot+1VQfJoRIkUjdhcrEXPV9uN93BmFnpbYxwo0R1QyU6
/AKldWmmEWHAMhyPTUkUUPGp+Vp5qJZTB8age1VC4Gg5jrQOBiL+zh/qff8Cb6iGcYtu0MEysLj+
6QWydeGJk5WjTFK/UJLEGjzK9cFGjvOvwp7CFzMEjR1l+DmraNKuU9wiRGpJC7267ujCZWroHODt
byXJahe1P1fr9Kqc2rVLrwFmk1Vl4wGdRsrYH01pY0AUmQDTZYDkWn50tR5UJ2nqNu964b46Udxc
9LyLWG6UGM39sd2VjjM+l5MuyRUL5fdRWP+e3d8b7WgXmaYAtDtP54Kiyk18HGYIRtgofXLRhxug
l+55GBHPhHr4cS/sxrJoluy3cRNxq7iQhdBv44j9Q7OsJTwyWvYJh916hPzJtG3RtpV+bq3VxMLr
w5miJgpR4QXv5ERl33o0+a6dex+4VgCwCDDIQ91YV0Hq38qo8vBlkUNDk5M/4PlEN9Yk+luIbxgt
pInEcaxevTTBoy6BwjBgPLc+azpA2augJNzLX4AEfVQHJz6/vcaQ/qoxhACM0YJokYgW//sgY+/f
yxB9zg7Jg7nRmSsTokYkUu/CwFM3FKMLxi0Dw2LtYz/bVimkLPzms3twQ7SSyjDjAeLkEHDB7dbO
M37ZOtdf1N4iCTHdox7ZdAZk2CUz8dqUnatvmHEvYeQ2Ri+ri15mM/RXd1N8Y6KhHCeGa4kFoDb3
XhD+DkxdYwqq3MfWONRud4VaPrqJtdcyUteyol9WATD89hUeofW0CM2Gyvfv3I6yrl8w3BO2Jiua
7IU5QO+RPucjYiMkDv48gOVktKUemsU8PJkOdoHFjcu8tsKN24bb+2iIGvYE1pxCeEwEjhULma16
6YlmOrxZMUpNJVdHkraqbFAd917CjYZ679G28ikN5bnqik+/cq7qFtz3/k/E4+LY0hZh7Ux3/F7R
FY7RgNqAmCNVGKl6SD1zc+7rw+j1K6tpV6353WOy/+kzytpOWieOnZ6T5xKDFiRxpd5x0TDr8YGw
zfgcEexCPJmGd3XDVV9kN3LzLRky8SolRJKdpmn/kB5NaTI/DZZ5ptvIX+U0uxfh5r+cuo2u7MSj
beUJmJFW2wOAztasjkJCInsOpXJB2QSE0dYopASL5OU6L2TzU9M8RlbLq9qrUMRnSbfrQHli5w9o
XBb3OGfZtpTiqJQP7EviN4th1TrU4HY3HrpKOojzTELMfTKU8Qq7rQnL73CHhTABdMjuIM3Hq0li
WcauqeN5D233R80I1UMpwmtC4hqaQpkfSz2W56SfaxAZ/Q9VNPqO1ZzlIH4FXITrewnK+cuSGmfK
mkBm54Hx/5ZkxMVHGpZgK7jA1LOvBxO7OMlIWJu0YrIeW+hhazIBvV28CIMbg4U9DtyRYdd/ykox
t+Y3a6YLHv8OQTE9aXBjDrGnk7rUFO9638MOpT++WAIAzJwb5bmN3W9D3ZunLCe6PTDpbpD+fsd0
RJepG7+jiIl43LCmsAgiO7pExz+HRLtpC50T+zYpHFXMCA4IwypMZz6QZdsS6oxglWvHcUGssS3Q
n/upLB89316rVzmTpktgmPKgzh2nYAxuVwCV8CU/8Avfz5U0j2oINVr1P1qAetmd7t8NA42bsotW
BCxs2okJ1DhxKW97v8s2oScwjsZRRQazJr8T7mBvfO6Mxz4nkjj0Me/c7zOo4d++en0ifspqFdvV
7x6p2b62MKTlZvinWpyt6iFKRv2kFpBY7ZEmQdBMau3bmPXRrjOBwbZi3A5G4z3piIKZisjsn3C5
1LWV5jv+d2nHjHpiGXwfXP1olA04vCa+1NDiv3Xjj/v2TkeEUM5O+7cBPq77jK01KbUrkTzIlY3J
uTXxmyrkII1HB5dMplU1OD6O/fRQ2whWK0ZXMCxgueX5Wk3uOD0ZUC2h2vTo/sDZ3OkkCRZ5CEoh
4S6Wd9lWH9BQLqt7sXQZiqQyj3ADZxvsQZuiNQztFEmCutoqb2sb/vc4HSSc3sHYjmM97ge0Z9cw
yP0rUdNsKsE9uZVZYbipw3OGEISmHD1KaObDUbk1ODTJOLEYPFiUIP6Qf9SDtL65lTxqoem8x657
CQNL/MbOfCmajlwm0930YVJvxvwd6vTGxkd21ZefKXJBrIjUY+m0vEz1ftE8bdRS0m9bpHzYKy+e
NrdwJ7LpyPxdVE75rbbY8DVD92iSSIZvzPHuQ5k2RXUUG0zVkK1C0UG7oB7UdFwtqZgJb6NIPxLL
JUGJG2AENF/u7z2EY/JNi0lXP1SmaaF+W2zZtDwrZXIl3sIkeYXfbB4hjP+3mGBsgX8uLR5726+3
kSBr8/6VL8t5j3IUjs8iSYuFVTw4NXvpySdmcRn/cg/mn1tiWhrqGwRBUDrEwT1kumwP7qIozs+h
5cJXXoTFTqpxB40xygSLOkSQLU9qycREOxs8cwuMlJKzNtHf9hX7m9mCwBr5QO5IWKp62mHoBiOA
YtusnYtRtyeD8dNByZW/1MtppTOX8eyYm6SVhPyuA29z/9Vow4DI2k3IlI+G7uzL1tjdyyBnApPC
Vio7lGIJSBqnAhed32ovlDLN+v/tcknOJo2PIQu64vBsjoZ9Uw+VmFB8GzDb1cseb1fuOPIyKRIJ
VR55Gon7HswSu3OLePRQ2I9SN+3910BCPZNY5FbGhKZMTXrVzkCnA6pG/v+UHHOkt9neKz7N0ZP1
15/LUlgXgZsf1XclSvnRG4MImBqMThMg+7atNH2tNGfTxtSYDTd5aHcMx3Umce/qWdr2NZ5CAoyG
xRA+6QZKR9eyHtWD1YNqzYogEB+xkYUbLXMytofyHZ86qBvbSKJLH7fRZUjtvxlILGPTZXp91vE1
rH3qrScyLK1XtfbwKvQ5HCXnysvKXSkK85y0S0QD8zhGJea7iKL2W5rGtCxjbL6mzfjaLRpExlD9
Ng0H2hhC6KO1pwHjK5uwOntV5HvrPPUgkHsIbw0ZPi9+8AfWf/lrUjwXDej1wgz6j8FCKTpB3ro/
U+8xqe1Xw/Le/ZmebgYDfDFs14T02Mt9i4qolahNJmQ00UlAG2L2BN/HwbXuhb0it4wMcy3sLs3o
vTaQfo6tGRmQxsPy2ixlm3omCGqlrAQoa5K+FEZd/9IQjvoo4ur+yrGKak2nNE3IXLjXIf5IwZOq
yWHdYBufTCQ4qgWqWq4bVijBRn1P7amk7Fz+zKU0xkLLkKlrD35SgcNsUQghHP+jt27x1qCqpkfq
Jrah0x+jqOBuLRbyLoDJ0c5U9lWP8RGeR8IoaJYbmc7vs4+eHYGcfNYj5BFRQkypy7SDrStKabbC
4a4eUbe5Vsj+bDki3Mb6bNXXg7s+uLgZUvEqbsMGJwJVW00KgdWwEFQSwCREsKTu441lF6cCdD9k
3rnMDxjvsNJyC7YB5BwtO3fcOxYFyxdsFMv8aAch2Z0vdG5IlPzBiXKGI+lg/h9X57XcthJl0S9C
FXJ4BXMQJVGSbekFZUnXyDnj62d1wzOumofLIunrIBLoPn3O3mu7k3FeP5awZ1JABTzv8xo2odbV
+n4Jzdr1E8u0bk31hR8oZhLTxk+VeNZ6BEvYuW+Fmr6XI5wZSIwvdHBXQwuMbZcguPhTNwPyR6sm
PlUcbNE7EkYjpVLaAus6cYZDlpMf28Yg+f9R5RplcvBb4DQkb5OpR3gaRM5wMyfppUC2SuO451/V
Lp/MXekoNdH0KyUaIZqS07oCrGQGHQc5RS3UMw2b9z7uAWAy5XtjC5u3ZdUpt2HSrEPquDu2ScHb
QikrH/IEv0gLx/1kNr/akhOfKZpdbmiTHyyPiNQ5nEyiihDucv4QHL6GSMJNNrv5Vv+/SUOURuVm
SSPnUNU6xtjaMiF31xOTm/4tMrR3JXGmJ3u0v1nDfH55euFYyHAuIhSmJbolVMLpRQ0X80w4xb2i
b3EZnOFZDmNrkScln6X1gdkAzijs5oOrIvKLlIucVcezFW0S0orWbgY5rMcyGS14KMCYxqKl4BgX
eOppDTWMmbFQZ+lG3z3IVx7ZgmijhYoJ06exGb2igA3mUL6KE1/RuYRXhPOeuezTODvVe2yGNtlJ
BCdZJuuk1DyH2gATiZi5NE9JL5HDFtfxvKtuuFdgMOWHrZpk84Sgp2tTB7dOf/MUCjimrTY/dRsb
9UpZTJQP2blr6emDtVI2stDWZyt5Knv6DWN/K/qo/a709qYyYPuluQh03WQjJ5WVmlbHmqke+yz9
4CnRpm0g1PqJE5u+VhgPtRHSmjHNpAJEq7ePRu4eJ9fiyBcm36vyBAwXzIGkPa9ye6/+6knfvE3N
KVaU6PqPtQYWZ7xyC3kHb5leqHNbovkIVS+tkuFSq+Gz08OQ4hRSzaw55I3z1r/3U/06x169p1k0
7SydiFuFtvnWRUL5XXVqemLCOx61JPtZhot9j0ka2ul9hvSL+iHgdqO0bfXAfafnCnd3iN13fLzI
vxrK0zl5adNxOWgdcF2d4TaQGfdULigOtES9MMwHNd9P3V12ghM4YMyfNjHznYfFBSUQOxS/is2X
UGXUho4m4PHO9KOIIN8IJEqvVQPzXDigGBxC3Gfd8jLwJT9Fmr0jtGF5iQLeqoQIKFwwnwMGathu
m/gasp4f/9+zcSJFYKwEaayLVMaNeKp6zOiXJCKsOLNptLXq4FxFid7Wdv+Hae+BViIpcFgN9+bk
4KkE5fdT1ZHe1HggvkbP3RtJrHw4RTJDxOFq9mb6yX3JoWruAbPYmm2eR6xMPkqn+rG3VGtTjyXp
63KsvKgmRkSh1Ok0OkBRkFpH2TKIJue1Qr23GfSmPy2WPT44gOTGzv00Cvp63Hdm6AXbFGb2JWrg
0FYKDrw6QGGv5j9IWvjVjs7NHaYveX7oS/Kt82IWckKKXkQWgsHdMFzl9rtlMzzy/1u2epuLi7SK
euNqJGN0SVC9tM3QbhIF/bqCXF0O/vBH5KfR+bSw1RJZopvnsKYL7OiFBfzTNsDNgKKQw8ucXZ6B
ywUD+d2l4FolKVCyLDTb3XBQIphTlVep23Ac63eTmoWhxJvqZs1FLplolBJi1dxhF/32HHTcsomf
glDZVRFiWHxGzEpM5YEw+CDdzDQH9kPS1VsDAf9dM40O3XqpvRVzj1Qc6TH8uCrUSQ9PJvPRbGha
F4OV+umYYTqg/4xBgyZWk71wSVgnvMHt07wlYcYD3gDOOsPtz7zUOwALX7mNYQhXgTv1VzOnBibt
GGsS2yoyu+HHaCzGk9sb0DTKFPsOv2etekmZI6WQH02+7N16OCM5uyhmHGCEt9/l8inbFoZISarr
wwLkGwMetM6g5pxgmHq174gc9E3TPqVzRRCF5tEDFO0/WdBaDqfDnmaSnJflmvY9eaW17wP3JhXE
cTn/wujhPEcx3lwBVxjmjvNHNK/zeXtqEdnk3VufhqK/HQvEKWyWodH+FqHxAN84zKef5VVeF4DU
HyvXKbYOtuxXXWnuUTj8lyaWgEhSi1EMdWAe8i9awf30seQjSOA/+RjsO7t3WMvLWxOREESHx/fa
FBxDr9WQ4MWi2nv2y6iXz5aswyAsEKMUiVUf9ktcBDemszGeAgOjTOykh8xUju7L4qQKYPap/Z7q
EUtLpzGzLVMjBRmlvFlD/xpnenByux4YmJXAzJZ1hplypuasge6dugZVsPYgH7S+DegCZ4SHpuHy
XfHnPZiZM56iPvye+9kiwY7jtxHO+Rfoc6vJiTuImaBoODKAkYYIkN28ODaG/h9ipv727335EnPv
W6GkwESEdEo+mOnyYy5NZX0rsDtjU3XkU4VjkZFoXWR7M+zoko+KFR+AAaD6p+MZOSUQdwoOOWKL
fhN7f85jl16WrPyo6q2rmVo0SiEzhuUvgwSwg+i3jbbVgTI3BVeOZyM4iBPFJ2ZrzGcEYqCRaboB
V2sMmaLoP/U85bIptfCoz/Ov9dwrN+3SNMptGM4/S92pP8l4lEWPVpnERywzDHRxqG8j4Bp2C9CL
7BB9z+XXrSb9f4e3JHGCfdsWD/UyVRe7cC4Y1E9DDwRSU2gSwQtgijYoRC+OLPNY7uhxNHVWbr0q
uqPubx5U0Xg30WxpKY2TwQ0NlhmdfIDC/u7S6Z29A7uMB1tX3nSqFS8PGrkuUJjRwEk/LLSsFE0e
X73QvnuAm1LvT8v4TUx1ursH+QRFenQ03EQRITPJq1LHT2rUTNjaWqQDqjJfB1I7fVlxDAPaW1Bx
dKh6ql78YfmJcVu5odut7QtdU7e2R/sJXE6yUWfFOiROPl+RYm1tuAk3FCQ/OGkilg1FUCaHX4RT
2DqOkNrqjWpTFvet9W7W4yiWeSIlHJX2uXQwqqPe3UoVE3unkR7OwvaCQJyxWJXTpRRYBRfrs8/x
/hdqUYz4w+NM9hNxZGBkweG5OwJ0ppdy8NbBGkaFU0JA5wnvebyFamcLRUsJXQSl7GIqGK5nJiKW
F94GWocno27YW0dHO+IrD4+r3Jem1bGfydWTW1S8cArUgLIeM1i6MFPT7N4Xy7PR6xj9Mkx9SaE/
6nTHL4yK8aVYJIqlmv3ZxnqMg46dSw7ixkDVL52ZXcbG3K2KprGigzPE1nQrtMbeBjbq2Ip4Dlng
xY27qe2p+xFk2VmPKufgjdW8lQU658/NaGBB5/r6drXpoSiM5Zu2b/nZhsafjsHbRU4xkHQY52qy
S18hGsxv4/HL6wXjRq+ea9r1D1JwGIBtRk7RTU+JRpK7HABMBWAiDcHk1jRgq0ZdeQy4AqX5xcX4
cYZNAL3DsEfw3ImxD8WzQuUelpLxDI3tpvcc7zhZWfxc2HSyxKEJZferZCU1jC8Kq8gu4OUsX01j
k2AnKzvFjVkds8oh9qchSnVt0FBmbErNJACnVPO9XPfnBMU2Hh4TQkCosiAl9lZt8Z66McKBMAeW
SXj1E3tPhD9bHc7Sj4XKEZ1ZDEXedJ0DHOPoc0jUBdX72B7mYGDxd/T+P9aER6cqEYtFRbHLFUic
/xYBpKfIXpYl2JaYeXYuyRjH2IAUjyVh/pjpvZkWniO0Gfou5Wp9KLym8q2BljfXaXJSB6PzA8Rt
Rx17ETMlgcEdEZfXFM/U5hGnCgBDUj5X2mF7WYWwM5r5viN8jOaReW85gnBC7D6WmTVhowZIzxsI
/weuVs40SkTjA+XONRMBgBG5cVe7zphgTGR1iVdGAKvKdki3x0z0VBpt9Dl3g+tjJevOXrk8rM70
MP8AdIGflkyjv9LsJtUf84YswsmZz3pKCJwhBVPKONUvSmLoqPGa/mlF68rehYaovMHLfDCGvKep
r2Uv2Lmfy0Ije6nRX3qzoxgS1okRyHIieDacV1Tu3JKfRb4UD/JZD6ZqFyto7KJCS5+VwnB9foLk
O+8+9baOLmweCCoEjn3OgvTqNH2DfUMouojH+WGhF97FhhquH69RhJv10629YLqFwa0eGE8kZTUC
Dkeoog0TasUyeSsiFVwGxBstHNCUiHGEJE6iOaT4DMkiEob9JmL8HFeTs2ohmQWX56HofsnvUtNq
EQaN8NF3uP+PIbszngfOVIu72OM2QfDN5YYTmn1xs75nokdskKI82kA0JCA+O9FmDfZDVUWvY2bk
/hwk/5GRF78OvUr3WUW4v6vD6GM9/hHhG+z4s45mmWr4j5gRD+GIo0eerhT7irUFxOZILI8zcKdv
ErU+VB1pe62lBxfaMMUr0FWi1QMsiEWcXKOeDDMd6y7DlHq+EMPwiJ5qYQoFDvuvq7ononWpPONM
uwKPsUl73+3SvzriVEsPskkW4lTbWsR/bWS7bO2ZQecCAMIYWcdD2Cth7ndN0hE0yIOS5MEVEd/R
Floz+daSLN9AETSkWemj3M6YtiZP8lUGSXYdu6HyGde5ZhWGDJ5FBIY0etQl09Aim0tuA6yDVk83
NWkD9S7HSaod/mdESnxsgtK+ZXmoY/jiB83t4cVzEJvrww83Nbyb1MayJHiP2TD+rCrctph8PX/V
s9E9sq6tcg2CalkF1X9b8t7SX0rUEvQol+yrq7QDo6/sQZmC/joM1n0iXeU/E0pO0A2v3OHIJOrh
HXJRcVhGCF1RWhyUZmJT4Nv19VFPn+fKnsnSso9ye5UPY5ygqKlwfabl77nTGl+WEQiOUF1KPXXC
VSZFqWqGHZ68XXfcNB3aOyl34Dtkfkrp50exBkVMNDnlg/wSNY0eYKVqNXlx+KmHWAM4IzkKWY8m
TgJ15YM+edjRk/J9NFOYq0Ja4yCiuEUYoBxEs1tFzbE6JTHcfyWO91NBd0gadqHUkXMij+KOmtRb
enRxOp/XSRstYuJikFmXEIFWIUjUZXiHAc1zqhLobYEllw8O8VZQzGkHDlX3JxSknyRKFBLa5nnv
CdJPuXRfkbG1SqvF2YF43wJovHPYC0GuudHOrekI5R04D5iJ/EMbz7nGFtlzXVVwlA/T+HNpl7f6
EKZt9rvs2y+GENXvJahuvfef1JaMXZxdzDwWoEFPuyZOyHlG8TARrwKfai62Bh6VS6jk1oPyJiUK
8kFKWgg8RdzqEH1XgtfdJnPoPtOsx2pMzjeWMPZ2VNEvRFUu7BQzt3vpXcopi0m5Vq9kq5g/6iz8
Gu3w0Yjd7qrSxj7Fy/Qt5ebyvBYRl+braBlOUjTSGqWNqaYftg2seqlfQrAQHBKgSn7shMlnSNAs
kl4BsYEzVmdII6x+m9okWRrKch2T1HgKB3XBiJN/oVS0LmWYP0hXx5LfZQM5ZaynBj9ZXOdDK851
msOuWBl5sfYxtYCkmtSiJy77Ax6aGeQDReBTqYKiYu1tIf1sZbVvpJV6KA+08+cXXXfAocXOvc+H
Y1954V2rteA89lEODamMd4Y3N1xcRIDkI6e4cB5/I/YHM6PUv6c0vCRjDVpBTOzL2dKIg6TCl0VT
QbfWR0XfIZ4iLmrVlemVe5dzGdPEeAMhiOGsVfkaau9r2C8ZXnChyGlxVhSpaV4rOiUHN6lxqshB
Sqh2F70b6PGCySAjKouPxVjbG1pGGnFlk3WeFvLIMDsAG8hZtuoZ4T0KOhEENCfPC0M2nN6tc2pF
0EbtYW735dNQBM3kg0knJyeeyFfz5JONhV4PsUVNQKoQS4PywzR7ju4jvUX5Mnb5hB2iFG1Ri1Mx
oB2/yh8QodN3FszJbkDttVrvTEGXWzuiZFcP29Ei5spR58cgMMVPFCUBYchAx2RtkWnAqecabR8U
MpfEklBpQUDqkbFHw5vuZD3aEZUagC7yPdrrR3k5lhPNlvVvWZxG27nk5YoOdaKkwbO2IIG2bfsr
J0PiOVKWVlg3vC1Je95uaNOFz91A71dXj3NWYpUxl2OM+OvYemoJ1o/Aq1BHceYNuAjlg4sudn32
7z1H/Go6YsqoIElt//0C+KojOY2XbppLvAL2fZTagTijDhAv5XoMFNMgiNZmccQ6fwPaV7r4yVnq
G9f4PRiFctfgRvmFpjJstPInyFIgQHNqFcW2qFUn/MelyPwpEhUhRly/LeL8ilhJFfhRhPripcZh
oXGThm5uPdNRJnQHeugm7ElT0Jfqi3J83Id5m/5AKZcCRUyBDpS6wmALpPi8H4/23NTfqdC4aOho
fPSbe0hx1q9Ch58omzpOnzf7JUOkUs0miloqi2PUdctbhpv2a+g6WimBh7UVo1MSae19GWKGyqDR
zzrK+E2kM1b3yEDAkGWjiKS4eqins+wUAqfWr2Vu/5DtzKBtv8vAcUQaFdOzagieSpetbGg4WZhT
45zyOSfEiP5d5IZAHhZreoIMWZ/bOM18xYBCTyvmOc35eMHfnLRO9xmqDe+WCjI7mJsB5SyAO7mC
UDAa1wCt0HMPT9Fv+s7lIM0YVC5NXcmoKkuj+78ZTzWy5YxKOu1DO50erAjFz6Cnq6BJJKg8qlBI
zW7qkS1702HpnbfaVfrDavvD4/4wIOB9HM3qklVN8CIfwOvckR5HN/lKgSUAbhIQUuclyksNbuWv
qtNOkt7XOsd5rrC+K5lXved4bP7eiyXY0Ja4rpptKhzRPnLpKOQliX2nYQCZuKC4NIB52wxv38dU
g2zsCLXOe2f//3ALTYcQcxWPgVX4SMB7veoEAbemOv9dlXJSXv/pGeQzOgF16V0ti5gVNYFcH/Zx
89JqMPaaGVFOU+v1S+JhRa485VV1Tfeew5IUeri6JsPRxESztoURfLb7gep0SwCZIMp22mGJk+PS
6t5HqIBF5Lhd+JXejAA/haOzieNl39RoEogrxF6t1g5GblU75kXRc2IKCgbaRXTwem+6uTQoUX/H
1FnCK7YUImqLHKzMHLvFj7kXfaNps0MRIbjNqY0RCAm7Ea27Ea1FNPugoatHpCzUlMCNJfB4cpgC
9y2OL5SmZbGZv8yqme9ZMN0JrnlZhWw9acBVPd4BOBCRNjKiJpH5btPoelY6eldrbz41O1KmA6u7
qGHxQ1dcOiuWU2zyEb2bk4fmLuK8+AwbOYREphDC6nY5GVr8fdfIaX5bc1Mc5CvVU+ng5BkdWPl6
IDhx20PL3NCjm6/yl01s5ZaQxc9XZ3GsQ8xsM8nzYxWbx2E5EREJXlrzdHe/BE26lWVz3yrbqLD2
oL3haulzuI3Ay55Sj6in2Xh0BsYenHiz+tLjeZOnYznt/vcg3xuhI4Dmbu7y/VJMCtpqUc56y7kr
6xmx1O6Q7lqTSYAf9Ta2fg/a6fo6T8avqU3/BAVpbWtFxL/y1XZ6/RyVdnMu6jq6kuzBeaavTBzi
Rrxtjf4Hy53+YtnpR4P/zM+xzV2lIN8wUNYn/0sctCK6WPYCwFZYYnXL/S71hYRuhhjbKDAg7FIk
vq7F6VBxlS6BfVDtHOA3ruyzERjtLcMcsgVKFBHPpPZkLIbWdkHWeon7jODdlCzUtfERKg0Hdj21
fbbyr94b3uc6S3eWEXgAa7tbSJTXi7PE7mFUyRggBPgcapr9kyCPU2LmxsMIjuWfkUVV4EpP+X0U
WR4LIz3+q26MHPGhyJoiSLCyuhimLGH09BRQpLqGHEPqikLC6KbY2JhZRSCG6/xky1RWpuA/fQ7i
Y7aJfsmRMYi7xulJWzFD+K62U39Dg6P8MZVF30hg0fr/dCANMZNVu7EGic1AwfhpOBE+i9DZd65h
PGb1FeqDD8M9oTgmWa3zB6Pqr+tTFSalr51ClxPXqgDQ7TzgexWTXhU3uJy3BoPinGnHgIilgegY
ircnWIs2kQhJ8aDpHds0tteXtshMgWWL4xur7s7Jk/esQxt5MCDxHCU0EkErPXWZ42LVxourzMp1
gtZwh//w2Ujjg0g1x85wcqZhs4pQyUlYiPdFhMeYAfUTgW7VPlE5DzFapUrppmgjTWa6EeIZkk+T
Stn2hHvd5gH0OHhzIKZSXBx8rA2rpiFKBObPYzANAHTMsLwjbStv9AxP8tUi3kpCrrYwKC+lNfwX
sQd3Ji0/cbKrnCrza23S+efYTCsrslDyIbKgbOHXINREPgQu1nFirKzdv/foSaekU+ANGVyr3PYI
xI4tPYLdeg6rQ6aKo4VUs9ZAT5Xph3T0jXVmb1oHfHeBUOihyBccDUiK3wrEH4kdPU3a47qLohM5
pHo63ZapZ+pe59ktTQDO8zGdtblz98Wy5GcLtd/JIPFZ+miRRZDPCGAe2olYm+dEiQ8EZDMpNT33
0TMQYEZeyIUp/KxFBn/EswLzbC4Wy7Ta0gQQetcoVJatlRIAx5XxbQZkkcirCOnPJetbe1cGEzm0
wjOslSKD28563M4pst9C9866xgHNbLyWzNZU3Qk8Kq0xDV2SeFYu5jXJK22XVVAz6E3rT4h/wRIC
a/RnZrPvcZE/5c50kPdVGc86SmShrlMDTgrIPNgu4cIkyvhq2Ln6HIf0nriUFy39IJDS2UazDYbe
+JaCakRc+77GhFcZoQEfTRAWJnN8ShwsJxLI7XkYdRPlmrU4n9d7lC+j92WlHxBDfbFnsrDrKSc5
m17sYMXxZzJ1qEDTPbkUjyEQkMMqz28yTGXFeJvcxntgkF/eANXeAH+WTwoN792/Z8rYIaA3IVit
shZPZ07r9TUh4JWhHiabbFEp6qp1dLzrApVlIoPejqyr2ztwLj3DPs+cmp4sdGlMZKx74pXdEy3h
7ikAFHLKWOt8h2JPKjoc4F1H9DbOrii7aS32aGiCEV68mJgXlYhey/oGH8eOM/bBU2+Ur0pSWxzo
8/lYqssvwAb1vkaoRYJuEe7cgCVF0YBQSFNY0OYI4zzIKVVe7MMMRzyZfTdvSX6GY6w8Y2zOD1Gl
zjdDgzaMheDTwfbqI3DmYsWpgV+S5WzAwjxHT2qdfrNRIVSwZusV5Pq4ofmbwdBWrNfRN37bZfEm
h/KW6nYH1srg0NUtKyV88WPOFGm/dniQoTO7ybwjvM3pXYvNl9auqpRcVfQpdUxjEP17WizkKWmT
soNyOF2AVsP1WdrHPPygGdMc5ETB01/wi0FH0zl3yPauQ2JMZw5M1ZrBeGioV8hx5fa86MgB6r9H
m9AJ/xRunj+WGP3sUSPgEIMXnmlzjFeTiMst6jXhPu8966EDjfBcmdAmYQD/WJeTOCThRNgo5EU9
1ogGGFrVx9oloBDFqsFvj8YLsSX5JhUZBiPHK7KU53tlKMxKxARSYzJ+7vgMCZPhNM4QIjt4dpvi
h/G6SzzWyBsGh1b6AqOJCyA5jNAe0YESqxyJQHsOVpFCHnTfPIWx8u4KxU3BYGzvLGF1TJOck/W4
DBd5BKs/KzBkG0+sxKw71ouSIlvRGtMj96Qmy3nRmVfafbPRMwwzbbn0mH0zPMduN7YPjJpbKEUF
rQPjJF/ItzkNavt6APLniL6HHNlrmoL8FpuwfCs26udpweA0kR5x6gIoEbZ1KQrYk3aFcnYUCsB/
DzqgMp/RW34wTSHngVpxki27HCzYvq1HYxMSKuEjDSO/LKiCR8qy/hp1+Z6xuEY2qW5trYDEUFU0
wFKRP9GBU0W4CkpgWAg5JRFrv6qNTQ0R1Ox+qHY8HtfdmtwezLnBoxWpkA45J2/l305MDloDeVfJ
FpFioXqTGINCJ9in7mYNFmj5Wvb1GPL5ktgsfaF/jRFNEm40ezEp90Mgrh4Ro5wxcGgNhmr/L5bG
BAOBA0bHzG69FiXLrLy4aG0JsjDCRmKT5g2rdPZsTu6dboXyKmpLSlK/Egwb4kQr+qn87MowVY/y
Wb0gPDLHQ5dqzertkQafDnIHbO3614p9pShPKPqr+Zeeoimj5bEHMag9hRAufH7n/BVhxFz79Hwp
9RS9VEuv7EnC9LGGL4rB/ctM5yUMB8rp6Yr5YXruQi3AWr1wzZciNJs4JPmReS6ZdxLGwUyaTEe4
KHA+h/AwCS+og6flxKpAuTQHuS94E2eV4n3IWuW2VhsT7cUJn8XQEfQpxXjyQYNPv4eHhRumVe1z
r2igAGY7eq+bCjFA7f0Vmedt1DzmmTpv1SJwdrSKT2iGYfT1wA+AA2QcXRQCT8Rbjhf3zBvEME6Z
jOGpzLk5UODGJ5BD0Edos1cRycn0sR5k5z2ygB+sl1es2LMAFRfbZVJtUlihGNCqArPg0dp+INVZ
BHhR5Ddn2x7+rL0wTTG9fXaFVqP6IE/hvAZ98p9VNLrfda55wwVp3oygIrZtIhZRmhwdM/tMtS5B
9zkGHP3HTw0y8L0gIiX0seLMSGTpHxc1WQxavMC4KRHcaz1+JOliM5ThryGYERr8K8P7y58KBrYX
IFAb2b0lGJVqDGntQTLhZtv2aM8VJb1YVmzwwTFCs6E4yFk59RZQS3nHKNRN65+QirinoWZo4+JR
5uyiu0+aAn5Rqnck/xbG41skuvcqOSgrOyVvkAZOLiFrzTC/1oYjCImpSyqcPCcIje68GKii5FR/
pm1/SxbKtxECcFm6j3J+YjdITmM7QQghZiqxM9wLDl8XrXP1Q+2Zus/b8TahXE/3CRm/m9zTXo3a
Ch46o89fCVcEPO6N9wFeGm4TZvhSxrVwzCI1aHlqk47iss2nY6DOyS1MzbtcDnUXVwVdEnA3osbp
FZXMUvJ2twEH9AdSA3vuuWdqP2cfVbZ2yXDoXOgSYFaRnx4epaMuYpQ8Dg0sEBoU1Eq/uEpd+UgG
GxFtx6S/HH9PLYHw3C5PskXcAgbGlQmAplZ26WSVWA2a+hxrA3U18QwEJA2gAt3WuE9hNiL9Gh6c
CKdvYOqYqsccA8uqMvXK6ZGoACXUnCc9QDjRE+p+jpMSWviQ3VQHfk+jGwsz6KncKsofBeEXMXDW
57pidFCSxLee7ru+Cq+cN49zaIan0WIQJlM0SBUfVgVXKlQqfMLmGr8cKF89s/23pnEekD33z6G7
qG+19yOgj3Rav3+ivoPD2tYdxuwo110NUOeFaORo2ziOvZVrrwz4HqrxIhtBNr5VfxjfSz2L9l5s
t+dFDeGQgOvbKDT975CPQKHkhbOVL72JdHZG5jWfZQLAWnyX8tgIl2Q+5BRFD9mmwj/7jl44PlVo
cHZWYOQv6rKA0fF0AjwsdysHDRiBTyiosRtXBdwmyPAbWzizm8WcTpJxpi0qIJ+0ee0nG6rGxBAv
dpufS60ZDzNVEFLQm4UO5ABJefLlS/mgmMD3EsQQejbPJwfc1SGq3XkPhheERj3nfllpybfNcTCc
u/FdJf2IKcZjMRMjPYlCdRAPjp1MZ70afsaigF2KKLgO+Des/zNMSf+U6cTMKhE1xlWRPTO8+C3b
fdrSCXC7d6VJaB8LdXSOMWPCfVGS+93MOEtiZ7k7RsU+A5ZEOozsynmMNc64i8cxWPbWVXMiulPu
e11Kj9Oe4X52NbsElA8/fKfP6tm+HamxyF+B9Yey8mc+gSurIWfv9RhBPqGgoWmbt5J+xr6lYy2U
zNUmbpRrSX/8u+/LlynygIxVMfR/k4ibXIdDFeM5iIOiunVRSEvLcO2rp+vBHQLmneSo/Etbyp/x
dp3lExqDI7N895DOP6PcM256bM9+JXLfFtUaNmByPpJwrrdySu8q2Oc7I7x3LRdepi2/MRVW2yly
CWqdMn27bsm6Fgc7OZlMBxIq+hhdl5hTerMxPUKP9RuSeDa1cNSRD56fOvkynH4aEV3iWaxPGQBk
LLC9cgjNBOa115yk9TfF5+vXubfclKXakYH8npe4REkL+lhQPsddfFf74RFgjY7Mj8LDZmwrQqjC
h7xl2kjidruXwQqDkZJKHubApjyCaZiVaJeoT6qjY5aXwQ71k1njgxXUrzoD8kQqi3625sW3bdP4
kybNs9TIwgmBa1k43qlwbFBema4+YswmZw4bacpae5RRL0UD8LyLCnWPvFjzDQJRfU1qB0hurw6l
E5KJWNVs9/Oya9rB3o+xsZV1cm3SoAZZbqFeolMGDvfNg7bh20peM93pqUxCJFgAq+CKhdZMVl5K
69/ifYsupt1ozfPYQtJprQSCDvjsLVlX3cmgUk/SFG1ITjO4tGi1e0r+7BkKqV2Gy+hXjUhpdMi6
04W2ehoGYt/FyzkIUgLAKHZoPTTNqUnKcmvFNgJ597WJM7qIGpo8kdyq9C66iSqIGJg40adNoEcV
AAPuOzrm0i1sESW0KfH+CyeoYQblnRxQtPMhgEuNELafGcX0UQ3oHyEEC3/aEZWkYHSGLdzRYiYz
a7LBlMKNTY6paeHngRipbIay19inODNXcXcSV3+ZpEx9ZkO7ZUpDWF2IMT4JR28PSbnbz0r1PWrm
LRhIPoKngRUogHzpaw7ZMIWDKSEfJkqvHkpb89K0nbtdZ40rcBGHVYaceyrOIGzmvelUd2U0Y/5F
S0LvOeo26Uzeh80/eGtiDNkN9bRwF6Ia8QiV3a7bjaMV1ZvbBNfCYl5kZwtUCgFsxWwe+eaSKu9R
Xu6TxXRegQtNp2BCBNebXAOaqxOzm4g2ZPLS9I5xwr91aIW+1zUDUJalEW1rlfMBDRzyoRD1PER4
d89hmP+SuKGp4P9onIIsVCELqWeLbsDEQsYydFUbCCIDRcdKQ86cLt0XnkdCpq0i3xvfAssUs7a+
fsRykn+k4C/kiDYyk3kvSYYqAzFgZsjyba+iFa/HuEu0qt94Nn++4OJgdfMXslC8AjqZnE+3dTOc
88wUB5ipOZdDleyLeqG3X+ZIeNFJ28i9nmhnZ1dOWb8lcQndqOnbcUMtWhgjcZLjZ5Tkh2VJ3IcG
UMxlKLmEZnXs72YN8wgaYHBsY/IqhywMfHmXWVFobDorrny1tH/iC7S/KeVOirL8ZlKP2oKA8lNT
G+6uEABpJU23VrM8VJZKWJA76acIkfKmdvL/BnPQ3xCfYFdpmIgOITFydpNRPAqBel6wxGPI/1iV
jEPPQYrsiMe2mx7WoSca0X4XTN62zYPoXMRzv0FMsZerZ57pn84S3cqxtV5hqhWHDmDzVr5M+hGs
Lfghv3OZv3iJy+chsCRy5Il/MwRubnKYs+LkoE8MEMsmNIHBRN2FhiLpQCS6PodGfilGBSmJeBVX
XckPTEol6DpDV0W8oMC4uMF4s0sH4ZdnvcxGqD5LW1qqcNqNkyX/UpB+DwA9SH5/kJG04HaXB2bn
2Mq5Ndysb9/ks3Yyl6doYe0ynbn3laJTNrH9lRhLeLDtuSIlS8zs54KEd1nIMlOX0VUdCJ8j8DbC
31Db7/S0JU3Z1GmktM64C9P/oe5MlhtH0i39Kmm5buQF4BjbbpVZk+BMStQsxQamiFBgnhwznr4/
QFm3bmSWZXUvetGLlIVSISlIgg7385/zncbeu1o8PWCQvRdhP9z0ekpGJTOONsPxS6k6GhujeZY3
kLjff9Y0M9+IihVXK443WvM8fYAo73Op7EJ0nD4OKZOaL1zskyUSGwWwikkQYZ6z5DXFcEHXJie8
BCS9dfNsq+5tQLDlGsRTxYRNwOw2oYssV2lM18WGs/xTRZ/AMU3xCNNDXF9sVTzynmRs0vRfafjT
7ssQrz92WYu6ZDAA8B0jXoNBquoTiIN2s3gX4JcEW9HkvRcVpXPx2T9DQOrik02/VlwzCF/uC6Xi
H80J6GvQE6K2KRxb56m4Cnjor619UsMe7gQwlaMfVV+zmZLY47Y0uyNzuQ4K341j95xzha5zdU+K
ZyPTbj8ti1LW3Bi7+JDUkLHnPwRqwdhk7K/s4wx20AYNiq19kwzwtpvKvSlIFXpKOLDZLhnxnUja
MWDgQLCqF2qR4lRIltPgFSmdPUsKCfpYA/jGOQMknWuPySotHsFKMmNY9D9Fy7KjYanhylbU6Umr
U0ohlYva3jpWVxwrVI6bYsR6DyRjHet5/7T8CccZFpkBIFGiadG5l8Pdp09GidXsnGchARvViW8V
Jd8FjehYX/Pkdp7zqNNM8hltq9qmhIDWnZLhqiw9aeb9N6cIKf7wZxZ6PfCGc4a7eCK85IvAWiPT
JbuoGv0H4ACbz1Glj+O86y5JpbVvLKXKjjFOCvvXuWGVxdXd5+Ue8gZjyyA4LFvYWkUo8rnX76LR
PYH91ZkYMqYSOcIgG0eFba0kIdBT9r7kUAfgpuxf9E9mGFTsh05vZv+zdtUTNvBzH5wKMROfits1
HNsB/JUtTaatHT0gHCYboyBU1TblAzXe4oeC9sV/ORVqKQNmJTGuCi3jK90xyrcytNONA7v4sIj8
3HwgmZgQcOyGrahhVncWFcNetkxmWAIGjrzB1beC52Gmg0FJlmsJHrYHK3OoLTqIlErXViUWqgVh
Ns4VYsKwarwDuleP0vfKLsfe3tr3nzuWArCcQk9IghX54jhvbcyP7OQYwalElZxawAzcUKNVlHG6
skkOPozsI9nSTe8oQyaZIho9ZtH17Lt2tKqVbDxWc+R/3hMc1Xp8N0uL9BztFos00Dd2fZvWHHi6
2oA6P++EnbjIb2AUexDB0KLNSD8p9lRiyMSNHdPAyHtxemgsQ97mjMQ8inCnTdWhoBXlm2niXcp0
zfCipkmvZv1IUBOsR1WPpMEYSri6fFIYu+0kTTiJ02EB7/KzPar+MaQFbaUbjuTKADK+BDZyJ60/
P42n+5hOk+snuiIP3E3rxxiLam3TzvD7eVkIu4JN7Oi8RaNTY6rVek/psgC/tzyhTCiXNG+b+8LG
SWd1wZn8ibrrpvE7koqaEhmYp0KfoYl5w5c0eXYcEuHf9lIeHbFm1pQlKwyeddvo71VUPbczAavq
+lNtavZD5Ze4la19P5YM4+cxfaqlO59E4boWXXVOHFmemJg6W+oN1E0DjQd7wlCf/bZv1t0cR9Xg
QoPr8rQxj180S3t2GT99awcXCwf4wDw1z9Gs4gTzB2eksVHJda8I8dCWTm3cypDfOiXBF6hE1u5z
tSNs3+yqHnIBMkQ6UxjjezYAWVur+wx/AplyxF07i8ST4aN+4Bg/dzN9zy4RGpcrzxYvk53f+U5a
QT6fdQzClijqWQnBYE6IBVI1j5Gt3CTaEzKGfV1AE71KRKXO2A8Niqx3qInY6ZYxuZpBve7yNR0t
yS6ZPSnxh01SfDt0RII/f4UVUak1TDkS6two3OVGu098+boAxjoEYWis+bApe1Fh0uyAklkl1reZ
UVdFoQpXSezxB8o7BTbtRinrEQ8Q0N1PXlWRYlOv0hPR+nYfSIAkriFfsKNjqSN4D3KzRWmoem5a
hpHsa9N9DtrsY4mdabqgmcEpTAQoF4k/wEQa6veVT7WyreBQZ1LVAhXFB+eYtGn4ZZJfUs150RXr
6+KulJmzrXD/VZjhDhWTEKRm071d1gncso2HQy1jspIjH+MZYS3NH4VBE3VcMZyeD48T5oxPrmJq
BSV6G7yoRiF9gX9kicL2/Vw5l2Eokk3zDquP5j/a7j9xR7hOGDkQYc3EwBRyPoLOHzQlXFu8F599
w16ll6DW7Hdb4Q7aJhIbIJn2lU4iVazSgIVL1eHBVqEYX2WjvUz863KFIJq2JUUzXT6laNt0gnsu
kex3xjnzcmfG5BhfVeymHGbmQKpe2+uAisOLLismuaI9q5G2q0j6NFgT9YgxV+2uQ3aLw/iqmYNY
/frLf/z9P78N/zP4KKD3jUGR/5K3gPyivKn/9qtl//pL+fm/D9/51HUdF9KvoWq6LigtcjS+/u39
PsoD/rb2P7hfmTwRU0fscg5Uh2UL0ojJ72qURne/fFAGGu4l1rr98imJ6uma68/9dFiYp0zho4eZ
7cD7oaG+m4b4vKaIs1bDm+VD70qDjI2aeYZQqnMxMId0Mtulz8SwwHfOH0y3W0G3zYHTSP/uU6fE
Bjd9ppR4X2ZrmVTtVqsbd1PrRg+KJUxXSUTapKjiaIX4Lr8kanUBKXPKC6O+wTtbvmjFja1O2bM1
XWmg6K9tPj++mSM3VT23Ka0tTnlJJdowX1Q6qpGnSLqRF/98HYTQRidJFH2ermOF3oacFs5jUtc4
9ZMBImy915ri8NcvyvKk/+FF0U0BNUo4Ltlly/n5RQmgzDFNnnPZk0nhdWJ3e7/T9H1DWWbdjo9D
H7rQd9njZs9sQtFv2QLfTba+d0pLvYYJVNsU5hJPd/hsqFNwMBQHxdQt6p0qrX7TEp5bNzZTNte2
aaIM+/6+oh0k8jvnunzGvSQ7dCq8cBE+MwQQpAIL47L8CXFAXQ9JizU/dKpzz5mhoRaIo5y+XcL4
tYZ1NQlHxxt6rAcWbeSwVRaFs4tkdnIJsiVlWNznvH+LctCvNRAn04n6TS+EfhGwhg6BVnidJEDC
TrRifNgfFoVoaPCol512Wmb79uhY68lt3t1Jr+/t5kvHjMcbaEi4CYiOo8/kFFkMjN7JcE8HJwHs
gHXxti3V5+XHmSJtViPvvcB1iwMuuuqq0ir4/NevqGX+8W0mdGEJIkeubQkGF+rPryjz18pM7N7B
5HqIHbuDhfz9k39cQRhDdSMPa83tEqAjaCPPjHwzRMr+c5EwTOn5eEuvwhrmPft47XSzPBpO7W6E
intg9NuHTMtB5+BIuG368eAmPWKLajDan01UWdLc9m3qHxZott4x31gKAvt2gtg1a+jFYpwoR5Ut
Iwb15YPe0JmEs0ADMhm/LbWHQZUXZ80wXroYY6mQlJ50crC54/ChloWzw5cCf0EDwqQ3hIorzAla
DobWp/5ozWF4ukmnYbqJGKFamP+gW1T30gFT+gnbTFu9vcBvFDd4Rvwt42P5b5Y8w/3Ta8FyZ6s8
nY5lqcK0fn4tHCCnFCLjO+/75hs3DP/BMGr34Ju2vRqjSnng6NA8ZDYXr2rJNdfLgPEfsYzso4DC
4js7w1HRS4u6vsOkLe9Qv7DZ6/aBdGl2L4tI21o4alHfJiq1HcJwC7yC7oxiteTB8Zk4HuPAVamZ
9YtWW7vlNAD9J9u7jNaA1Q4pmKbcOZplnu+LAtYwHVrT0YkDC1WRkGXHMb1GqLIGEHCukg+HT/51
5fYFjj5/2rB7/54QNr/+m4v5Xzx/HAtUU6j4ek31D9eyjmdXgV3D+05jXzz5RPVHwo4IwKPJjOvb
X/82fV7sfloMhaHiw3R1wzVV3kbzy/nf7lDW1OvMrgmafs5A0SG/RWM51z0a9NAIY7rtRxRHxXpk
tMoO0ApmeHu6KyxN2dbeZ/0XdCN4g3F5TorsA6JevF9GjKBmH6ceBNfymU5YxHTCaTWG7A2mLBqv
Ug/qTVrRLvzXj8r406MyNaEBsNFVw+VCdPWfH1XY+BSwGBQt89bK19G8BcgnmOtkiDHwuUpt7swg
+EYhY7sep9nX4SjmwdFRk3Ky2LEsSgbYDpZLnBHHgPJF2JmtsO0nHkF1ITCN95yq4acBoOspSRyI
C2np0fYZXSKHpRvzwFIT9IWoF4oRiVNQ5fi3mgx2uFJqFkQ42H9JyVJUjEP7OZPVc6LTuuaY+9zu
02ubyu+D4Pik91jAKv9RjdrmrI8KpvT50yiN9d1fP3P2/Mz8fD3wNrNUA0eY0FC2jZ+fuQl0+lRn
wl/D7zOOi4uQ1p7xtPzJwX3kWSbk2SUN6KSezg7omnbEKpwhlB5wNv+Gkwds5LBsVuX8aaHRJ5el
AHn/VSuES23vqiorRW7GgS35P+srBkP/gWWuPilpLokT5cYasDShRUVz4byzqySKQDWxUA6fU0lR
7LT5UNgr4iQHOUHqsZ5MHGyzRgwcQnHTlRHgtF7mVcuHJHj/XJpd9wXEfrqG5Rvv7AXM1FcRIuhQ
7QPrK/O9RN1VeRpRgPktTBj3SVOptgzNNUBMs8fOAQS91hIqe5fMTBvg9mM6Vp2WT5c/jfW/WSs0
7c+rraXxFKuua+uurf1xta3o/lUT2q8hqo89ldQk+zTd5tzYpOssLp87xYcNYIijTQDS+0ywx+j2
nzHUJfxEzJGCyIrWykz0d3LxdsUuXqY50mlGX8TCqXAIz54Jt66s1r8vuyHdZ/AVm5VVxygvyCnL
i5unxrDGM5Nsnbyr9wMZ5JWzMK1Gje7RyfLVvT6GCsdic9zFnSuuy4e+pDvFD/T10pO6uBeEBN2b
pZWzS8X0aA12dru4put+eISLkW0dIX/HAVBAMhDUlr9XG6sBQd18ktnWTihgs6028dgBkWBj7d65
IvJBJvmPn6qqknSPkmE312pAe+asWxhdyhBxGebnPYMRjpGC4w+M3LYDmLHAThl2mr/f1aXVfAda
RwySQ/In7D6dP000cWtzbD+EqVU/SV3F8W8Pr7UWNAezSVefs4ICHcvKVUUnCeCMxzJJr1Cf1APn
DYoc5j1Lhz3JW+5rmt1OhxCpYW0XWnktNRgzYWde0I6flwPpUnhqzhrDZ+SRFlNx6Izi6C4pqtrP
1Z3mh18jO31ppxHD9wyFiMXLXy8i4k/7MVZe9mKmYXPT1gxN/LyIpEo1aiEDB89FK5qtLFwRpNp1
Y9wvEqaaTt/1jgoNijKPZu5TXx0p064lCkzWZOhWtuHnN5EZf/18kqIadJNDy59XFU0IJN43kfhd
lyK+5Zw3AFfvM/L8aU1uY4mIZTawkM55dgNCTWM4zXyQf1AKUXHk1YdFOnr/5oHPN+efVk8euG25
iG26yftS+8N9B6axEHbHzCu25MfyUM1Yf8gKZzpXKVQDaZKztku/P5ny0bAZuyfp1hL01hcWx9wu
UadTN/8/WXL56uGQ3mUBlW1xH2xBalAMHYV7YPztratF1tHGZYhunNjPXTTcGT6TzDLY6Xh8QvBn
gfw3N4c/31ZZadjWaY5lC9XmVPvz6xpNNBpWfdYg5dLHGITpcFcFwdPiRHNMyqGmbRiH064steSF
WzOpSdHdWXl6/7ms6NnJ6PDK0ugG8kqPTpmo0nWly7d/wtHdjtJ3V3BInAWXNDIecSuhpJBXXvA/
+Haio0CBFapMfu/c6Gd81vKy64SiLpWSPCzECIhvXdHEL00bsF0rpxdX+pcqpdOwlNSJ+LOkXnKe
2PclrbiKQXRouSD+4ycFoF4UgW9FOYLACZs/fPr3m/eu+aj+c/6e//o7P3/H372H//X4y49C/nJ5
2D7+5d/cfRQ379lH/ce/9NNP51/w+7/Qe2/ef/pkAw2eOqf2g5jQR92mzT/UjPlv/p9+8ZeP5ac8
juXH3379RvyvmX9aEBX5r79/aVY/dBu147/Ukvnn//7F+QH87deHD/k1ev/TN3y81w3fK35TVU50
jkVLtcMejh/Vf8xf0Zzf+Jy9sXAME73XYYNCU2oT/u1Xw/pNc1WVnma+hw/zwR+C8PIl/TddaJrp
QpzRVZOv/fqPB379fP9+vmr/WtZBwfnpfa7we22DfY74g3QQ0x8g8wgOt5Mw9l6L1gzetS7p9iX2
6x90rQUUEbnZXRJU2qtjJ9qxaeGj1GrXcQIqKMKY0Lv8Fuc5nfD0s9Oq9U0Pia9EWV8HM4pPdzF0
987VKNvyjiG/Vq8dc16qtZEisyQrbkHjmHjxknr67qcNaLYoyRmgKiDRIo2ehNZCQlOt4eiMYN8L
Ybz48PafkEJgiZk9sSdUF/NlTBS5dRryvqJNkZMjYLtJCdGoT9vY6ypX7odUbe8mK+tOPFwXKJAl
uc+T4xgsBdtyNrknLYNh7nY0pkQkuTaRnhYH4vrQkbrYKgAxh+aLk2J883R0fwfbtehfM0YHW02m
6m076LM9zyGIN8YlR+Gx19lKOc1XGxnvQSaas8OjOv0YMtwZTmz5JBKLDVzumxYhp/SsPskeR9AF
m6Kb5D6qM/mkSWtYK+YIzYwDnXqELpGehRPYh6EhYsKhu6HFPTOCK0IyIDdF5Kdo7JQfVVNM5yk0
m+dUFt1XF3Q1xXJIsSBJw8cU37FKDtq279rJCrH8KyYOljGNvNAlyUCNSeP29J/YDcQQXzcYhhID
h+qURv2Ro5f8YLLwlBEVuJhDWMF/0JKzFqj5u2p38pFFCSN6JBLHa2gsvBIVDS8BVT4Q6JWeI2CN
vStfaUPc0IaQBemahb4lOR/S8l5y3PlBf21zqRMkM0bD5VOqWAh/qqBSMScseWcDaH4Zq9x+b904
eUkZHx9j0dWb1i3NU6n6Yjf2+Ikj1xVvadRqZ4FZ+bmRUcIMOY47djCxix7cWc27aLP4NgJkJFZG
1xIu1xkwrSj6i6JVKPz21ZX6cOYAnj5z4ocvPWGc8xTqozwVrtKqlnrzEKtasDLVAgpAUw1wKEAs
f4tSN/RIKtMrXmAKskPmZbzPp3sGylgsePpWzOOaH2nsxx5aTrdpjNI8+mFZ7nBR4i3jVOIQD6CB
uBWTc6qzEbg8wUCsL2q1mawA9SYc1XXhhimTAMkwbKChoPEbudHa0m/Ximoqe0vi1JRFMdDAkeOr
owYpQsBM4NRMJmd0jxDHgYF1twnYnbZBvIsBx0Vrp1DLL4pSKyfdiPoXxkXuobPoD13RQEXCwBKm
/1pNSYLxy2zcfN+A46o3Q19rF5rGJdigPI5fI8fMbjidjzyWDLr/WhvbyDlZXV+/opPzq9G8vsUg
ti3PFgzw4yFpvkf0FcYrFw3zbHOBfTP6gWOASLrWy7UgQ9ooCV0Ek0ucKwr721GaUA/JvymenGTw
OBEF0FcuPkW5Bniiwl+05Fe3m51PFVN3avbYfR9TRS2HNWlI/ymeNPeL5B3grK1AjBzJwH6k69YM
3XdBc3O7skjncLwo61Jd02mkmZ5PzzAFyWmZnRtdJ9Ebu0A/7X485xVB2kxFLSIWYRwLeKHwFIzW
0yp92JF38x/iWPSHvs3mXKkqH6ZCwP9hxaZ2FVlHC0gBTYOs3ws4b8HarGrVXCG2adNOl7bylNV5
zxQlgI+PdQXqFPkFP18VsVLvwfeVexKo41FV3OHo5oJ/TYDP/VIz+HTWBhfGDRp2cvGxKjApJsAZ
ribVoVXPGtO71k/s98xv/b2QDj15CeOxnUgz9akuSXHWkzu9JLTW6OTo3ei+1BjvGWFmF1RZSvpS
+OPG5f/eFVIb3ywWA1biDrNYWLEwC9IfMcrRezcm4PX9of6W9EHwUIfEKwHC1oyesthYjWUtT9w1
mJqLMu7WjJXce9EXHMvrLAUWFhXPI+VL+zLMMUK0hTVth8qP13bNSUoxlfBFMUZdrmLfSsv1NEXZ
ViuVlG5moxerWDYWbW75aIkN5YXhtY9s4w3LlX6SLMqPSQGQskOFuylRzdf+1DY+FIZS2YR+DLKA
+/pTH6Ts2bqpooQSF8zkiRxwKqq57x8w8Fp3Yoiy29LGhLrhKxUcDUXxHIP3SeKaFU1HEYUinhUm
gEizrMbJVNesA6up7XSGH0Z9Kiy6bPLBZqzjNn3gBWDb8nWPjHogGjD+SBQOly7UwNtgVGjmRm49
ND2E4LKy23HDfJGr2Jhs+BOAUwqsQ3PTTlSX41ovbbysJqzLpqqFtdL91hVeWETVy6gSQfCmuIyU
VUob9yP6MjM0M4/TN9mo2pV9S/Fqm2BIswYnppOr0wP9pLDtEo5EmZebkdyXps4jQrnTqbup7FOk
mjpisEWHyiZNrGyTEjzoNxi+8YONpuE8Vk0/TIesj5Gm8hCUi5JWYj/w0tGuqejluq1USV9MoHdk
FCZLfaxz8oZkuOymX9VYpwjuKo29EsQqDkHhGs9uNEU82021MYQ0aVcMON3TSNvd1XVGb2ABGhLU
h5OS+5HmRjPq7NkGx+bFWd9dYl2oDxl9Yys3iuWOtZPeQxbh4E4fIzhMWa8c2KzlR5xByrmrON0E
DeMSbBbuJUj66iVpGn53yX6Gpi81jw9hKUioOLheh6x0jgNLAhU1kyAdOL8Lc+kwUYz8aZuEWOpi
AdgsZJx1q0y+9tLlZfctbiP71Y2K8MeUDzpU+LT6UuZmRZquxyBsx9ZGadLgA07GvNypX1k8/Ht6
7HVSfzZ4XuoJ9m1gvxSaXnyvrahd0wZtfGCRsc6KZScOAknWv40puKMikP1rUinVzk76hDEuXu1V
7CjZA+C3HhNuVlqcYwO/3eBRIeoQUZok126JtaBoJVgks3LOuTsOT20m2NwUBs9mKVMYNSG0lXol
DE63wiW3toeS1jbATTp7kw598MNqiO1pZsipTDRDT6F2nUN2cyiP9mRVt7d6pzZH7q3NecCg1PHG
mKZzAgt9FSaYOmRW6w+Vo5mruovbd3OCzdNaurOima1898ORu2ahYtNaB+Bm2CBG6ibEGEikvY4O
QRUGLpuz3A48LXOsC2u/3DgQk+4UtDBQAX50TQejesjcwd9SrjFcsM4zhS0iezcGmns7I3peYiGL
O3bJ5ZcuassPnAt0rJQhbSzBCHQCuh7v4PFZ0ysrBl8fEPDsMd9ncQhKz3esW9lAxFuDZARXj5mC
LkN4xXQ5+klICXIU0itc6/k9Yl79IRsJayVschWQF20KYRhgEUy4S9KHSkXGPZeM/jalWMw2YaWM
B0qs4Y07SbuLBbzdOPGLZ3fOeitlGvNG7pI9tPN0kwH49YzJ6njb1m9ZzuBnIl6wH60sPLiiUbc1
iycDH8W9pG0WXo02a/fo5OHBlwT1VlGoDEduCc6uyIRJUIF9fhHPE+9sGrZaSMF3iJ3tTuX97pmN
PV1iyDSbQnGwe4mgerJ45s9RaBUHLvZqW6vu9BWKDuQkNsceceEWCQZFCOwYQfbM0sOTU5oE49VC
vfQ1D2wVWARBCqidTxUv9llrOghyiP3tpiELfttkvn9qerujem4qtjnp7xul6nQmm6OGX472tF2p
LZY4w3m2uMfsNCXvbgqZFRdTKRVzFY5kNuqK2Dh8rGrdB6VFQNCo3qBLxDs1Tv3bfBLZ2uiC8chb
UqXO2GjFlzh05Sm34m4Ls3L6ErE+7kwCzl9w8EV3vg5IeDWZTg88KaooCsmytL5vFK7lCNDsxjJL
iHoMSvfCTeKbENLwAVl18JTItQh/2hhwWW6r98xQxkuuYkcmllHUOHvjVvnRTcI+5oVTU+PcZx45
UvdoFhm3Ir8Ymq+N2hTfQ9ZOZgIV9G3HdA5WME1XPWph84LVwJ3MQNDwyp6R3DSl+DGFX9QVpeSt
gsPFRnXlNtYc+4YGus6wh/vRVrQt99US+oASlKtMA20MYo8Zegui0FqR1mJGbDNcp+ky3LGvCE9G
y7ChLZzyqoWVeQJgWWx86UDjCtBreDB1AYPZj/0HlqQPPP7p3g7qL4jz7Cg6GewqdjhntgHFZYq1
r4Y9ZefQIKmtWhX3506N3mJLAGRHrPZaGX7U9cjNu4ePZuIr0TBdtIF+KSr1XmJqBgtHt0FZ3arY
CITkUeeWubM5OegxQ20Fgj7MlVLfm1odXdxCa165qKtTQOvFfYhhZ1/0Wv9qVZzV2Bdq7I2yYNLf
cPlab7FZuHfYqcZ9POZpuOJwCwgDjO+Iu0exZlJGLtQjlZ393cD20htb+oAo2e4x5I3zGkoSEdgi
vdarlmdmk/TSeeURB/cVDBO3UPsaY6af7ofSal/x/6AfRTWM4TZLaPQh25I3mn4xK7q0FBhGLfsl
XNWFOoptnJZ4GbuUg0urxHjhlDa4tvQrJ5jyHCbwSS3kzkjziKOY0rEQtMMNwKD2vfBd9U6na5d0
YVTq5FFCjfYwe6ACiFxukqjjE+8TnXKgkdReSf7odcBgDT4k/0A4IzpCv7AnqrrZO9KOX0Xmc3VR
RRJeDFLIJdYnrfqwnA5YvVoMJR2DE3X3sPRV0a8SvVEgLrISHCEQt5egmYJwTUSn86BwpU+mObo3
PtvXe5cD6G7synAdCtKfZTCfSfuBKQwzlD1ZHeV7r5TZru778inuibutaIHtca+XBG+qXo93TOgJ
t2lxRVdfB+IyNfUdBRdmvdEDp3W9gvqNl1QaxcOogY4RRA2udZqHR5Gr2IJFGsPd4eT5RWX/iRfb
dqJbEszWrTt7R7m/I+XXZb6LJXPWLvB13LeB6e9MnJB3vRo077bW+1g1dV7gITAcb6oglZuaipvd
pBvhPrBdeWtDPDxMmWhxCUtBDCeOwfEFEtuILfNjx6aRHJgSXt22pWmra8IK6UPHx8xAcDopgR3t
ldEH8Rgb7jmRmfHUkvnapZVfPHScoU8FHUpbp3T1GzPLqTweTAprgsq6WtNUfSW6023GtAGtIPsu
fLD8IdqMXYyWIguaKmiModSTF7hjn99rz6Ued/eYGhWO176kPSICOQPusn0qWC5GUtJ6Jza+UDFA
6YqzGUtRvhUppzjatHXKfKbmwbEj90BAUPteOSXY27Cvd4TrlG9j5lJFr8BIZ2IaOFTCpBX6jmxq
lCKSlYzOZlpcpQgOMy46ZVln81kteiwFELC4hSHBJaXZq6bkTu+rrAggF8RLEUfDwckMnbQEMKqd
lnPnFaEld5I784uFneHVgM0ar/6fCLj/H8mymvuXsixy6Hv+/b/Lsss3/C7LGr9pBkYNSG2WyiTA
ZBz5uyzLV/R52GthWDc0VcP28bssaxq/OQLKt4vfisGB5iCa/kOWdZF5dewiLu8SU5h81/+FLMu4
cx4s/XP+YjNuNXRHs02VEw+RNOcPbgabQ1FgoWUgvzW3ytCcEqLkQMpOUnvo5rpMQxGchkcv7+2t
r1Od60TQ1MONLdiOUD7ayu9N3HqC21iiU50FtmtEc/OtAZ8yhd0pt7hLMDCXOEDAxKitrQX7TZWo
C6HHPBHeOH2xtXdDufGpp9BS7ENds8WMv2rTaB23AMmb95LbQdzSEjTq79mrBuqI9NYqwdfXG98q
InVxRphQYNobn8OppsewPifdoeY3zApUE6w7Sozi7MsARb8VI6vDfVm95G18/yULHhlUrBxMj+5D
lBMJOIkxwVudriOyyKVzl9c3GZgPk9Qp3tm6X2uc9C099lyJNeGO5LHtBh5qmY3M7Ctf4PO7OqpO
AoMVo1lOqq+wX0t+qN7edta9C/FXeFH5XsCPNuhJg78FEqww62MFngIWDHet9ezpaUMYHxhcj4gj
6woWifrGHiBmK67J+5Ka9j6OV/O2kiKOTvtho8fkxqosh4+OZBM1wfdtYh6N8BJK7AKAz/L63GJP
B0WSmLOakG9yh7Cv0YIrUulRWs87/s7U1iqcqBWrh4fPdZeJF7KJK6m/4T9ZExvzg+3Y+55wtk1U
n3Q8wToUFeMlyr4xiuAAdDQhA0WcrCdYT5nS31YK4FOqHGmQClmTVHdYoZAfJpBzdRit9ZGedzfc
YGyilYWYsgpxTqYXXb/LOEOXzuDZtSdVtBRmvZFweXbTVRpWXuGgve9H8QAIZmWlDnzNYA047mKM
FswxsskU0Kj+xbEeRttfp9SgdmZ3YacI4mruRetXvn9PseS6xSpckxwNUX8NryHHG0N3jDiAPsKL
GsSTMMxrFyLwC9BGnJQxOasYlImJDPLsxN11wviCjWPdR3BDq1sQQNz3knM2TatKKqAnMZDK4js6
mm1vR2pTjOfYp4TDiyj5ksg4O+F8mXNsTgTKmhE99espb5EeRykwz3stxhqj5lukqF0dU6ycPjkJ
Fw0svngYNjgr1/jH1n7PSdMFUpITtqN2KWIYTK/YhibttayIgHD4LcOrkO1aC+m5sgZPzRBPIFbi
77BxwrXeQmi/NKpXOc9xhWSNoorXPNybcj0Vz5Nlb6pzXqLkvDmgvGkAW5NI5uLl/Qq2eXCzU4p1
ONXf5fRD6E9Vyk8crz0lUdR4b6tK22WdeXIkJw+DxhxlFdWMH0JRb6d5XDRtcncfCbTosto3ff/Y
N99FzY40H6D4v1Ch4BlDurPDZMdtGPVt7lYnnKceQ7hHynAb5e+GiwWxemxrqK/0MZKkmyQM9rr/
EifHpvwWTl9tFf+Qz/bE59Jzv6ZQb8YUZQtMtNGvfS6pkuebckmfzLmEO1kNxqmPxv/N0XnsOG5F
QfSLCDCHLZNyanWcDdGROZOP4et95KWBsT2SyBfqVp0Kc9na5/HdoORnrLoQawE1jyrcqj7jEaUD
RrosCoUK6BtV1e2LOkV7/ROsRNQfz1q3l2eO+qUaanRv5M1Xb0FZF0Vo65iOdQzvirOPxcukCxK9
gy+rt0xGGNIuJYMUUGbBCqOXjOheZ7nANU98QjtFvRXKUcxFgVKpjDucdMAxZnIjRzyZ034bdetX
VpLDsd5X7rbHrp8IAgzJJycYMyMqnAmc5eg5ajAQ9Hp0tfO6DPkYqqseYa8gQt5DimByoytMJBKX
GyAghwa6gGKdDIo/z7phPiOhNxgnEPqMGtdal++qRqHPTdgCcfRHX7lPqIuJFmFI3aneSxItj66t
vtNp8C1S7h+GZIexM1t71UhfVbw8XLqkbycxD5YRF/tZUg+9Gb2URt7hbeoqn7gkLjBDBeRW7hbp
vuQZ8ODeoTRAi/1KzUJVSL3LTUIiUastjxwdRuUMT5I9/ipYm90abqDXGPkMQ5FeD9NJ7zlbV5sK
3g8aIKJemO9o5JxwmbBUQ0KBCJgxTbbpK63TvziTnS1Le2lj06fnCuXgCvOWfoCVchMBVyWC9kP1
Bz40n2i+J9oycbkz1KzEdMtLjQmcjusK3i68YU5Zw6ifc98aFs8gRANxNf3rH1UPehNgPCh8XJny
DiXntw+WgW+wbdJtvZDClRYViR/7KFCVTW+8DdHHrGhMCgFaj1Nx1Qk9uzVtN1tn7n7AjXWU765J
dl3x1rnF4hC4F7Tb0GaFp7r9VtPhhs3zi04u/eYY7OAdqvxmBPlJm+U87nEw/84Ku17bsjBGyxnY
SDgwLA2sJN7oXUhfMVzu1vpjcWtxtnX2zkZAYQ2fnoq0tZ7Grjg7Cot96jTgHbBsKBF1Jlp/KuRi
2aTqqrB60wZFV3Sopzhfutl5wd/f7guL2IqYvtQF7bZZIaorwvRwZfN5y+d+Arn+eDJAzAj6JZuh
fO0j9QWLmuIjGD4l3fswZ7wBTs8iplXbWWZNHqxk2S6sJMak83LoyVuLkaNUsYoQDRg2IhP2i0Ru
jFsy74fTTTvoXHt6ZMdDlhZ9SAXra0yf5gk2RYRjPmMBHL7bMh6ZbdbcZhBEsEln+3Hy5bhDfMy7
V2bexSlplbfJoJ9QcgghjUq5w6fTbqegXcjnRXGCVY/poQ8WQt/YcwGMpTgT5kwuEYT/c6acu4Go
altyQAJB+Wm0Js09dv1jtKOM1A+VGELTOGsSBhuHbpCkPmr4XwiT09M65Np0kUv9vsSPZrKqYQfR
2F4I6Xo9z9TOKUxmMMT7s062N3JLLQ0UL/Vxw48yDI/ELAx3shOsSoume+NAQklv0KCjPt6NM/sx
fww4UZcKLnFADZiPucOR+7XNlgefchUTKapsIDRRtuyotgizgQYvPh1nwLbGfapkQGx+sNnfdWzR
np6Vg2eK4WhI2hD2znR0slqcRN0imTM4SJfnPHM+u9E+qzrdY512BTLpa0NWh8yWMnWr93s7gqPN
UbBhtDCxGakqsEXjYBTbrDtWGnZX4BzIlmo3e4U0UjdFSbVP2Mgb45D2aPTpdacMn0AnJsp5x0vf
UjAPqx450zUmxp91e9GLfZH8S5Rvsz5oyq+GbptsOg4NBZ+AHKFd3qXUCrlRXLpe5UOChNvF1dGB
Jyrlf2Z2zofmXIqS9yQJ+tyNGtUfzavAOgFFiqqKXVHvmRbCibxHeK9JLG0hv2Cf0z8XEr5zPO+x
yG3VR6q9iraLzITSOdBr/q8ayk9JA7VZ8vDmIesMLZJg7ZinUVvjNcpbl6LUgyHk16M5qFsPvdR6
5PyxDcWHvH3iCG1NHapNjd1sDSXzX9PSTmyeW6Xf967aXfsmfzaH1Wt5+uUSY5IZjOKjFzSGZZeZ
qUQPs64oQ845mBFWl04If+BnFxypBNHIMbmOoxya+uz3U3K0Jo2hxF5Zn8jWYllTAyaOB10+YK98
1sl5uAbARXJJAex1LIZnFJegbz+YGfiyopFsj6hw2KySs5fBbTDxOmcS2pNy7EtpSxs6lc96vWlo
x5GNd6La3sxxAtxg91AAHTo1q/2Os/Zsb/VmuKYz81TeocpZfaxTydB45XqJVGakBjBoa6cmX9T8
8byuxCJdhC53nltX5qFC6bXlG02TwTjCZhdMHR7X/1BD9Zz5rRjwc4M50UEFbusn75kz5Fy4Vh0o
7+8oN+6C5IDTPJjZxUxr8pnr5w7W7EMcf4ounKOr3DAy4dhZnAQJJluvT5a9yc23fkNsgKPNbU2e
xokqw/FFAuFRKfRMZa+RKXkxJ36AIkHBVheVjxdG2RVp5ttqRGQCpNbg1UKc+y4/L0ROGcpSjbrt
DcYL5GXAbsYXkBwoIjQP6VYHpH99BWPgsi/7mQ5bmzbGOoK939AAUe9aeIwpgAbKPPgjBsdUM6Cz
mDydnypYA0gfaOfYuCr1tdHZ7aSrHD/Z+lVM1DLRyJ44+3ZSjk76oc6lJ6ddKGsbp9Q82cz2EzBR
QRVxj2+km35MYoGkB8ruZpdcAAT/1+hfDmxV5ftsrClM255Tb+45axVqOvEcKfJiuXkS+XI3m7PQ
570GPY9MwLbqaah6dDVSXyH1s98QrB7sEy0ub7bEXHs+aNLBSuj+S2LOXe+PdNq4UN1mXvOKG9pw
TuydTvpWysx9QbxDRhEtQyplMdV2PslmUNjZNi3fl+qsKJQ8UL5p3RDGMXpiYoj/UXm6ayfMKdHn
mDket01hXrQu4u8H/E2xXqirIezXhim3r1ZNKFjmqbVrfoF3oxMvus7eYGlhvVzgqvoLOCNNTS4U
nO8arhc01OFkD0f5hGnA7SbOudhQzdKP7G0qxLNqPc+cfIAnBI5RuCD6tTEjfP64NDhAt/TdOOwX
em76MvMLOFOFzm20mr3eSmlVaO6DpD9HkbJJ16+5Nc4qN/gZ1RZVAcG4mg8Wf1VNeY1YJfRkYFWj
Ra2yhkAxtzmSxAzAd54PJaDnmLwgzFMhfa89M2Bw8FwxIp9crjc57Xbu8HcgQUTpFuVsQ9tc2Jkg
RI0iucTMTABoXmcU9YjQXVJfqvJjAp9OwhN0R+62sXphdPxVpyztSmwFS2wd26o8zDvMC6GSEQxm
GLhu0Qk3Vk8vfOQbiclt4qWZl53UxbvFMI7qrkORcwjSWJZ0wO3tOaVEZS2tqQ9IQ1vfWRZCRm33
ai1cOaJV4qH/LcWrnJCiM7tbw8askXoDoObH+Ss2YneuDwthNVKtnvFkWM9GP3iNmhMmeoCTlvzd
yeJDASJwzENsq15vNpsoHwOH0nrwkjdLJmvcbEiuebKSk3G39H+lzVf/SDWD9WNtBO0ZVpI1cGdc
TgJ0bDx3AXLspnUgONNCbhgvs5HysA6cJtGE4thyzVL7mdUCSjU/cf+qFmw0dIwnkfSz2FIwU2FZ
V/YNeNbN5gpZluBF7I9MvsVOFxj1z2w+9+t7l2n7zM45/76Y0V8BfIVuD1Z7h3UDrAYzLa1NK68e
65tI9YOy/LXCCNUY0YJbQmzM302mBzYwpGboFLaTLjQtDrJFoNrzwGB+DNSlOyUFW47S+Qkcot6Y
3xbGvPJMRIWYfkrwv+tQJMS7vZSX1aAtjkfPWXmSM09UF9VgGAAVHEyBr+lPabmVJ2phH487TCou
TEw6kG2KABZyUcn+q6Ivt1ytQqX6wNcDrrs5g5Xh7Ps7O29LIR9iWfOE/vfoiqqaS43wX+I+6ecd
rsWYOd2gq3saCvmqsNlpRF64uMunaNk8MIIEc7BLfgGDDIouOUq68aEkzB3iCRRrfEseO9ncU9X1
JLcIwr1+Xo2tYbF1zpxbaN6wCi6msfWQpnZGdZL/Oo7YqToSmYW7WxZbNLO2foHQss8K1Gs5VAym
TQnfAj42CRA/UcHQUUGmRpMnrJkkgMNOpHtOf5bsm8kCqHu4Z6GcwPylnNhhXuJs6qQ5yqBGKfgE
WnDotYRPn9yi5aolHQssi6t2aYzyUFfqvcYyaFy1tcYpTVPWvi57n7eCV+4pjXR3ltl+8GUl47Ou
tp42Lf7QaBwV/0Ygak3k1snyBeGKJyLyI/ACKZiflAY8SVXv4HfZR7vsLXK+RusrGc6W81yqU7Au
i1dWyr4cd05ZbpDX8Iwq0vvaJm8pqk23khqVMeu08zbWHnbWwoc0G1YanO79VMXbB0HXudtmGMPJ
JajH98+M3YmO+tXsL/X6uGgORESQR0uPUcO+W+4Fthe3n+i7nojq8RkVSOlNOvEZSA4ZZ4XLncV8
RSfSJyJupCI7paURmLW6B79MSY6qeCgTdGAGGlGcJklxvMXkba/lqLq3te42BTGjpnmmBO+UNS1W
t5z58l1WD3aCTTPDE6IH86rueuoYGq3fWel44m1wteUnxho36Mqm4eUkruw+KtFUG2x8taszfpSe
hSXGwzA+Tl7h2t9mVUdQ5kxotlj6b3SwhipHlUp2vvORhqieRkK46TAPw1V+U6I0gPPx3SZ/RS7R
Ob7nWhkM3SHruNz2IiwIUU/iQHGAq87Pffory6PH64b/q+O2ThDSIfhIV1vJ3C9WrzMs9DqpgHsy
AOvBG5kfFjXviYMGwLK6oDASVuM6fcnjbrsYNp+kYkl1uNBlt6e1SHZpRe3aUiOTcQeCFFOBBuvE
CJYKnTO/ZCRL59SA5kY3C69bndS3ZeieTABEOldSCmfPMQnKb/pcaEOQrYNEwbozhcgg3M0hBrIc
5Xbr1b81Sx/bEr0T1GGTeIDOL/odsMdwVHBpgp8Arh1zV3ZQAMYCsdTo9vRopBNVBmJjNpxxYg5x
1YVIKCa6g4b5BN8s3ibPHi/TEu37/Kw7/GEsGDEpbdQ8xqeQFIMO+Ud/RPH005KTQsPHTTk2T+LB
mXLfqTtKPanbXs4NJsEkQYW0f2w1BbOOMocHZBnbjV6CHHmcopq/Yn7rk3WbJaMvCTUcUXipRHAl
J93ao9/InRvxlo6SGnTDyHHxY+VZhtWbdw5s5X4r1M8Yt3f1AMyb5dZqtyrGTvZqTCglJkIy5e0b
FarYtTlC9YxqCw4Ip2nFVCm3FBCFE+SLLB1OM87c5dNKhdcyZ3yIvo7CcmGz3rCqi6jk9J1za99T
9RXaxVYxTtjiXFwV03BcJWyD1rsx5xD1J59qU6e4DCakHQUluMZRR/d0JfyR4PripYKnfziWHDHa
+tCYJ7Ug9lOzBdsXeWHUaextTtLNEG0b/bWi89kYtip59gGijvGvETRP8HeTUwB1SEwxrey0ACvl
yVwvsjCCuADyyKmy+NbT15XstaWBI6XFKBl5CfrxQ3NuMUAFLc4CrjIcZjaFabmZ6FyVwFq6y+Vz
W1OHle9WGo9m0oAjkiKhhmBxpF15whEA8XH1F/MujH2DPBvPBbvNoZX+KV3t6az+zX4wOYln312Z
+3kW/2jDb+E891yjxvKpmZZNoXwm7X3tviZn3Ew5ByFgxjqymi20rTy/m87qDUO6bdNDm+zl2AzJ
NO1yLQbwC/pWko5LpAY9LVaqantGA8YHDcFCqbHvw9S6bHQ00IiU567045UhPN+AcdJovs2AQRbr
r7KwC+gw3pRPq9uRUApjCWvn5E6421pVbNI5ehlqEVZWEwhl+EcRUfWQeyU8Uaif63o3WLdGQp2V
9V2xjGvExiUVGUBeNhCmTmZePH58VzHye2oZ+0xpd4KxGT6JhHNXbKabaAD+NIVO8llO9cmkvgt7
DYBeVSFPS/+UDZuLGZA9B0Dr3QY8Sbni4c5+jGwJHLs6DNKpaZ9nTjIa/q4Z87yS/pPI8RTjATtf
iDC0cEQVy7XXpk0kd5sVnziSCntG+wZdjpt7D4ZxPvSiOS1NR2Sa6U15WezlxRraMGpHF7CaC9Fu
i8A4Op7uwHDMmfPb9MEoH0kyc067J/nJVmKPmPLrwLOELdUvqlujXKvmWZ+/SAzueuyFWkqlujQx
yTO9Lj5UOrHy4a+BAPDgyCDyHJl9uqV6wxrEjwjujC4SCbKAsryv4g0womFtlfdo/LZKcHFYNQ1y
TvFLXev34n3tLj1r1iyr7qqLF1hmPM7yFXaFp9D7pszrftLfzMEKuhzP6Wg/xevnVPJy1fah7vqj
QMHMpcLvlCFAxl2EzDcuNPzkzwR0A2UF9WYv3ccsr69Fgjpmsqcb1FFV/bZFDALbgLANE2b0o45F
jq22Uekjn4ygnr9Wrot69rpMF2yqi2L6wIz39HUExFJcp33T6MQazeJjQpizEseTNXG0segNor8X
Bg2N+bi3W5q4GmqP1WHy1QK4WkYq0QqrPN0NxlEawFnEr4IzPxVQbC5vHVeCce42eTuwb2V8+x2b
dhzMVoXOLT0bXL0zab9Qr1tBEORW6Vdl9gIgD9NWxmVQx0w1eYM6bSqyj/mz3dA+5iDVTX0YR4uX
E2CYI+yfnf2cVIbryPoGvMpBQfZWnHw7mO/6nHCATLaTZZ8mMhyGeVtBic418iWXP7mLQkpA/Mp+
Np0oyOyPon0bM/Nl6ebvsVxd51wpuqeNgDfMg1arAQKrL8S+GQ5raSFTV7QKv1ggcfPhxTkMTXIZ
kyZU26sqU4ZkHqAUQY5nvB3daxUSL+aOQnuJVmpxDZHwVnKgQwwWf7nVX3qicwmAtEwIkkArzTPm
bXqkY5mDyeMAZFbzBQ7spv3p+yzoaFenZmBDUumAFymx06NVZYdEZ5z8WP4vGftJa8weGr/nLMdB
RDvDGAhZJ56Kg01vebsE1XvZjt9hXUIB2U21xV5HzY+VDzbCrfhmJTD7pxgiz0qi9jI7zxRLJKHC
hquIH3ZiKbnk6avV6TTRhWv7lhU3O7suS+kN17JWD63pTk/NsMWsN0BqewGvl4uTGm1zaUM9To/J
lNIX10b/MD/bYv3OifjNEie7RA97VaPls4coDfwjMVPsX2jhVYlx02B//yVLujfTdqvUkHPH7C1r
IddxdmJyh6Rr3chnDQgcpXlfy/Eg0csRt+HE+j6s2al6+Aia5SnFQND22aezEO5t63BgJqOXqm8p
SiAkFf3xvKpm8Bh81CtE16kKMibxmF13OYcN5oZ7mYEDeGRPNThGzQW/zb3iwYhrJuQxKWaGumzw
VTdjF+p9c+63/VzstOhDWv9g9XM/m9kZGzzKyTuI3GDtLb9uGYrCcuJslUfmMQVhir8smDD/lfOI
qHedbekztu6SUz3p6k0fjjrNkDkj7p4q29ZUUXPf7B7loADot5JfVZ+sUfLzZdkY1heFuiNq/VAp
fh/9ylh6LfpOMutNq1svVv5RnuX246eKRZy1gK5RyGfc3PLzkF0qLgIqa5TFg7fiOaU9lUwC5ByL
a2wz/WvyTzPVaa8f6SJjrXcGPy6GjfU1qAmXYMGH/cAgidrx8GNQz97eUvulVmyPNLUIxPootS9o
KuDdVQ/pPyuqL2nNgQXHbzGc6/KrNj4q7L5wGn5xr4ZVGV2dmEjU9GVIe2ekp0t9TSwgYDV1KTzb
kvo7gUZdlTdO39hLeq+X0h9rhPgnHgZu4lkZkubM9DthV9cHX0k4TkgbmQ2deSrdhuZrZb3E5V+l
Y+GKLiVyWK4tl0xR3IVdUgdZQ6bHJYPG3fypJrUcyaNLAy/lgB6oR68rpIBItbfq33bTn+3J2ZhR
8lwby97WHQzG1lYej7Z4WbIY6QAthbPd5LyZ5Z9R8R3s7dQOMzTgvggjeO4Gu2uLrKZTcMKD12m4
Ozhr41YJ9ER6xonBCsASyc/CdW6ioNwcT/XIpdZS/LEwt1NxtpoapraZbZMi8dVx3ln6tI8BaI5S
cu9rcCvTVeAYUyFOEbfYrzSpyyY9NE2xx3HoKjJqH4PWoeyC2A70wQqlqngWHTy3ZEW4wFawlKGx
/hYCZvpHZhG6tsVF7jW3b37VDnsmdwP7wcrS54uUdhylXg2bKTdFlgV4PUwXsH1PmhO9LSosNz0k
PUnxTH8ghM9Ihk9BSP75cWFgJP8xmHx3+bK1VGfk+RKIXg0XH271fxyjtqXavJQO3k7icU8jpj83
0pud4fwo60AxUUpfTI8Tad/PGmnj/iWnEdPCfJCNbwVoibyWfi1JI+vp3OuGIZOcebaiX9JIvtQP
23W9w5lL22mPc7VvN8MsAnkpjwjvB8WQnjJ12QEI2pHJ9mKVoyOaAMjRTTdu5H4619a4m5KL9lMj
+k5y8Qlh1+drMeuz3HECV5W7FlNjUCzHduz+5iqECkxwx9w0tr5L+jVsjGkT2wmhGtSe1I2T5pSI
g8pyFlNa0eDYm2fmksZkEieNsLMcaliLGB3DqLb3Dt0XdFXhH3GET82Wq/RMY8tV8mpWKaXDUjiP
3xDO/ENudrsp5/fJntaODaaoUPLam8W2tmhI8tNXRCe4yahiQiBktvDk5FDHFmzUNi5PjB9455/w
iwQ45zcyRwlNG3zJMD0VkZpo7/uwTvuMTYvm2WcLkEANpdqVZCBX7AERYKJO2TV4h5hOekV0m6bC
HdPmOtDpZ1n4smRlNxKa1PIPm9J5zPKxbxMX5b89019SbxvKZdA+gzjlwl3UAaSXmxhHaJEzNeT4
c66tJNyFAzMWJXHPE+ejs2POvWRHpxel0NHd8GeNU5DGP1SmBz0Pf63IdNerQasfSuaKlaQD+hj+
zaWEAeWl47CZwpihqYwlYNxKBlPmKDCZzq3L77z+jJK048TkU2wfrvTEJyrZnVxUv3ry0L2HPcWs
u54jmZQcOJZMXf9aPd68hEPdw9Vs/dnYl6p63gBr92ucRxVEB7Mjmoo5qLAsbxXqKyY/X4vgklUF
r6djXRUBJZZEYL6ZuJpE9fCPINU2yRTfHBi1Zpumn7YZMIyp+rAH9qYOMTqOpa2oJG+swxnNouQk
wKCEcC2uPXxM7Wbpb8OQnPJl9iO+d11n7svlGse8wGoREcxM4zJobFh0SkvhDEO4WHpl0fTr/Goq
j7nzFObdmdrkg4HrDOfFgS/krEQ83Iuf5yS30vESQ8hW6B6arAMQ9sBQ461CdVrfCxKBqAdMDOMU
x9tAWw0JhxIKaVeTWFCrS1TGfvdl80COOAMfoyKUdmxB9XtVv0qTSkvqY3NHVkinW5MWwYR/C4fy
U8XdPCJCWnIzrKDW17e2i5mHgsR4oLgNie+9uWf/Jw8rBIQPXf9IVw6iFlcR2bcmHqmV1Jt6YMjw
anH47QQsRQXol+HSfvncDNW+M6JvVectxuC9TXXxJOXah9pzVNIqc9OjwZSyHHSEzrUh37SjdJ4X
TkVViZq1buVUJqfLP1CUFvSZ6usKX7zKLRz9gn50q1mRNdrpnNrUGcwaRSSIOXYS5twiQZkP9ELX
ORpC9JNGIyE4oMF5/ELqy2utFfdL419bp9o0iUad5Eo87CfHwAZUCJqT9h5lO8F8a9HfdOm3QUiZ
cTA61butLJs4Y9Ld/izaRqMiUEkuNDigX/V+42CiU59hLW7xM6Pnp7cm1rfWmLmWN6Sm59TRro1H
L2PsreKjG0oIgJpHbGan54Q68Mbp8V0z/q3Vjoq1EMTqriwFzryvxrmrmbRtDKqA6XNjzL/KT3Hz
pM6fU4UopAeZw71Dz/yFbxbO21ZoPQly+9ci0kmhSMdRltZnN68+60Tjlm/c4esfEhIxHB9BLkqY
pZvNYq/oYYOnGdlxEf1XKk8fSqm4yqS4ugRdzzC3lMmRk+19y9lI0mkmYWkIjCIsZs063OaRs4vJ
qm/pBkqPcpxSQVI4JvVjO7+TlXzAaA9qg1xyqo2njsVvXAT3hPnfGrEs9F91GXOUqvITA+pc684s
qIZxlyXAGb1CKvoBCbVF9F7oipfwapZnzKE8DbFwm2K5jmt7B4JK+l3z+oUez14+POyMduNOA9EW
+Vug13bNnhTMZz+vmdtEOi0CdK7NcsdOE+qc1GqlPIpcpYR9NfQ3xN2raYzpIU/keLMKLq/mLL9O
jv4T01oP6PxD9HH9ZsdzUK/Wa+W0tHJJRruVkwT1dgB9nJnLJuoWtFFKZh5GqphAGMlQV+Xgy0vM
GcGtO6m5yxOT0SYJNGvyKuygQhuMf+Oky56hl+Kk8GOXa9/5hTkCAGJWjKpQfAAbDq06oxFoTEMg
IozpWebWBh4YLZTAHhlLbTBqFHACblE+QPvRLK5Yw48N85ZDo+08gWdIPQfwq55VPH6l/lXncrLP
RqA49qhAYkutP7Zhk7gMiWWMWLZOuwe5I7TVR5nlSribjprmLeH9zXt0QGORAxUrgpNpECGo50ny
QFbW/RC9SkclQf7TfwgdgGZhYP0eF7e5Bv6JY+lhv1DzZmdGS1D0KMnMTsvHCR0PD/9BnJAk7LKL
zX7pxFvVEgy+ZU+iU6JWVbxn2a6P3oZ5Dk3K7WTOs425o1fZS1D+mOQzjdcOSrzcHzVehzKeimfd
xpSiTvJrmXJZLF8Xnc2my7JzOw+ND6Qz2QzWt6Bwi/pCfXqDuAQSA2UNCcLxYflja0muk9pwN6RG
e36sCPWwpzJ3S75V2whBOayRzGMoJVmOcZhhbz0x5KrzzhdZP3pRznhn1kqTuCO34LlHfsSDqnG8
ZKZuFl0Ya/cWSzLUcuyNaOMzzkfiqLNyTeSs2yvt/JUhSG2nukNPm8XsYViTnhVgsLVSuWvaWMwx
clpzjUoLDPPSK3gXSGg/zzhflvicMrrV4sQfxDdMDiCEMvN+3M4VShD7n4O+BgA7sIl7yPPpcbBC
LPR0Ze8swjMbBA3BVJCYa8RByGJd0GAb17ocWAY7GfBdxFim474i/gruoR0sOqG/aPEAFoudGQ7d
+tSjdTnxF62avs2vlRmfEB0QeTK3qPFHyCS0CSzbnAp+LI1RL/yvJiZENPJvx7b7MLPXOewwad72
6X42/lFbFcJfhI7yLfBkSwa+HOdFyXDYm+5sWIzvHJf6BqZb6OxblRU+MzfZFCJ9enP7yKOEisbl
O238AnbIypxPQjC39ffK+Mx0Zk/DmQ22a57L5s1GNBI0UT18rGu9ryNK6axbncyPGhhXswHAAYkz
cLsQlRI6FLx2q5ETrOX+mFpH1u2GoV1JhCqX/0000gnlrUa01XIZERL7SvRsyh0Tm3dRIe2yOdLB
6A/QpygV8SqCQyXfWs/0PK0OavPHFQKUupsurO4TpgPF7cyLxXahWfmuS5joUz6O9Fz1+wYbzpLm
njFNXnFHcVq4Aw8AjUFJ0aB4MdHq5XwJYR9uZn0zcdO3jH+C7gSrd+fska4MH62o9Rokmua2EVng
bOdI9EaUqufYAJRhIUvsjnRzu8kPsijlcUf8Diz4HQVwhzz9SbIake4RBWKS/K9scAHUl6g9PwZI
EgMO7Mdt+1mXBA+YXpSM3OQi0MbeUyTB3As7QtqGM1+NOh4jlFMT0gZ5bCTcMX1v+Gpmgz/Dr1Jj
fq7bcBSpb2OyfTgxrYVTxNuKKG0o56bPyEVBoxMptm0UxOY963dtCUck2mcEPRChGuUQi181ujbX
iLmtYLOb1NNMXwIOZkKE1C7ueuMwkRQYuKM36xPgAbb8AsbHwYqeAS26Fut9leOTK57LTOxzruhJ
c19ICXbfa4uNXr22yU+b7ntMTviM8um0OL8RCFglJpapA22ZApsdVpsMlzkFBN8Pa6H4D5IrRuNf
p6ej4uFx4yXuuJlLxhCazh+NwF62InLOhmeYv3LCxXAKhpVPwRW+JTNPkYSiv8jzJmI7A9i/pyso
iQ5p9lINs2twDc1VunD/cIK6lc21aVvrGGtoa8YhaJJNLWavZOlW9jWSWxJtCMgys6Wlm6VklG8S
PUv0dKTKhQoBt4c8izGte6fd9jAV3zGn2XGAvlq/ztNBNkN72chpHzwenZUpe8YVSG5hRTafM0mQ
LtTmhxy3d1A241hx8ffRMFaq713+x0brqoaAlUMCOq25nvA0ZD21lRztFK8pd1r+vJq//aPB55+B
4bP9qdPcrx0P/6lZ6r4UvWiPIJnRdvLWEv3qWSuId+SCPp2bq10/0QMASrrnVtK14nuZmtivVcXc
0TtHI4qdKj6wCLe1qICBitCHRlQkRGMymCgP95w01Dc6fDeILL+arH+Yq4SFeSH8X4xGdHeMy8Ql
yaIF85XMsN9MaO1qG8/e1C4/iVHar73gJhXF7XsHbIMEQ81AYIStMjE1J0B+NCxyc/MjFZoZL+Pw
D5QUPcOFWvrTjDRlS7fWrOInvfh2IlEwQGOpojyOpJJJAVpeib+yWd7Mgt0Texi/4I3CEL5O894T
8d0koxnSG/ChMFj9KtsEhC03BZ1xFhfLBs1tZMGXElkJ6HL8j6vzam6bybboL0JVNzJeCeYgUsGS
rReUZFsIjZwawK+/i/pm7tw7LyxJtgJJoPv0OXuvHW8LEQ4a1cw1ls11HrCUVmubP8Qi+8GLHmXK
zYB8IuD3MK6gcWsykfaxRInPSYl9WT6V6jwEM3JPBkz+l39nat7mSr3MmIiIDDy25lcEFIQp0W7R
XwTVtPoFCoSf/7GN7DHl5UUTTXhO86o0Uldy6axhM1g04pDSaJfsjwH2pP2EyzyMsSkleYPe+FJO
r8FoPwTBu4Fvxxi/B4v3zdHKNX1kG2y2PmMZXcNcOaoJ+Qk6bsJZxFiuTQ6yQAx+5a35sBTMzyEN
HdQSBaHjNDXS2IplvkP/1rmh68pVbvjyD+3Wne0M6jyOYRYly61Ju0NiUPIUXsb+iMF/G1eOc8qn
jMizdn7rjTXQCX11BuLJ/IU3J+7cfaaMYEelHONbOqelekhH1jt0RGx+krRmwLvPeU/p5TUOzleC
eM26ng5Bww3SExxMvwcqF1AJzDXCu+VGdo4Yc9YzizP3glyZ9Bq3jTWHue4mQpHiV5+I44uJT/se
zqlxOedn3wJCCB+hJ+/rgQHWU5r3Hr64ToNnQbG1FGhKK23aK6N3r21Br7xoNFmHqYuu8ChLc1pr
nZgQtgA8TXN9yRfk58ij90mjPsnkgyzk53JHTXcIvG7hnVoPlfFCHlLiq2sbAx52OJVtMoPQ96l4
l/MYc8j8nB0BjQeQJ+jeZdephnG2yv/SwrnrcZBlctsyUOEP4tXA5CNfq9TRXEM3nlxKtedPNPxB
D0bs722LeMYdEPClRnUsGHuucPay3VnEt1qZ3EWJx2impCEBbrEOSNZMm8QPA5LCQuDnQRiTJDWV
o0vLiXby3fll9PX9dEKlGAvi9jhRdxtPQTtOk/wZI8YevQR1BMJPXMTouQq2/lZWv4B3H3AGHmOb
nS9Oxts8udbZcwmi1/XGiLNgP5QFOnqF45vORumhkV5iJtPsfTJF7nAHVAPzTwFD8bndCJt2hCLA
RTEdvD+o3Og4rd8//P7i90PuePMxMzVA3e8Pv7/YNwajFEzMQRMERw4f2gm/P5yR25A+J7EwulXW
hhzYqWQqZpqdKMVxuD9MXrT88/D9tf98+v2v//W173/te/1/v60ul+Tok3hm3REdLi//cR4jxCyy
y7I1MWQpXr3+FgBQ3Y3gWphFThbu+kZk//pQFB7a7kC0/QEwdTjgaCcZkBCCf/5BsrwK3Ap+Ph+N
WuONc8QwH/95GLNolekRbbCJTaedXe/4/VH9vx/982nqEMiNIs/IxuKUqH8/WBY+Z9OHLAYRXp0c
JFc0Zp0TE7VlhzQ6Ku+p5kDB/nlwMmZ91v3hv74WNUZ+MIqRXnrmsdX23un7I87xtKHUTE+CfobN
uQb0TmmZ23tU7K7Nhl+kCMge9E/fn4ccJk9dReW2MutsTwP0lgyOffInld6jOVLoD4pEBiOz/t/n
yYQjPXn7z3/4/q7v/0oSpL2KpFtuFjGBEhm8fz0MS92e/sJuAlohstP3gw4sTkL/+dziNWA+OtA4
sPEv7KZIfPRma54cp8RW44N3+qZ3LqP/Vvc9egbOJaZN6E0hHyLymrWRtQ+jBcXtHuJuWyBAGdu+
m/iCUImhUEfY4u90zwHEIZTzEmtMq4MZHJeedHMPj85GTyiybJklZzczPxDoOEBXBGwxq6fRSgfz
9P2AwZNMrNFA+jDUzWlKC58Pia80hzLoN0YYea11ipfuE3xbjzoasQxaiS6qjE0NCzWO7IYhnBpP
HgMuGlbU8QBML1Hbgr+iw7jKUjx+oh5P7YAwpjHE0zK6JOZ40JtKjaygm6oDAHgUCQhNa3fGiaxo
x8mk21altXOI4dvkooGJH+ceo+PhmkV2dUj1i5v4xmuM3rscOVWY5OnuTJMTG1rz6OAFKUJf4rRG
5ssbawm20iBXjOQ6sjxTzmYWZyuoKNdY4e4TQujVkhjJ0eTUS4YhwwV/7rd9I+6zjPSpDGibdWBs
CNdrqMaK7gYXxOshkIw62aREnW1SiaYRGFz4DWcmUeT7VztdhPkhEsTK13gRdLq8lDO2wTliMuX0
44trYGdBmvL9H0mPSDeSw+ahNFG7WFXv7pycXusY0NGZMSX5nGc2I7FJDPmqfjvZEWKXNsjAX1TJ
o0a4RTVf/GpFNmyIL262SUEJmlmGuy9AL99Kg+LUa5Zih/9nuQVeT9BfMdKi75dfgHL0o4sT0kPT
pkxg9ibatGTJvqo8RlYtpbpVtbiMS2298V7AlCpqL0xIzaAxCo2XknZYm25/T1pUdzRah5TzrjWN
4q9SzASQIBWOigPNoTs7suoumTWTQBeTv1e0agtuaX5P8cd4ddne4l49kR3iP0k6RCDGPGYJg/fU
m9a4M2kc1bzYyWS6j3bQuI8eylvOhlax/c/XmuzelTYdlFTDNFyHjhhRuFS3cWF+j++92mW0Rm7f
D12RkJ/MrzQtseA585Kru5jnyLy7RitOrB2ZZasOhOWu+I55gVe3lfAiSeLp4xPItvhEi7zYVVY3
MYynY+OxEfbJOa/d+EyFDetnVK7NYDoN7qdUWmrmHO+AS9cXlDP1pYmpIqq6JpYrb+mqUGhvu34i
uA8u0kNzj6o1Iazt3HtLrWub6hJFYHYYGCOIcbCvxDTL1/UwTGcK/vRgZfmlb/6NCl9GxB9y8NEq
9lbfhO4Qf36n4n7n42KbxIg6mcxnS+My9rI7GxjDIbH8K8JjANLGmHCgNeNfXLaUUy5T75ZIpqYR
Yr99h0Q9wFD4qPJEhHUr8eXef1ZTmP4ahsitb0ZaRqXdPpqw126lgzvJEPeUSnH4xoV7nJ2YpHrc
Lj+czkeU2gEJtSkA3Wzwbp4LIVx50VuOEJ3JFOMefofw+zSEsGSc0ibDKjT4Jp1UEhqhYElkxYx5
m+xhIjXoNHZPXZvTJyoC/yHG+XoSMNBPaiL1F0tttJmFGB/yqhkfJhk/ujF+bt5qe13MCah/Rb6V
SUW49iV5wQbKnb1vgoRpc5cczeC17sl1i0qOdeY9UAfcy7ix/YMYWZvRousDM5IniHPBPhDupQp6
cz9pDVauyXL0RfPLiBT/DCwebcRgbZKlWD5qv34B8oX+NRPNyUiL7CUAQpjSMuFtVz+olYpNRBVx
MIUa19JCidIYBYicrL+VjFC9+MUP0nuCPPmqCRlNu6FBPfe9SEHp1RjcyAh3EvPJbTp73/uaIzCy
P0hXCq+h14Labwre7WECte/YqTrkwttEEuWQ02IktL+R+WPHxeUTFkA7mBnYGMPqVQgSZJaevq8v
mDo7w9TDkc4jCkw9JZfeOHdOXPEtKTrAb+q7XjJxtRxkm+X4LCJmwKJn6O823rVJZuPyfUEFinaY
qLKJVJQYoAx6TT0GZKoXfrdpas/9maKlvwun6n3HwnVtpTR2pU8w9aRlflWwzq7uc1xJ4xqzWG1l
qstQ1g2f3r/mU1vsTRPrQxDRLpYu2+doWd5Df3+Ag4ZANl3EP3f0PNoXHzDmoR8Q0U/Vw/cNtwDX
30IGRJc79hhBjA6WFIVdPAYJEoKAVo+dmN1VQnLft1ycKwZh+IHE+BplyrxygDGvAAqoBsqClkXj
7lygtw9QW1P0pWn2z0dd79DJhbVu0fbfxFPEtNThYR0Y6s2aifWbPNNa+45rHhSogDhpzXDqBS7A
EZP6NI0/pyGuLjpFzObTRVMWSBDcM+l9wqIepn5s1nHt76zMVDRcnenWz/5Xl3jZzvXz6ATKYhRZ
tJ3r+W+QSPh3nbWNIjIXXCst1imAL4Bryt4II902aJH3jMBuFmNOVISgu1QEX8yOIwagGov9VGGW
8gP/1Dg0Vyx3+JnV29Erky9hNih86tT6MRY+Gwod3RkfnNNHhELXcXaEmITURgFgNtj6g86uyYTG
e+zZ43Yu9HUy7XVQdgfEuxQ6s3PDEvXUDMu+S6JQS1NuTcGpr+6DpyUFEgTTYdpppNLHNHq3nSJ4
dqSLFKmFNFg1myBFp0mUJJrGIomOLhjdZMaDVtqpYFVZroB2t6OyFM2yWq3y0Xksqnq/+KSIkst0
0faeoJuGEnautgUjrMK6+wIm462YevJb8uEi7mKSxseoY1DzuxogHK+0Z93FIuN5nnxznWY2LCnf
v9o1Z3Lhp3DTxhkD3XW2FDtcIw7FpFiH2xvNYMAmPT504AIuOr+w9vLrMJaUGeo3+Jn4RKYQEFcC
d2FgvAK9oAmXkwwYP7lwO9EGd1mo2vjDzHJiHBt0BG4ZnYLRNPeGf992ls8xzg5C0JEUxtKcB0u/
yRj1WS2Xi2z0u+9x2uq7nsXIRr/uD+huBRyurLebQyMYDdpIbtWE+S1znKcydQNGTJqYRc+7CO6a
DUEA5nGuCNZjokSzQZ2JpXs2zHgdTMtfKHP2il4DYi/AdmFGSimUvLfZhVSCWKENhejI+5utk8B8
0LFGPlqVfujsriMEWz7EZdC+6nxEulHw1GeIc/5Chp/wnGtMJHm4lBVdeJRjIIHzNbt1jzatGFdR
ChzATc1tBxWAPmNygBU3bBlz3NW0brIenOBXYoJtmVV7DpykgRyWUXqjgy7lQMMlMhBZto9tlhu/
RJfuTL9/zhPzWrdts86L7mhg+sOJbS5rETj8uTq7Uq61e9zlxmEQ+ljC6lr3BVgJ7SwvpKmWzx5e
xjNV2+tgJY/f5d930RfJXh0N3/wEmIv8RLsUsKSXMoCYUAlZu+FuNBBelO9mOaeoBdCkAwBGkVqx
7cElP5RgDCdkg4yp+jAT88Z0x2HLuLULl/xT9M2rmwAeiLwIIwjM9Gl8jLJuvPmBBTWdEM0hn2be
nwBTDafQUbjwXub5QyQRfBUxfSIRwPfvBiR61lFLOFxzb1bjTqsBDGn+bnS1AxU8Fhvfdqx9N/+W
c9uDNCqeeMEH+vpMq+xA+5uON7a1M3Th2Ah3dud9epXtnMT0Z/EdJFjzsbfMeodx+5cUMQjaqnaI
D3awo8+nIdO/eqiDYLzBJPuzuZunitfbtDHG6vavAYthPWcGHOwO0WPyuDjouVKUqPhFmnGd07QC
wzM+T55adgQZ74Bz3jAKmysCjX8ms/klbY8oyKy21oVJc6sQCO8BmllRiTJ/YTY3oC72WXHXQS/R
kXP5naCAWIyYwX2+dRwiNn3WNOuSzvufYL6VXf67MvP94OHnKiVvqlE4WVg4JKm1GYOuvGiNEAn5
VpitWC9+bZHDPb0m8IhIACtDz1XvpjfnWzv7FTBU3emhQxIwNJegkAhz+goNwsDhvzNeaqUZ0mX5
z8EZXpMqXhPVB0jYMZ+7hWBnt9vQLRVV3v8UrflXFjo/95i9A5NtUFAYwBXJ2bPqfOc01nCC3L4e
JGgQO9okKiczsHG2zpilGwt1Su+Vj8tQ/kochuijg6BQxwyufXry+ChZAKFvhCnBfAQbPZmUpW31
FXtGtCszsI5CghkI4r+WKn6mMyAKP8EcRRd/nwwQAOsAKs/sx1+2NqeQdBI2JkP+rUhk462ePiQ0
7VKXiMFL5jUzlQzg0LPVAnEKtE0QFB7npKr+2N1P29UT0vLmswko3qOZHdyQ7fscUerIzt24Q4Uq
DF1RbVERj6NAnUETjAzYEOjsuWdEXM1kjyPxxou8RNtJjg9lAXKpWVUvhssJfRDMX8ruJwcerDoz
+6dnPYHYiNaP0Jc/2rzB6RvndPhZ4CNX/4zBUYfd4P2Nq8naxTmdpgz3meAUCQ9EPsn0t4rdl95z
d/a4kGjIUKnpCovOAkNC2TBMsQ+2pyDHu6NxVFnyw1CAoac+o4KpPpwhQZlPxDz4Ped6txbJiAxH
exKrMmofM9OhVZc1uzTtWFx8uqzBHR3RlTMTFCkIgcFIT7Agf1dqH7wau42foz6YEuvVXmiMuc60
Vu7vVhXeMbiPfZeauSzHfR+YQU68pN01rxnV6AYaxq4q41M0TetWRWudsjKkFkpCgDOpVXO6YwDs
1Fa+paZizuzSzvVmbHgmHn2psDd2mgyHuHrOJu8UIxwcffL2KL7ovY3Bma4zxt5ZbJUx/6gbTPJt
krPfaH4hAebwHuYMWQrnljxqf9t3Naf50cuxwNTovStiijyv3DhT49GnpZlR86cVUQq9sn+Z2ToB
v7h7PwHfHw/ermLZcgvORTjygdekK7ssbsr1LhWS2JJDv8hugw/xx694r7OSU1tRx3/ylptk8Gqs
G+Lc4AIAz5Ef0xK1ZhN5+0g+waURRP2yo3WoqGDbyrp81i2KDaMMB+mJvUz+xMn0u6DrtLJTpO2c
PsOyRHLOMoeGVTYfQYfkTNb540JMNjDKXVaW6UuKZlRzCOOVbMK01HloRQW7C7sSqJ7xtQeTd0jo
LnEbM5wVBRoO2GLJZp7BnYBPOdH7skLVZOtJ5T/sst0jVH0X4kn39TM5hmASrNYO/cEK0ZXfXxiU
ie08H8eK9SciZUk0ybglJAqWedY+2lnyy1eBWDlsUtDTy1PealK204+5VO7GsoCzOPP0KFIcC2Y0
om4GtEY9Shhxlu+pqugDs3+3nWi2/cSL1Hj2Tkz9Rgg4S0aAu89Tz2VqY1sq+p0YRsXJNcgPRWBj
BXSf6hr1iJ91f9NoXg13NyGWMTSKNb3CDLupY0kXmdyj5haIyhZvhmp+59nsblt7gA4RPTNlwRs2
XRR98fUwMElpdHOh5fRIDlGyb++v3+jBuJETB9EkyI4iwM4q3ZfEd86qN9A5TMMX2O1o7coRZkr5
W91df5btNeGEgZj8DPvNNHtrVc5lAtHB/DP0+Q3pXE9jEbbdnMQPyqKxVy3Z1apFAYrZ2Rqx+8Yf
uTAhzH7mc1KATEJzM9vLBbAf/TJf0jXkBtgttVx7LQZWXL8nL2AOCptLtynqzyxBEeq4a07RYX2v
8ID4NChYYE+lcpbhADZidiF7WTa1Q+Whw6kqQW8ESQKcXpQxGq2nwnsKReRtDEjVZnTAhdw2ZA9W
9SGvrfZEBBqX97IjBfxcczn5lqv3ahrOAYuUiSDOLr2fMhpOLM2nIQ6+ZpeBHEhEVG7Qo4j1eqbT
Bugwsdi51fuyDO0uLvqHvPXelFeBboGyWn3GRn3hXn1vvhE99CZLXDYYmgous1qc/Ni85NlwnmN9
KyOz2STUe0w2HcpFzDw8c7zHHkMUBwUVbpkB5E8DDaxTZGV6GjRQze4KQOEdGxztkVGWV8Nyf+uu
/hhnkmeYkG6tEgF1ZV+9LNbHojhUjo8Jpn2bGa/yBrofmcdbbi52t54GEc4G9XVosGNQE+TWg4Ym
s2i5U7QmOAR2ccgzpyHiTjid7PFl6eofaHyA+HeU/4lsxCpY/P7YsatTmL2jPQPaERPBvdA2Ovn9
RLq4gOnEX19kwa2woJJrXGyaqOG1Mr0nBMMISVBaAESe3wKszg4Lfd5ftWm9ujHPX1IaRwaDuWUA
OKi4wzmnzKiYDeRWSDAYpz3NnYVrwjBAs9Tij3d2lpYVOB/KdQZxdcjh6KyX3G5OFElv7cQwHh7M
pvLqHyVnxTpL6r3Km2ClAa94eUoj18J0prrTYpifC4ax3o47Js8KR01C8b/YMQv1vep9KoyWtcAj
Us8wCeZAYSrDbCL2y/WzfAOIJUF1pzgdAUOcbdhhYMP2iw6eZIKjwDU8ot06J+GX0dGt+g6GWYNS
tEMY19K1VvROQ9Plm7sx2DdWBLDF4Eg3ZCYoEP+tkI/ai6gRQZCsRKDQ7rZv/p3iY47Ra9cN70OD
xMDt6b4Sp6esfi9z67mzpuVxyBV+J8l3z32BON6edlNHto+zynLXfCAW5xRFEyrjfk7WzGGudSyj
cNICMUmb/5baYjX144328zf2DC7kOJAIMycuxtY90aJsNmRfXc1muFjdq6MsCVlvXAcwoUFHFNt4
TN+xelH2y+oJcDMQycy7DHe1L0HcLYll8XNfgUkKcgupZ0RXfO7EuQOgGCGC2QWxiTatkO/Zwkje
8sxDMbKYwxc+cBOyrGSkcyTuH8KiI3aBGGiiz2Ldd/EuTkFW1nSsch/zcuS2OMwig1fYGXE4OG1N
ocZe7S/5E3M7bEAB1ijQ4C9DFXEisOhHLjW0Kyv+XdAWpKaEdML846WZzCtc4hG9SA9zWsntQh+d
Ll+98016xCLrZxxNI4kRdb8NjCDYGigQxYCJ37CZT0eTJvevLC5dwOTT7Yr6mk3UVk6HCNtPa2dP
Pswqj9nZk3bAXAA0SqY4f2Yr2VqqFPuooS0/MFFd7OEjqxSwqscGd1xI7YLJ2sLBGJvZqUinLWc/
tdbxRykiRK9VsqpM2q/VAsau0qAdgshc5x4DyZIEbGzLjD9IqkrWZFC0Rfyao1YgHRbNfzk8FmzS
cb6uCzRw8MYYsJ8KgmQ33YgGVSb5S+lzakOQikwJWzegRm8ZT4nEgBJ5cBiFW956ZfwRRW3gG/Gm
MPbrx8Wozr2W7wNttLCK0nmVBfL2/RmkwGoN/TylCQ7z1mOUAgFf54TpuSGE5540CIRb3YzZMc5j
lnSXFzrSW9OFzFPnjMQJwP4iiRIELVy7DkV9kyZfoCeRupn+cic/kpazjD8Gsz5S3JV7N0DwkznY
28waTVOSkoIlXJSzorwR++4wHkevNmfZdsGOGZoeVMBR+of4vl2lgneOXK+1LG29rcb+QabjEU3k
YTTIg0/n6avhZEpdYIWe6bFnknNKpx11du1Np/keU+D0Olhb0GkRRSIJStmY7pcH7JYarM2ds1NR
7pFL/p4O/bQ1oAO09iTDXo1f6VK+jZFdbCxj03NC4DbVy3rADleb1PWkrcuNnSP2yBDzBNGFURHj
Bz+9a7RxQLAsEgUoRPxaQHw6d0v5ntdqpm7qH/3JVSe3Lc8EViO1gziYqra4MCV7a0SlQydJIAgZ
q8iilUr9gkKntZad7fJqZIXxRqlJNpKvGGosnEL9xGCawi1XWfMp1252o6iccrrD8xRJqrFy2tVj
saeMPhk9xAdjESJcXNIz+WEW4j7coc6+l8m+oh3UwYjh3gfJtKTTLkv5wY61rDPLw3dbDusxRWZZ
F7YKrYDLLOmLeEOPhUukOI7CozWTOGt3gNPhzDwXF0BCOwAdjHBjkepko+WbkcY3VofORPyuuS8T
YSQsuzwPUbbPUd+ww5UVRyQEfkm9JDeR40xZsIjHCJ3Y5VNWVawDhW59trlpuxgxofUpnKFl+pqZ
eK5IGvW3LvOHE7Futzxz4gs6WyA52ZsOUmurUisF/IB/vImhBeHvaLp5rVubGruBFshwDeXYmO4G
7B4dzph1aqNBD5JkOteSi59/e0o0yiNYHArWLX+6RjZZUlYResx57b5goNZRdcH3Z5gNm/jGkTDd
227z4lbSYiaW7OyJpXmYvYe8iG9FjqDFZtwHxoOjagNmiySxnA5JdWgJp8neRdM7cDyndbAEPvIC
83OunE874nl0JUQXndyJiQ6JmLZ8nxz11JUO/s5y+NG6OMqJxcnDGogF+iFWbjoi5NGBtwg+fD9C
ZWg+uEr9Rn//Slbwdqyy95mzRTiZ/lVHFUSRCWfoXJbccgL1Qtfo42zCTpQjgqxyeMmHOswqgnoU
YvXt3C3Dj8nuwDlX8wHPzAXJPoL+oeo3igzusC+R99J5XikZsZOAG9yaEewSrvuQ5IbQQTSvPXrs
aYytvqsykIMcrkZMC5t8iVGsD+MuZzQYWl1WcARu7+Kk+//w8Viq+EmOgq0VJah3b9n67Ylx1bTC
OMiqrpBNmj20p15+1W2KzjWP3os0OS8NHgMAnL+xKyAshd8qhl/MINbIFKAdi0FutHI/53x6RtCD
N7LZNh2SVnN+zpnjrz3jMTCOnUWLlEAV5sJ5ieaalJDQTSXouxxWXjeOB0JSnFNMnV5GqX1MWFBQ
ZvW4BpBiEy4BTaUtwzmG++B0sCGZzARp+asQNE3HuTdYgsbjon2KfcPRG3OXaiIWokb5+wZBvsjK
bBeI7J1+cQ0JAo5t74x/vBqshoupT+iu2EEBj1YjBI2pgMNWlIjtGyxFyMl5SnTy0b83afXl5REZ
C0607DytXhtEyLogP4rcOSxQWbZJxwRpNVAh7Qc0evubqrAMLg6TQbeiyWLQunZrnI0mb7wRyL2W
Pgw3JHG8YabgLVGuwsaqOGCgPvxIsYtwBr3liUfPqbWvojTfxhYxZ9OQicnhuF0htY7pIC+btpMu
fqmyQuKK6WBGWUndJSsqSBWm9KVXbuRQ6tUYCUeH/lCEWzhJUI2ZMSIZw7/b4hP5J8+rHw0ssdI0
stNgghbA6cO7UHQoRKaTi5pxZdvTr7xU+GBs9dO1m/Zgd/EHUew7YXASHrpNJWDhtH097k1HPESz
t6/a9kWatKQZHQJQiC8Dx11MRuWfuo0ngFj+L6sIPirlgLatr8LPXoYEFbQymhKEEsmOQAc6C/SW
htbBWImpvMO2yv3PrSFwEWGuZOCpt4Tz4R7yFa6YOkPAQDdIIIeplYFxF2Cv74FEBIV8sHv8y6Mm
7rLniB0wJcaoNrLetRbchOm6uJVz538/GgonlkIpLG37legynzfVy8Mk/zSiv2SPoTbyJAYCupRA
AnH/tsID4TjiWEnQZMVjdepn6yt1x9/9iOAwqaeBwOp6y0QRVXRARqPauob9zgTwIxZjxGUH6RyY
MTF4j1GMPaYkKWvVNZ9GOhwNqwoO6HmubtzWp7mnbCut8dEYsfH1Bm3a+C8ikFM2QZkL4vQTC9Pr
YqYGPiQDObv3CzUZJ825ORSsHPRWbaS5TFlaXCHEPuaQscbX4Neo7b+ua7IvjT7VFQ2RfHI/Ikr4
cETfowh/hNc6EyVHYA4xzUlYl4yGNLJpbF/T1u64cWtCGGlL26s+mb7XrR9FcSewH3JugmjEaL5Y
8QVNz5Y3wtkhPsByJ2YWMBwPX1Az4BYOEzPGwnrOiFMKClr7nk9jXTo+XtL2fcrxy2tHyLWEzOLy
FDpZ4X3MgLkFNpgz54u8MIt4Exk63XDKOT7uljl6GXyS6vthP8E7PHbkmICCSg5OP/2OW6KzzIbM
nplDWuAl4zOqelRiWp1zVuY5yNpdo+VVDQEWvBp1Zos2N3SVPhqgy/r+eWj7juUkXtu2EzAmCaGA
rzIERChZbvSSyCb0Aek1kL8H0d39oTDr0lz/CFq8g72hX3O6P/DYgqvtikdlw91pI/+TVZlesLUg
jJnZvDpjQLAUTwbxkeu+47JZIigDNW0kSkcMdFcAqfOHBVd/nQ0NK0EH1740hihkbt/vKTvoC5g2
4dhB+VnW/IAkf22YlzLQRKKVpm04GKTh6ajZQ09UoMvVMR0xeSp6YVbaIJwYm789TWKt5V9twFUr
WUV5CsytO/aTbkZxY7Zc4xORiqhLK3fhUOak7qZpacm3WCU1U/R7c082wPgmOlbVNG/9HExmN1JS
wFbfMKU71z4r7OBeDJ7jymoDLHPxtHOKqtroYnLWJpVWOiKcL9Me/J4W74U7AesHgUEU5aGks6Pp
pwCAa/x1Nvm7dgGnU3HA2JSZ8apnFq3FhYOB/QbyAz03H6lF1YP40kvxtiy7TFV/SfQ6mjG/LXdI
hwVlxS+i/RrbDP4koyxjYVLWR4fSIOElxfyVI84OYuEeRDw/liSzs4txfvAAl1aifKP2EBvSaKBW
bLICqX0/LgmzeZ+RosP0vfvRp81zi5wIeAUgp36mQzZYz5yvdoMlgcA3xZ0fUZ44btBUIQ3N4PRD
WwMn1IToCsbKOVqWF1aabqVmsgMyVvQudQVDnvvBWOFEMN18OxusAk7rHEaK8JCwOPi1cHBWtkni
nD55M1htN72KDDPHuPyskl+TYR7sEZWcKTgll+XA3Wdbl5SuKQUWCP8SO4tD9IJhMYKZUqbvzOm3
AbMe7hvlb+4XR41XhklWgZJimi5J9UuwQ4Y2Eyf2/eanSXeHRKl0W2Xza5oPfTgNrCzaruD0h2kC
Sj+b/vBXnPPUu3ZV+UtP3RkI94+mj2E7tRuVBuN+KQ2coPS0cxtg8xLrX14bzCskb3Pp4cuiWVtH
XgXWVtza4DomAdCgtHtNfLiiwXOZ6E8Stqj5fy4Z1UrdA+T1avfBzJOfFJ11WJmt3Az2T1ZQiSZS
35beuBmgQxG70HZuHrgJT97k7JGwDwgBXUw2AZN5XWZ/aonbGZ1FfG8jGM20TSRH7cVCciQD+kim
CT3VA+QnhfXByGxtJCkT0bTcW3c2q/qc6LnuurKiztI44MaEjmkZ3FtMep8OjQVca8ehCUqW6fq7
xnHA+fYgihezXNbufdLYG68yrwPcM3SC4q5KDgZ5yfkEmhxqr0nJRBEFZcRiKMMUZydaGM/Zwkoi
PJseoOxPkvniPOKdssgyDedmOgdx/hQXzlexnGo8KQEXeUpnMmyTwAcGBFnd1XRoE9o7VNh4+xq3
2+dFcO5kP5ywlt4P6veQ7haprm+/iYVbXJXNuMnc34YNyi9wmgctJQ6NeHhJLPoF9Vi+IoDH2hSx
xix0W1ft/7B3JktyK2l2fpVrtRZuw+FwDG2qRUcg5pzn5AaWTCYxz3BMT68PrNvVt6olmbTQQma9
oV1WFMnICMDhfv5zvlOEgemgmbjIkQwARmZQLlOaETY1fLQPO2O+hP/guxexbVLe9JQjHQXxOKSw
C1DklUDVZ5uVBdqFa8uX3TZ3DCUwEnj2j8IRV97ke3s0HjIWLYnnDuhCvNgUZKkPJyKbSATXIsDK
YYkh1JwhSkiiUEkJHGlqMpD/Hq2+8cL/brBkb8ajYcxfsWxf01gdONg8TDSH1FZINta+484e8Fah
kMYe8LaYMl+X+KAXUgDZegPGVe48YR0jxY3kIpaUQM2jpHA2eRkaB+pKPNinMpiK4U5mVnNnaHKO
dtyeCmacDt2xhzwabkTTJztaE5FfxvDkqfpzYkRgzIys0tjFFKwJPebDbUUwi8P7BD6gNAL2L/yk
IhMn00bvgUxzYvcYWD6Ks9tZn7jp6LKjDAudPNl1C9N0YIpGUJXpZzwZ92WVP6b28LqE2AbQhD8r
36p2PRuzuldHfBefaetnJ6zsu5ysnSXbPiBM1B19x9lZExCvOv6gFciFN1NeKTCqZOhCDyskyXVB
zBFq/rwpetIrXQNo2sfKzyDrOjIX46xt4xlTzvcYWuUuGoe3OZmYAcTPJuDbrS5IZ4jHZUYoUJg8
lqwAAd0jCYzIbcvkIvHlObA/7LNZnb2GGVv0FnMt7Uvi3WpnFKHyG8931/1RTu2zbNmqGyGVJWl3
Vxv63GccQKqp/JZ68BYL8e5NacYtyYA/a2O5a1TyMND9ZebHpUmyK0z5Wx3uBBHobUagq+9A5xvj
xyDFe9n2t3Zmv3SCjeSQyDNWa0ihVTARQeXc/kFk+lG0uH26YW3SVelO0odsCWYJrqM5SArzhjHB
EFhoLruED9bUdoWxorxteeQaU/ky96o+uyP/gTZ0Fs54mzT4v3UEF39R4V2qiI9HAJWI8kHIFFP2
qE2PWSrS5tQ/hz7SqePiPfbz7K2p6K5I64aN2N4n9xeT/673uoWNQ7yFZNnamllABh7y5MpJcLCT
AWKBbCeoEHBI9urWoxaTK5uDs9VYwCbt6s23ET7m+TVSoDitKr4AhCn59+xmZ+k7x6XhiLL3jSJm
HaQhoBhPCE7ytCJWGU3X6YT4RXU4Vlpr58/OC60pcHMTRKPiDctjsx9M/iVUEdzrOEe5f2yHl51u
+lnO2Y1fUA9vFfPNgAUsSFpa/GrxHUNjcbF8gi4tsjuXJ6wOqfZxRuw9LJ1bM8lf3Ec0Qf8I1hQC
cop5keoorxpv66m/W3Kn3ntsySXPO7aXC9F/Q51kwVi3SW/Hdt3czNHTILNDPwzyRsFpcixC2J7m
GW/G+OQoVT6JJv0pquzYdS95Vn9z4z6GsqXvqpC3VIyB7bvvtWS5abBqBnlMn71Iar5g6R9DS/wM
R0ZAVtMGYkzRtgooSBFecYx1e0erRwD0L7WGwwQmOigdDldlY+zorf3mZNT6TuN01fd5uS91bwVL
jyHZ3YkUBIbnKS/wqWqshRFotmoBJsPn1ESltah/Cgw60DZ6mCHAjbi3sH8Su3FL0tXFj5QpfZB4
rrW3cTBlqxVPFPMPqlDYePTTk04WPjtEhA0WzktuqWUFupJYXtFgLkix2awp037wHPGcePjgkLbN
QLqoz9bMwBJswtodZJx6OOjYEHYE675HVEklofuubGiKg4eWMHgvFKb7h9ph9FhBzzqTe6bwst7i
aGjhonQvdeUXOFpBRkSaHu2V7pDPOHGiBXfy7ENoNZpn1UAtIcqpbRgoOg3P1JAuzAQMnkqOcjce
m5FQ4loNEya/faePqbS+R+OMskVrYd4QugXE4YI9RzeY7pNkPI5pjwC2UrzmxG5IiNd0mrp8IWVD
KUamvqLR+bZ4dOVUTsJ4j+NzLAoeESq7uq4YyG9pV5xQWtXn7L+nYC8swjQBWK01QGY9getNtxMO
oUDi4Q8mw8Qd466BLQtyXEHjUc9EcAKPFlDoQOgvJo7lxfGrtl0n4HF54qk3BzIyTkvrPxgSjZcA
ht/aBzgTxiZKs6t67TVjtkGUPvee0fTxOPYLl6YwUMHHhoIS9gqdzgEhAjRlYMd2snG/JpDw9PXQ
1SOI1jESZ071POUlW5gU7n8HtBMlsFf3vfyhKv1T8UXsh8LxApF91h6CPq1F2xwnRRLideRgqLf+
ALOLwi17cHIWpZL4WWXueYaE7GvxVHpi4rBkO7TWFwwUupLqpwi3BD5sue/xgW2NqDT2s2R4KS3z
YFadgDLh3i1DYx1EBF2hWuS219PWlsWdit7csbsGjXJxAOqlzbMR/kRYvJNW8cgBNoE5gbbs5GqX
qvRZK2Z8bZ18kSl5s6hNgpeoqVsQQoFUAYDgD8t+jpkHJTSoHk1DPlNNVjnFxa3IsdRxzfpq1XQ2
cDln/co7bb6VmlV7xp81OLjnXAHcCkf6En1Q79oyQHFKBm7xc6m7o14XFK+4GK3+EVkz/Gs+9CqF
R4N3Z6N+eLXxIWrp7ock/alSqz4MlolxzM7AYyycuXl0XBetdm4QOU/0WqozxlFCyKHJ/t9GfG4c
Aq1IJNcMzlikfSzjeQg8O363lfE2cYLYO0P1gt3zsfPNnoTYgy+6dr9Y+qc1kQVtMlo57BIrSs3F
lq9gDvwg2H+ck+e6/YkBysL3xD8+PUw4fwpBnwC8RgZXkZxOaDA/sDbtyug7yxcY8RWDs6YnP5a1
62901wfzw5p2idP5dRE5Rp733h4ZikLKMutTAjnJLpxDHGHqqv0LxgjMi1F9Zp/P26nOmrAluRYw
pECJ7S0dAovO7nwWEo2PsYApLdcFntjnEh5bnR0Hv3in4nabTNFlXrJ3sbAkGdO+8t5bi2P5GELB
kPH3zOA59NmUzqVO7pt3VUd3QrxG8ht33HnkKZjDAILPyGTQP2OpuWFjFKR1+90BJtHR7Di+Epil
wE8Pz/4wXTOmD2pvNVTwFuEm67F8axo+Bc1xQHXtBZRDZudbutRZoEJ2p+Zh6nEPi50s/b1/y2xk
pxRIiVzcs/H41g72zgvv6PdGzLLvFaSSUrJhWF0JzsQIQoeXMAdnnBSPJLgnV/+MJGPQwZfzZqTB
Z/TFyUnTo7biV1WDcWCjqvlkOJG+V7iu2cZvpLYOsTs9RV12LjN8nM2dtoYflngW1B2xmmzKJNul
Gbcn1FHbeZjNiDPKvIkN70aXN/PMEej/Sc9q8PhvT7/9rNrfrh/3T//9Xz6nf/2saLNMorj/VRz6
H7/7/6iR1RLWrw+Lnyb6qoKP/uO3Lyxn/XzzUXz99S+PjPy/yuTjz52sv/7I10fX//Uvwvnd4Tnh
eJ70lGn6rvv3Tlb5OydATnq+b5mOsilLLau2j//6F9v5nRvZF6YjbFNIx+UNdJX+9ZL63baE45m2
Mm2JZCj/bypZhXLXytU/V7JaLOGWsNnD4EZ3cTPz+ufHQ1JGHW/+v/mTwrZWUp6RuSILQpDrqSnC
fTpH7Z6Ka3TlmQfzkOMeSJEdZ7zJTDb79rZl5LvBWuHzRB/wD6MLJ2X3mLZheMyJtmS0FoxxemX3
Yu8xEKDBgfxB61JQEpcfrVWjMApi5lw7aID+shZKV4GmiCTRhnGEqJ1sMA6vQe+KDj2KTaOJKmxj
wJrO8/jCPXDl9NVdEVIC6WpBFYbEJFLG8C2S1CQBtyAMsn+D1Qf/yu5QIfGLN6eyjI9ZiQXTK1ds
UenjIaN3zcGqPScsXIkYIEfOGG+oFPzbIMhVwAA4YO7CxgOgti7PlFQwTobG6eRMvPvyw8cNxwhO
vMYdq0JqY54Z+mMSqy+OYwU1SWvXgq/3swmkxBg4uEso+904AXsZ5bFAjto1C7M8Szb2TtITzbhM
NfsyxitICp3sjbcbI3bYNC/HeI/Y+zFi12Xzhi55s9SINuyDWOS6UG3q1frstw8G1nB2UjMmnOW2
rSvmvbJn8iP5LgjrHn2Xw+hazdH3eGPGrEVYjxfFpGMZaEVwqm3lUP3YI7uTRAIdYCISLRzBmOxh
DCtKDj5VlCK4Oqyfo2RbaS7AF/MKz/Ck3hra7X2BI6mZ8F8McDqxKwZz3TyxWkI1yDj4jqPxZRnR
q9GXX+UYs7yFPfE7uOgWIt5mrDgXq6x7ait/P6Zg1lw2xlvRr9HzJt6BuhWBN+FBravhZuhAXkjy
NJ1B8MCtchkAbaDPigIZzJzFkR8xD7KG52nfM0WBalPta/kCpZPtA2M5c454y3P76lDuN3CINh2J
IZSZ3shhlG1m2p7itmfDTnemzWlt25QVbfDK2DljR9MXRwWFiW1yYsK/jrljYn7tUmqGSwkcZagt
bpTwra9H7wwQz70sORvVdm2TaGy6O5L8tSyQ65MmIFbEwUIZz2YWXudiYO5jLdc0yflcFWjJfu3d
hNaCuowEVlbQZ0sNOrHQTGUrYARph/AEBXxv8M1UM21yzkNhRQn3gc3B1WTHyrWYB71YgBDSrcmn
NH/TYqIJcv7VqPmChH5LVIPzN2IMhw96DQYaJTSB4/1M9LKPerGZcGzvIqM4hxL0WDoV6RYonlDy
G3t4Li2veE6Y7XkL321fQbMa8J/WdM4fLYEhuE8JuWI5O1glK4lgAn3o4EzRI+7tLA/y5EBfeb1M
bGK74TDYkku3pl0rHGlvZOPCPHBRAXhPK0iZ6W5nSqVdS3y21BNtLcbb2w4st1y8qzxXB9OTXcCp
DFGX0rMx8u/Z8OMtEgM3SkEE2LKa85SRSh1SzmAdzvEkWdpdk2jMfL4gDwwRPFICSA+RzAFwedcw
Q54srke7hWEOEAAWTrydw4w+eiQrti0HMi2fI4v8oXdIwBRYwSw2FlsN2Rp5gEr4lLtWURDRIP6C
ucRN6o2oZbPj3dcGmDNBdSVGM6JaMYTzGLwnpgq2794WO0h2wDZMDsmHGae5vDvG5dVyijqPLBDh
4iBzi3I3zPkpDh2fQdgC6K0voMJiOmNjw+qausBWGJjUKbMxdwaCkdloZ/CYYQYWPyYT2cx2Z2ZN
K8+jqJ1t3tbgED02h5FEHZsZrmxTru6OgnJY1CwzbWjcu1Hy2lfXyrNK6oG6z34xKN1JXwZ3BRQV
xoUYHEDGEgi0US7HhTRJ6i9PVeSffi2VdZKu3XD8bDbAfFIVI6iLzBtAe4cIQSKGRev3tFSDHiy9
75pTD7YcIjfODM88fHUQlfZ5HB/reGh3kD/3PUWxnfqGxOSmOPhDXwFMSZPvJBJ/RJ78RUrAqQpf
ewvhNjw3hGnItsOElOwcXSSlyAW4GZo5Sd8pNskMJnetMA+Q2TOTT4I79cn1Rqpk8m3jw3LoHvuQ
iaQN8oTT4g9/Pa/2C9GTtlXAS0hvmfZ4cMrPclkzqtZwZRABkTRaHxi8vq5Oeo7oFcwouzyNdf3O
QXI4Tpze3IyENzMhOnK1YzOA4AZszbA+1v3BlqO9DTGUrn+HNT9EnX3yRcVowewtcOgGxY4G0OIY
4kEjAfTGDvXiHOsfYiB6F6UnBtW+uHMFc3Sp8eNRxIXkQXxXI+cUmrwJihQ/imBo2OGVQ0StnrJC
7vqyATeJ48qoy+yQFbSKR0RKeKj1THeQUzJTYJrJ7Gsi4t8xptp3cZAKnZ1zXRHcG/JboNdQoOKi
uWrCFzYJhx7w2r4a10GSCb52tJLDkvTNJl2Me+7S1Tl6A2nxfmmZxDB0wnjR4wsqEgrolm9gI+ug
mdJ3/KsXEv4Jw3GggGV1oVcGKuOEuSBfBkXyVD7arAYok8aDh7kIt6N3U3Bk2+kANIRBB4FlVx95
ypCvCalpXxyGV2FRT9syiW6jGDhWWUc3cz4eHYEjGWnhMc7TtwLIgB2DGack9UZIIomuI9FxMWmC
SXdvyL5x+wEL46ZzBhS/StEzBJ1+DVZtRAYD38wY3ptFMI/USgL7OiQQpZwZIT5EgNA2NoiGjrSy
zhtmzOxN4FiEI0rXYOkgtTAXmbN7wQPUkxODMDeF85VGEc7BQ9qpTcdqzlrfeDVXFnNdhEOkrYTR
Hzc7Kl3hjO+9jCnwpoliM+YrRyma0RgRVieW481Yu8UWqhJxXFchrDMx57m0S2svPTpaH1EZKZJM
5Gc8RGzHKsSBSHgcsfv7ZXV4u90TZmrkQJdtZo0tWOGuxSAHHQr/6G7kTJybnHl95qH4njlwytoL
3JqGY8tpeNL4JSNbhBeP4h+MXpXx0Kd2ECWA39Mx999hWAhriQKJtynBadUAUMYcsaLq5Xl2EaGo
79saws5P89TGe2PqmmBa8PeopSRDfgXJh0CZ24FLXvCt6V4g9yhWP8//pjLwDpOVpRshJ+hGdgu2
oVL7ZcCZyuna3k+kx7dYx7aw4TuWQ1fuJkITO6sX88l3sq9a0uWYFSQZsNgTHpJ+4BnIQet5ZFNL
GR3tJTz7jOL3bmjfyxLHlG/BtKxtiivtyCbue+xtT9MBZ8ORpmEh7gHu9+7DHPr080VPiCvTTavA
7RnaohYgIxJqm5iiyYDKGc+WWAwuI0VVCvkrc/COMI2MY0rxyKEbmc2oRFlbVROFwmN65E+ucgEu
RGz2z26ul1ObhjwKp3NhdMuuaykYGxIMPn3fTFsjFgGTCno4E+pHzKj8ZPTnUXARTjxiDcESj7Gz
zzJm2hO6/5JQbOD0BjyPuWat/iRgKII5mq9Gk47q1h3vjZa9OPOSFFIse8qa4sSUrrMrbUXUDPiU
B6XMLyzNgLLg/wmdBgl5iKtTxd/S0ukElxnNwhlhkcae5zPSpTyijsjhLD27yq6GVTEzxRIDoX9T
6CvLGfyAeMT3PGoCY6TAozeXJRDVY+JjlIiV2rMdR9p2Wc6ZcvlBS0AP2wKV59GbStkHqiV+s2g9
OfhD9sKyfVOY83VfLw8JNTjXivZh/FCbhjESY9a03bfzLXh+qGZj8tDRtvgcCS0RQrkWcKRWbh8f
EUXYk9TAEOq8IhOUOdDJNMXXkQ01ufXNm5bbQPk3crE77G5jHzSD/zMrFhwqXvvaOMs+xcq29eVT
Zxj2oU+IY2pQVjKtFH/DRPqddOMduhtbPN8gljYP2Tc5lg7rMaXCDLI/8kTjq5pos1lwvrOm3CsZ
3cPB5dRjpJBHAYpi8NmgKpl4nCYizujFekmf4Ha8aJ14oLXshyj1SJ0Dt8/xEwiqAbelrhA3sajZ
uVfCBmUXyLnssETdN+1L4ON4zlheyetpdSxibmr6AoyJ3H4XzvNJTPRwqdd8gjVEyvYyG+hl1cAO
r4iLPXsJ1r0Ml+5gkvWtKalII2TbqpoHPAs+scmJviYWOUgvtK8Aar+Ekk2i5T0snXPAnII+KG3w
yElxnbMFZ5oT79CeuZ8kp98Gq+82btkoTP6z1su135jX1sDyVuTIaAPD3iAqc2L2YauOJDNuANkV
fFQ8E+YSqsK0EqxQINNt3LCBqeT0I4zT+DrmNpJz+EmkwjtafMPgOMgF8mcHlpEjFmxGiyqyznjo
YFdGzaVpgCGhf85Y20Ho+uQdOd752Csq6mJSUmBkiPEyTml5bOOFa3aqbZzF2BFCNPfMGE8Gs49S
0pUsU3XftScdltYTY74WzM9mkD5RXn+A7QbwzdcgFCbQQB48+4d4oL5QGPgzKno4S7TnQjFUmSF/
J6QGAyTw1ejp+aBRhnfkaroSPALLxHTo48DPC4kqOndO1p4T+rIh9VHvTbppZ5jmVZqjCRf53HDl
UusImn1TmTiUJwIUDDLTB6gi+OEiZr9x050HPzlNdX1F+eYjgSOiUqb1EY9Zdpp6arygr/H8K6+F
uaJsYQbFIFFTH64AizqzS6tnCkCTlXLL5hB7lL2t01kJbhHEk7f3ILAwEcNaMNAiu7H8ZXWFmk9Z
z4YaR9YpsjJ9lw3U+ClQ13uSxTBiDrPS47WaXfbtjbAxx867Sk/Did311pkq2O7rCtwNX+EiCKvk
I4EsiE8293puAYxxsVQKj3Os0A9KG91xnIdnY1yyUzk6MRVR/kVNRz4CFznXtIi0RhmIyCyIupSK
d7KIR2MmM4VyxcGuMNVu6OYfi0Z2zwi9LZKNHbWD2Ein8CMsGGYYZrkLW+MDGPq6kj5wEKKyoHIv
PNwQRsOTYwJYc3JvP+QCXgfriY4xUZGJoQeZZFRQ2t7naH7qxG4PFrl/MXR+oOSDiR3glKyRLss/
qJrlp6EGgyM03BvKHHp8UIeZKSZ5c+xlonbhF0QZJlGKczbtrJ2LCMddkbH5Q1pKO21clWn0nPY8
YUzq1g+EDqlvGkF3i3RFsnr4/g1ksh35In0dhe2DKnGJdJrHCkoHD5hSseEsiHG3rW62c8rRnXqP
vjWnixVRLOTzbqZxxWh7Q30Ba0lZB6bjdsrUBXY1vOSEgS+qT0hX2lthYwCosvKmaRsIwvFRUbeW
x/MOu9LXirTax9j0tuGcVydL86UqM6xwBzFaDosz7zmgBIMnkDUWAVOsz8Kf7tvwKwRB7RGUndoU
gUvQcYUm3jDI50Dwptv2eWRoBrtvvGMaEPDA2XlZxeJSwN0QAF2CshFEZ/KZPqDPTHMKTnsDJllk
+IHdJs8KBxMEtx8tJ0Ae7em6H6l2jezP8IM6Rpb6Bmwefp6Mrm1FPeeirD0h5Z6hLFUrBt1PAOxN
2DGZPLoCBkVvvGF8y3buiQvIZ5S6HZm4XzRHcHTDjzK2IB0wssbGmh3EGuJmyoKOFKr7qK7VgRbK
j8LI7ybTWvYyzmEwR0l0JKq3UjOLQ0xj+FzUyc4m9sIenjgmSkkM/Mlnb25PTH9wWM0wDHda1Yri
WmPk8cGspOpoA9ZsZxzwXXTTcIa+ixy/IU2t0/3EYDATJr5M6lRuXzMvfF0inQYaH+J+MfuJVPd6
g7NmGXM4HIu62Pt80VctgM6sipOzGpObjDA7x1VSqc13y9PepjDCUzpFp4nYTiam17YKGBbgP+FB
YekP9lH+tsCFrnN8Z4k/XrPBubOnhk2tJmdrmWCXzJfakcAp2QU6FeDk3gn3/ap1JnQKCUqc2AdB
pl1N9t5b3TR0Vdkz60EbHqeISzAeCLmQZbuNDag3qkSBVchMQEywdk/puZymF3NKr93Kuxnb2IRG
9GK7EFYNHiCgnCxymVOQd2x8TJ5EIDonejIxq3PrTQ9LDJzD8+4je7yd3eI4e89AOwK1nBYkoxOf
BkXv7bET+VWRGuRj2ugNNi0npLOrUToErEQiOFRZkBfaVintzi1oD3Ce/OzIqaVg0mqz85fjg9NK
mpNT2r3lT88CP0R8qKR/tlPJjd1Ej5bHPZvF923OFHHxsjc3MehLHIo6qPLkzhwS77a5LH6+I9S1
3Dk6YxeF63M7zdU3/Pkxvh77J4d+tc9xpyL3S+qbnPbc1PoDK2Lgwmg7gErFxZCzRvI5f6cJ4IKf
me2p+qHd6COeFp6Ajn7wuYWYvA0Ae82U9gjZHSh0tLe2NcEIhDVLOWVz4N7kjOv216ZdoNFQeabl
opn6hsamqOTTWPbPcc20O6Zp25tqc1fMuEmGto+2+EnBjY3Vz3Zy3zyjvh1Y3a/9qDy1c/JUZcnn
mEiPBvj6a7E6Ghqj2ThmQ4OzzywOgsrFp9xQ7LwVoKPGu6eckZznhNpaCol5let7LV1Rh9iy9nT9
4njr0w/H4YwWLs/YOtHZ3eRxaDDMzefYl2UQDtjtoB1s6LTCfeJG+jw12NZtD+Ftkekx9Z9RVaPA
XZtuSXAAzMNXbygicEY0k6+t32ddXHiFgGA4jkHqahSwhCJAdCGIYVXE7mXu50PdpA+ETRleLou1
k0W9iUd+15O8IS7n7Woc2OBwDPqEq/RJDHxgtr4yGgxDuKmg/IS3UnEqqwGGbr36jiqz9yrX3zUI
DHzVwNW69TBMUcNu6LsnTkD9tphooPglc/kAawf26UCRkSR9v25Qz7HoVuJ+6FryDgAiMEpiCXL4
NCY5/qDryo3TYpsvdUw/BGXILtCP1ijunJWw59GckjFfCnDQwrXpstdaOM8dXyt5U8pUV1YOE4Vn
hMF8u/ic2t1qIIEJf64DVmnrkRwKgT5tPGVxvhsmH6S82z9RrD4ZRwPg6qbpoXNlyJyc8foNIdPh
HqH9HJU86rwC51zqZERdQQK5IG98YxxJT7uwJ6iVE/o9jqJPKpWDxhkeQ1fR3VMJiFHISVDA0XEm
yD2qQ7iInZzLy+K+jg3AILU61hysya+0WzmwNUzciZ+ZewIv+UwkfXoKTXQRw8GoVVfq27xAN/C6
7kSfR7sTGPt1bb7ZVo6DNAIUU2nCcNRnXeexRPPl/myZXHEdwy3MeAIUVrbstLCg23E+AOCTcm3Q
VoplGLu9J9Uhw3eRobzDrAO3nrb2Gx40CqANCbmap0kxkURVA9OfqjvClCM2mqAhAMD9tbiiFhqs
4mupl7ZuR9NKd52Fa4NNLJUgEz8ZTqzryQakq5Ie7uOmoN9lgw3XORkJWQFq1n2vIDEnLNad7oc/
QJNCz3URYAHusHv5r7HvVzv/Mb59ouH9r3/5pEoYEe3hK0qq8h9muIxWf/uXX2Pr/9nY9+WjTz4/
yt+YMMz/6Y/9Mfq1frdx3DLfJZZtu5bj/H30yyu2oooOjd9xHYuZ8L+PfsXvPhZljzkxkHIhLe8/
Rr/rS6bl8f/3hCs9Xvr3d3f3t4lu90+//63UxV0FH4VRrm3+4+DXEsq3LXgMUjjSdUyXN/fnwS88
bCti+Ih5gb1Aq+8T+z7sP6BzblxMmOVxNg/u9MijH9vf7b6oOTxhb43QJSyeoPQmFvV+tQgZWAq9
9qlsXmT9oubneHw2l5sYzwJBJuJuhDHSicJDFLJ7p/r03JtounLDByUe/8uj8H98sVp8vf/ri/Vx
+Mi/f7Q//uFCXf/I3y5Uaf6upOtJH3FLWQ6Gg79fqCYXqi1dHyCVEp5S6u9Xqre+ZMJh9KVUmOl4
5Q+Pgmv/zm8l2xdh/nrhny7L/91l6ol/uEz5y23+Ud6Z5EYiT/DrMv6TP8EMlagYbQ3MK9YIpjLP
v35BEVqw8TFUAIAV63MijqJDerbJzvnqpqC54DYrsH2zVfdp8LHtQy51dwNg6tUq0EdUJa516L2h
x1fHAhb29TDPnCJz7aiTns37hTPgdsB7lsgmPAsT2TUaYrnn/lxdy+NTZrvsMxAR7tRo+IRfqRCB
Rl0z5kgIX9NP7q5PaFGiuDPT2zPx8O9DmkcNDfVGFBEes8wpn8pMnfExlK7XHyu7v450WR8SaJfn
OMrkFkWHyAGIzTtpogrEPmQo1C3/FAIIog1ZBtkirFNM/y1zDXyTLSbS7RBn8uy43R+/VBEYvFLH
JxH66QXj/hqnxOPfpgifiaTaiM0kzSVu316Q7NqLC74/IO4fBr7lRQ9/uvj+WIv+vPZgMfmnb9Um
J+Yp27LZKwlopOvrf/pWPZ68zFp6OhMZQWy6SUCvdmk6opn2GcspXIsqdLy3xZmIVPkl6VFSOodw
qi7hgql4GuLnjlra685DbHhIq8K8r9Rkshc1GKX2QwnYlbbEBgBH4uNid8opPuNDp5gOsoM9qOkB
rhGGzpIZl9P5XdAj/SemN92xLyukHL5Dztq3JpO3KrOhmcfM0sjcc/hHUUWchAHZcjra96Z8gcaL
DhDSU3iqET0MyhHl4KdXwm2rG5j3ioQtI5qx1PI+7G4pBbPvshEEYaHDu2Eq8XIXMKXHDifLALz+
TgnIrA4hWyZFh7iG67z4WXss55xil8qyv5EEvtVlOl5Nmm1DNEjrUWc7IcJ6hcbqnQkj7mB1ClGo
leYVcVR+TAfX+X5Eob80ZjHtnfG5j119DntZHmspAtxq2Krt3r2HnVZvfbrOHxsim3VupwcTohZs
+6o/cN3LM/14ceBICsDYL3UGiNde/MqQQtvyCw558ziZZ1nGUL99pQIsleAQ1w86NuPyrlt1UWf1
VPbC4xuVYehcD9MU37XVWVT0TmuPXbwj6zdZwOeIp+xdemMUUElIh4Y5x+A2x/jmelMQywmaAiQp
AT7MIn43Hpb1c59SxtH0M9AO6DZM/QR1HF1UBL3qvHPMzJNMsFX4FBe6oJMUbNa5uwHGY9AFGTPk
d59yN5QA4K3+arYAb/hZc+ntxN3navhoVzj8ZDNGQiknxTMN18kKqXc5lQ6eeamt4edSGN5BA9xC
Sg0pqhSEWZWfoPys347Ze19LhmOdo+BRrJmasKnfF/pjNmNfVvdm6e1Y/NJdnVvVzdgTuc8NrDWZ
N8+3MYVJFuWaT3kbXiegQznJ+AvA3p3XpxzUeLY/RI2ejtYIiyPRyfwGQpImqzS8bxiJBL/+UssU
3RbUs3PIRK9PZkLnH+8UScWtr8YxwegoxVvjyxei4NOR8Jd8di3G1iFPc6fxLraZh1A1CRHSgs3h
oTJvf/3igMYl8bxwEKImetdolX7DkE4gPbtxl7p7qpH195SZ6tWJFW+jltKRARHnZlgWYx+Hbsvc
qt2VXAXviEPbpPYvnMz6B1VMK8c3SW5ixzyoSIZX1jh+OSGS+Oi2Go+LTc6mXHfUMOcpkWEIXXqO
epUyfkzTwygXTvo0BrDAh2xxsJPobZKm0VYacX6B64TxodLP6C27qi6uDNShK3/9JauQ/URoKqC8
vnnlDG504QbGpHsabKXvTWl0D+3Ap2kxH8MFG7Ek5NW1uxa5TKECNDq5tEDNMQeA9QoleXdeU7mj
LWlraezigcPTw0IJ85hZ+pEfSRytBHkcQhsd5HUu9hLg4m0JTAVlNem3PVN6o1XXGXyPa3f9r+Y4
RMN4oaxcbIZpdB4tnwsdP1R1bfYnKnN+GrHLg6rq0OdswoEHPuslsB0rZEK2pHdDtVhnDzpYn3nL
pV1/CYmsE6DOP+IGk7anV8AVeI591iGD66YjILN+IBOjaE0s+dLL8X/wdWbNcSpdFv1FREACCbyq
5rlKpcH2C2HZ18xTMvPre4G/7tvRD/2SUbqDbJWozJPn7L12t/3/TwzLnWuQ/yVUlEgdpQ34RKcW
sW1aKP+nXjWRmgXjVPobywc8gYXzwsywRHYU0RZ1VHboB+09FhmAXFBUj1j6nxyVGeFtTJoxVuhM
XMrxEh5qUbD9ppO9yX0OOZj4f6qc2UkphH+1bZTU3QSRZeCid/ExmjCk59pfQGobc1e7qBnqLaHa
otNF3dXLpt2WdVIfW9v+1scWVFxG60xb3GGnIiU2dmgQA2aVZ8cU4uKXpMkAVZCrEsEoyXvqm4v8
idxd+0Hkcoo4iBznlTKj8MnnKdlpMfF0uqWOWuK7x4Sw9OOQOgfhEwURN6F+1mAdYCqM2y1FAtl7
Va7W5i+tTPILqcveiYefaNuRXyFBZ9gYaDEDKMfL2DAMxg5Yv0b9nDLzqy1rqEeaGd05dt6VaRuH
Pja/E/8G51GH/6kzvZ+9U3CoKvSNHCrJVjhd+ibGW52E8Q1iLubfMbRIYIB5E2Bh8O3+D8PJ8GLU
A30GF3C+46GUIrCEnHWMZSue3fhiZ/2H1lTxqfIJTdGZxOHcTtt97ct34dYNjTpmljjzQKLI4Iu/
g4+3AVI7bhVyH8L4lAOEPRcIsLCmg5AoIkGDzb0LlZvvUQu/Q6OdC6UjCbfpXLR1ktyFVNBRk6BV
17bXfoi4PLROZZ+Z5gH+EOPAkWrVJCQVKV137ZC3PV70jI/3ZBXpxVYdXDOco4Rno6HRj7remG9A
JYxdSGdlnSUSwUDX/+78LrymWncjTpFod6u07laWuWusPmQAZKOOA8O8kEmRMYYp8nepJY/KJRkl
qaIv3zQPM+hCYs26oFYlXMKJfLpZpAy7cO2dJNcOUGD8XRgnb6aWJBevYUo4kmgT06hORD8esBkG
Z/43cRglMaIWtAGG3sZJywi4csNqPzW6dxwDMcwCPH5a24iIFwNkYJEvtXYzKA2VhzjAhAl2IZk5
uUzVAY+LtwtiXd81dmi+NcCKK6kxzHWGY9Si4+jsvt6klO63sSyTI3sNc8D0qQp/eNZlBnjLIuQk
U42xYabFrFxzYPZhDb6Og+msEtCXd+H2jIDCcTgGkw9UbURiW6TewZliNoMMNK+VkprJXI2o26l8
DZl6HBkFXj20aYhG6efFmP64gsJ6jkIvuGWR11Drei+OVRaHlJAv+l34mdRwdQzAYo5VXCUtsm7q
PiURNsyXp5Y5fmK9WFRe9wrsQwTl11HxfbAH+naYndS5dxrnIkFEX0YuAy+l7BtmX10JlMBvNxqd
05c8T2YjS2ruCpvYv9GY3I1m6ZRSaJvN3I2vkcg53qMcS5vP0Lu3Kq7bRiU2jZnW6yAh5BUlcvU9
Y266K7usviQAOyClkvyOOQ4X5ryA9FZ65Z+IBcMQI+lk5bi6zsGURLB0gLiX1oAduQcHrNvG7ED1
y3EjDYwxkz6Bm/caILSSQenSZZzpopqhlefale8DEtYjMtLgkXbVwRsd3LLRTCqfs3861Dl3RyPY
B4IC9Erni6bZp1Y45slOEJd3CnAiINbpUtCXS4asfog4ulSAhkkBpwtJ1x3tqsfO1DBbrNqKPvcU
1jctUx+Nh2va7l1mOboayFl0sfmLZMYU6fW7H03Xuiv/iDIu9oqmDH3XUUF5AF/oexYuED/502Yp
rf0+S0/pmD0Kvw0fJYmcqDlrUoMOam6QywryAWLICINRhvB9pOI+e3OUUTWNv7BTw8wvf0iLCCrs
PfSVXbBoujZ6QEvQF4HTtfdymq7unNK1fK7wpIoiMs5iDpIQoytRLzP85LLCvpXWX2T+Oltgbca5
ZeeBX0bQboLySp+lJ5UbQFkF8LZN4vpHIMrHMLbanp+euU8zzIKXqN1UtdOclqXmVsBBcvf9jpA8
Lug7A8kk0Uxhcza07MMIgHFGgzAvPqC5tVb4+hd7yAuJU+Gt8b4KwIeUPzr8FmNnp12mXip78LbL
g9XQ0cfyhAPdPY59ipJ8ebNAfO8R/+onj/rqNGbyQuYR7sC27U5VZ99o8jrnwuueTW54JyKUgJPx
M3okfZWzNkHNS+ebuKdss9hYY16eZRA1e9MFydZ61hG1iHXMVAXOp7XcjlsFWAxjCgkCzFKfyaDF
uBQnOJ85+hveOdfiesvUwnupVCduLRhwWDz/mGHW7ONhTMYXrGEDD550UZdG5ga/AcKvKvTWnd6W
J66fa+m5xmWqsUa1o7TXHGmbBLbgOZoXZVQvrRmU17yyrC2Bi8zO4v5H1HMwlFwsLl3mfcOgPXn6
rieo6dQyhOu4eHFRoI8uyHreDiOf0Vo37kpDiJr2oXEpXOdVQ4K/SbOmviMYsDCIIa0hnWfO5HHE
GGHvz7F/elYqXrS+HtHImO5pWSCZc88L+1s+RKeur5JLnLtHAhEQ11lTW+2wW3NzTQJxSMeUFJoa
AyJIRyYOjaypE1xcfWXsivOy9MR2YTCq7hohHAhM8fgizwPvOTtH4eEzUiLOMmdf36Vq9NBMRum1
dDpjB+VGOzaR8zHSd9oHtNj1DnGL3hnZDWz+zu9gmtbYul68sERGojy1y0dZX0T7IRv8hCVn2UiS
0D4s053mutbB1GAhV2XUbLocHUQeWmjMETwBOORAKpyL5mqfZR0i3zEtVLxTpTcA39FN9EkDOaAf
Lo1FOJthYCH5twoHEIx2fkZDT4Xcm5qZPfOyPiutgpwAP7BwYqzsZS1eCSvZoS+K3zOMz0phVqsU
otLlxjHa7JcJJ/WESf1UjeV1at1w73a/9CRrr+HOLSL5vQq/p/6IeKEnG4vkieBdjlc7T69OCSe+
D/Pqgnn2e6rpTBI5zszWy57NuAlgSqxIcSfOYb6DMdSjDCJ8IBEuAB1XbgGshTyyCY+BkJsCv88s
mb1LdzTvWNrmUtYojOHCnB7mo7KPspzas27RnDUoHfbKMKIHHZMk6xi+mlCxyr7Ln4VmkMNOf21V
WMFWDwJSqcymhn5hWnvI6ntrTnPT4zS76GPzlZTVSCZuR0awmKxNqIENNgEawdZBxBcVNom16Rzl
08RhtPWE+nSTBr7UvMGpsooOHdunp9vu2S5Aodghh1UwpOuaKvAF9qxzbGZ0MiI/Muu5FsKDV+01
jQG6tTnh2TJ2rDPGCZC5SJn+bpzLN4cyvkrNkHOuFFSCboPG1uup0qPRgLuIttVYTbptXtFLZgFR
O5qQZ1pDVgbBhjj2KEgujVcmF8ry32bd9ttGNB21Z+NC/KVwGgIUl171Vc8JV8OcT5NT0a3/fnt0
XNzB4XLcae8L2lNmBqchNfdpwjwe6g4HSpwV09nXiXaa9W5Shd1Bi/nkzqlQeeX0Zzve21A2H8ti
lRxZgTtdhqLIADvmUD48eCf8B82Z5COms7msd1YJoEH22snCYrGO0KD83dKEkLPhJ0EOL/kRTTaB
bTjq4bWGMdDiSXumGgO3ZlThjmCHn91A/Lwp7e7KHa27QjyaSSj1FkgJVw0fs8CLTIR+1ToCrFv6
h2tanT8aY45WROh7UWNdrKUG80oVJlvLvCyvOq+DVFc4Gr9d39qmEH0h60choUmB2LQ1/8J2ZXIj
Mdw5uHiDaPdEFxNFx9PthujmADkeSEJRRexcq2QcrvmMBPqWxmn1rZl0nYRpr6fF8RZUvP1NF+gP
7k1gUfCtrcdIfo5mET79UkS3BIwGukgXdXzVHdpsKi+1IuQc3ds1piq76SDEbpSlp1oNR4W4/pLb
tXqY6GjWTSi3iLb0u+fGxq4es682zLt/BDfUoyurX1GV7YWbegQwhW8kQBt3UMR3LbNKxDvI2ypf
9y5WSb3IDfaY5nxzlTZgE1LxDktGHCtdE8e8GsQhsL9QEnCDKmz2bzPlU5oVFU0uUBwpmbkvNqcS
iA3oS0tuFaB7eZk0p9+WuHu4FigkY7Gz6wHFPzo40vesR3yUDsajhWG950k01qmbaTecaa1KmgsD
AzpcBXC71Ov1rVvw/THvC8xg4OZW0rH1lWwrYpGmJAlPpF4xtOQ9BfhecTyXOiJYE/P4VuCt2gVW
98fqTeeM/KuGKhJrK4v8+auYF4maZJtwMiEC8MjtCApSPksuZKIcT2VRvgxxLGntsaRQx/eDE/5B
zViBcqBdlPU+oEmOdlnwiQnxKp6X2o1oomuUEVsFYEjXjmnaomScfHALn+1ock6NEQ3OvvhI/bJA
RMAyq8CQNmFc4+gjA9lS52Xx/eTuhArWcU1SNPzd9pykZDTh3LNQ4fjmhc/EHhXSVesbfUvCYn4J
J2tuYaJM6sFlU+IBa4lBMSH9MrUtQDcTZWMHE5w8N7DlRY7QxcZzThLft6Hxsp3view8F/wvRqvD
jfCj+F5MoEUTphgvTqehsQhr8ppHc6w2hpqDdnr3D65qsl9roZDaTSPildF9rZVzUOVUnvIpHo7+
JE5t6bw2QAkeNM06Oj8pViqESd9d8+f8204S4rE9HUgGn6m1gyZu7TKtB2AqyIMqfa4ThnnJTfsf
0UnxPubKvIjp7lb1YIP4jVZlwO1d6iG8+QrvHs18d1sWAPU5uClB41GRCZV2u+U3FUrxbS7+9uh7
im1YMvMRpUgvfkebGwklEpLUHla2NonDoI1ET6DiC7lAPW1FLG/jT4e2r65W5Im5yoPsl43fHcQG
P9rmGNiRu9XT1sLCVIERLT8BUmSXyroUfq1drAH1aNgOn6UwzCNpluYxbpWxFZZ40ybLP2lEvcBm
g3THFTk/ciG6RKHWXXU6yBfDfB0UNyQuU9U5covqnOOUIbUpwPIWyxN0GIKVzK7bgL4kb5oSP1Qc
K2ZJRpqfXxPNTu4+5kRYLjJjYMCXTd0418j75DLWnf2g6M9pY1irnK7rS0f8UdkQpxelYfAYtigH
L2Gj+t+kLs113dDssOv3pK8m1VsTuf2rUM2LzfblpMTIR9FIKIgProcumvkS6I28RvOiUQhUHkm/
hqq2I5kuwB25LQ1zWp0+KOALUVlsaeiGG1HE3TlS3sMDEITdNuhPrkZAqmaENxF7q55HG5mYTDlK
WYIgyUj1MKlk+7CAfsIPhfVTEnbY/pPAuzXIHoP4E45n2y9JXxjg2ZDHbuK87xVuIlKB0iw7jl6o
7m4GkJhdcHq3g/7mBOmzocELcwJmH5bIntw45tadqH6RdBnfKqdwDlOsv/dZENxtFUy7QoLlo+4G
EmKyLdF2aS9Fzm/SztF+Tga2oxwkBem29ZJHSQIfxJyecJPWElBeeJa6sDE/tLaf9dXHirS631By
fyYyw5JfktVOkAC3QWl+kF3J50U/ULMMr3ZU0uQzeJY5sYDrIEhyKP1fzCHymDJQ38VGHh9qE2BD
5op3ws/9lZFYPNojzBzJFc2JsupSgwvIe7oML5pZeXt9rJPVUN5co/Z27ph6a2Fb/zjIPs+6F27t
nGsupNnwG7PLZ6IxOpQG4CMbwnlcEU9gEgJ6iO1mq4rOP5GrNm0q8vL42WLjXs1L6oxHlO2fReNE
Bx7i4jlZcEr5BHcreFnwBwGaVlw2T8uSt1ytSBiT69Ca1BmvKdEpdBY3mBrAvEjGVHVsVqdlsPJ3
6XddhrB1OeyWYy8HEwTB+tjkZUscrUrOQ46jaZpzPX3tS6sLc9tnXbAS2aDDnqTHAROyZ3sfHKAh
MrsNXZrf+ioOzpY37EjXeOcwd34eJKO0M57EcReEcm0VrfYN9SI1v+lNW1dyv0ZT9GGAZ2CulzxG
qeB9eumfTre7s9WiTcJGbPKIr7zQS090dVHfuB3pu4VyngVU/nNvlu3ZtlDJW4Ibq9Zr9RWG5dqT
oB1REbZ7tlyMxIYffMuCPjxOURG+Wj7GrXGSams3cXCzXZJTbAGSrKObsnKzcrqMmrl3rcq7LEva
WdsocsJTZsXq0vlB82rpKGhNL8Q2VbJPaIHdX7OWdyjMSEMyysQ5VSSZ0YJyH2jVGYs3sLam3n14
GarQsGnNXe5YwaWeyzdi1f7ExYyatjEJLm8oCtvsRrOzPTGwOVYxxaYqJNW9kxqYShnmAz5lLiZC
C0Cty+MDPFgHYpZztTa4+p5q9siTk5ubdH7uMjDB6iUK2JkEvBJGjzgOlNt8Eqqob72ArcWZF79o
AsSfw6bHvq/D4Qsdna1x3kqWV968SSYRHNK+BH+pz03NrldzWDoml8kO+02nteo8khq2xijA+Gv+
Ukj1M3CxcS+3Xh1FFZq0jjYNOazRGvmidw4MriVW2vznVRhJ8v9gxkfxemQ4M9fpqeUFF966H41p
+ydcg+mh1RBRD1YJnK3S9sx3FU55izZqTBvpLGJCgdyo9i5hZP6j17RC6f94T80obgEy2h9mMZzg
+pBpO0j91g4q3Td+G4E+8dJLrjUnNZqvoeacQ00Np4YeMIUY14YlHj1K9Gpl2CVYNT89pLn3Fqe2
5EZF5cEBLuF9p6BOmAzWpX0VfnIir6h5Ao+VtB1buQuYFz8RT4IDDdcpRravXmzdeqTPb7nNWiQD
+gc+WptlpJtLjXBlbPYwnAv68gV4nNmynM6zqSn3wIO7tFzpyUYXG1Dn2OonfiD9tLwKpckro/hT
CzPfwoex4cazRPPISXXxzQgL2NjlYB5xsZtHP5zG4/BauDCGkTbHgPcDej0kjjP1NYVR7azBAXto
KOseh7T3J4+WigH2iYY2pcUQOtq+tagJPcgFL1w1vQc18rivPB+Q2TxeKjr7HyBj9m75yqHnWs8C
fo8E9APGqHzviRE1cE54lgNwK3GtjEEcC/DzcG9F4TdO6/qSzws0XBIsS3qZMEY3uj3ab03Sim1s
1dAEAXtdSmXrZ9rdTzu02TU63qmhSb6LaS9xKX4rEo8ZTZZ+BDYhp6lJ5R/q6uxbfLX8IwryN3QU
tkQfABXYL3T/nDk5jgcv2jqyJkk38v2zZRE4T8LNK1bCkuF1GYynZbFbYqGJLvLAB3ClIn8uuksy
1vflHkpBebbipDovr5pQ3UrgkFiLivDspk54Xl6lU0j8ohRfgyZxBFnGG7Po4bpsPvShAUqGuB5I
sPEumupJhout8/KVQS9i5TRw6ohtEcdGFyAqQ8XpUQQwFhSz6ZMez/mFzfzSSsIZm8huNs7ts3Sp
5OdFlp4PwL+9WJYPP5c4kd4AF7LpVc/JbbwL8I4nQ5GLKgbyS3TuDesMmseqjZC6O22TnQnRwVDp
25k8iJHJhWzcUz4vNkGy9AHirzjT5uFVZJ1M3zJPPcxl+mzmIdRq/oIOfBdwZBDn4yagczkX7lrq
2RCRGWwsY9Jl8cdJPyfj16jo3C37xrKUXt8eklY9Q6+l1svHB8Td9MOglzJ21XGEu7Ilg072s8rp
ylMOeIRE8OUt8FwJd4jpNjEShitfSlI6N2MI+QjsK75fKZ0dlqb6hmjaOSdBMBjbSA90wJSB97d7
uLQQ2TEdGIwnDviS3sIA2ShyKRL8gYA4oyxPy0K1xx5eplhLuuRPUWMr+3epkeuS4Ne9VjpTMGwl
/euymK4G6JpkdMPpjQfAjG60ukda92TaMEZe4cYov3J/2EdVZKxr0q+2Np/JN4cEo5Q+4CvpNytX
y7D5yT5ft3AWNr7WgCfH33o0VeIcHU8zt2iKv+n8iVfXGuK/ixqyHTC2H7oKf1iar342ijGoEwzv
KMoh9ZMQe3JFamHfdUl2gn6yIWfTelQOFx4Zdtqj4zgLIDi/TK2tf7fR06+cOiAqXTM3eixHA/se
ZgokIfaRqykuH+Vkm7It7cM4axKWBWVYcSYN8QXA4oEdUmdqjWiiSdVc0BjdCz9utol05CJ165dv
o2/VRwtpZkQ4M0NvAoimUmCg49Wy9FW5sjQuJ753jAZ2msCo46sSzAax0TTbWmPmPY3hNQz7/lV3
ddA+LlPc0mnEruiZdniVEz1Sw4p2Q6EwLjTjf5q/IMyMVZi5GXoHPT+MZXr493CpUNjt0346Re9L
oUQ6o7xXSQEOTpWntsVjtoyIrOyf3K3kTkPquguw3DBkwgzDIaVOVtge6IX41855ccbOQCHlKv0a
5bF3S5QWH3wc67OVXmwdomAx2zFgKuwi2zsxo1y9q7SbQWURzfe/LLIYh4Y5Q7EcCwsUjXo7kdOB
qk/9jtqvxk7xTacM/HP6cZgaOvNkFnyCocp94jVER9iN0X0ZDZelfwjyn2bg50/w4fTX7afjEtjI
n0l3V7Tub7ua3GuSETAHsWF8CA9lU6t7j7bup2NsB7OqjKppMC8dVM+TGgLqDzViHowpy9d/p3wy
fhqyq4/0jLkI+ApqDOT6zRi1EEiUGR8b/GLuGALgIIAFYVHAyNKhZxvNGpJF5ZQkkgl6U5abpV5b
FhMkYEm1RAd8cuHOCaiqyvDp1o7+M8r0BDhmT+KdDEN9QzyVc+hE89XNIdrWTEjMPC0CakcJpFUY
7lsDNn9dpw/AxV+ybmhxIPFHI+Nx+nOfLKu56cQk+2fcVXS5IIa2Df+3mPsQUEslAZWf/z45vPHj
US/Q1r3YfZx9o+tARTqcQp2oUAPa1GebeTToJQ9Gyjxvh3Lm1aGRRuSNn3EQSgKIfy+TQ8vHlUDP
hzc7qLMTSfGMNpDsH4aBSXojxu6gJMwiq6nri1PRNU7naNWIBs+Gm3b/phMAUk3S4rPOWzEYg/2s
x+Jr1CNt7zJy24WJhvt5rgaEMfp7g6HLOtOL76ofIH0DtwDl6NRnk7jjFwzjw20Ihyv6vuRhWO2v
IUraI72l5IEJlvYUDJhNQhwL3959Hcwmf/dKxEoCYU8ygjZHDhHcPOFomMEj7tzo2WpYjgkFKT47
jIT47PU/BuSjdVnlAeEElggOudf907fi04zc4NTOjXw7rZAmSSbgNKSOOh344/IK6U668gLNW3ni
4M+anWUJqINOcYRIL/DSR61j57GYd33S6thMU9KfLMr6tSJGGdtK05+K1ulOpDaCjOgwm8PYLC+T
G1QXY16cNt+Gbp4fqiQYMGCK/oR29sPrehKTO/b6jT+ftMsCKRGGkkZVtkEB7O8KVyn8Vnqziayy
WgXCem0sf4Qymrf7v5q9CvnvkQiX4hzP8RrNJK/SbMNn3eYhMpkE76/Sy0epoa80UnwY4D340OGX
RJwUpRD4JDcIfMxcZxJsXhVN53eVht1pYuvDakprBREDXijGu8tTSzDPygW2OxFrxHMxtYh5ifYi
YYwWwzEwkoNt+/4h7bnVNOCO/qpBqePrdQ19c4V4Cyx2OZ3kfHtQvvDOXsVnhA7MjuA6kwlwaqNE
Rag4izQk3jyM6YqgIlSNzo6LGvuLhvQLPltaaUBtGrP+yD86doecnMlHbQAc41IX/ZWHTX4Nx2OE
zdMK7mFR07iE3nTjHcmTsQ0qlHJCFXuzHFuqyZC+mGMOG9UxSgodKDxBxixcV2IsXzx8n6siwQtZ
Vrp5bgSZHaNfcqNLMGCLkosSOMRiOjZZb/190OKJyXHta9iCBFusmIukqo8Ij67C19axyYG2nfaJ
FrJ8bae7VozyCAU0OsUBjds6cN0L9vHkZiKKSjM8md5Qfo8LVztXxnRsfVU+c5ERbZYSLJjiSHr1
DefgCYAujbLCi0wsfafGkvoSqcp15ClcG/Evr7W8u2UJuesoEQ76RPHdTBwvsYGOpWlje5e2bvuq
bBhfjZKAR4uGfSxqXnuXcPZcS/eIVK0XqefNs+xqVESmIEdnUgbSJtq9Qum3vLCB9xd9O6sqO3Qp
8/A8q5hU2L72bAPbvaVFyDYnOD2XEaQDY2HF2WT+1QV67RugWOObb9G+EOyObmOCINK8T2Z1zR0r
JCxvlLbPPiVLLR5WaaeC3z5n4kpJXb9PmdVvSlQ+WMHFe6DAhYCke/RV174yj9yBWV61jd6/hZO7
k0IZ+7ZrXLpZvryrNsvW9kAdVubWtCE20n5LGBtYXIb//iRcwaurPX/aUEU+7LBrLp7mmCsTtucG
ajIWQdXm/9ii+U175GUZj9SR497J4qYkAJMbAFDNxuw/r+oaIMTAbGcHufk3kX85J5Fv3JaFuGCT
+COMkJUe/p7GwniLSlO+lgQE8ZuGCzDV9lMKwse4n7jvkaRS05VxVA3AAQTm9adRDZxeU/3eFGxC
zmRfNbM8aVVRI3Nrnde0oTNdDQM4uNZdc6ES7xH6UtC29Y9R6tme4VD5rhvea++n01fvafdCd38P
GZC15e+ozJZvYhRn3RcIoyee2YBfzCuN0b3p0XdECSo2XDGqjezj/NIl6mbNEs5WRxNaBWJVasxk
pqwX60WohnSJ1JtoVIgrxHuXC/yL8FWujt3shxE1YDxLeX2jfSITtdbmgKKdgLiRG2yeUk/vTcMq
NnXajT80ZjxOaEXoojn/S+IOHylp7lBmsNENiH3GrPkkCCY/GF7YrSszlrTUYZ5wH9awQQpv3RAn
tKlS24Fx0jsPoScwD2NC2F3UepWbX9Je9K+kCRVHV4Myb+K/52Nzz+c/rOg2XLCcLdtFcxyaGG1q
EIboVIbqUYryd0dzGmxB+DQdyKywUZhuCDM7eTnwPxdJ2qGiE3toZfbdQNm7sjFFE09KxwoBOVbP
htS/yJJHP+P64PV5/qZl2R9Rmz37lBUeiT9JVlLDLRF10jrKvvY+6BF8pLC3b7FCb28nLHHdfTo+
c+PRyIunzxVkFTtIdyNdYv8Yw/BtMKrooZH9NrZOccuJyhpS3nj8lRCgyx7zcOLowcYRLYdrFDH9
LlyBHGq5E/BUImhvIWmvQqP/FpIUekBw3d7tqmYmVE3lHgLcUzcbbbfslcR8ioNL9p5FssRFNyAS
VKGd/jB9yBpREmtbO3A4oBFLv0LyedAqKZ8k72z/HT17VNGgDmOYRQgP/34MC2HLnT4isUNE168y
1/4cka51M4TePcOGp0soot95NBKOi6Xw2CdpvOWTeojaHsjtPOksSo0oT9shBRuhWxi2n/OHZ2+T
T0mxP/7JG92/EW7r3xhLESPQpuZ2+WclA0KEG+IiSlfeSkt/iVEXME5I4aQxe6KoLbJ3BkBkycrU
+R5XH271GNs7h9L0MzTJwdUjQB3lkLwao/bDaz2J1ioTH2iR1xGg7WPagcYKYu3munmyF3E/nvV5
IYoBc3lkPvnDRv1lTFwgXhl3vyAGHkFrjR193tBk4ji7lrN3NQyOfbc98FazhWZZ7NlHU9mjtbOU
Oud0VRhQszDp1HCTJh8exzwpQeUunt+ZISu1WXpECBfZoydvXnRvAERfD0eTPvs2EDpps9ScV7DZ
yVsWFNnWZCQAOoEHAmcygTe6Yd87Pf3O4Eg/4gGy78sSj9YlT/V2L9XZaLpuJhfQMG3S6LM1IXKO
SRudZFuKXRuRtOg5IyHCE5A88rkbyuPZ3NNmw47ARnVYmjpx7mRA4FrCaFKcpiSEVgeync/WrCRt
GMFX/ljDZaCUrJahWEIImsW3wA5NsNe8LK+0Xsc4mNJNi7OdrXTVMjvXx/OycGoGBGAil1murQuQ
ZnllDvTHA7fhJl67NHQ7ipbLAFj1QjtPnwJ0VDPnihbLbulTTR2TYNrAz9FrxKHGSXFux+jQYL+8
hVBmzIqyi4r6MkvBMQ+bv1I4+6dlSWLzP6+y+VVeOfRFTbKrNRR+K9S+VotiKk3Eti0z797wQbs3
Bqna3KOeczaxaJgegV83Hk4Xjzs10WNGPLLWqsA+8y/j2zJtotllUV/p3y05MsgptGMnh+mczBqP
ZVm+1ItfdT/WoK51t8EVrbqzaY0PmAr2irb5b0k0zKkbnP5ktOGwd7pyX6XBxLPABWrEOZy9LF+X
xhOJQX0sXR0C+hB0MXPdFOtyXtcviE2isxxyIpRJkMWnNJGAMRTJNifrGHBg45y6eUHl5Jxikyto
NvUKIGqlHU2QsV6ciJuP4hP6FEnnUs4sLPzHRDwCPV8mY1BazKsp943pjtcoqwUCjZssx/EKwXeo
cutjihsiNArR7G27+8BoaO/xxNoPzaLLQyiJDeW+KZvkW+boPoGdwPUUPF/LCcrP3GPy25Sudc4t
PCpRD2QF/C/E1Zrh8DKHWOY8taUe3D/NnWwrRg4hbNCQSdCxRnPTID8gjaaIFgwFY815nA8fTZ2X
7n/k53B3hghzXh6jGPnvRcF6O8H7iDBKkLewDBh6G3WtL6iUmTuIJ5oQ7QRoBmGczItvmMP9Xb6o
EBoRQAkuiR5q8+FYYc/Z4VjRj8tSIAo8tgAxUUozVWzyTRr0DGEs/bwsAyisMwwjFKOg2oSpZkxi
frWMGWgqYxdpJl+mpUWUXY8w1DMbyFNWYOP54nElyATqV0yf+H/aossrLCPIIxp48v/no9ui2lwx
o0VFPc8wFtXRssRj8icoAwuxdZq8ekzI9gJ8aj31RD6mbvuzT1EK0FR+or/6CDQaxVGeEW+o5KsG
q5n8o/n3WzUj7V+dW5KA1LUUgP/WgyRI7Lm1G4flKErBQKz9qIRxoKwv0oSi6yIsEJr8gop96Xov
ObY5UDfl5fBbZ4uE2zLVWupSONVsASosD3avCCw2smzTZGTZD3ocHoPeM/eJ75jIo8icMGVjbQNA
Nhfd9bko/RdhZ7Yct7Ft2y9CBBI97mP1fZEUJVl+QdiShb5J9MDXn5FJb+vus+859yWjWJYskgUk
cq0155izSw52a61nWiKv9JT6hzF42QERQryNVB6s50I7IKKpPR1Rdg0/SA/eNpgq3oyshoAWgPAt
+QW+dPMQ3pboZ+3A+UR6k3wmom3mHqHDzxNYP3DSBjMSeo94RzLD59UcrD/1izw1ofBGhIEGGb80
Zq1EVoyKu2lYsAubONrN0zS75B/eaDl7MzM6J9zoU6XDSNK0wXCC54r3cFpjvDt+e5q95cK0ON/3
i4t3NWCfLoIl/1CEBHGb7AheLo5rUAZvQGH3tGHr0+IvBMfkTQyhTpXuhLsRTata/lW0wl9D9YXC
aJhumZIN6AUvJN1s0vIgl76KyhvJU534kHqOt/hWlS4npPgteEIZDfdQjoYOGxU1pfpnCpAfTIsy
4y4qY3q3wXMu2Va7vrS1yukxSja0gnt8x9vANRhGdqXtX1+zDLyVvnH0PVO1zK69NiXVrm7iq6sW
/WqScXyNC2ICyX6WHBqJAjJL4n9XGZr4t7LmLjIfN56dLJe6/q4FjDObcwYig87gQuZYAg0dXfmG
sDTy/RIvRAPCMsd2vHOanEzWueoOdTDWlK8LaBwRBe/Aaj7fzzJ0sze9QMxHa+zn1OUtiUY1M2d6
2qu82KtzapWSWy9xjYUj98NHE1FpkKbtVNfJNMfH8s8CQv06xcPO6JPv6Csg+tZ8P8+oI5g1AIrN
FtS6T6cujUs40r3I6aTectpIJHpHp6TPi22GEgOtEV0qvVhJEwGNQp1cFD0tFTOjBZiY88sgRXiH
VvWD/rV36lwZveLDM17xVp9epWxQZ+KHuU+Da9/z2CnPJRq0s+5Hp7cICtXdkiGXZZAjek9LlwQ+
J994K6HQhNhhfIsc62hP86xk9PS/dfNCDSxyGSyn2JTVwcUowmwrARvXkSHPkQktAM3vVLD9DRJq
WG2GYu9jAP5oP2A0oIrh5wa9G1z0YtKjnH9wUDM/tats9sggncfSjMWphloZTIF/433z3vb0x4zq
s+QaP0eDvDFMSG6ZugH0EqkvUyohRQYbkRC75L7WxnSaqrXYc65T24D73Y7dl8YJKVG6Qr43Rv2Q
9tS8+X4WbibkC8h3ge3YCZETLV05w1v8S001tMl0189wEh7LiX1qyNqbpOG+BgjP73mY3fRXOd/Z
1RTxz0q03m4oRhv3YW9/lnnJl35oH30buwzzh1LN87W4ss9XcsAg0SPL5Je4zH/OzWPhn2jIYAqT
4BPjHnH2B/aKuE4OzlLTgQafu3fM9jgzHHqvzOhCRqj/1F9J2SmvTIt5zvP3+rPsUaa99OtIt1ss
R7vCpTCndedv2yxOL/iJkVCps+u0dsuZLfSUIB8/Rm3955p30F1m/K6HoEE1bE8JkSiLV7A1ox+K
1HvLYhEkrk4Y+sxRpy2jQvTmcebO14DnzKnwQ3abhW14bQ0fOs3obdY58AHdhrTVJ1dSAhHKhq+H
+QmdjM1QONErVQDG1qV/zmJSyZs2QW3VmP4IYgyc6j4ox/TkFpp3Q4KPAWy5omZIyUwiGmFI0OOL
2P1kuPWbP0TRNxv1Bb/qfiNwZb7ohbZsiBUp/jwE6anVzX0jfJNG4GAUddpHppoe8qdRGyXhAajL
euP30upBEQcDJMs2Kj/ZofVb5SOhmkeMAU6L5RqP/LRfg5XJYGOQVQDX0gaWJUm/An54XxE37ZP6
rzUbvGvd2/HbVAOdBhfc/tHV/ithMF/cpHBOOTDct4pyliJJPSaVFIgEifYwNZxyC65Zl7r/lVra
PQkjffZuVZ2SDMCp29jLbybxj7X9E/+E923E+3jwilGcMru8OJ1YX7E1f3fivjpTyaxXQFD5i6lc
eKXKIaoRL7/o9/wgv8L3dU51FTL2SFy7uMwd2n8jNndDvtS7omkjcjmi9lan/l/mSqyoahOCjo6Y
KgHh7V0qcquV3t1i3nLvZ6hCQW/NB192zY3au7mtqwqSIiUGXhzTgloBOHFjdvcy+JRLvBeDUgun
Nr2sZrE5XcfV3o1SkwSEf5nnJABXCKE8Wvdcv/K8yuUeEd/4klQWx5CRyxLJa36RvhWgpl6Nk5UL
Zn//DN2DJHCg74/TlgQgfO8pNGa11Qovym/Y826IzgEfdX271+/nwxZbjXkfclsZUQneIc0a9XFD
UnyZLgb+DbikyLILbO2WRG7N5ydK/IeuyzRNDSWrXPBkGJa/0POSKaAEETDamCJUwAvovhIB6NHI
yGta/jVDhdxDzo0XSuw7mtsbPWDKPyTa7CemA5Ag9EF76dJQF4mlOb0xwxYHYwpfGD/WR9jZkGnF
BBDpA2EQKES/Hg0QTjtdk05RKIxSWeuj/Aj+iVTLuuuPM+3FE/AOlK4UQkSLV8Wp9HjwSmW/N21I
2M7Szjv95TC28jgNhC8lGeEti0gXnKEFI1wYGVVG27Vn2pYgseP7sCSTpURCnCqTFltfMAY3yh/v
Bpfft+h/q0V7HeqeKc9qZa9xyR+kD0yzzU6RvhSYzjH39u/CkON9SVdx8HuQjNBApE8AQl4cq6b/
Ug50XkIDzU+74jAYJ9PlwMr2VEEnBI/N7rozMss546w5wykDON6Fn+OOHMi0t2sSCb3ic45knuFP
jWqVLtceoUO2G4N8uTrpsFz9pJ+2tg2vZFHaGBK97UuhAuyJuvgW5pEJeZMaLyLBmpB2h4Tq4Dih
c5hnUX1Kx6b6hGbc2FplwVmtt6xPS26PuyAz0303yL+MYXTeRjMzTxBOyevC8ELkEDMuy/49FVZ6
TsboUoMTPMIw/YE5ykuPgkeLbHA9SVC2t2wJ/xKCS8JVKhK9lN4rDPvkEpgW6mVsQYL0NSDuvTqj
FcNgXKyyerq6gw7mKIZMDtq7XcwvbRa+oGwpzjUX1KvvhH+16JgPpiK0BNxk5yoiEDom0J3uO+JD
NSv1gUzyU2AeTbuHpR8pCAUQZMFGz6Al74YVLziA4ls7kuUAb4y+qVEUX8ouQqjSL68le95LDIh1
LrovQ8DU1p4CBKdqcQpnvEhcc43FqToSFkYoFLUvaUgz1LPkH2xcABO76LPh4CImTad6Urmy+Na5
H4vlOkXLZzTL4zHMFLE9MoYrx+1qW2W4OrRXZ1RiQuJDv3vJ8Kmm+riOlX9zOV5vLbt5NOpsibCJ
jbsxnAMK2+/lkjIk62V7Fbimcbs5vzHwRtc4zju7wm82dSK6JpJnnt91NWQ/5I914iE8x/J0JkjR
u7d4dHo5kCUSYAG1rDHcg9RAzl8C5QHgQc7zMNVAzPvlZ1SD49w7aRlteeBTfq8p2YDSEUcPONYl
VTqwIs/QpDlduSs9pD6tiauhUUslGyoomtAQPjobfZwyPWAjBp2K8njTJ65zIUqDUa8wRwTHsBax
/bgXWt3uhTrL3pcN5FfItxRNfuYi+wv+Qs5rXQoEDRf9SlAgnxdNvZm9t7Gz2wPDTnPXtzmMZzM1
6baguIeS94pp/C/RYmGV4P7PtRet26SHg9OgCnA7+8UCEbKJYNIctMRHL8xGievNTJLX2mWbFct6
69JmtBD8GcHWh+WxwwZo3ftDufr9zXb/1DZqTqz5HQSjvFiG80Klg44VpR/Xcxc/Ii+j3rGHgszw
+ZQ5vf8aTYt7povccso4jA1pyl3jfQ4HHGI29GUP5ZRZXiXqytbddp37pyXi5jjFpRyJPVw+m+XA
XFvpMDGUNdePV6BBbWnfTDXAXdQShhkWMyShW8gfjUegz3xsYsH3wXfKMRkFzwaCdXJI0WegGqnZ
TgxSJukTnETPyAksiniluZfvPc/9yZQVLrQa3oXOlD9l4J4Dwt2kMQ2PUj3MzQQHntOa3KFluGcK
p2Jwg+7ot3TOP1rpdtMSbqfcyTXNR7+onc+Q70igLxs3uxlD/Zvv+9MbZLXprcvcS7rCdYm9qySu
+jlOq4P3hTlkSXl1+7UkHrzVtCX4IfJL5/prKVBMbWSMHIdwqvKulxHT/i2BZPqEi/UeT0aMMzCz
X52AS8LAh9fNyNJa1YscaYZf0EC9zAkCcQiNxhvKQbogEbM6XCj3Xnd7VI+nU4vRFT8MRO1n9EfV
W+sBCx19IohiXFhXm6M5E3dnOQ9oxPU330T5wDCZJVuX9QAL/69kDTEnMai91nPikrOMJU5g37hJ
xAw0LXDkv/VjjjC/KyuueqxqIaaq/SS7llG1370OvX3LezffzJ4Xnj6O3ubMWaSX5pZn1nrVVJAk
YRy1FMmFsRdPb/UIdyucP7VFsD2Ad+Ncl7a3q5mVKt47dAI825dVDD4bR+eeaitdn5oKIJzxDQOO
MWXdPbOdL96yisuvpe8CcSlVngaQ7buB/B/Ng5g+gyuL99k4fsFdv6DgMX9DijsheA+KWwoW4NEK
In0KCKaMgoIrKqqWWV4QHUaGf98WikUzHPwLfstix+VHf1bxLXM0vZ/F75GyMOvFG5bgjKV7Oyep
yugEE3ZElr8xSW1/FOMovxAmeCM93DsUac2U3RnSvYeo/dNEjcohJVt+owe5IXCi3BU9Sni3C/Ng
Y2RN+phAQdIJPSYpKNgc2s7TtAsEM+oVs0OyUtrIZzsVxpFYH1xLRmNcRDkHyA9jYnNFxlxGqwZF
HTJLy5cquTverkyDDqUg54AhSd5sFIaHJsawZIrgxbXDiQNnjQGRy5s8Hxj9u5DpL2YcN3kEatGv
RP3edTFmgjC8s39SNCxu/1LzfZw4LMLWqeBVDNaIaI0eq/6qyi3rzgwJV1NiXEh/xKesFtz4qJg4
2G9lHv2YcISRyMoC8ciLUQ4ZSWJfbLK/3sd+ARI4uF+KtH2BncudXdWPxUtjrF8uyVimaJ7WUTed
43RoH3X1ItUJl07UmQlIfvJsSVermrA+1sw0tdTS17CenPaEw1imZRZE0Pk4vGLuTsHXN5DbPASe
OdlfJ+qgR6Dcx3qZc/kpJ4mZGZk57YGbDmgrJzRyfAgLzrvVBjwQ2l/DDiVtkK7G/e9BmZe0CTsV
uRh0v9vXLplA5NjljPUz/FwbTv1mOmXzkKmPvQy7J9hHellxFJ/GjuuwjdH4g2eVl15BZCLLoSVS
ucupzKo/vCwq/3Da8zI1+XGyiFOh4Et5IPnhqfUcvMy07BFf8UmfWmd5FIvhnobBftR55xMmhncV
jwVbtlfK4jRbNWHFoOeIEfWiP0dFmefsgKRMdXaywQIXxZyMGx7FV4wYDLkBEvbF8PtzITjrqtmZ
FOD5Fq9/CWTz/aOkZRIznldhvWhB9OikFXiiobz37UyYMI2qTWYQdezlcfUM1FKbpn3vyh9rj/60
qku0eg3Wd5BL5WvrE+QAikAV/GWi0p8q/DvUocuDSeD8mNsu5liCrxjxAs8hOFzgZn2c7EE3031Y
8q/VHFuQutNk2XIEc3ZNudqoPtLrqiq+jF3GyIP5POXy7+63GwvnuoQ/hKoDbLUEyvg8h1IxQJp4
3xtTA26MneD2L3XD9K0xkCH/EjlofcNHo7Tz0F339dLNGIEieTegvuBCXd+hfnEP9K5zNdTzRy8M
q3paHtS3+yDtaRPTmr8BAyxvqbF+LslIPNoNHIvaZWDztHp3VAKl7tOwWumVbRp8sCUMOP/Ne/WP
l19bG9YRAyJgQaRcjojT9zWlO5mNf0ApIGRXRc4q6vyjVKrMfuUwO2Yect1y5WjVJ+LPoa9+/7l6
661UQCW9ZCVOMj+8xhFPyV9L2wGE9qiNcqRrWhqSTBRSQYI3o0RGe2udCtxDEJJg/4r22+aKLj2I
RrOHRga7iJiJeBirt0FN4fTCdVrcujZ7cEzxXlw1IDUSL3+ZnYNNyBk7phMeCliRj2ppIxLDOp+n
XCHPejg8O8YXm3MiTDHxHDitP0aE7IFWOftZRdM6rn98+AcwmItzTPXuKCRYazj51SObjMzXpPji
xZw+EmVKrclIuXmZh5zV9w50pzntoq3eAfale5TW09epysyPOpfPZzhy0b2kFmDqcKlnjO7zZwmC
5eBMY3HNlMsOnUqKd4m8HxuTJ7D3ItjHsxecAMX97ZuZ6CicAVFBfsQ96CgQT9ymEwZUjv2YxGgT
F238iWr6vASk/IX2jNF8HJd7KY0fcZ5VF+FBtWg4eXlxhQYhsZsLYMDRGfEag5IKk/JRGyOzQ9To
nI3EFL8Q3O4LaHAFvWckaAgnZ+yqY0jicA/9bWCC+sl15x7aYXx3UrnHKJfdc6OcnnwD03PFoH3o
Dfwf+r0ZHcyHnI9GEFr/f/gVWouOgkaSqo3Pkqu/3eiaLaej/aA06B6tSkAcsV/aBQfRvB6/ic4d
YPEwLZV4368TKoB5FM9cwB5KsEc+ojZvjmaZyvuwes/aCfN3nvr0NMkPI82eY/4aNuVjsFsiLLMu
PhiEu0MOG8p+zxmg37bSkp/Gcv3hmIR00E1CaqeGk8GcPnAumq/EUA37qhQEboPnpgU7EdYWzsZN
NLTwtKzRbjIOtsG0Dxqbzywd86uIi4OVosl0fZ/5AvptziUl5J8p/DpZMzRqytLNr/IPbBHWHdLx
DmOIcY6oMMwGaMmoOoAOhcoRBiHlIGtSrVazHx841u0de1QATH+GuKhrITliWiuDLN7nCnDolMWh
TXC32fQFt4NVyn2s/Hp6KZqwvXlm9B32lH2UfZo93EIZVkksXNcYsKULpCjE+P+qlyJzz9k4zNdd
mQMTY6sa7z7JZCicEUEzdbxSSwbXmqPZPrPwXhI2mF7l1KH/U6/0EigK1WpPBCopMb2tlpDr5JTn
uY8wrSqO2Mt55rqI0M8fb442WQNqdqmPQWlczNdRtavUVJ0YSDxikJg+XjHwSfYGH7/nY/XJ1F/S
f1Mva9g5myDzi/VLUDHK1j+G2Q3EZbjRTSPicGDFmwDlwUk/uYqgkBtrijCG5nPGh2Jf+yqaHnpx
mtE8oyB4S8OqhbQeO4zfpvimF3Om+T0C6K/UpA69SHwlvjK+Omppg3a45NYpVkPjMO7MS+CDLNr4
SEd29I/wv43xep171ydagRAVmykr38i4oJpAq+k1QQaWoWVjY+fDfQSYCQMNjbhzJv1duMzJ1VcL
aDKc+53R+XAX03e7h15pDR1ibFe9RMkj1EDZ2nro24jVoC5Hgm1BLGPwXLfBp9QjRgZkFhqGf/6j
fuX3hBB9HGOT2Trxt3okOhg5Z0wb17DLn3nf9kc6HrS5ptkprnQ0/Y0zReXOVjY2Vy1TTUZ8KWlJ
Ow1qib6Z71yQ63mEW/LIbZwuZZuAw4klmFc7ge0gMcJ69M8+M3bwtx6Sok/ER1i7tZWEcvjhsP8Y
+5eRcRVUl0oIkNjOH8iR2oOFtZmfn0UMKfa+Mc4PXpV8zyYxR5iQkUNnYO4wEMiayR3iKQ9K8q1P
SsRU65x/ncaUKll5iCsOxG4GHKDX3uIsTq4fD/U5TV4WZRbXS4Gh5pYox7iEd3asl/R1PSLvwzJm
NMN6JdxihVYVv/pGkx61m9FXZCn9SjscjcnLT5iWTgyKvEsAwvhjcbAsY5mK0ALwo9q2+feCNgGY
7irelcnw4/mmH3L6cWes7RZrvXcRfgpNJWu7S83dqr9KFVJhjVUiIQfAXHVWtJKnWjGleCiL3EZO
J63ONl1P3V2G93MGuHEaDcs9CKJVIR5W0wsogJEueU+oWfhEKCa3FvSavSOy5Da6Az0aF17WBaLH
5r8JIuRic4kw2Nr9mpPKGmhomHi/j0APz6G7fE10V6Kl73jAbewcLXjIe+mBh558236x08x5gQSc
MEIhK3fxoUczATz3SBPouYv10PCRO8rtVM92/bGMyvKEFqC5csGyg3KW3cE3Xm56adt1Pc19+2Df
yuhp9TwCa/9a1ikzE7ozO/3lJAdjb1J5bwIw/3f7nAseEvVQtqi9ZVFfDJRgCvzZbJys6a+oQ7lT
AC1drAykVgxwCXk5K1zbPznPG7aLEmaacpqaLEKZnmqRqG5lF791aacgadM9DtIZDtbSHNYFgaMM
ZX7IGAW/jw4xGnmXlJfRpeGPiN7eLOruLChTiD9Qdyt79bALVo4tv3r8+pXZIihbFzxF38rCYxRm
5/OVh9t8nZRqyXMrccYcjf3CLHjud88M2AEyixKbP2bE1w6DyBFh4cwkTSp2FHihFo4gbhnsZ/y+
Tvqr2Ldf57ixGdtmzn1QM+aksbsrhMKdtqHVzvK3Ky2rqie7bY9G2v49jt/itAHMHNIPPOUS4YIP
t2zXEvN0HLsR93FwQXvvvcmMfmBR1N95ZMudbLLfc2J7+l0tmYHZAZsrB7nhTdaIMpZPMAPGe5Ha
86d6zMicpWV0Mgd6p4ZA3oaVX74I4fdMWtYOelVU3kv6p3rQoUceq2qahBlGCVwvVhrV4CbRzSz+
l2pgAOKsYkdaERLWaTOVYqqP4AqdM/Cnc616+qsq7VURc8G6YxKIxw5akh1M3BiGGfXUJT+FBJYl
lQet4emdZLkF7T72qbhWS3aHuLP6R9fDg4I9aByqYRE3dDDJafk69HO/9yl6n6FaBJ06TNtE5XZ+
9MLzMvtatXI+1QFUnSZNDknors8pUjExA8M3yMHJkw4NSwOKrLFKMn3C7lkr4XcLD5uHG4gIn0fU
I2Swu1vL7nPjGoL/9+BGm7WYtzUU0MJrMNFDMN43jbPeUqd3r8L6OuXMgoW6DLTKQOsN5m74maSp
PBNTJFDsroABe3jOMCG9e054+MYXhxHbLZOQ/p2M4uotTFJAn4mJN6PrL10m4MdzFgTYF6RMswi3
0bOVj4XAV4a8jMmYAsA9VDudptXpY1VJ1U81jBsv0cB2tfS2PZzmgF766sEDIfGJE73DAZ2vpOj8
M2n36GlERKFFgS2eLuFkhZl9rsfW+YaW3t9MVIsPdK39qR/RmqQFyY91bXs/hvQbcPT3VSgfOjro
F19AYstr5D6LsktzuRmYbBA9JxLjdLZY39F+mqTexDV8utV8hq1TQ0Lsuq3uNCH7Sz96ToUbNxtS
W4NDPLfHLHGKy7qGKYoYj83Jwc8K9lkh4rSYyzeJWS+79d1UP7z+hTSK4VcBFLqQttithJdvnRxa
W20JFQ+vuHPgSuV1IBU79/vnx8ENgEV2gItCd5okOgap6M1xQYIm1YszLBTc8Vwx0JLy5CJjPjB6
eAW/MZ9xIQDji4vmjJzw94S5+ZNGrtxzcjNPwqGt1eYr50QIJ4Q1MXnf6jlfXEuUNjI4CmJF0xT1
+hiF7au7JP5uLM2ZnCvzFnti+BpxHNEku0J14PSrUrXhpA/ismEmSrU6njSkwkoIEJuiCUiSOh1x
cxxkOhVXXbjoEobRp3turfy1mHw6kYlB2JQdGPYmMWgQ5yYlJ92magM8QGybnjHKkvYIg+aRiPPE
JYQnEDSku/i1hK3w4nsc/Omz+pwoE/eSrKt7oZHrK2kaTLM1wtMMa8Uu3eWdve0agEDZUi8Hn5bE
yV6NjnColK9i2gd4H32fSFf80xqMpJfU/5bGKZO9fPwKBzg4QbmemIByMT688lzXqpGfO98kiWVn
PbiPqfCJY+iKTexlgG9bAjBVpFoKmI40Mu+bWxAIm/mCn6PKpw+aGJOr4KamSXaLVKwLVsRsdI9P
M+d1zxmNp16IHAw3YSuzA+5NfzfZDpe4A80P7iLS+smCisHM7a5f1bmE+Te5W9MQPE1Wn1QxV1FO
BwIkaaZ3eKLh8R0HFxptx5jL7MvmaZrhS5/VmDwZLH88N9umwiAbr+vBcwJrb/pYsEI6ay9fpkkl
pdRTc5k1eLKx229q5PFYJyEeY08+bDNtXOhkW181IPFhd+yriFc1nkkvwTxMBE8z8DWG5EdDsNfh
43mfeOXlf+dne8TG/Ac927Uc7B+uJSgZnH8PXMhs9L7TIsL9UlEQp1VcPHHpv5fRugzYmpH2aSS5
HpaSqoH+BH0JRUtw4Tjt7kNL/ihh4VxCs+h52iVvFmKQxyxgZk6OxzXsoZgP2cLvXWc9liFwUYNV
zYXMZwkgi4yqSWy1E3FpsSMyHWFo5EOERohZX/ViAGHf+XWbbHX4xdqVAtYyG6p4TFU03nVIB9Oh
jjMcCReaRdBxbGEYtRi7qgZdYNfmb50aJ65ggy4+7MnjvKL6L1r/xXTOvWeYF6jOOC3n1GD8zxZp
TfIPi6qXjprn3ST+2wsfFVG2tbPjQy/2lTmWZ31DCPGRWPN9/j8kBv0/cjDc/2Cao+3ybap7R7iO
z+fz75/KGoyOYQGJ3tsNYvXCH/co/ntm7SzE4LmHOGIiCpDh7/cEZFBunSm66D8SdsnwVH+rKADV
lXlM1HlnuO9F38EzHefiMKove7aZUzYa4uO/2v4U3OKScDBTWbycxTDvsO3fUpv5604ri+MoQ2mD
Xgk6unpTB5noN5HM//Mm1rSN5YJmtKOWG45aG1F2073qufyv9/Tm2qsdVr9nt2OL85zRvf7Dv/6c
fk//Yf1eYnrNR5zV//j7dsik+be7gJway3NsmxmaidJY/DeGfBz1KLxbWRwb2iQTB/qTD5yBiGNg
AkvTvRSO+aOK2/fea0cImIqauiIh2ZHuCstTyiteqOXS1bj6htFjhx+RghWmoqBzzkyI6ZtmFAU9
nYWDyz5Onl0FRCbhID+OG48ICnvCgQ/tE704uzttekxa6VztjAB3CjNiOvfxWFzy7FSrg3QemsPG
TDyYp5AHL7M/Y3ujAmHA1+1DE2BACHX0/7NZWOxb//GLckNhC5q4oTADS6VQ/d/5LI6VDhyj7fho
wDU+5uqn1ksgqT0S14j3+ryTzTO6IrhiSYB12sbRpF1sZvQ17abpTb2R2DEYisAiEiWyWihhKbrE
tMt3iKrWF4GyCvQyrM+BAPLeL+TdW/BdV2XyfVUbRYuY4zwF898NLH5xf60rZ6tfmLWJds6m9eij
dlTfcwuHynPX8lw5xXda9subZabdNsCUeeO2SIA+jG8hVwIsT8d4SzDRAN3UrYXYIBdBWvVFH6Uq
Nf+10xLGTWICeGpzdOcgtyxUDgTTN1rVY/9Wlw7VajfASB1ccvg0Sg4USLgzF/puU9TPj7K+0KmC
6bMwB0RPFBB9sXxN46R4toMPWBUq6Z7DFFmndS0hkzEPzmGQayQiEem49LGUbUy1qXHyr84pyZH6
xAoDyN8HE1nudmqtF6GWGFgAEDmXjZSUleoUTPVwbEOwGV65epfMAykT596ww73bgL7bj6vp41LG
pCgMz3mKQOSPkTMf19j4pDej0u8K68Q/Oj5XXJnnwBQ/V4ysR24HA2V3ujwtjiDaJpIC2gHuZc7H
UtLGo+s6HRt8a8yj0wZqIJK8xmUPCUtwwFLx1vwqNcjfLolU9gA3D2sBVHAwwzOU6COKxfja98ku
U71fW4ny01wcA0g3x1lG82GtxvYuwnZvCbE8pC/LY5X8WRmSrJXa7Z5QWrJNRMfl2SV3woi2dtYN
fwF7/G5XTbrh3oMs7KbDE4ITk3FksZ0jAPbaQr5EpJZR/39dGjM7Bqq9CmuMTm0jZLgdc+uPuq57
4DcIChoJALjJSfMYWia0tlObl7rp3be4JqOUcXoEfNK4J3xeSOdl/YTg9nSBZ589uzNuA8K3WxZO
BX0QqoJkRu+flRPJKFMCBX1CO7/0Hc1qfAiMiyIqucms1uMkWhhuOaOKLk6ZArrDuY/76dOQKOFG
5H9BJnGQfhXf6FetcPC5AUL2JZ1kYYTOsuMoKXamImu0XTQch6b+sZa0WoN/0Yzynx8nHMiPULeT
hXyNam7R+6VM7pgaBR7ZLEgF5tMyd5dWYb30otUlmPW/havjHby5yG7SDrmjLW8TKaeg/RR8Ni8T
Tz/yn760MvrJVPnFa72VsUxD08bj15DM6bsXYko2qsDaEqRrHwN+9A2PxxKQePEtVzKgEt3UcRWh
/E4HjPBfTsR3Up5dlB1lvEe7WRPVAjQbFTihlbJxHh79jQNRWwaSRibqnS1v+oChF98b53PN2Adi
WHT5tUgoLAmR8CfdICz8fDwKtNOWkmeQ5IKzLqMvb3jfFPBvoLvRF5Z8wqWYd3HaLkdBX3kb4UzY
YlxIDqPqhUcDOGo/UT5gtyOPxypTcP0OhqBLMv2Y8tp6c8b3ekSXDX/NuotEfHLINiKTWUquHgaw
EDOLXTgREoOm5OHX0fg2CiA/KBbvPOxZamx8U0k6qxCZQ06I8bNviUH6tchEfK5Nezl4o8A/+M+C
Ot6GkhhUuL6ixt6vQfAtM/G/n0KHNOjAgouCDY0km7wldtdkGL0yC0arPwcFAm8wt1+ypBsOFqK7
i14IgzYYs1AuzQ127FRJkdLATyjETWbfHZ7slm2FUh8EnPpyXMkIc3Cl7oAXVDVurBmjbr2gOySZ
d5H2CUuJvNVdHW46WhGnwYuCN4hrmyUrQ7Ag2ZVdiba8ksYwm7evCn9YAf09d2BSqNXs8TKoVzJA
X4XN/2SiKWELBh2Orf+RZMnX0gmH46i4T45CGgwMaylbrW/TEH5xSohUTUIXG8Fmecvozh6hmZjv
Q9q82tmydxfjz2Qx5T5a3uMwHo4xSV/oDNKr6y722WL/bpWQzVCke1LaJ67zayhIY8iSxqFps0Y7
gakPqtLcpzzoCIImUCOlbbymh1bl8AhfEJOB5MbDxVhApW7a5eazR4BS7e6/WGqF6SDdEdVxTY5N
NL23qYOZp+OxPppGew5aS9yIUkFvmWN7qibxWyGi7wsDPxwExDIZlZ2h4qdhZhTBPcjLZRuRoA7i
3emvdQ220GQD31dGF2x68KLrOsHlZ+MlL62F6Fr5z77NelKUBwQD3qlIE5DkoJoPKUOtF8DRWAgQ
pu0gPk5ML4sAd2Xqvg4OVlvPEVdHQvDvBW7ouPqGdm7Jt6SvfNED9daZsoOer7uD/NokyIXWvGpv
Pb+sHT3ZvydVVp+yCTNfbeqnMw3iW1yL32VFaABzi1tP4PE5zNcjpugdwQbJWRfYc9ODC4+5Yc04
fIlW2qWAtoDftZhuelHiVprYREjl2ur9Ri9j3n+J7LCJdnX9rm2Hhu/5h7oW3xGs+Wev7I44o5en
rEr7lhYOx3iRg9CbcGAEKSCDJZoBI05EhEgYdVv8xfPOZyqxZW7oXThTpTvX8Irj1FkL5JL/Yuw8
e+RG1iz9Vy768/IuTQQNMHeATe/LqyR9IUqm6b3nr58nWJpWt/ZuzwICkUxmpaoySUbE+57zHJme
BaB7j+jDuyESUO1pMO4CBYUaDFU51/FjtA00tti04nfIY6mStoI4PUql55yRPpC+zhC9YKgpC450
i93XKEfhvtjMUsdkUsq9nDlW6+5nbifrPqhqoNNFevTpccmgye6nCY+ebsJyG+b0S9ViW1wQXR4F
9WpEqGhNobx3B+dbQ2p2XpnTZ0+3bjH+beg+/YnYEi6EPrkHP+4f8j6AOJvOOypZ5aGgUbCOAYw/
FFk4n5I2v8vGeTzOphmcR7UJWZ6b+pxfFku2XrmPtmcbe4PcyCO2wM1PvGjTV18BZ+NidnBZ1An0
8VGFEnZkjLBE8leOZnKNquDEArDDrhjcz7adjBdflZ8qM0eUYGwcXLdea1wp9dW3GXPBpkixFSya
7wxe34G2h+Lb74UHL6XskhgGJFLuLmdeacWDhlcWvMiycnZTwGBJXKyW1o+lR99qisW7oEVc0FWY
KmsZE4Yo5UPfMTWSsLh3iIDDtabhXnTnIri4+rTPSC141SwHqXlUJC9NmH8D5Ul2Elkode74eIqa
fItNj9aI0hCVNsZSVGWvGWXklduRWS+n4WiihMBnARiAabuzsUdLf5h8Q9tQbd9HTahgZsR+rVz8
G5nTZg9aCkspC0YEV0VyWHBeaDVASJrmCs9mhAJ/0G9C/4Q/g36JWUiEhLcY8oTSODdIfnCEjABx
Z7pQWm9BraenvC59g1Yn3YJDQrlnJ8GjkkUY9VTvaBMR5p7sQWEodgQt97QMvmqom9Y1M3NmSEiM
EhvQuqh0nESko6SxKz9Ehv8YZv6xUZ3pKJ/nmoa0dfXyIDl4Qf4R6bG1i8nN3JfW/AQ4hXiAOJTr
kS5XWlG+bxTjKLet3eSxWFlohnrh6opmNAOIyBIAOJw3Aqo0WAG5K1V7g94mrPtce7PAAKEJnQ66
nchLZtf3MpPmQVdl1wEJ+snBmyhMox9Xo/bR4ordebX8sgQ/6i2Cywg0qKZiVxIVtYDwN2DV0cQr
FoYp4K/6YaYId2njLEYWSeDbWI1y30/63pOje40LC1Iu5ZktsvYl3K8B9zKYCcQ4MqA2KSk8XZ//
DiUuAaH7EDp99LGpuhN9xWirJaI/dI02rvNsBsky2jpDWh7t5GRuCqczqCwgu5RNt/VLw9hn5LNz
B3Ouoqi+04dhyYIuY53VGGSyXvwe55a4VH1CNcPsn7BzU6+jKL+thtJ6cZGtTawOLyLz9G1sdV+j
UQvWBnQ6RitwomZBcRU73a4p9OIaSAZMU4NKEwXegXj2lMlNgB9ghOHqwaxCJxitMwoA53wa4o2V
dvnFAq+PZhSOxLLBp7jpQkNwEdAHThMylhQSCoQRbqi+a1b4FWcIQcWdZaPF8iWZjbQe9y1tnUeQ
+bveqrtdhbZnq7lNte1K/iNvNqZ1Bs6IFn7WX0qFCY4tBO26HxxJmYogfrxgbIZoRmGd/wxk+wyy
zIj7+VDruX6idjyfiBVL+zcLxeVhsCG2VcUYP6F467/T4iS7g/imAy4XYp0UvUB640uPGvgpGyhO
YO/LcvkxFM/YJ+8hlWwWGQhpiDibrBh5Cs3KPi/fJEIRRNvRfNWoGG9E70Jk9/v5bDodcvjAeo4g
0lyJaJpgCiX9oc3sjl65n26p86LFwceR2f2TnCjZFbDmYGF3X2rIN2u3hmkxRGH6FFcYyPQp79dr
mo/xtVObpCFTMI6bBtOAHqwYvLRD6vXQmsZKfolnwe9FL+PSN2a3X6rvTg+Z3NagpgrlMGlVsEkY
W9HOd2cEr3oxb5NZyFuvkgOckdKNRyTYjvXDpi7t5tJI7rjqNFnadwTSxWcEFHeW86nqzZDzCcyq
VH4rfCr4SgJMl63aBFjz9pYuv9D5p40x4lCe+6RZB1OUOKuJnEaENiZ9lSRIGKXocSQoAjYulgPg
phm9qVjmJ70h1EtmVfUknOirSUTgIet76yK7/iXRCFnid2z5Ic+jWW9/GQrPfIiCfFeniJ51yLwP
PgYNon3vpfTi3WDR09YlmRvcoYtnaw7cTVSaj5qie8UtQXFNK654dYxzG8aOirfbdyFlpEx1uJi7
f+AD9naN6l/Tf4k3czuP63fnsKPswyGCwzGt2k3HD1yoc9QXMrkERshNYVTcHs2DZjMR1tysufTo
LpVpdtmQ0DLtqjBAcaWEl8smsEghC6w1p7DWtzTaZnO4D1p82Mvcg9EqoEOKGG6uMnDTbEo6JIye
RHi43gkYPjr2qCivlYvOpXcib0tZiXihKDH9Y6aCFNQ6A2QA02Jb1G+j3SowpGaQNAwn4qSrpcny
KPXu+QPLey3P8IPjuAi0ZFjnTAzoa+NRzJjQr7DvWLvORMpAnh5VWzdCCpinDzphAgcWdyAaaqLv
oDN8q1QteplpaApTXM3zWYiwOnWZfpbAGO7SziO/wDOfZwfvmuqaL/1zQxCOFpcWpEclru8jrPia
5T7rLprbCsXRpreJRnKSWD/CEUeQi4V7tpXv3Ek+JU75OSzG5FJYdfQq3Oj0HZ16eyvdisVCDRXc
FUy0LC3azZkPnEI2r8uYkmtAmJlZuY+C/unsNmegn8kJ7ET5iPLLwQZM7mV+7uukvbrOB1w48hjW
c51xOY73BHETZ5FiBmOA80+G2efrwcAL95MMaxZJiwzSvg+FZHEo5+Fd85HESO80FaG2TDqBbtJ9
XJbzIvZJIaHn78diPAK/vFsWaG1RfkrmEKZmPXZ7sqWuLROLTMnVdLX6dAlJnqBzLsw92YHcnBos
FYnR90xYg5cFWV0naCZ78NikmBGGMzSsEChL5duaQOOd0SXufVEQdGkTd7pByZFuEIBRKvPgH0QM
CL5K5JSG3cG9ZomxB9LZbGdVTwTy5vHnNePRc19ICKVtldIFWSYDUCwR3dTltUMHhcnCLSgY1/rG
9ALEy7gd8Pc1uYy2JYppwhM5/SPLVgoZaIC9Jeqrr1FOa8uBD7sd713IltuQX4xv63M0jF8qo51Y
FEIRoKD81jYEEXEKx4QP8rONbeq30cUHGbiJtg3bBgsiwOhSGz/aUXYsw9E5Rr9TtPHPEqwpEFFw
osDGvsYeWUOuS2GrG3T+IJguKFHmq+P1XyurO4ZKHJQb9goCQnmKEyvdBeJ34BD1ZSzyXNtWmRY+
tHrypR64iQ6MSKvZMYKbxP9UwdhKXDs6iznm3mb1JCRMd7lFuxxLlAHXKJ+41moIJboMH5pcWRXp
l++SNDnavka8CmTdqiTauM36YtPafGwV8ZV1Ptd7Vv79ZtbiUzdJcjqj8Qu/irljbbr1xEhUzBA2
V70uXHKtsz1BqwVUsxYvuN4S3xG1YhUebXW9Ct1r9sR9MMVairFUB08JTDQUWg0Rmee4okoRJRN4
bh2uSNzcuVDjmB116WVkznPRa8oSkZ9FLIX52SEEsDgImq+stvtzXgiWdIfF7SJYDh+ZPM/rSgL6
w4HSb913ySbdvCsI6hfZBNPVMoePvhdSpalmc+uqEOCi6540s00P5txFxyrwz8siiPDqb14xaEej
1vUNrSHC3ck3T6dE+xSilIO8zyclEJDqvN0coruLGuplTYuJLXfLGQVv4+4JMLuv/N7fVwmyWhBu
L41JbQTT6++TqzWvsuheqahSDJFy3s2qtOhb812BtuZoJswFLMU4xo82n7zCwNYdInGgc+ztIyQW
t2WT8w3OQFAI18jWYVxZd2Ojm1CFIHelOo33wZi+gwKKT1paWTfW5WsMVMUV2o+xLUYutQyNxSoo
h57SN1MKvdJ3Uz9F94OGdcijeb6uQyXBt8FV0qqZLokZXF1NHw9wzItLGgprO0wCGa8iZtWIJfau
7n1IrHa4anN+iExmVuTktAckphkYCiN5zDLBQjEISfbRsYKnGI12VFptVtKPTgPTTbMmojLGWj4d
CEJ8DHw8pXz8pFZlVLgnKNNYg0gJtQ1FFIiRVPEoN8+j0w23JZ4ZQcARRIKBprDX9ywU6D2YfNFJ
nz3jjETwgJs0juk6OWGpjNsIRSqjPJIA/QwML9jWO8ppIQpHJW7Mb76XIdPLs/I+tYurS2yPUl6R
0mo6YLB0w9r4ickKr4iHh8DNXly4Abt85osdlQK2bru3RaCHXGzv6zRmVDYRbHkClzSwzpQ82pOJ
wHTtxcAjlP9h65res96HYh8B88BLg7cBdTLGLR+PYQEVnrx19K2nhbVMK42KCylie31iBSKRPU3Q
aFHqFWvHE0KsA81BVGvD4UC0zYg1IDJaNgiH6kMCGeZnOWZ5pNs1SVU+VoDaIV1yoIl1SOuZQMj4
MfV0+XHizIlZXm764YdsD+44aeAZ/U6Ut+IUuy6NBzKRdDJFTp6Qxw4zynoomMZ6LeiyZVPFpLaW
PRrtRf5heimxPIFDa1mPmaPXWoJdqh526XhaKhlyNsYDfv52hY18hHrUs8i1c8wYdGkW/CqacZIy
mng/5bSguLFexyhr7qhKyr0Qxj2GSTDKrnsrrdG7OW6k8Y1+0l0o0JISEq4FIa5SM79oCX6ePMt8
qFyaeCKFbZ3Dwd6gTsGSUSmOp1rYJmqJ24/+s9Xrk1yL1C13kz4EN480hl2eA+Lugic02UyspPaQ
SBRIWTB/UMDFvRUk/CFKTxnHLzgzgHp4WnJpmP/vvMnPL64/wKwQ/UMSQ/PsMy6N2UugmSTM/tOs
+FwqG5BQ84nl0dif9UXFoVokQNJG7u24q0B0HhtmJHdkzKbQROfqTNBP/0RRnk85p02HYmogDpdg
79GPkOR3WCCbFGSC1ZrDZeDaO5Wxs5XohHvh6fvOMf2aeFDfoTOnf6ynMDu3f2xmrLBcw2mJWS3B
QvburLVylCLapHkU7KwPhHFZ92TU2o91nK4aJKCzVdQ3t/Gr2/KoNeSqKzCRe2AqK7RqIlyhGZE7
3xYlgJMxcba1RwFcQP9iJe83exJ5fC4qGih/OD9nXPYk3Wb3HrTkg0nO22gKIDZA5rtjYRHR6Ro2
equJ2lwUDsl+jIbnAZfkadk0A8EoiRg/5PBcdoEyYSyb0KZuW6UpMh71nKfyAWKmpmEcU9dWN47l
7mEokbQns5ubU1NGeiKRiYkg3gmfYALM/CwEmOCtFwX5oiWfwFixosW7jK1eIozpXURS4kkDvsgn
rHeUELss2SQsx0kB8uPosNhZK1W4R7lHHLKVFBvQxj98y22bunumqDcmnIL/Payya5i2b3U6NHiz
KgmJOPduk4dssJPDqdUtyQmN4wpRT7jmRBjWC40zEIWxswdwKstuxxlYN3N/ykuXnNpl6dOvgRHI
U2JcRJ9kp6j0LYGMiF5rGyGAMdW07+fGGBPQTVMKZYce1ag+834xkRqYMgdpOntNOFPHl07lXXjM
ImV6GLw2fBQ4Z2jizS7Lu/ZNEEWxHxuCUeEyOhvaK4AKFT+AElV2q7tPfNVbg4Tsuzhvq0ea57/n
TSL2NePIiYbBtgha3Fojf21K0M8m9tIcCk7rkinDImeDoWU6eQ1Ewa4aCD6INJoIS5ZRbUQY8FPs
bUk4bkYqmltGr/5khE26X9w2IcZ/JtvJcWRGRJWBjnER6SRh9N5pXBpnaaxxCRoNSVdudCnUxu7K
rQ3w8iiVvjlQhKvOIA2Y6T22JmrNeiyQv1mAm0LlNPUD5IsFKZElEqCGUIQrVeq1HnfD+d1Il1kG
FfCEcVWlnbDI5/9uuuOoI6zuctfDeSlqgvPG+d4ZIuscmfpd40buBsoraXs6rOlaSdlm0CEbNMXu
ekFKLSQV4sjppKRIt0Izky65RE55htOpHUdz6LODauMsK9JO3R5Y3DJuh7wN9b7htGzizB5O9jw8
VtCw/tQEY+LorXHOIXZS8wtNCSNji8qcUYQfh6xuiQAx5RqxzIzjWRO33svGnY8qfltKeG8gIemm
cObtghLPVqOo4kgtaCKrTWo6/UbgnuGyL/eOmhPOOSB+26JWtyqt4QPeZH8HaPRkG2lw76oNOD8Y
JcGsH/KZEl6KTXhD2JB7Fyd2s6a3jYl1tJy7Duix5VAugDIfbqMW5cPiCnch8dL1XFzigTPsE3t6
tM1cXOJslihk+nDljHhcM818DFiRnb1kYOOMDj3h1yURZTHsSrjdBKJW3lai9z2wdliFThBfyOiy
9mloPU1g+PvVpL7gQW38EQ0SyIpsS4AFFWM6Zot5yVBVlnowB9pFUPERCZySOdaOfgoNWqGDexoP
d03le3TUnXyXW1yLdD/yRzSR4SHPhhztjv3am/UD0P+aKIeLSb/svBjwCboHM9IR/ukW/sdIc43d
XKEXdQLM+zg6fRcOKkRBqXqpy8YQ/K554dJemZHZmspVunBmIgsJyfuQUptErZQV5kjuoG67nYKK
jOU+whI4zL6x943hfsHS/UzbFu70LVXdFQpmHVw86OMy4DJYNghmuH+NAwbmjpFiS2sBg1FKYnzi
IM3HekJgtGZZ+Dss7zzQzTxbhHHRw94u4dQ/NaGBG1Ni8+do7S/+BOZY9sYvqOOGXCAM4PYMDUKk
H2Et0ZGRSIZYAyk5agtk3Ed9lvj1Z5+xYVcqmx68pYGiTHEYG4tkPO4aVMdcjKHkqWhdam9NE7Wp
U5XtNcCdRIgJQcJ2L0jwcLnVAPChCui4JFhSVX4hWNPZZSVwkrXo8Cu0YJ1yAijT8GuKjAVCSWTf
hiIy31V/YYX0L2nwdleDFRwM5QfRtH1kRY+pM/d3g5AUpAbzxWRJeeltTozCN4M7TtuX1q8+1oEw
Hm1p5oCFdBtCM0iBFm3E2g0iay/n/Ns0cbb2BBIjWK+QXE+VsrzVwd7QuDcs/vK00wkr1LlKl4lI
FAbjJQhd/OWDKTaz1+GApzW9nUtMWzNUN5TMTomPvh8BRuk55SFR1PPBd6JdKfBALBtb3aNknX8w
OhQOWROqPzLjZXPUbOnCeZcGzs/Rj8LjsseX9BALqGyWD5g8MhVwj0pJO+MMaVMu+lTryntD6/w7
l2QsxJwozymXlyRUrplAjZR1ce6YMXUBVbyFGpsdCBx9WIA8rTkhotOLrQPh41Z16ImDMobBDoy9
7skBADoZwqyhczGr+YRANXF2KuscUP8/LKQgS1V0R2M8/70kVni/aNxsiAeUZqUHwMw1vF/Fl3Gr
g6qWrDl0EohWsEA3vdKfLZtM9j8eLbvMnyZy+U7cL8giVGX4ZWMXZsu11j/ErSrENmF5J3shDlQs
uG3pEV4nit3c+UrVxspTeNyi5HNGTUFDmnyGGLVIlUE5b8D8BDmKqEwbashSjEJ06LrrpKO+8kjk
2C5Ln0YZQC6xocWfWiYDvXZqmvhME0Y+w3nGfUv9lu/FozLFyNsuNV3N8dd//8mZ+q/yQFu3DF2q
D8+0uU39qiYWLJxMGWf9XqBHRTs33Wy1KVkF3WabawFbgb5bDhSO88lrmAfZmtOclk1rJO37o2VX
/HEgdWcW7hRfNwZW7/dccVSlWCpIZ1meEn/kjf/cXR6hopKbscia9bK7bGb1Jk180On5niR5KfY6
CsbovGxSQWMAyCtjhfLEjwrQ/HPz8znjrjGxjy6HjDjFGGCgqbD05hHtp3YHycLZGIr6suxGMCgd
xNDpKbNANC7PLRuvzdzjaJSfoe+s7JhCcNpoaDtpPxmXrkHmQUEG5wNpBdVW86KAevnFb4AiyBrz
kIXzcYkYXp5acoaXTV1DAncS4/WX50No3e9xxKZByCEkT4QKfzy3/OjyE3NcM0GiNLpdkMQhyvGT
8FLUZR3a+lFJsJfnlqM/d7FjYdte9t8f/nJ82V022QzpeHn0/j7VUBxTPV2zwImvLhmgatlezxsd
P8CazhkdILWZTCorm+VhYCrZS0pTuFc/8/M1puKT/9zFlXnsJfXCoFZpNYqP0NG7uQD2olnp6wBC
1a6DqLdhTpciq/Ox0qbFPF4oMowXAxn8Gp4dQDz13M8DP3djdSCUZg8z0kxPseaGNzOtb2aRM5rU
4V2O2oVBK2XWZrQsuKToVflbr96zSQM1j9Gi+UB8ZnScFZv7PbNUPVp2mRXngAtdUvfsb0iZq/uJ
ShACPZZFuQc1AFVsg4xyisGfqM3Upsyx/TbcAao8g5QXhwAAxnnp3kiP2agiFIpw4x/sW4VMbusH
sbVJyT+8z1ROAymREGaUjHt5jiJPf/f39wv7V9m1bXhksktHGg5zU+mYf1UTG/CbDJmxKjHS+j4D
3PS7djcDFnxi5ha8N7+xNvssZbnoVSt82cDmBByZYTcn+8j0N4TK/ThS9hWGKDIS4x1NXoo1iZ0f
WKnRcp90435oSuMeJP98p5tPy46JP/86FOHWUFXbZdOo1kygarD/z90B5/AqsrjAq+R5dO30e2ih
dsOZr5RltA/D1rNvBHT92JQhEtYWFuDyFMzzH89b6LUoZ9KsyEr7zlbEvsVaRt3DxPxBNSlgsizP
KVSWrJCIGWa14POqlIcMyuP/oO+2/s33IQTKG9cRlosQ/pfvYxJtTNtByn3ELOqWua75EAwYBxM4
KilikoflqRA40DmX9evPp+LCNw7RiCQwUT/U6A7gCaa0aNjpv/Wq9b6043zOuOM4Nyczz5KRrGoO
VJkYu00M93rVCOZBfzrECN3siGIY9zIb4m0FrommNHDKVaiy4Lza2/79GSmUsaLAI02CzLd//aaU
PvxzTNOwPNvyXOOXT8BLGLh0txb7HFhnnX7TezhSy6YSaaIiE6cf+8uTThISFoHoaOUybd5R3A5R
e+npC+o9Z4/gGn7cshsV2hEcOrFgTBR1ny6ySiYsgogeXbZs3eUJexwwawc7tdRBLVyTXLgc+NNr
lif/dNzPPB/4Xe5uWyuP9hVSrL3I2uFTmiUYX0LrJRWmPDv3/8NHpT6KXz4qeGWGMBCm6aZYnEVf
3x6xCDX/+s34X76cEsPrbblnhIyPLGnSJ1ASJETr6bcgrI0ChDYfTCexsMZ5Te8/p+8GX4XJLAAA
hjhHYybnwHnFT/OG2wHrQk7v0UstjL92SYzyGGzGkXAErg15c9XGmmLJpCK+mSMLqWZEod7KQql7
1FHjIYzc+U+vVO/gkagtmYve5Wn8EoaxfQyzISVAmaeWjUE/fvX3n46rHCN//nQc09BZSJuOp5Mq
S7zqX29tZYsAtw98BM5tHm9/DszLYDuxvw41Ksl8b8FMXjnj+fKaMAwzyuj9Jz2W6KkdDL/B9Jnw
OGQc8dw/E0oLWTaKm8uyK1E8bURYZvtltzRqFxgG8tRl1yin+abeCJNi/7w81QZvy5thhPj3b5bG
w5/fDITcjzcjFmy+0S58WN5nJCNY9SH99mjSnIzcqHmOgOXvBw/PzFj1zbOud6jeKuM1qewBFcB0
K6RdPy0v7Ro3WSV1RSq3emkQYySezACtp3qjDMsWajUlBFZHRQ/5thrM/fsb5aZ3sE0vv19e65bI
TsN0NI7L7jxO5Mbrnb9Zdg2tB+GA/+n9nSzNMZ9o7S7HdJqp+7//1r1fbx/cORzHsITuWFjpdOuX
b139d844BhVxTDlcZBclxbKJlSq40aJPLUsDii+IaVEhJqhWSYd/LNF33ooGPwAnE3wluy1e+tBn
zVjHH13CxU6YX+11rs0HDy6wbQJ2R5VL3vjSnV8e9XZDu5KECjNGZpb46RNCgP5u2cD8Ge7o04l1
bqQQ8NUBpp39Xa02bVN+jZxqE+FKPVYq/qrmtLoNlTh51LVAUPNUaRYRk28R7x31XFxP+TXSPIgm
znBJdFqlQikff+5W6OE2XVyW60rZf9/9ehqW4GXXUI/05lM7V3s+sRinVVV+mHqJ7tdoyk1bzk8E
thSXvqjEDUENq4nWr1+xPdWogih2pSORX5XoX1HL7hWK/RNVDHfX0ffYNzVpZn2OHs9Racee2rh5
SPXFrYAcRwM5iRHilFVkkjo/e3nLShiszol0nx+bPEK5vZwc//svLrPmP/+D/a9FOYHqp0f+193/
fI2SqPz+LXr7D/Vjf7zsl1fd3vr2e/W3L9k8/Z/nf/xe1P+4Pu2ef33lX96bX+HHr7h5a9/+srPN
aVFPD933enr83nRpu/weWBTVK/9/D/7j+/Iuz1P5/V+/fS26vFXvFkRF/tuPQ2pkNU3rT5eSev8f
B29vGT/3NGBa/16nb/m3/+unvr81LQOK/k9BX8NWE0YYdY7g0hq+qyPyn8wchfQ807Z1aTIS/fYP
Fn9t+K/fhPNPl+WoGsj5IVOYjGFNgfSVQ/KfLEVh+blYw0kasq3f/vuvv3+/j79/d//esGmiWfrL
DZ+wPKR7us6vQeXG5f3U8T8Nh1ZE1DE2KxOkUcLan2xHt4XgLGcegS2+zdqXtiVGp3V9wnrdnimd
CG3s2EqeTbiteA6wBN0qH3MUVT1jTegoslh7uDrmY0zBhSQ32m9MpbeVCMkW091vbjx+mJmDrET0
NPVYiUayKfAXbPPeImSpNT82/UxXpez2Qww7TRunetWUDsnQOoOijoZk1bncTMza9vbClRZIt+5A
IX2+dsG8I9petYqFszdqcsDqjOQzgI+A6DW5jUaw6YSPVOseZ02Za/dl5MvDbCgKUkVgOsKIc4Pt
qksjIt6MZAfIXduQCtatC5BEmwEv8QpK1UsOdAOLeuyy6sUHU2KC1KhlbcIwqFdnk97jmuY/GXJB
9sW0vbsh8Md9QHgR3QfxOPrm97JCXBh2ndxO4plkOHNtkcpECx/1DKou1D7x9170X0mcRqwvPtFv
NOzWgKhNFrzZ0oOx7ehpMFyNxuzA+j+YUdQP2JfNLKByknzpqtI4uP3wcbQ1xA3Af/EOaYQ31NxK
Y3631PTWsk53Vdd8GOPqEzpIlWvCpLaaAlLTQNEPdrhuy+ikh+hPSGO/oQ2st7qgnExe6XGUSbMj
cYAmOQBn5y0ye+s8zdFTULHKGRPvyrCD3C+CNQ9MdDMYkK9tDS5HiA4QafHw0tWAKkRJ51AfNJSo
FvC7IWkeubDWtJpWA7jMu8REn2sXaBTROUwe4u4p/CLqbNomhnisqHxRt/TPWWzuvMzawrzbZQY+
gzTILdQpNFOFFb5Qr40OKXGVsxEZt7Ztn+smIoF3LQiiC6Zt8LGSkmam1Rz7iDszCa49FuXiCfbi
Z/R/88YLezimZoJUoyhWwYQQ18/05l4DUNACl9JNAmm1gh52P7IEqJzAXDX4dsoRNm3qT8r1d2C6
G+HIxTSFUp98g5owS2ugItwPr2VH30X3ZbhtiW9ZS3eqaGmZT4ZV5req1G9NaO/wPcltYYMLDgZB
NGcCcZ6iwkpPhmhj5mQLVnX/Gk1Wuo4cVcMRwa2RHx0xPtFTskDzeS9Jlo4PxO99zaB+tEpYjsJj
HVqwy6vWlLh5gXwFc858vBOwuQDX6Fr4udIezFlO27bRP5jANy+RPjxpExEnJTiCcG4xrNVUp0HO
HGTbZzAJxnJtf9TTvCFc3kvWADrnjew0Eq771j0MrK2GiGxu48w4iKqgH8NdS3zm1XTEgVLBznEs
sXUdWRCWEuz9vARgnkNQCClH+xIyY1g/apw5SGsBD42esbalb611XBk5HON9Ec2fqEzHe62sPvWz
fRZJ0x9EWz7QZ/k+ZiRWBdVoXUo5A/JvyViFMuOim+OrxHdEwyq/50xr+ZuD89zkxTV1qR2Dzi/n
cdOZNtYiSXvJ7kxaGnvLcoNdnROubFjfytJM+DrDAnufTYi1hrcdNBIN8sCkxUguEnR32NbVoCVb
V7X6HP8LGuyN14sWvZ39EuOdzSSrjtaYb9LHKiLa4tjoZF6HGbHN2AIpFlb6+FaCYzKJyVg7ENyI
d+j4+tro0AIRpwWzrWt8fG4JdW+OrHKHMfQ1i8svIT9ypCePhPeOvkXFZe8Rpyqzu1mPvE1otJ+L
wC423HqsNf3fNTET3GBdX2J9hkJdP8qG2WGeWOsKAyrgbIqUnfmhQgk/psOJrrK9iVlWbsG0NXgn
J3fVmTo20lhujYxgXkvdGwa+NqM144PTWd8cehjc/6pN5s5bh3zvE2cYKlSqSUUhN5NI9Y0zFq+i
8x+CxKHv7TRXAlKZsgXgWPhjas+r95Fr3MPeJu2smIZVQ7ws6yoVNuXc17URolX9DseQGBhDMrN1
5jdPV/wBWmvU8futFhDpU/fja0640IT/pQJBtJkiQEt4Ge56G25JXTRrJM7pam67kz1EER9+FO2c
NPERg0bgUNp+LxkefZiXNGSZLfuEojeCsN7aRx1DErPF0wVlXcJPqw3uGmWMin0YycxUCQSbVOAM
cSXaqtB7E7K3qLehT4krj5CqAK/deDb5X7JWy9UALEpWy73eTN06cwhKoaVKz3/UaELa3ie7+jpp
JO4F/TXzcu3Rz4fPteZImtQdBuLaap8SFK6AYtyLhF7icYzwhOYkULChlttjkqTl5wftZmTlto6b
9qMrR9yLTrNB9z+jDdUwbA7f1PVuMrgc4IfQZfPDfUJWuxahgR8N8ZxBVtlNQQRKl3aDmDxB0aQJ
VwFEpQgjzGpqKJn4hfWBJCMuoanBM2RQULFBJm4ayz3isWkn69pn6N7Rb3NWZWICCog8ojG4motJ
X5uJuzHjkgRKO+o/WvVMsx+lhPNq1jPpmLQ6kKPX66q2XDI2gpUc1R/W6DTeQLsdtRl8eJrLtxlp
Uy7wKIeD/j1Js7WT2Bu6osOmwHGS+xgCJUUk1JiAhWZIBrSePoT43E+TqdJazPq7rBzilCBj+JH8
Pa7bB5qKh559YtPzjTpQyBZKJLF063a0YGJLO0aB1cKGCbAQ8tIvcSwONXy4g1mz5iLl5aynFvMR
qwo2YIUeRoO2puVIWuptuyeOt3umPjYDUdSqnTOla+FwvnbjqS0z/2oyI3MNkW0T4BD7zssOpjb0
O+41AB0MSX6H1u+HaH6agvETueMjLEJkE6xBGIkv/M/xOqUhvRG+kskPurGnuXCqYK6vYudt4N6z
sZgdDBo1ZO2UoevAcau/NL1Dk32ITmFjdlvS5lLGPdta2/EQ7jNsHLO86lqsBnYogtLA5VGaV+Lc
7j08diuDpm7jkvnRoMKK8Qdzi0LeCBTr0M0sgGw1QGYkzUfcmbCdnysvejO0md4V1lfoHweZ6V9Q
TMGhnhmH0xqjTei8SQUMHlAGqPH/Fv0Xdeex5riSJtlXmQdo1ECLLajJYAgy9AZfSAiHdAAO8fRz
ENXd1T29muVsWHXzu5k3gyRc2G92DMvF0fSnG9fEUedP9V5PiAxaCA0O3mzlWVvTrNuTMSSS+N1o
rGYCFRlhu7Or4d2lWl2RIYpqV4Zk+fiTFeu9Z7PT+0UH6UIfsjCO8eOMN/yXUXjhZrm1wotrD/bd
3FFqWnRYWNp6NWHjgdcO3BorxMH1uvQic/1RKe2zj+zh0JGGosctj1b0Jjehrdr7eraID+cub37z
m/Wef/Fqzd9O4A7X5USwRCX5A2e8NJRMY0Cm8igl4hyIm8TwkwPkBo7i1vCNy+cepOM3VZstXSn+
Sx/l5U6H7Sbq4UojREtYKcLXkr/Y9Vy+4JO82uXOSnbG8pTmQHZwPlIR5Wp8nt2X4bQhHIcjnCRQ
S+jPCvm+sMzbLMWR0vrAowqXKbEA3ReTL2KY0WyAhcAINMtlYl/hAHGpsxs2pR0/0RiyVDzzuyxX
xZu0pPeLdp9QslXa0TswSzZhsx3XXH2WOlqqgMYGqHtiZpTM9RZuZX5N0aaAv0OcwAQQi4YCosdx
uwJjQ5lftlhUnB2H0WJXlZWCbO5TM5XUKwMdjFwzKZnKsG3ScECDai7YNzatMRTPD+7epTRsxl4E
Ns5PNjMr66WpnUtb5/2JCH8OdRjhAwttfIa0eOr03H/QbjsH53rjiJM9wYBbgBe4rR8SA4PPMgwh
u8smW+gbjMjTXmTWl85BUXnlq+9qP/QXITwDUtDT6sPAin6UbXnX6jhp7Wi6YcT36TVuv8v04J5A
erGfx+bD7121NUgx7MZ+euxwIFHbAYhq1jdd38/HhtK5svCPc0FlbNNgBeVUggdFf58FeT6UBfal
oWEnzG7r3LgqSmhsDy0jig1uXoMzHXEagqI12kPA9DGsSajv2dFSz/5erou9JEZrr/2pHB5AUOlc
knpuNAaZAjK+Z41gIU+l9d1QWXTrUhxqR+a90c3UvOYpBK2069bpsNirTeOt4Gseekmlb3yleasC
2khj0Lvi9/yw+R7HCTQBvV17MTWH08DffUjF1s9pbOwHcS8rfV8FEgROJfHMGONMcHp+knyNYqW7
XHz1Z5Dw+ToqadYe2JzIzRHw9On6mDGeBx4pTioRcSo2+yaP3qUjzU0LP6B01CcaDGSsWnLHKRXX
v2ReC8vkRJDz56iIr70drNJ+sHaGmpM1VGKnpf4B0eyX6jXLz06WEjfYRWi7W9ocoUcDLgJsCEmx
CpOYa90ijCXT1O6kHI49J7nj9BovYGgajxag/PjS68PRmx/MnGUPgDw03SDkEa25N1MzGtNsURkE
yorqDtpjcYis7kSmjL8F77rT9xGJIXg/RUkaIgH1SGCId7+Fosg+g7kK51Tm8L0g6f/W2DERtt5F
MGCh6BvZIx+winf1nTXqxNEjZwvn6ELf7wt8Gi5RtretJRX21dgd9QU/wmUyT0Dm0wDJ8Dc7usSs
Q6X5XyNAH3YSJrxMx09UH31rMcYb32movZfdYZJ80WXu731ES3bup5jWkVCxoyrZ0i7cWlE4DFOy
Erw5tZ/aK79zGhqmPQmkhmWSkjY2Tym+GIdm8PsPk/ODX4EumQ7P4kpoZYgUwqTHGZK1pWmClXAe
2e7wMUj7rmoc+Msprtuih00AyddIoIYHvfsLso1NIHebTe4mr1g3sEhU+tZ1xuOAfW0q2aV1PG5l
gCJJlNNWmGxlvQ7yKdvXA8CxxjjRGdmegsp7F8WlDX7KpS6nHQ5u27Pipdw0aHvNNswOvzPyBIfc
t0izI0KFvY1li56xQ68/Bcr6bn3rt2BhN2cJfkgXv/S+WTuSqRscgMWq5WjEajCuajnc+LW+pWlq
Jr3rhrqGj2+CRTh0wSNvNy0ILqVwhk9xNWaTM+ylcVNFGfEo3HZrY87ufA/iZh1fhnFH5Ko7m2i2
pdK+J9t4szT/sXdwr1OvxcUfvSdspwgOS4zNqvua9OIjMOuV5FHKOoMnu36HMXrPLCvd+fG6ccz7
qtbWNdEts5V0Gfv8hYhBhGnwy006DbsuRpOOFg8zsQ3MVVeey9+uBVOhp0qhfndYySt6pT23WEVp
8dPq7tdAcmVVipccm3uoJuvW45pRxiaUVLmcTdmsLWfusCBGv0Y0fbVF9t4McGYr95Gy+YgbqHkQ
bnLgnFhv1QLAkRmnJc0SqziOjM1829b8rMJlN+j7/C6ZclgSLMGpi+NtAty/hzYCw2OlmBpQhpM+
BT5NY16qUSpZ5M8qCZINtK5vN6Yuj7gTYbH23Wotmt1MDEcFma8pdvAB9yJEJ9Q2mXZDFRYewHHL
iIP0U2w8USjzLm2fvGJ5puStXmWWl63wAZsLsWjVljw0ACGdrbC/crT5bWH1N7bu3v/NRKeSNSEO
6Fe0Q9iP9l1jfudT/QgyWWzpREbDn+ybqZ7Wc9UitMTBhlYI4hpGSfds/9hu9GI+ypxbkRVrmyG2
d9OE/sJ0k+1UZoeBqeTK9GUIM+txzos2FEKVGOUIwLveO9vuTy7HGJ3JboE+xMTRaTGg7xNutuzh
djQk3g8JlL+xEVy5KUjj2KWv0wpqWkzCy1PtYYwpFdYZ5cGtzPT8ubcll6x+/nCiAV+/ZdygR+20
lul47QW7ylG0cgXqOOlRjVFQY8IUY/pymo5mThsgz4yT0+veE1tOTJapWSktPn/PElyBzegToul9
P+3sue6vslBc5EabTiWHEG0ncncvUgaLZLIonDIGwGFgkk0ceEkc/45s/2mRHz2RXpK293ejbZPg
5Hpgy/mQsOevE5GyAikkJVOXl2aM7iMDP7ynkJ0ap/q12K132WeTg9pC9qNNc61jA10Lg94Ns6kA
s7JMwXi9K2a1lB2/eZMttikOxSXutnPLx6zpyD6x2HtleaYNl9kh4FMRDStHt17ncTF7jnm+YjMl
gzYMv53mvc+le2FmjcDXX0v01jW6jpHOL8XSdleLlFqSYqt7+Dmrzr8EUbOzF1Llog2FQBOctUmX
jFHALhYlm8+g046hqQWwlECmN2ceGh632sGeOuZEa8ux2bDQybAONEa0efy42DxXSPDxsRz0a+L7
qJac0CM/jWjsrjIum9Kh3Mg09p1mP6TDC9USC+8s3yKBq9Ubt36y314FGJPvldGKZt0JinwZsK3i
vEAImJJbI4cdWjYeKnE2sLv01aqyKJKrAEv1QTLexdgUGBMRUR3AyYTE7qqNkeHEhm+i1k6EQ5LA
bgE1py/3nW6aG7UIhKY9bOQQp9tCdHmIC72to3xbA/jA1kxEDyDMyonay1wnj0aQnsymI0lRavbK
iAk+Utm0jkV5T6C+ZeEcuGdmctcOgqNOXD/7UfNV4BWejWE7ToCn2oQ7+lQVe0YJZ69BvDdTm4dd
2WcQ3zTWviL/MDJoLj2JDfxqYLmbekL7S95cBDVI/vMlNWizpOyTXN8dZ5WUA529TQbj3TWQquaS
ZDknh7U3k8+OwRmsisR6Fc0DN9xzOVvi0XMUYjDHnUFZi6Pwd6QFYGXG/mtvRNephW+da2Mazvpi
cCVyID2Iy7jZNJo/6l7fzkF7LA0cuK55N4/FTVylfHqKbD9FXrcRomjdGdW+y7xfgE1rvWFBc/0u
4k6mvcwx/laHkBfX1HRfyNdi9t/ttvyoJxUq1ci1rqm3pg+2ZlBk23EA5p8Y5MqL2DuOpftTdQAR
a6kcTpC0DaTpk1fPnM96yKPgUaIqOaJ4FqvaofZdmzui6phOZixvBIvEFNpk9reWjrI9DHW+yqsB
xZaVRxkQBTkn1dT3rGKc9iu6Hi/YdNQpVv6F8lO5HnqOKoMdsdaM/N3sWefjrK8GU06jTl6Nzrux
GnsMg+polSd6qPjCDv5Jm/56cAE25tl3I33vqntaH0J/GUKJeiTiwF3z2SJ/ZfDM0m74REDrSRl7
7BlRnjU3Cr5GGGlkXa0yEztv8EhU4awn8kFolyWtnN+zUaZoS8Nd3NCkLoz+2dV9nZ2WahLyGpyt
Y1eu6EtsVzpu6pDL4nyn6ucmr4fdYCbPbVbw9fZacXFE/NSW8nP81RNvi3EOS1b6VAcWaA1P8t2g
dJ67MvQHEk0XAGLtgwzcZOtgjWHz6k4YlV8kDjbYhEW/MWcQTO6gvUzpeIrHjkrIuLK3JT1fK6u1
h3MtWdksR60jZyBBNs60iCgT/YWKAFDP/fhaOC6jrvSjKrX9YOc/M51jId8Oom6Rtp7T5h3rAH7J
pLipW2ObqhqUTeHsGgOsY34La9VZi6ZVDyQSqk0eR6Cj4m5lQadaZWS2V8IagCogY0Htmhtqv6xn
qSCMOM25nSN8I9UPaLuIixnfqyGI/HUhSapyYLc2XaDSg5dBWScbrBGagXndofSktLknTYRMn9uH
lpzFqvzw9NG+q+n0saaPsYqGresbn05msXQpbW0A8WdsZFHZ0whjRZIdtInb7t2h3QpuWEtmrjaW
GZIx/aLdgHBzqmPEVZyoLrqwTsh0hU2KriGjx4FianvEk+bcq+5KTgInMwcHIEuwG2L5jFX8S9Sl
ve6rygqJFMchuHMqiyBUc8enQjRizR1d8Rzl09VSpUNEB4nRHViD0qj2mNo81La68+ryUfI4hgE2
L1JshL2t+yolG03XSG0aHME680nke6lUtJ6K2YAsDVm7ZQ8ukwVAWEdvSkOJ16CS0PtM44zDPKnk
YRo5paUGmVbd/iYYM4UWTjVWvXId+Nm87ovGYHE/JH20uFesR7OY3BXpphfLq5tV8yus+pI4zS3Z
RpK7HGhWhvA+h/o7W4Q/TbEsp2INFu3iKRe9v8Q3w9HGvIEfc6nH4gd/xbbsKuY/ffRmVESRUo/R
p5X6oe4OFJFb9WMf5ANomh6cmOVDvkA9CWL13LrOBtTi2X3jAmLqexn5P72BqsBFeSovqnG+Grfi
sB5t9QAwgDsdPHo7uiQaw1LaX1axIedPsH9jLW1crV18pL39yld6mireWEqhLOe2041+k6rqI/KD
joJu/9agmD3QgDjL276bP40pWcOrpBzP6EOwo7/5PDrs7ffjXN63LtGaOmD5tUpx8LUYtjLJR9KQ
YStUsqXrId0LR2r30fJDdj5NYxpRCOkHDqtRPT970XFUNVCWQsF+oOskHGsdfIbo3hQd4XOm6Fen
LnVCqjz3/EV3epEdGCAepsKjoNBvgbbJ/JhwxWgH+jk0NwnWHbMhbvZptR3o7YttUHZ2Fbd7FUQc
47F22x7vko5eBjnBLxfuElHCDtaaZtVg0FRF80KLMfafLvPMBe3v4CLEV6+hfl2TuPrwDR96mNU8
Zl5Cbm22b3GLtlvbTrl+IsuFwhTtTrddvvhRf6qEfea4irs0s+CQboKUA1Hi4NkGnHCU03g35TR/
6pyNdc7ihybo7wdXvc0+VbGgy5ykBYVQj5yALB4Mai8V5Rth7hhcqap0VUHy4VBDuzZtUQzq41ub
xqep0uYN8FEmfY6ltlLn6imL6paIpXFTZQ3Vi7HXHyetpYS15bSFfrCvKzIotAHw9XYvlVGKpfXF
2MQxQ+8g646Z1T3pgCw5TOlbXSvFqh19bR3JEc6Mp2FjyE3OiNT+qak/YXygBFDyPAFLiE8cBqtw
7GGz57q1yga+4aJm/hklEWGnzHzqx4rJgZDASQdceCYXyGYcMWaZ4iZe+og6QTeTztC1GTomNr7Y
FNyrucVUOvPrOYOnU5Ep7ln1R1ODYVJcUz0H7eFyx6+lEW8M18fp5eifI5SljVUyI2Vs7+35Uuyt
HC+h0CKoGCbEMhYSTtl7eyoM8Myw8uaE8pqqWYBuzXM+eVec5Y+z5vVrx0k+0xdwgkxZLV8h1o4t
gUDu3Ln4tE2GQ16dgjZJzDdaSg4z61SkY8IwV219xBbhfhvar6h0f61kOvGQf5tO8MK8AIOXNr9j
fos3nuX2oBp3SR8z0knmbWJUa0co58EeIQdR9Ls2O/h51TBu0jRu3ul3xKyRE2oM1PA9Fb/ksn/c
fHwy2NRJS9OFHH2AA0IaZdToNi4X3AUvkgi5ozPooke80a2RZQdmQM/AbD7wABZHqy1+XFcdq96Z
QrM3J7qIrZmfh59Gt6qnyFTI1/jb4Qq+IMtwy7XiZ4hTz8LxHgnosoQIA3LrCIRFUn9jxhnWZZSn
EKtKfNAzjQ1dUnOfx8VdaUIaddm+IsP67H3vKIT7E5C42AhiNlrS+nszYFLI1NEH7Li2F7l/4n0r
KXzWYb+G3FrWAawkLkK2vp8dqsIA6W6zSuNqidjZ+QKJUpl8BWf30RFkQi2q1zYGHL0pjtM9EtTG
TkbmIk0BvUJrubTRpDgxLm9gxgMVYvbfdALVCkgQxu49b/q7snhEtQzXXhowFrUZwg9ttmpAioSW
+Q2hxzpmBezOcfrVguazQrENJf0paxXrxnmAm0ht3E9Rme+4mOnvXjTXgDBfiTJmZRBq/Bp+W/SA
UHTWIlHswI6j1TH4ryNENbPvISNBNszTvafHDOgCktlckkK+VcWOOujvoahpUIQTFXu5zhy2pAkX
5lcCb+Tm74VzF0RCEvHEr3UbKalA2oW2dMq65Mek4yucZY1VNrLHTZf276YTHwwzAz8ZmGszNX4o
j8y3elQ6odPzL9qKkZ82GIJq4IXoPKCjMyfrNgOY54WPfojeUw7LNySZGJlHH5xmwsmnlzWunA+9
t0Kvia5JBUujlCMnkxg+Ac9rOq4HRzxnncn6MfVvDWDMWaEvqem594qe9PpwLU26Klo+cG4/tDMY
82Woq1v4KeXWzhttS0D9YtPhdOzMxgRlwmpMM9+n7zpUtg2SQjvOS+u5GcS6GWZKhnqGmH3p3TpK
gVgd+E0CCaASLvTkGHVaOXREBzbAMHp01V42pN018YKrKDuODTC72p0ZzntcxoJZCPrjPHQiGRBh
kVa65t69V07+0NGOx4TE+h6A0YLejfttB5uUGTUC+3iuiH4z22eho/1Pph7814J3TfVch9zpxWAr
CqNZxHugUyZVQ9vG6FmUA+eFLDqbia1fc0tnAs8Z69BQKto5agtKbFrnzJNWxULd1AxpIp/E+4+8
zDJMoC/a+FChF6tIl2vgJ9+Rjo6Ut4zSDc4ufVN8ZZN222gNLJyk3ygjyTcMZu4BTBir2Cu5UzNz
7SfkHcL/Kxoc73jI83cprLAlBbsldPMAorcjtqhvCqmpQ6XQYviO8kTTs7anOu8jS6W2ss1LQ8tH
6NgQTJQGc2mubWqIc7l39Ua9OMsoH5AVU78Y6hRx+tPU1Jt4au65nv7SMZzugtSmNTdPkKjIFLM+
JC9+25nboZxPxdj7uMmijjANKhUk5pI1jc/vWTUT3QaY7FZUkX7CRMZh5eXveOCsfTRXTwuv3aCd
QBBW3PW2DtXQL4GcTDoXy+lj9rv8Josma1XrcN3AymKcPaZmtsSlEIxX2nKtN6Zm76nhnZGK2FKa
imYXzGeTPVXHgBp6NSPTJCIKFnXFPqvhxKSd/kzd9M8oO/tIbMHcDDBFA342DU9WYfRMogv74Mgs
ObfV/GYXDnJA5A1HNWgAUctUWyv1aC8KclreaBhHIE1PjKc6VhDRlIxKm1XcVix0kmlZhMzgoU8D
vqQwLH3nkobA67xnVL7gzIDkp00hsEz8PEl21wbcPTvl/NIuctbyDpeRBNvildzRHB1A2a2d5TVn
EN9fk1tZg6B6aEkNhE4+7XGP491axuj/Vjlgf7qA8VLXYMvR7OC7ZNhp9cOV8S4+J/clEf4urxTq
3aBVYJS2jWc9ZkFJ79yMeq74ssP1BOUl30iRBuG/9TRuZqQOHVpncHGMOddg7rN8zdNVz/EvG9DS
of689Ug4MJgQKLT0s9Wza+Hn96YPHzXw+SyttDjSboFRhxtiz1SdZA5gJgxUCMLjg0kpx1GAHBZj
/s9A5b/7cf+bz/Q/vcD/t2V491MtHtn2/weTr00e9H//h432f5h8n4T8SMuf/2bwXX7HPw2+tv4P
8qJAxgiJL7lbk3DSPw2+pvkPFDqOcr5vY6+3ltDOvxt8HfMfWDAsT9fx8lq25+L9/Q+Dr/0PC2/v
kkK1LBfrsPH/YvBdjPv/inNQWsWfAsMLrplrB5ZlLIUt/8Xd2ygJEKmdynUME5ED5VdTyXu4DBtp
mV//5U3598/8f5V9wdW37JaojEXhyH//z5kOwD7PcxxjiSO5/6OVxzYMMCtOqtZumbYPLN0bszP9
B49E+4OfcP8pOb7TmjXFPc6A2dv5jvb8h2YrgYdswbh1iEpAcKT17eQD27QXUPiQtMl9tLzkFkYy
FzbbAD0D610nzxyX70xgQHdl7RNBqZW570ujeNbhF6su2+okO5AMTcYO//kSMDQ1WS32Vq2bzzWa
Uuzr2aEcvHmdVYZ/jIoJjCHNtOvWiT44z77JxM3uDdn9ejPt5fMgxY4xV7zHP0EFA3NFRtYV7fHM
KYxeh4UnPAqBHJEcsz4bt7abn+CPGo+JtNxTFNQBtrlh3jce9kHIjd1+nBxsCFVjXKi80y9et1M1
YRNpM5D4qzMQeX6OPUJFM6OWUIpswERaiQfdtu8NkZqnkY9n3cZesSG1aXI1pk8LgKu1BlI2Hmc/
n47G8pIoAvv4SnKtfrC0w19MHq0jP5iDG6ADjMPOwXoNB27KI3HjzTrbrqld/9gXXMKDvXTKp7FH
NqIGo1jldnWAepvvjMF8LEehXwuJYKVdA8PUnlryzleQLlpH53nxpFg2Q38c+hs3woycEXDdQ2Lu
B/IvCuv4tZyRDDxciztN1x9hGTYHfYOkGt8Yo6eDW+LShjE+wX5FEQvlAntVJfM9cgLeFxs2BlUa
7WNW3XS1q65aRH95DzszGySdsY3eP7dt+ZYFwM5E7/cn5mB1SKXmflDDcEH+ri9Dptw9XKKkXfqe
mmjCMqVjCPH014qD+U2b6uVu6h0PLy4VZfpc0xThWsCtCTrVTeLeG7YgDngagqa4a+MAQjz9Bne1
oMfeZUy8hUemn2IXOGVQYW8QEoEtt5ltLC+weo49cPKbf/1SqhYmjCrtcBB5hve8nJ7qLNZChwvd
K/+FNYSBak+o+AtizY1lTu0tIZy933WHwhHGGr4ieiSNC21afdnC5y6SAyZ2jSq4czAZ73NOakt1
NBlly/Jue4cGaoW4TR/K2anr6TVqtJ+soQk2yyeHVitCulpTEHQRpbPmEUtXsrKdG5WLczZHwR7L
r3vq+seYa93NsMSB7Z69j67Dp8SPrhp1EM9pZoaRjTxuwyVkWl0l+dqcJmvL8yGpOnaMw2AaXFT8
YHpI2wnPbzIzSUO2asbOPEu6LYmhFZgvwBhgzBH4NdGmE1+NR7S6e3fAD8qkFOSgJ7c+ej96V3Zw
xvxaLrNsJ3ffJpyGjOxtvAUkGoyZA3figFidAADrtviFCLe3cwKBzE+7+zhA/UoK/VIAcsJvt05G
Q4Rth0e99EMjrbpVm0URFVfmSSbtZ6MV6aYSw5UcBtuyGWs7hWpTiemJVpzxzdBinnrFUXlsnPme
7NBj4VkNxjLLWexkmLUbjaaaNnvFxsgADLm4ickCGBYw4f98+fu1TGJcINxD+Faz9UOpd9NG14vq
Mgbjg2Z1UyhSsI2E8zIaWtMfft6HPzK04o6wzhrU3IbpTyMqerYCssj1UmqFfH6SpZUeRmFcM0Tv
x47sKCtPu8PZxwXEs6x7aes3plvu2ppLfcLiCH6NJhmC/O3NYEbtjT3D3q115kv8b1lo7j9fmIOt
YPePG5yl2caES/JUsOiNvf2iVJLtx8B5jSsML4LfstGV732U/jRusNTIlY/UEmp+3Rzqobn49gjR
tQfEWXURUWaZTxfHieKwbvDYRCo4wfBprobN4a+PUnItHuFg2d8ME6OqrB0/7BnJvVTcVKoGKDdo
VpSOARZwXnTPvY/fLAPHEjpWo06dh+OaCx4Jj9ZZ0MxmQt1ld7CSNngTcc3GN9tbwrXVvmrLF98x
epR/4t+Dor4hqunU6kigVVQBnDVdPEQGs8o/yl6cOo9T0mOaJnd+H3gOt+jZbAEJsqYnLr+G6iYw
ZjjbIjWx2zhfOZG6Z6Jk0IRHIB2GNw/PRTdWe3PC/JbnzN0DkRuHRNc+YNbnj2ksO8zvEPRgrfdP
plM95rAkv/xiToC1VNW1ciQsuzI49lG0dALgpaTbpniUkw+WLLXtr7FLGC+O4y8y4iJdE1rXxy85
jO/sa1S2ze4MTWM29sz206seg4FcRkpBlPvPfmbHq6rOtSudCoJRdKDdQsFmNy09+1ije55ovMTh
VZhvKAPcVuGBhyPP3K1iUPbSjDifHHqd7dLpT5GfYNPt8mzbIe19YLoQfWG8U/c1UTLS3CRU+2Fw
qPqnYiy1bTqkzebvH/XKxUOaYbHNJn/Ta7l4+HuBNy02g+7BnPRzasJNCHai75tzsbwwiKOYezAk
FIvY2NVd8TCZZ9MZV2ZtxefRltW6kkF9dlneuOeId8NkTNxm2E5cY/rynMw7G+7eMSf7HASFc/77
fyn1dmcaXHQWGGEhNvyVZTVWzc2gMuvD4KIBY3gwjgX1Ies5oPCqMVrtPnAYU3qlc7UKbDqjQfIF
DMh1HoixAs68byvvdsQAe4HqLg5OIF+8IhHf+NiPkSHc54LhnGi11wGTxiZaoKM26DWqlYS+hy7S
btgnUU5b6zDaXb6JhEpBPJbO1qdp4Vh7rRnGrJzpSMVFtTCFA8MCqObUcF/Gtr7jinSkrSZYx63D
YJ53GzstdnzceprgIlW0ByQKkpJO1h7Q/5K9PSYzfhk8XZpqjSvu0XbLXEw/WbLpbqAowRLUoOBG
tHitGw05d2qF81MdrJp+EIle16PG3/+9eJl4VhZYm9TAMqjTiXVWvemfu1G2Zwrp0ojtURq1PKIm
Ni853S4ldZ1vCPzvANhe8ZMKvoeO2PKFrE7aggMNlhcS8HIDpK9kyxLuts/6hievyR+sruqBjLhf
f/9U2OJhzsboZpyRZhC9vXf8UPctw0OMjs4zBdVyXU1Fc5sFAmxeg5xK3+0xr4P+CnGNslhVmp+5
Xm6iojZ+e3u4ibgU75Kud3YUOvvk8IvmUVt0sypIyruEFqsdxT/+MfCZ+PadC8V8iPH6mqhdvEXW
Z1sPt1mW+RzbmnQ1a7Z7O8flxwJn2+lKDat/oVlAf8A6soxbhG2dAYeVPHf0ox1dZyndmMRwMXyA
xaBa15XjWXe2VWqc3IruCBBDv7F0xqxaW0+3blK89q17njjRXqAoDJdsoq2jwqqwljWaCt/RR7e1
vOMMiTDM3KS6tvKT2H5+l1NitxtzvmUW7/Dd8sbejU1Zr3yrputjieb/VefOcnrnKaY5ywPKiG5+
k8czmVnSE5th2aeGTD/j//MPYwmZ7+9lImrPqYAMRtKIfUHOTkuC4Y7muPlBxmLTTbiFSxthz574
kqpiONKu02+D2dV4vJE0g8mR55r9ahOVpTrrQZKcgtzExOHFiwwT4DqX2Z1oQAEExcTUPbDvHMuh
1revj3yYKWXYOwxsHOh96YJIs+TBNrpP5VvT3RiTGJ+d4Gp2l5IOIby85BpHKU69U0+//CvbIJHp
p0EQC5uP6V1ylejk8dLpBNeeKKBREMtwS8njQV6RceR0jOICaacPpk0RQ8NuHQaLSd4UL7XZWtu4
iOQ2w79ytpLuF9shjHIidxGgoPNf8whDWYCNywtNYHfm6E/Hf/1SEuRYQk2csvhKjxjtqPiWkv5C
iGkWgU2Op7zUJthizWL8nVJydCp0lpwKiM1r6bb4XTJQDH1Bl4lxL2ArvBKTdVZdwqfT0+GYmNZZ
ZvHIFQ3Ga1fhU8U6ssXOwIQKy8Cmk4kDvTjeEs7P16VtG9e6QaKsp2b4eU3b+VMmXf5QNlEC2Chr
1r5I5WtdVTUi2ky5HNagnVvTBYUyya/p2ApiPrJtSmITIYa0p414+ixx00Bgyd+qaSbKRXJ1X8o9
PXzTHUnZ8Y69JkAsDbL9UFFXN04xFXfLA5CMrbrI+pEDrR9qMmBBJNJ5K6irW1k2loa+red1bD5C
kMDUpQ+0DA4J8pouozkUTUMIRvW0m5YcBfRRPE4+/tV2KkBCmbVBkZHbM/yKSB2K/lN506Nars4R
Cxk+paNrmPpPkWPRt/Ph066QmBxV0ynBt2NbOkm6hgNKmWSZG+iB5vww5E690VK7x60UMcDofT3d
Ksqa7jyT4XI1AQjy/aWcK5P9bTbhkcEfhkGpJWOVR+OGY9vDXxtjgcfMzrBfW1EGdyq1X+uB0Uc6
8ST/UQVbcGC7PEiOAYbnU28aJ+lNV5BmIJNnLApQTa2jZy77hW7fM86oLsgC9g6dcmHPUDQ4U7ip
IZGHnpo2eduVt2nfi4dKOmwRHrJ9WjjefZ86x77D9JW5ZsLZNHpzsqj4mN1izeL2zWbFn+n3xzmG
0/9/SDqvJVeRLIp+ERGQmIRXSSAvlXcvRNW9t/DeJXz9LHpeOnpmYtpIKDl59t5rY70KRLQYzFUl
CYIqQQFzY/Qdo4EZGiVHIzEZdUBX7mkbz29thCsHNFPzatEJxu02fZyG1tzVdT77QzyTwAWv98oa
f2X6lcvRkEXuWz11DI5FGU+lxM5ZvienxXah22+dtJ7L1lE77uiw4ckOpIvhsT1swXvSvoV1KJc4
GLWP0e6PeU5hNmBawcUPaauH/rKpfpXZvrsNFZBAMFAIsGmkA0mssor+asPwyBXGwlfBYVDdNNp7
us49Wdc+AzJAKVK1nTxJjLrAGzdNDY1euMzt1rgmNbqXRRDMr4X1ToDgZLIC2mP5QQhwxLCTnNRE
FDBWhUqe8YQKR8eSm7+JVVXWakMArsITGfEnTi9fHeSBTVl37V7vjUfyVRdjCWl+Iay6CbNpXznG
PeSsYsn/shgOx8Z0sdGkNl2K3zyL58/hZlIEVzX5tZC2X7gQd7L5nygTnHE5pfAxXU+R3rvHeYim
XdsQmGut78Siea3RrXireguVPNdPphmHfiiym3Lq/BitmjAk/GYmi1IXOpH0HBkLyzCVafUGJCFq
MtyWdMIDzRqeF322MxPoF3P709k6n+CCD4NV+m52CrBAuf5RL/lzspD77iLaTU28+a6saQ3vbv1a
4YSweXfUSslahosZEVNoY4R9Q5DRtkov2uS0DuC58xDieNNsanYeuAr4Lsg61F3dBn0mMI5qtVOd
/vuD5SX1qQKUzObdl4uNaTMjQ6zVovA7WV9U573OOqyxfCS/VWPK98SnNvBlQv4OKA28APZny663
J+iUZIDt8AHpmBywd6ToDZ43kYYMkskp5H6LttyMQU3yLCndCkjgqgxjDuv/tn3yTdEKjQlG+5om
091V8sXLBsLstg5AuHnG2c/OfMe159uxZzaK+BmZ7znwF/uolEZgnEqdbdGYxzTS04PZE96b1AHy
C840qio2MnM/JOsUNJXfvnFLZmubDcRzPjWwaqZjraanqWm+FpiwKEqP8Vw/ewx3FySLCzB+jgft
nPX1LnL7C0W6GZVd2rM9jACMSU3U01+xiDeaLTdjG/9TffSv5ImBggjbHsVl64kYrSDyJy4o2B8o
hE1NwlkhgoQ00I7btnpxcExsYxf0pAj19KxXnQr02nyNwY+evIkUArQxkKa0smwh1qwbDowL+VBv
dJWeI1Pc8xpDMLEf8pH0lqAl1/ynYcSOXz1n848sDZwH+QA/OuFVP85xg0l4Lf6iAWyyJ99J63Db
KpxLVE0uoP1xYljNDziWcNu18rfS4hXddZKu98KOAouDRl1EDLF4O9HJuOFdBNwTQtRsfntGDusQ
Rikt7OMJg9/vpBD0aT/ut4z6S4qhAguLsY0zNjRt/kktASdLjNCl50SxR7DWematrZDGLvIe8bR/
Z6FHh21HaNOEyT/P2a++ZDjuFsBbaeJ+LIvzvCQDVbRVSrDN+ppoqRpx3Qw1zvgsNb5r6uJIo1sv
mm7hjFJSbHNibxQ84Bro7AaBnDaeGXxDbtJLYlrtQ8bqnkczMX0rs57hp8NFTwDdUD7o+itABe2y
T3yRW5+jJT6ssqBQNMU85MAuTUnfb8DprmmN7pDXYrhyIgANzAOzhYOUUSSAGHfIS3QumKlbDAhs
6NvhKTQ6OoQJKYxalW9t59WeqHCrHPsfRrB/rfmQZ/wA8bwezOhML9nfWsqCVYLmbuRsHwbo9GbR
4w0emuGR/C9p1pnYmyWJcxr46DNF7pLqLZJJFsu4JBkgfht7nW3gpsw1qmzMbgo0GlNgaTccCMV8
AG79mKuRsyYeyl2alzu2yNW9wcEyqzA8Cr0R52LEoiroCQX7pG/WRSgtsNTWI09sqjIFyEfBnyW5
AYlT5Y3XqpPLM02p6GaTRxlcU39hp9hhA7bxNgwxr3Q+KKljnauIPrLZndwjITEzlgA9tM4i14Jj
GG8TiwTVfg0mNWxcmxybnjrKBSgpt3pilo3AdoI9glBrvJtYtBEpIm9fhPBZ8eRwberXpEJMldxM
82RWvFH86AUYPx61GAzESD1xsMQYGGcj1w+avQKVxz90VIkLWAb7oU3eTXScIz+iQ+JB3uhMbzl7
CdiJjlyqWjmELkPbqbKmz9DUuaLzb72N7JrQRZG6lCgBBxtWOm/cQTbSR2oa7NzwacGCqe4BM6El
188Rq31q62767Aa1K0nw6tV9bIMizU/Jinu1xmAYcXcaZvvbi/El67VbJHmzMOX/i/Ppn5sReuLl
4mzRLChUJoHZdtFWl0Rpoo4lAMNwYNDxeAB8H0iHX3WrimxvdQini/gmqh5emulp9vR/Xm/9Oq71
WGMbEQnlUJqDoaYx+0sra+NiayX7omUOd6nC/uWq1tl5szg7OL8YyIZHkFJHgB3DZoLmeitYfG1d
XRm8TaxvlcdlIBlWJ1EgjS5r4ppcelmyUFaOZgSoPTmhegzPbV3vadV0d6bb4X4pJwEoFnCLUV/Y
sxvA7TjxDAxmfkR/HtK+uXESgDEUjmzGDH/iQqKUzHha8pSlNXJ/6Vup9R2C8NzFVfwdMg9v8qQ7
WN3gnXqvwGDLcjhOB6aqhmVunxIYiMbpcZSdtZ1aQdJxsQ9Ozyp74LpHfiYTnOYqdQNITli8DfnC
o+gYfPUUpsndmsuG+gIzp2yLAw91eDBiomVh1vOjHiraRyZoVLGVkrn677+MikjcBNnhdk29eYwf
VHZiEhDdrlsKdV5gl+xFSGCjsYi2lPQqAmpDzwH47Eeyu1BtSMihLU4YdtGDJ1oTYXO9E1g0HhoT
hptLpxC5tfe6SFOiFKwtI2No3zUuMneadw8x8TJ+/JMBEqCfr96sH9UQVVdm2OgsYnKJKXyZ3CWn
VYjuB6WG9sKyD3Rq53w3jH/SPHx0VEp4W0/e+rk8zxEMaaW3n1Nh/qnyQh699Utn/QU7UnhBmT3H
RL+P9K2w8Ojq+NEJYejrxpudNvICSq7z7enX0N8zkfgti9mdQ27SHecIzqbzXWTzfunZivc9xJ0q
1odduyJPGnHDvbFsMHY+JTYl94tBzZzq7Ai9hQ0nWyh9r69/r272PJxel8yEmwzGqafJw3ftxNlx
cWMFlgvXzzNevmtaMmJqOUMjPcd0HTGbh9KvBoFfCHMG91axGYTA75iIu1lE11iI5B9AtQ0D1cr4
yLMDti0MM3aiU+I68rIx0einZepeOlpvt1P5IIt+uiYYrs92qQ72bE17rdTzfc/Va+sMcvIZia99
GMOPkTFmg5SligZumEoLRYM1l7Y8rKuzVXT4O3V3DBgv4YgUCEVTFpYnl06XpoivhA8UMptH4WO1
vhPN0nckaHLbG3aEWSXdA5m8WwWXy0zxlXRtCBf4daipdxLLxDkaglkaYxNZx5Bk7dzlW9Ksx7ww
mCeYDm+tyOMAGuS3GC1tP8kULHjfGPvWlH+tjkzdaK0RWHwZd4OeCWEX3bOE8ftszkiFuMOM43//
sSLJg7l1+pRMTTBO7HW0Z35T7iN3ONgH2neCmAnl0/rIWAYp4v8klnIaNggcOeLmOkhDK71lNK9u
PjgnQ58g6BIF3XH9wymLLRgWBj7V3Nx1Lm9RDRPF0SakX1ck+DJRPldiXq74b7QNq2MEivZWhNhX
q4ZMZuuBmVhbjLrKFJc/SyyHW5PQ++WyedVt2sytSMVv5UhV/OhqlzwprpFL74XD97iR0MKuNova
OCesjv6LSQog0KNJN5LpINBULX3jIwkRbn1QJKxy3mdegz/UxLMrTCM9uZbO4dejTOLJo/GAWxXt
ltskwe5iUSSnj43FAUglOTtX96xDlOEDBeCLJ97dU4jxgad1eFpaOA/6ajyJsmSvKVCvdI8Tx8im
+uYyhSPqPZZ1mZ/TYeL26CXa3tXpcGxL4DDFpCEhMBM/KKXiByPqPryxkr6oo2SLHOYbpho/ZTw/
JFyMOYZbeTI0Ei38EMiDPcTltOOv+9YPtbvVNHEn//b1XxjabkJ8cE2mHQudrP/E6yPtb72GIE0S
ZOv8SaHY+APZy5e4I9w9OHpJyi9d7pPMUL/1t65yaKk04gje1dhhZWetqU62AnkzY8ScurvHd3+V
C4bw0qy1QG8pmJ4aChcGAvNmzMuqru1nL4rxNDrw/JeK8vUsR6hxMSbuNE8apw4NpeBvtdV1dl11
tCZKjXYJEpqJmpV7PxgCpMNscKrOLGOtRJxITt/bxB79ltqHjYqyY2+DAyxdrQ7C6jWDrkovD1oN
NC7jSffsYwnkPXaK6proGOvA8sy+6sc7NZnCjxeb2konS29dSOjRKsmLNcBOvKW6Ld4cZIb8GSPN
RGNTNA1qAXymOHCn4Tei2BsrxxgeKhBF+Ea94ma6FAW0ppXs6Xk2MA+iEOfsGaaFMhSe1h05G8RF
bvBbVcUKm9XKo+q6rwpq/JbNm9zqaQVnc25XgJZvs7fE4AT30VkluCTNHhutjSg7pVtFYJqy3QNp
Fi6VZOlDeXLm8UvD3VnomnuzpFfdsbn59FtKqi5xp8/aFMRu1Wz6TeiV7r2mpnYvTa7LRfbt1Tyi
Da4Pf+jErWQHRHicyxBgkIWk6ZztaAk6FyXhUSMsFDMxTlEa7ZE7b1FbkffHM7xFPDBPSQ/FeZYu
aZfEeefNl2Lc4qXkEvsMFTfDMdP+2inxxIxqpJ1D8ZCcHSJgNcCWUdxLDnHH9aJ9PFv9FrLjgTKH
8SzXTeK4JgV7Vt0oUduEbr2gp04l7Cyay6vsfcnvFYtvQBgIC7DyTx1Q/10Re8eR180vkdygmK5R
Mlp4cfU5oAJk5ynLfLDSmQChry/8NTd2XWAlwS2hF1x0K4AQMtRoNmwYsVps0fjzpiwwykJumCMJ
AmTRw1Tw7ISqzl9mEJiP5oKuI0N2J0hJUKZm9waJS9+mdVvsYp01soZV5G/FomnJOapmhLsLpoZq
59ozFc6DmV/qKSz8sUwNP42R85da7AvWkUcOxT9hHX3EQufOwEtrlwmoVLUxWyhuiHROY38blIwY
k7C2CS0hgbTnzsfQtDoOJcPYWAIHbfjSuR/mIvnrThbOnTA+Yo54Zau0HDMk41mRKLck0SVLlOv9
1CFwt/6hKgSRmbIdzxhztc2cpyAihpG2cmQzs7SMQDbxP4efDoufuDxIr/eVXrhMouozh5MtXGq2
KvajMPGN+SGtpsDmOhBOarhOA2yriZdwOvDoud26JUuWJiC88SPHrCdZonAAdq3D2InZKIqrcdsQ
GtsoPd0ntdc/EhskkcGwe+j5Ej0O3o2DvepBK7SvJjL7k1ljf3BKder+xIqGzYjhzo/hrVBenbgw
L8oL7ZktOqCZMQyMxv8JqGVEdyEe369GeshVXHBJErbDKV3XDuwyCIswYlh5z+0I/9Hs9fKBV8h/
4252TAgNa1wvIFdZA5pPq3pykbk27VFStDt1H6bvDgCo0EWxrGC3GYisqJpUv1n+kvp6sYrC/qD9
miBq++hQFAcDPtTZCRqNrwStUHqKq5Z1VXbhYsUM5ix0NvAZmPS5oKWoz7qvfbOrysDUhgdQZBo+
IWgxDn02RCxBQHTATqKsuNi2coI/uEyj30Rm54ZWwDMouWBgYfvi9Rmo9NJqzi1P5bPxlUBKOlSV
/godcn4zS2PPW2l6Ekv/pbcyv3iUQW4G6QRZRSooXQjOx2aUb5ql/iJESsetYz4Y6x8QbdqtbcBV
m0U6M1mAEmnnxQFizi4MyPxeG4h4Fcu+rJuChbT+1bJA2pVFT+AkzTlg/4NgZGu4BUg/wfE36hv5
FrUxPsVVoT+Sd+l3ZrS8RnwD1GU5sHWqFiqPxNDPABZt00Yz1jJd91KhJWwrg/BI51IMNYXGsz0i
o4780neToj0NYVSd//uzAf00KDztx5Jkl4bhgMeawGpIAsMdOVjDHJ5JR4PNMjApY1Ldiln7sc02
mOM+Xrdsu76QecDdJ3lz57D2qQpdOaQRsNHStp+8vrhkRQsCzl3+mdLBEi3DfVaI6KI3qMaWlrwO
bRMHemqQQHR912FLGgrb/GM5eF+17snkk8ZI6N1jflP7tH/31CB2STpzRYm4T+LEHy4D3gGubikG
giwJGvhMd40XQFLgIu/1NeN7hsVjfsx2csyhG4EGqoG0GLHzUsKOxMjjnR2uHIAhcC+ksmy2pYLb
bLUldos23cqRxRt7eA5+SJ7VSEld34Maxw4xGdSCVWvWKFftC6RQSDSNd9AlT4nek+PHjnWRYlBn
S68YH1ISzo079xs0cFTLIcgHVWz1TqsCd6iODmAvu6hoex3K+WiM8edcOcWhzWr96kXG28gYHdSS
imptwrot12cSp9RWr4rsZon3whDiuS03WRGCc0ni78rM+JOm6A5qkv/yojYZ2yDhgJTK5AQbqJre
ZqfPT2PC33oqqoZWvJySaNkd03ueLtOjPeot3yNcvzgpj0l+lnnHe8yqgbzVYbFD1NSOhAeyzeRU
fxw8PjzTzGJ8mPbO1vuKp49qJUnkfPzjcbFGjII1tpS+WbOY6V3+dQd6inYeizAsYvTQCMITRDq8
eo8PlwMgremaj082/KSxOpVulB0WJ6QGmSqpunewcJ3sbFB7+quyvilvLGY3nIf3lJIDgoGAV4RK
gTCXj+UAC10nHOW7KQWpIlasGkz4T0M6WpulKmkMbbKHaM6jQOprLtXjqxM1aKYaAKGMwmhdYARo
09+8rk5FiQgee9TVOQP//3lM96qIf+2ad5PNwB93enszLflPTkt2118djvnN3PCSLWPWJz36Oskl
7JBpdZjTfTQmJpd8tkXKgbC9uCw7EtUD0zyESeJerLa5lpa+kVN0ck1+yEDGoqxtz4AzdmrBn7is
VWSc0NxGyqz/hM2iv/AR7cuFIy2Ko+Uykp+3SmxfjlF8V07vnll/Q+XSjLPQOaNbfYoQ1aZf1YXj
sU+W9pZquPLHVl31uCPQCuCSYM5AIthmws/R1X2iFRkbSBqHciJkON68AG5BOua5P+CZJo5Abha0
0K5cuUlGFD/VS2UHDR3cZW+llwbdT1QcOK1h1bwwRr4VI9t6BvStJiQUEBbhGDjo9vlIJf0Qvw6I
qWOE6Jgq9BknptyizuWTG1bc+9zpLe/YMyHOdE91tYZsga1sXM+9Epz4TBYSScJ1/XoGDjP0fLLd
kFKfHT3o4j0jhnVMtJaJH/Nc4U1PBZ3Fm7SSQKdMCFcqlqBPM5OAQNnzta176L67u0bV+vmo1T4O
xPFdGeobHBvsU3zHvssXBApygR/D3xDvHBVCDdqS2heNxYKWoFCsSEVEqf4QEtg+mWmxhp7MFk5S
9zykKdH6gl+bCZayBkLp2fBO0hANZvTGtygcP2wG2R2X35WZmGF0zmiQKKEajPPNwIXKVNjgUtGW
O7odKzr5O3U9+R8DdEPpQE4JG4cWzdF5q9LsXZsm+biKaDWvh11YU4NnmRWu3G5TJIt7xsz1npqv
URN5hzRruNUqjFups88LkLVZIdedXMQ6p/Gn2kITsyfurVaLw9HDn5hrJtyuIfEBv7fHuWe4jrQZ
UNNMDbkWwTJmi8UiFZ/Vf3/gh2pfwTL+M1VfBLk9tadWHmHddm1260ncVpKmBkYiA5+P9Sa7qvfL
3KatOANQEjV3DGPmCTdJfwRI/P/a7CrtX4myAT7rW7ri61sdA5yC1Ok7ZXzNU2wx3Anr0uZQ6z69
0vHrron3i8Dn4wGVdbK633v0kW+ZYTk5eAkR2iIucko0+zdpqFrq1gZcUXV/B7d9sBsxslBDxY3S
jONujQd3QietlYNqskoqwDhtZ0WjazPTWks/yjZvMjqn08AJ0ZgzA76RR9RoOwl2yXG6MMFGxZUK
rPcxREZSScwyLU7O+AvJHTF2dNWj42nHTLYdB5P4Wjxr9OU8XZu+5DrUNJwlbjJeCQHLZDA24+Kh
iTYMbRonQzBG0bMdDdSQpgtpqWLat/TqsWQT4QlGK5DwDyMX1t01q6cqJRGHchylw19lGsTbeizn
ebiZ24rBRoeYY/Ct4Er9mnnJbhgZ/tldeyBoa965bQSWlxV+6pER4saxl2XyoFOndYU/jP4sVxtI
qnGE0UZPx7sG/rHccsXvDhK6s97TeauBNtxmJc+q5J1OjF0HVxZPG6MQ5jl+1jr1rpI0CEtN2x3z
sIgP/BoS0OKMHWnhzg+Uu56GbgL+KovOR1EqN86caNxzG+AEfcXWWfYVf73qWdkRxdQpMnutP7IX
TvZd71DDGa1+mQWsZUN1o8n6fymSaUcMAvhXJshZch9DiQNspWkwsmQe78ayguNOhlSXdnQiqQZW
s2ddEHGutLDELxBowm2eURXMj7XetLPDDhM3tRcRqSA7u25uqhMK3BOUzkcxWLwUFoUU18cc5xgK
/CHHPsGe8hXPyt1O8fkTGYEkYRafgoFyOxoW5F3wUAKwQQ7dF0TmTi/YZtqxQ+pCmwu2BN0500fd
5wVyVlHkHUWqMxSE2pO1Yje4nnf+ZMOAGczkHlsIM3DfOr+NqYgRNTYYfZUXoyp9NwyA7JZEDOjX
f7q+OLoe/1NuwdhU1EH3wlw4qaJvypcIUxg6GixV77h8qr+k4pptBzHkLIG46g0XkCTTpm1YevrF
xc+1XYzB4OOHUjVBAN+20rNvAGaR+anlQkcCj8oGqVRrpxoyluc0aK8kuhAHRyPIKwIbbF1opvrq
MGahm/Wco3H8IcPsAXLG80ikcSfCL91xMrajo7Gbmth8qctly2Q0Bct6xy+SRAMy5v0hN2fs+wn9
VxBYFOaFj65+SJjK8aelxjVLuD/jNgHG0J6ivDKf5VLqB5PnkJN22C0wQ7BrdyzQ5+XDMSemJTZU
accxWDI/dexdtlhad4y4csdbeg+l+x2Sg7tF75q3S/0gqM/GMM+esld+KsSnA39lY0HY97Vygh1o
V+x6p/y7dyD+tl75R2NKBncMUzMhbZ0JsWbZGno642lHhOUhifG+eVn3oWaGnKiP2lfH46Pvie/z
njHw4JOCjlXNHc+Awg4vTsN32O9Ek4FZWGT0IBOgsvRx7bvO8g1+2ttCFrWvWDMqw623oUgfk5DI
oirLrwwxj7Irl1W3ZaWHSJSvrZxo4/QQCggTnDDNY4jsj4tWh77Q0yfH/ak7YeysBEWUbOg8Y6yG
Tn9AmOBtweKAWzuvnV6qYzpBQqTSaCX5hPumwXswYKc6aB7Ea68imaoS8buIKtqOIUsVwXwbVI1j
bMoGG6IR1YFO33oAZvWjhBggknzvzPCGUlbrae50wHNg3ykKojvQTVuwbc9kDsygG2JAUA3GLW2t
W0itj8VRfEUYzDfKelF9AhNtti+Ck4SABgr/Uh5Fk2LwVjTuNSQ74A15Obw7gBkQ5B5S2g29RGfw
aXGr/9csill8P4zFG3TIV8bR6ODh8oFxaf1GgHXYp0D+1ZfdYs7RPl3gYeqp+F4QwqEuLag6dbaH
OUsXXmlfzaW2A+JvJaSt9pUNtbYZRgKdys3Mg3TTZ0VafpeEAC0YjWI6nJf0Fsft2dTNR9uGZzpo
08OyVF8VvF7Q96xjCsCJPRW+S15BIgol3kcWqPv+bHT2c0xy6UTYBz57RUgBNyZsh7i32e8j4VU0
c/oGmOR5TiP6aED0OYR32BNVJ/Z/jwZjsgGDf9cMSOU5BzrvaLycS4p7mNnr1LGcvGBWOtImDAwg
nrQzscB0a9tmB/OQInlWJM45F9OHZWn2zrMzn9ZEWm0r+2fpwZ/J0n2llHp6qV1eTtESMZMPZ8eT
1GIs1nuo2g2Lf/u20O7YDYZHd+u/cuDyM9NpAUnvXMgZxOJo3ldsovOcAlZlr9dO+6Y1XgzWqMEa
fJ9KJE+3NR+V5qotHqJq61G0s53MEvqeUT5avTIulFxv7XFKd107Y9hxkurBppGPVudHkDc7C3/L
tk4JdBjVibGPAYd+68K0vCAZdPI0NLLe2r7wpWDX1OS2eWk+bAOjQJKDryV+9WfKdBE4A2lpnNRx
YGnaD8jeBQIMO4JMhIvfOwWZdPYepLUh3tXWXrcpZKrmN8OdOI1ZkUBvaw8ky4bHmvgQ1yEoTlHI
Wjrk5aGNNu9veMF8QoSEWtehKXbmHUzNHSC05MUc42GTwxCeW2AWjRv9Lfpjl/4ROgqIm5bfJaCp
eYA0KmamHit0P7LY/qQ1i6iUG+sAXt6UlrHdm7miUMG29bzY3fRF5W1riZox0Z4GjWPfx/z8Cmwf
l76FbgCffxc3HJdDIxXebJQRJ36gNA5Z20h/BB2Ll7AYGYJj7RYO04+aVc7bRfp6H/1xEpteEwyv
pJoB81Qw9DfLTSrpQiLUrkXEfIjPGr4m+wovtE80Q1YcLq6jJ3wfTQVv23tAW5o2zODjVkB2TWco
LnbbnPLS6w+uFN9eqnxpkt5hNio082WaJ+4mLMHIpi8MSurF1CEbkwT3eLzd82CVT7gI30lYw+py
dIOcsep337OC9pro3gtmf3zebbctueH4D31TqzNCLwhCLFFabTZ7it/jprnYTRH6Y9xPAeWKI8rn
agZ8wD151xVpQzH0v2SifclTXFQAowsuJNgOpt9wfBNC6GAczlUzfGnAq6CcJqeJnjfmS34ddiN/
jTQ8jHX1DtHrYK8YWlDrDDepXlJETyQFvdz5l1HsMSy8vAy0+XQ+IXjVPnkjihHo09AiZF5UxD1U
P59B51LzzAdE397kPAdr4UHZsMbjw8XdYoKNoihKTHhtuso7Rabhq4Xqu1zV/oJxwU8TPtWIf2dn
HZvLH5IJD7Wdvjpp+5cK3man4Gn2QLcUhs063Fsq2aO3iUNLPn+2kBPqx0yOfwUcOb9AixLRF9bY
ezPPOLga6AVj0Tc4cLHf0AvwFnMKmF6KnmN073Jkw5EjujgusFiMD8g2xBTJ2oA7FcBxIywh/LBc
OnwYR/xFyWe7q8AeorzswMP3+xVDwaB00oqf3myp+La1H263LMppmNkUuOExHrDkWhWUFUsjvacM
5XbXhf2DdLXn9RtZYjjOizk+979D0fYBF3XWFzOeXKfecq0W5zxlfLS7xNhnYLEVwhqYIoaucuJ7
CstHuaK9yYZEh2xBeAsVHv7M5XdgPyFJKv/TWUas7U117qPc29TjHxbs7BxmuzoU857mvzAgc3Cb
3FogGybnEABvb2fCb8n+8Coj1OGNIx5feE7GnG/MhfsLatSv6XTHflgSmgPqCwttnCgS6QTt8Oot
JT9y+zpO0Vu1MPB7LDHU9F7YixvkkeVLKwYpOOJnMNAMGoUablo3FyUnsvt932lHgKvJwUxj5QOA
W8nK8S8XPzYieGg2rklt8tym33pZPA+9Yb2ip9Sb8Ajxxn4hN/mQoUwEude0vG2SW2z29eecnsFn
YdRrFcUpJQvOqk/k3W2wlsWIxqbdhhvPs/+asmU2o+wHQxfV5cgJqNCYueGpA9UsjeS5quSdFLji
hcAzyhXzpzbZSA2eBpxYPBMYDYoV2jFwVFu1a1GNtBC2Sy2DBzWeD62DBdgcqMi2qhEg+Rhf8QCW
B0zMMPfoTk8kwafouQwX9+AgzAaxVrOZ4QGmN2rHngFmhE4ndTGrv1z/poOXsoPNyum4OIxcjcnF
A2w+Z5g5vZmaAC3XGnQ8afzkaV6Esh2Z96pIPsvBhSOkx/mR58TgckjzTVVUbHGLq0nLA6IWBMlI
p/1ypeM0lufedVM99zb/uLhuv8jBHmXFADC6g48oRreCDlYsiTiGRcGyL3UwkCjw2Vj1QK/iHGoI
diZ71FOKeMJP09S8U8WdXi8ww0WYJkQnwRWLDng2z1vDwplQYmztpCneujBk7a9Z+DjL4Xe0neTU
9kCoFqIqB2YhNzlXumbvu3L6m1DOhX3BO8ZFj7lH732ZWTyq7cvMoTxa9oAZGGd9lgHMsQub2Ua6
R/a91tb0rOgUzo8KSe5SJtGnu8CqWqY6eSBSyf2qOqZEdB4mWMHYZgCR6k40+VkUeEPmHvFhfrGM
23q5xfYhM89mLvQNHRJ8RBpuqCbSj8TI+PfWYl5QYfLc6rwBSvJ9uLGfWPLgbMv6JYgc7ZU5dBPH
LEc1BTVK6NqnY+ORdt3wnKrkGodNCvbOeREOLgaHFS2/ju7s6BHhvMJc7T/bBffJNV+Wv2axs6Wx
Jo9K55rndIGobw3+2VccuZK1hUQKLg1j5wwwOzRgQxtCgURnu+tksNZyJGA1bv9rrqYLmlkGU0aO
PGQL4bdoxhuVZq+zqw24auTNQyK7jXp0oozJumu19UyD8lvs9WKvTUVz0geOXrnmtLgZEVBVn27+
1fBJfDQhBZOxbElwQ+WGp0oJa37PIgfias6tn+EyAV0DlJFCmAT4z1aq0NtPhROvfVvNJu8H2rK1
OvFLaRxteg53psH0Aq1+X9jGpVxwOGgreIh04ORrqtF27sCq0Eqiap+kDFVMSycR8o3Ri3IEmdI/
YWcgu+MmPM2D66c2WwbHHjZJjzXJjAj3jWwEGjiLdFvNh2jkTmB4BAxF92PW1k3PFvYDlEdu4qWN
/sfReSy5imVR9IuIwJupEAiQzUwp3YRI8xLvPV9fixp0RFd3V5eeBPces/faXFPguEkmdlMzfUXB
sX15W3CUKEeHRuhDO4M8e0KF+lxgDDvCTPLUFY2mEltP/Wblo7gxdvR+ol+o0rdaj9X/+FVb3OzE
aiKdK1Z+AmJzqOsQoEmYwqp/6OtMOyeZfJ8Ghm9JNt26Qmou8PftNTMOCbXGT8iuYNdaRu3wFcIl
w4+9k+dI88gfNxn5R5Atml+uIeyoucFaNk4aeN2bQksDtDcVyNfNutzXJcuDWV08xeQLlbFHtBak
QPzbhmNI/OdWKPBYo7af83U6ttr7YuoMmjJe+1C0UggOsnkIQ+Z12z4Nw8KbpOj/VFOPKDdqVGa4
zMHGKE6HBpaJJaXGeolqTaYfZrMjl50nrTCQ6wGmf782f0rUfirESjCvWb8SMV227AbZtgxG6fIY
fTBkEQJd0IV9paJZNXG271WT8XJrcnYJRn0JW+Z/WlU6Q22o5+GzsNQuYN6MBzqqGx7K0ThgKYvt
TqUfTtqw8mfMU47OSryMDJpw/oYDA46nvKxMR5vVwKisNwvrJ3lNyCjj5ghhEcieObEpWq4WixWm
/0J2tvrIYpJGI1yYHyPxrSfVPBCTtLjbIKcVFDrTZ1Ri4T5i+bmpDkn3Qnp4SXBBpBn/aBOYkJpl
OBKwe+/rNPbi3GKXGumWW8xE8xKztIsacQxmQ1OJGQc9Cd7AASZO5FXadTYSaFomrXcIFCMtpqku
loShFowGWjENoBh5F1TWPBNDQXExC8eNpiVYbUjUjjbtgV1h6ESIGc9KuRsn9j5ipKs30lm8sPmE
yaM+kTP8nCOB3qNBH3HtgPLWXvIw/hR7hr6dXvtqNFGh1VJgiuoPGaG/FoDPdbbMnfaNMsBkiqis
B7OHs4toEoLe8rKo5na++8tSsP1olGNeoE2bmaBN6Yg4nCGAR3IMni5rUJxVI9VoZnKIE2ovzxn7
ttW4DXWjM6+uSMHK//5XfqqzXJ6ZqP/yBBi20uQ9/3cx9OcWTaI1DF8GwX3AcZh7oF4GwUTeV6hW
GOh46lR6XGz6dMtpeAYMfygtdIrUHfMZRPoB+etDrXrdARyGwF6cfwVrYgUlSAmUbfExt7xLIxFt
UM/SfRSxFc4CZnEzqmQYLGbd+oW8Go6eC+9EBagBlS4G6oabSFS0xK7liTwxuRFwYgm/oVkKeH7I
PaBTrXaatSbIPoiUIIKWH0Ji4KnD2mJoko0wUfMRsaY6/MK90Z05MV5XJC7aGJNFKCjPCHOZqbKx
2+cokRsoKw9Z0rwuIoatYinkdCNT+xar/x5vyrybcmp7NUYNyrCJ1u+Ov0/kpEt1kI/C9KYb8dX6
X/obs07XaLUwG6WukmWvXZbeEeYhz6kAUZns0+0ixXICPiqyyc4A3xKZx7Ayf6imEdSuNQ1e0fEi
tbgVWjO/pUKSHs3kG4AVNxGqzH0TlfIZBT8bWvCLcvOTopu5MvwYGHjStBtIBgYpm3eGDNKTh5ha
KxnQr4yM35KmJesCVkgB+09Qw/aN2CpXSybNXiQpRGeCRk5uIKnlale5IrINA5oa+z/RXtUSO8oK
E5jg1pBIE1Rusyl+scUivH7TExWDuHh1pJ7bCoNH3Tt1juw4NvPxYACi7M0CV3L5YP6gnqIaAPgk
5HCJi/qKFT12WZw+MKwrB11oIkdbmzvHi7obaED3pfFhyqxUY5oFT1Kv6KXCC9KetYJ0VstUXDDc
HHU1S1u2ZpAbPEog+zdiSuIP/V6jZqLxQ56rlIjz29yvzWp2cnKQSW7DSQV75JCpBCU3nXKUsBXu
sDQ17lSpR7CDDgvR0OsAhQyL5VD05TvGqsseOQ1ibSV8Ldkie2BL7WRE2p2IcPiREIJly2qCCegD
MOKn2KAP+N4Ze7CpZ4AEFSDLyV8QBMxCIQWXJSXHDS4etTgOIlIu5inFpLtY3gJv7bxq+SfA4uJg
xfUUyCyQFrGeT7kU/gDlRfh4q8PFINnTQIwpm54aRsa+17B8Jatwg7RHLmhVf7AyWhjv/s0xamSi
1pGA4Buf6U7ssasOS5K0PhFyKxSNozg8SQ0AHJI9VRCuZCEbsEP3VYxJOhk7hM4oBtescFedGXAV
MdluGr8LV4buUkJEGnRhhzKedD91Bg00aOmRJoGReE2H/qpPK/GSyaUQ5ZgBGmttdkxw3ErU/00W
mUFbKeO1Ia+bR3vwF4HfN6cUug3t5C/hrB0XcCFwhl8zU9KPFBT7OC91r+gXCOpmtzjJgAgzjaP5
VAJGYWNXccWPT1AjhKDsFCGAa8OCuQqrPUl7GRqiFFI0eUQ7wHa2jH7XXyvOCVnQLHceYeLEjESP
TEJvCy4Wb15iIPny2nldbTKyiK3Z6xYmaFt7Bt0QHCdA3AJZHrGiYTX8UYKT2tmyzMdl8p1Jaea2
K1KiXY6JzzYZRAF5bAET6jUbbDDW4O30T72vjSPCzp8kXDQaM434sX41D4oOpJzOtUTLAxNdTPEY
SmqoXbvECL4ws2f+iKm6z+m6FaluDqOEz0JkGuzUxaCjEVbnKyZM/LNxGP2QhcdGhX2bmd/nolCe
E7X1UjmJ3hZyVU5ZhWfq/78MW8k8WFZdsXHgv9VoNamostwnlIRs0VyoznE9ajscK+MR4nQQo4wL
htg8C0KM4qGiLyiqMAqqUNmPmIrPayl8CbHyB/8icXvNV6Rwdeuwep8RjgHd7L4SQSUe4bFw+Y76
slxJv7n0DFACuaVtkdehdyFhN30vPgw2nXaxKkHYcZAilMPXD0hbrY55pHWQi1FkLcsy2jUFFMY3
uOu5kVhOoSJAgxC9oCDU9yO81adyjMqrOJAjNEvCcW7ye1axAulVHFCDwVk9D7RrmXDG5AXydTmu
Y96/mgbLfFZtOiuQakJ4VFhhcW6sUd7apf/5lnLQ0WMvM9RWAwerWW9+M62MLkSCIBT47Ju2u4qV
EKIs1B9Z85aYH0scuYVJujPIIWYjRkmFUGHAo1FU9aeoLUigMs9klnuqlLh19TETDiGS2RCJxZF6
5BAhyW3M+xRCaE0T/HbWYjc4qTrqQYNfM8nAydzYnB2KebKLAroV4oiJVFeMUY8aEcA6m3sdcGcp
Bz1nryhZd4kVXzdADZgbfyZRIFOw8swt7m92BPOb1C27oett04xeQxKrRiRTERmOBkrtJJBg6ffT
ntxVdJrYIgs2FnOvHLsRRwFSAQZQpxIPW7VG+4I/kZzqttm8WUzAGgAcW9BKg4h7nvdMl5QUvVN9
mZJvs1edBlh9Q2ZHyPpTAGklLR+CyZgpAqZM9T1rC3a+iigDunNxZVDYfsQab+ICzbkq7oUusyBm
LzHQQiGeE+GoDPAuyrY71ZZ1pPXAlvElNPozv/1e6w1nVN9Est9h/hLBOOCfWm4s7IHY9Q9JQPWs
RvyZr8JrlMovQ/TQtPIAF8sBpBoK3zXUPQ/rQZm8ySSDgfcxInIwGtoIgX6hYddPT6UQG9SwJqxq
J+z/CqyaqJzBINhLS44tFOwsq1EHV4g1vw3zJW+ANWDMCffQegGECg+D0KgoOwM6yFOs+OmnyW5D
zYhZ6NE2rKZNex+hqUJ7bDXDTqhqd2Uckpu0F0BI5wZGZ03LPR/Ttt2DpLHZQLwBDtyNyLcFsT30
CkqC8sY2B8f2BXmtm+GNpwKaxQ98bluGJwhvkeHVS419oi6OEqM0+BLskxi9k2LCdrTUJ6dRTpi+
SJ7CZgvRmsxhWKsJ6WdqcZ6BX08uKkRb0BC5k/Qo8jWuhLgVtZ8aWjAzCzNCSmWMqQzAzggsDytA
hhUJ+goRN+1+QkYtFtfwWL7kKj8PskCSbXdqeDCy9hMFh4OrzI3n8FHL42EE5dVDbgYSL6u6C7Rs
lb5UVs8189Bs/ZdU+hGq8S7Szmz0BbLNB9Z+8oi5tI157/ksy/QysAEy4UKr9TayszOT1IlQhjce
nmJYaKkC9YMZcqYTXRgHdXLEZebpCvXX/I7q3Iuo/oFnUOsoPqDdw6h/R81LJn312nroi2eRIW9m
3eX+X6clvwrPbJn+aBiZxDoA9qbRoun9Vy0ehSlHT9R6A1+V/kLzuweFYefnGUVJBWAGYtdOwjjC
hpHdgt/ywInhpWzAIpwSnqVMN1jep4cJY1uUOgIeU9l6GrrhIy/pjBgSsM72yPHzleS1z39QfO9w
+IoshJP6Khbnuh85+TBEyGz1kwvZRoBCeNG1z668F2hWBK2H1HXN21fwYaBux4uoBSIS1bC8mSRO
SvnCquXcCAEviJ0RksmgYJRnu7irNbv1pXXGpIL3K9md7ps52XAeARB7lejXbHjf1uBRdhLYUKLe
FLUziWBskpG8BtmcBQZK+MLivusYg/HZYszSDRbLBIh7+oUMNUn6M0GXtMXuyEp7BPoskd7V5Yey
7HbygHiWWV/zJufk4x0KZA4lvkqJ38MzkX2mHIsCRuNBxrbeeWlrOc3ys60DewDN/fDa40CypmUv
MRc1hj2+R4+A9h3izT2GTpfl5r6PV09L3/AiN+T+KMzM56E5TPLozAOdVAnWo/2XsI2wGMpG1mUg
j8asgBCCqha1o4C9uoapN2c9FrTz1JIwSOfcsbNg8sDIGDOo7uQTZk6Ez9kFeElgDNc25KXLYxKH
fCE79bhp5eUKlwevwrCTqCDH1GmhIWlt0OcMEwlmrXrZrqzEHQo2whHteOcOQDRxVXLAu92oMrYA
e5E55T8qIFtnG0Cy/Y7rnRUPv3fn5qJxpMaBvLUpbKBuhRAlAI4gWWym/rmMq6cE7B83tT0lKAkU
5FfZdZg5ScIuoMy1LRwxkdIyqqQpYbG65LH/NC/pE27mg0hzgwQBoX4L8YyIMnRfJgBz9EqRxaQO
I3SofxB5SiIStT3bekhJhJg9FS397EiqNDLTFGm2TH2FYYJ9Qw90+5803zf0RIoum+UaGxC3BKZH
CF7PnoonbWbJVCMpzaUfMeSfU741UuqWJGypHa4RSPZtww4U33oazrQTT0B9droC0ZRzq4yfYBjQ
lOzXKHTzLrQRgezFctPAML9YmNlXO7gou06V4KYIYLF+N28CxvBzpXQ+YYdun0k+EYvOJL2JuGRW
+ThGLwL5cgKxhsRLnC3zpUiAG/OeP2/mcH25tTDMLUV4QJJgK8UlYu6QhE1ctRDNFTGIC3Iv1fjc
blutTWY1TN6M1gfJ3gR0b4t3orr0gJDsGNEfWoBdWaYWpDWAqR8CemSiHM8FtgNaYn7iq3LTqrO4
re5TMA0umwxacO1p5BifeamXLmBpOxQdnqh8L8gVKpWRupUGTUZvloLrb+I3UXhHrGVghR7KQ7P4
ecl+DHAs+38mYPeovwzNT9j9KNNb0jK/exiz+IJYzY0jdi+07aSoEGyDGT5evknG5q+91vrTRsTk
vKbV2GKlmu6t/j2JSBwrZh/ic86fUeVNjTvm6Ud5rV4k7VZOwdQxcdaKY6dc0cxtNCqnCG8w85/M
ElZ6eEzMxFkrdV/G9SkLjQOlfVAmXq2J74n+m+iq3duh+WR2Fx1BEtFeqNdmWJ/EmclNkBIRFrJi
IeyUj0uxPzSe0jOgzsglghBXPeT+iKrSi8wcUT0jMxib5o9anqVy8A3oK3qeu9JA0gUFkNWkO1AG
rUoeIhbUJIUI2zsRrxuh7jeZ4z4ujAvEsI9Yhs6RWdhXvoecOfRGNV0Q3ZwLBs5Y0QUzdrNseepU
ORAY4Ghz0M5+WKQEnaOtCi+dmiHU/hNWgqc1ojTbd7n7p4L2iZhvjjE5Itp7LpfurExPtwI/FVBY
Q84YhG9+XxzC1UVLkZdjEl24xrtn0lX20mj4ikZQhslABAkAp7pJqPUCyVvOaH/em5a6CfkBA7b+
2qnMNWYEc/MbMXDugB5s205CDznTbDrEerFw7wqnSTEjtm7VtxL3WOVXqerwPP1YLTiGSPHpf1xx
IeZZPpZD9SQ3CT2IRZDltJlKLN4Q9ZjxcmrhH/HbCZOnJlWCdn2f9Huu/k4hIkUB2A7cO3BvFQxV
smHL0nyarHJHtopD5tSvGjXHYmW3KjzQqN8nRiEsVn4J19hlGsnUBSLgiYEa4ISHjrHRwg6sso3A
gkWfwx25nAuy6hl0ksKUSAQRC2ddxSc+H2ND/VzpxqiY4BNxruviqapknIbEMrF7EBNKfOouTH9Z
3F7NlByXJXtHTUV1CrFTpeZXjbv6vCBZXBbqHdB+yEeE9JW3gqjA5lShh1L09mmNI4afObJuJgkh
sSQG/XfTvRBPwFioegGFiyxUQV2AWE8WbIHUTVMlAFlvDzgyNe3UarFfzYuP7acH+U9iDe/+iUbl
sFSSJ0AsJJ0gzt3ca0Qw/7V2gmPqRAUFYWhG30kqXg0mBayofOCjh1Z9762LFXcE15NsQbdfUWJY
tcAdyApnNDU376vDwP9SyzyLmOPZaryeBWXTWXuC4dlOdwDuhJ91E0qlzIwHFnNHqQ73BOcdtMVb
tc6pZabCW2EhdOzbq1fdrOy0YgYkuSE6DB4WpfDyUYHE+S3ggq5V+Z6X5QuoU0ek+SsA0hc87iJU
I30EXSYHs+qLlYXek8+SZiR8LJ5JYIghDI4F4kox7uk43kOgQFu/KUJ/7exK1BmXQzlREa0xTd5A
oIOvyvGVQT5F4LSfyuuWra6p665HWN3n7+n2UfsbODPWyjH0vgbYGyFu2vBQROwVrUGXq1/X4XlT
hEjjl24oR23bLUafi0L3SRhubTxpK17tBa8aOuf3skg5y4klYoKX6IhAaJe6c43VNkz1QEkoSFd/
7S85mMeMeNMFUi2rfUt4q2FlYK9xOX7W6mgJ1YFA0reORRTZMyER0StWg7IufEbuBNJongw9OOUc
XoTzSjj6NJfPSRbSZ4BCX8n9AJcbN51XGZM7RHimmGInREZjIyE1ZCfLqOcNfmvgG78tFGAIOfsJ
rHfXJMHcgY6aDmvSuhL2HzP5AFh5ipjvdas/EApnqLeue27bpw3/AmFYUG+GcllpkFAt5FDYCUsU
Y91JZ8hxEU4gFv2NKFz1Csa66ZQhHTBApmwDtpKYLqPCFtP11VLR3wxIsnKwxiIqXVGtQBIhoEsN
0+OEdmaqCcq4kkq6Dnt72Uhx7PIS/myy5BeLtIt5B2rOBoZBrixH+yl9rSTtECmI8eNHqFGUSxBG
nujU7faQ6m+jRFBleTZ6oKy49s1TRqli1U9YWKfhi3s03bwFOB7xdhK+DVWZVdmw61HrRMO/ttYo
lFLkXzoGz19RINKpAAFKry4xiB5mJ8rcsv0p0DuPJFlI2Rap+YT81jeVbYeKqm0CiUCqEDMiqAkI
s6Y0oGN0LAayQ3VN+hpYGwp4wt5nws8IgYva9iaJHutKqPQBtpZjw03WJYVLiQOUjhxC5Z2CH72y
pKA1cyGU+np4SjbfqzhdkBgAjTADKq9EC6FTYMmui32nfugMh0XhIuFYIK+WktC6sdllJSxVSLOO
ikCKhSFT5FGnrs+RFCgQp0Q2OQmDFcaEbh/fWLypu7ZzOrDGciyQz8ErR9Bc05RuG3oTNOAIcOXS
P9MmyI0O2MtfZH2XiIvd1tldjm5AIrKWbculAhMR6p94N5AJQrrI67dhRgHyPFTRUWcDxarHLptj
Z2I9xFWfZ26T4IV4I1mcZt2wVa1zi62QUQH5Rm6L/LXoiy8QsZ+zetTp6PKS8DScP0ajelME2ZvR
Z10ZXyut3liWnsUe1qigiDFnqYIK51TNLA32Tq/fLKhqPG9bRnI+8qIsJXf3xRD/aiHyhAJQqI8G
piRkq7MokzhzTf056l6yAid2zXDZcNlBpoROCcBQfrL4s7L8qa2uwFT2IQP/dmVANTHlGa6jxKHv
1OZXJIk+cKFdAdQzJ49Y3lfRPhMGW2q3dZtpM5wCueRn7anvPSM5SZSTI1jBqppRvAKDY58JZSXW
vZglAaspVxvb/dpJIObHQzOYYFytrzxZ7qvcuwOeuzoLBwJxx5MqUIPpWnuqgHjakzoCURrEF6X9
1cYxdSEDBKEMN0qZtlxcURrdsYa8YU1adwG1QLwN5I1sG7NoQQJUgsAE65Fp6gB+lnUxND2GM2EW
+Vo9eeSpZ+iLFZVGJgar2OGXGJRU3NebJYucvOwEz4rp/mW0OnSKsZId5kh9yeom8Rss0QkCDGdJ
twjPzFS9LpZf5rabruguSdLREUyuDByVVI04UdFwIuQh8x0PS1mJTlcUv3AVRs5yIgabismQwohF
YYOWsr0NkSsQK5peTCW9ROOsHqRhy2QdTeaRChqdaV/DAPUGBKv+yrpJLRRzb1nLW84f8MzY7rUj
ztUu2n2RCUmQsYhhib/1gjiqG6v5GSpkPAmuazVa4jMErNdywrzYm81wJD444AKYfJUkRmOl7TPy
xHykTCkPg5qCAqq6va7TM1i94mArv86JPnvgZPCsj2PpJTw5Wkd+Tm+9sW94Hre8alESH4zzXwmc
QApFGgRkraFCJNoXd4kUK7QPTDFNzAwz2rfS6L/rZmL6RkB1WRkPuoTBAVLt1oxAyWkbJbvuwpl0
pXOsiuNBJkfrurkZCEDChQFZHS6C/sxB/pzNJOARjmz6g8iZWEzqn4Qo/QI0XtFD2Pic/SGwiN5Y
lwuLfCklyx1/+z/030OAfjEmREwZDvOMQUsi7POJEfd3GLdPvW7UPzkIZwhbvjZIhT/m1DZjGrNP
0mJn4Q6vfiuAut5k0dgWS3ozgXlNkiLvuvCj1QAWHZaGT9VOTLmrbV2jh2ROgYzfdfslif9JhsBi
asVOK8dr7UCksCbhnxTieij5k4LKRQ4gF4HF+LWCkKheUw1q8iqUdK8pBJ92ICZukEtbT6J0/xUr
FC8TEcCwRgG8knCy6tWtyNDcrmAtfqqsszxpFP4h9aY/ZVuzM8LwvZ5S7iS4MwDXiWTTFi5IjFwc
DU+6FnHoKAnjGMRkkyxOdr2y3eiy7l8cW1vhM3KtzItTi7KwZ8XD/mchMdAU+A2VkUdIACW5vpho
2bbnohkt1VtVAHWFZDUHQggfkwCLi5DEwIz1YxIJoKoZS0ha8oom3AhUPL1DwnJ5bZIfQ36XZkp+
u+QSEtqztOhE3a8ELC7IqEb0nGCpgWK2ma9WjKDDrSKeAXMpmn5Xram4LJJxzusukK2M0w8/blVL
zA2hkO/GBFUOKESEun02uGktrfjxuTfnWJcYOWTjTi8x/qFEmPr4Cxw4B9Y8VSe5fx8hiIfK9J0r
jWcm3HyNHHGzC0e0pzslI9+QoaLVGe6wKmehaQ4KMBFFy4NlWNEIQ1gj89dUrkrcMDR9KrJuj/Uu
qJJHn5qBJA9Ohug1GnO3NciJrL9bXYE0KSFqIpYP2RbsAEOGayD/0wDOtnIdmCW2Ulq39FLCl7Hj
CkQhF7SH7cihXndVBr5p9MLoBpc02bLca02+oL/n2q4eGEdcBOSgcAmYYS0ukOqqJc9VYn3THxdg
SnSxwo/1PZOt2gVMUT/LbXrBg2WlpKB1hwyd9lpjX/gyzKvUIl21AhIeWEoUu6gc3vQ4O0CSwtdD
xvb4Fq2LJ2+hnuEP07R7FlZekxjHViI4xFnaxsZI5CZdyFfLZgsmaJbhv9KVYxKLB6vL3JGQAN26
6X1/kOVHs/5l8teM3nMCS1XTRIbMj0MG1lJDrm8UXqSPoqZ6uAiW6SjSq4ppZgb3vn1NJXOW2nzt
RIqy4dweNEyQykEcCN9j3Io+RFbZt2bEMmSjDRvkRswxbmM6C5CDaevEHH4r5n9R+QMNgRyd22lG
ykV/kdD4JS2646wLJPWexYBwkFNNfN3Y7nD4Wc8jY5ssYzuISHwo5x20zUBJd7L5aRSHMvVJkyM4
LAmflPZ1Nk8E+w3xht3+Lc3VryGJkWVDs5KecqZVAo1bUjgRVUMJvdFM5lsundbhCpLFjurSriei
SBUg9cOTrGq3SXmYFvGi9/+nvoYHK4NZDCvmlmJz01OYg25b4fOIT0XLFBQdiEmX+ZwV6z6JQtvQ
X8zqIhcNoog1UHuoN1l5LsHdLxL8F56oWXkZvJIRYxY3wKEQ3ikIp0vZbxB30Jrl4YQNjR0cr4GY
nmm0aXkAw/NeMkRBQ0beUJww5DDsOhb81UJ9gwxMVQyeduTngg/M47pUq4c9hs1Tsc9UWhNKfBL4
1DeiRegFwZz18E/IX7aQSDi8TINGUGn2maJTypU33PIHhRajQ6S8awWR1Y8CZR3IKPPFsT9UbC/W
BV+nxpiVMqCguZFO81DtKLKdSD0NCxMNU3peM9O1puFfTRNfImbKcQYEA8zekXkSFE57ZtecIZCc
j13xAWNhnVAkmQGSC0x1m0IPGTwZfygaSXOuENRB/7QGht+umuPorL+A1Wyjo+FZGq4Vas+pB05C
vMuEwiut9yaLuyI/o3oyNfwFMe9ItFcrbw1vcULaQ8qD3JIVSrQjlPGGWeXGg7pU5lOikxGBC4tI
gR3fVhIdqKGN+SwJTF3Wlwv7geeqeTPqZxmZJRBK4oI/WvBerYL9CYGZGSKi9oW0OwG+34EkSdnU
AapyWFVDDP5NOUDnDoJ0whuF2FX8Eqjw8oEMufBTQO/U51ycyDfnEWc+ywwLJXslXXTpq8k/C14R
MTwgM7JluSL6RLIbIB8ksAgTn/085B+NpLkW9ctcgRRhKJTKqLoaoDM5FZf5I0Z4XZhJiFnssL7d
kY8IjZjXScMIAy2iTbcQC+klM0V+nIoupD02cXddF5V2wDr3qXHp6ZdWMTqpxQvcP5d7hrkzCKME
v1xNsKb0GOXxV2qaG7DguMuCxJjvbb7lpRJQTLRo24fvY1raWjZf9Dr+HeX4zUi3tBnmO3yJk0VJ
FSvoiRZj+JvBEScFiUVgScKjMQPiDQ1yiyuFdGYCdskOegox2IrkShKnPpTqJ2Tzp36jYlLRxRcj
Ml1DclicP5sDDrrQssuObE/8QhytOvP5sZlPi5VS60zl/6uikURJgMVU0+QxKvgI8v4xIG4E9PKW
IcyR5K9Rqr5HuMh5n5MOTofInUoq58aYZ7+UBLHyKUtveh3d9C+pf2oxn4XdLymUoRJ/q50YdDJZ
wLX5MQmzK6/bUZl9EKJ+bPlmOMA/uoFhEzWtwdO82XxZh4xA5cOiRfyW3Upc3OxvGfq3NDRjbGIT
qoIoSfZDhGDHYphe1xaPsO5HlnoYgH1aYu03LRsZdVuUfIhSjsJ4eZvy7D501bMwGZ7IW1cqXx00
Ck0e6FjM4zp/SQOoHgVqVDX5CdztEjyBbq5ULDtxV/1Op06H02vnjjySj1ogvCXQ0zDZLSf+GoOy
rp9b7Hlyi4J/iK+FFfN39H4dg4pqjsLmncN7Swb9HU1eYNWD3Zzuk0rvSJMjjsJNl1b8cltEpsNX
IBjEhl0LFobstDBcHKtau4cLO6Llm8JQoj/e9yCHTIbq8OVYgasrpTkbVrO9ECJKVFJCwdrveIbg
zsUbmbFGOcS/VM5zHT28xG0v4m6J1H+oCEqs9CjwpPUaW7YSOlFzVtJA7D5yy3wSCQ5dnpGAU88m
0nFtSZ0WJC8Fxl+dYrQEMcfsWv3ceN/cJX6QO7RHSXwcdOMgFH99KXnbSzEmb3H9ouHYKYFaRYXC
cX9FqArfQlscwEYaFMVzUVzbxmUBgozNkDyiYnG4YB7XG7xOcCIH7k6S9HoRq80eNi9WIoOLRHE5
GkGiss7CzUpugQKA5il95fDGsS4AWccKozG7RAHJLWYb4oHKtUQtTFbBC4th/cQj0BIP/ir/Wo0L
3MAhCEIcbJk6L3uxEIHukhOCEzbSso8cov1LFfmRyxqgLYb+MtwRCyO8CZZkkNgr17dUL4lmTc9G
CyivLVhSdsZTX6j2T84mMDZFX5b4ZTDdOvjWxcY349omPcDPK8xUw8QQlLt+yP0iQ04J6VWTor3E
qMRi8cONwqBgqj3i/fI+2Sf40T2+D+lMq4AmdH5kqOf3qEnz1g7DXXFT/sqvBT3+lSjQFsCIECT+
4nf3+YHhdM32JqVwvW8+mApYyJlH+yN6r+68bpvi+Gb5zQ307g5Ly4JJ8Rk5MZ5sNb9H6BYmbnJ+
x2sOZ2AskBCNC6lvObMTPEtsE6klFxZns/SdhBWjc2P8E8a98jmxvG32q20FCAWGu3qSuIXIpZUI
OrOtfzQcFoR2JKZMPliOACH5LW5I6jDP0fiVwhvsc1a70uKozVl/qTDCmAd+tj4L5pqbddc6NRZR
nOWoA9bzjBx4Adq+K/+Wd6gE6JTxXVCGrtjhS8dSPorNueIx90U7HO1w45amifiNZ5ciiPhim+ee
jzauBPPwAfkoeM6H1W1YEeYBGXV9zmdCdYjxzg3rvVC94KlBHoCHc4pOuehYkkdL6kxjoEZHwTwW
MWmyl3rxKYqjnrmxJ9RHVELoYAb4RkEFrY4fEDI81+Z75fZnTBIy2ezGLyZf4x95cChmKyhjk8fm
hDEK+z1IeM16kVinR+fG+G5NJqfzUR/gEe0beDg+aldJuyzKg61ylN/F7kWpXa15tNxdNKPRS/1Z
qZ5mngbtmlV+lF27ho8wo1mHmTNcw47b4/wgB3sa3sTULTSvRxUAGIOqLeQPqr8M/LtKfia6uYBW
ryMDln7C3BX+6t6VRWB8Thft4mdOIgTSjNkw8FEMJjaKdVRsbFuyHwmlIhAg03mgLOjUB81Az2Ta
OFP4oTjpNA6sgwZV+cD2wCzOKnp8PMjQmlYb/w0J55zfXMthRiAiHaqb5S7u7UY+aWw5k4cUOmnm
oelU+0OTu3LnQ7WZmjsHBY93iCGC54ykIBYXTMyibzDZYYyCh8eeNBW3VO7mYPepb0iH5WUq7GU9
Tm8yI/kYZcpFE5xJJbFpRIi9tz4zzlq8BnjQlPt/HJ3HkqRWFES/iAi82ZalvDfTG6It3vNwX6+D
FiONFD3T1VXwuCbzJJdIVuz4dOuGP3zw2nWVw7Fk2cVJ65rFYeR28b2DgYJ6nVYbLmJUaIzDL8kr
QJ0Qbapq+pE0EhBfI1F39txYlwanavBpyAez31n5rq5dWdraRKImW051xZ5HC2qfYdI2TnOJjDSW
4cYPJAe0cceR3KwUyL6+Lv3v0ZorhMvrxWW0FnaBO2thDphe1irxQPEmy/8SbaupWzA7HhTT8VQ2
Sx1kyR9vBZ8hz8lyaU9x6gvNPMJt4eNpNv0R7W+BIilY6w6VGTjYYM0MMVNPnXruj3MZrEG1oP1i
jStla2VcFtUPk2wLglyzqXzAkMsIFAanUMQqYNli9EYpd6DkZCHrYevP5hqfF5uD+kXgR0QZCgIF
sV7ONnJetLeacsb5oRzUa9ZurLQXwHKdciZTDcU4o2blCeOhf0rgY7cH7FssvLkCvO/2YyT/g0Rn
c05ilshmBSo9FVIaiwsEurji5hPjSIflyVxl2yJUJ0xNWYF6q2iHEDMYGRFe2LBP8Q1flVrv+HMe
YksK+lllMk9ZoL4xX9JfyBNl3ICKoIBfNi1AlnXCEzG/cdfwo5NL066Z62dwQxM+wWehraKPCeP3
1iDJOVvkejJVSjNHb5fyG+iX0Yw4WD5mwIO8u+TcVHhh2VihVLg3nblpGOFx2JHyZZSom259T18o
03YzFQKgr14mQUkrXS0CIdAP4WOBLbC2WletDiWiI8xHMgrmR6auWbmFYmtzBnODJHAKiN0kuXJR
KYeBUVooHxsOGX246SwzjWXPSF7HdONG+bqqOT4WgA/ic7f4p9EVzmJ/5/NmvdN+xUGsepuUaGkk
hv0ZzBnblFIGB3AZ2cqwtaq2zBOdcs58gPhSR12bJnxtKAcBd/eeoFnuwwEZbr+wxmWZ4hBjMDHr
9pNna1wqAHeJc8pl6Kyc2Cu8c0lwCWghAOIgsVmoKKbadfivd+aDc+hCKjwXKadHSqe+QKnSyHOt
wP258C0XJE8BfoQAi3ilipl/Z75WfitE1z24xyjgeGdBKJY2J+lCq/ZacKq5cBhsp1fnMxvmokAi
g1vuRKZUPJ0Hc7NixE+6nYtaTYrcAFm8c2xALmMILOYgxUr/kyhHk6AzdVvILj9aHixjfZnDImCX
/9spC14fMewBq5oPH5nkTaqO+tnAPgYOhUUlMZMGz/ZF9RmHrCY2tFCIWXHx6G+iZ6iXeGaCC2r0
d5Z/y+Wira5EzbR8SbXsfmoyb6hPltxO3BZ8bPWGi4cokuQzOI7Iz9hEkPVXT6ctXBO528V81OMZ
WsSgM4QihXAm9lJ8M/kxxZzFCuu4vNrE3pZFhkkPwaXv2Sfd2QKVZ27bLFPL5aA2CC6QXgzs+xTl
7Spig1/MGvyyM3Z1/ZHToGfoIrB1X4ELsgTF2rVXkQw0WwOylOS9BstFiKcPq1r7HUkrCLF0n9o/
fHnQA77zamE368H5tK1NDZpdh/BQuXVJMFJ307Jd0OwZY0Uyk0sQSkjL3BhBQWXdmLxpD46L7sST
OcX3Ebr5SXvmxndqfQ2V2+EIrgtG3PylAvQX8g8gLhBR7U2OostCe7+qYONUrultS3vdsuCmVkep
MR6wY7L07HgspOTcIx/HvjFTGWcsuYd4xGIvq6ExYGdCFz7O6AVy7hUUMMZUJarjDj8WRxr61BL4
Ckck1lfqY3Uevympxak4WpcJA7kx39q2IVYp6ubJiDASRsNVsrjgl5DA6KCoSywAXmffpv5A/7dI
5BMFqmiZ/2AJnzErzopfipLQ+sZawVOHO19KF2Sdxc4mLk5jDfqWhmFlmWROgVVZduwQvU+st3NB
JseJqAu25zy+YgbtZIyveG5T0SNubJxbHD1gQAVz9Q0JzuyYCu7Ae1Q875QDdgWfgUm7qJKFkW0r
xAtZt9fJ0kDIQZxa1xyK4KT0VylC91twrhMjgmvUokZS9xGalPuIDH6E2etbKy4z6qqcFhIIc97v
sPYQY8t9wXHHTVccufysjs7SBR0GoAadGNyrtV8dApmMyoknwUVnPbiytnmfsQqAJjWVr1xWQbam
oKUCCM8m0/+37szabbwnOZKDg38ybqGU4SZXNVZpj67bkqXBQmZjYhbEuW0ttWl9yHx5ruHh8aEw
kbfL6bOHKQrUR4mXOQuB8NsRC/ACpCL5P/2Rp0N5HtPb0MGclc9SQVwCsho4tDS3rJhlaRaSyVR5
/SZw5I1fhFsxCteHTtsXhCrTnKINRGKLbqRcmqxVzUa+Tmkeg/HLQ7uLOqQKhMKINynhVGUWceH3
0EaD1Z2kDhlestEZuzAl0RR3Pk20wXTSSoYHaCsTKI3BlsRIlAw8xmHICXtyd7nmcrmcjbqErPpe
F8RjGDiCnWwhW4R2S2i06RBEe4bxuSjPQ3kaekGfccjyLwJpON7R2QWXipM9zz60alxmw2eCfRut
Z/ZRc/IO5E9FpDxIio36BYGM8mHUDTjrYmXnvM+tspSRF3Qbg6FYASohFhEffUKdAXsN+1Fscaxw
s5THkdNfb9+N1UAm0jc18VFGyS6rUw59MmBnQbhhXHxiAaORSZOG67EyznYCNYgLweqZOSfWrBME
GI77hIkPK96qZZItAUT3V0JHAbfQy1Mo2GX98CY3MWf5+AjV76widcIn3Lr81CG41EU8T9uO2Rc0
Puo4Prua2ad/ruWXpmLF+npkyVk3gBWwYPyu9QMTe6/9aAtj1jiM9s49sKmkfMvaB9lY6N2vY/BE
9LEiEPGaoDqGOGm6fftK9JJxp28AA5liwnXanYAKVTSEjw1kKRj5aGxESYKUYROhoHdXofTmmoVb
peD4sXWHeh8vfRuIla/TGKgRp7NiZ67vsHGR+jpl99Vl5Jv11IE2Z2IjkLL0uNllZyHFPccMtj5E
VyTVs2tZliWbu4oBLbvHvzpjN9S0qmulnErmCOaK2gOVWyyxnYLzoZWQAkpWlOXcVyrKOM9mLIb6
nUDuUYp4XHkSzfjAcpQA7XlsrAMzibcSRFRW/8W+N7n0/H1oi2cI1cV3DA8ViHHxBvwKhncj4cJH
CCyxnTfhrJWou03HRl+lWq/6fwbPdUCSJP16unbIzdj1bD4DX+4wOdJChPUrR0qRi5SVrK3A0lLO
etZgNNSWXs94qzHbZRoWD4NTifgkfMwbkev/cL21dEPtytCcTTJUx0Lo35XkX0iCXTqmt1YaBgbh
SPczGazGQQuWgFCwejzzBje6lzc72fbvqRJHc/1Koa2XUHBHiRze2mIwNsjOWTjpn1lbXy2ZplGm
rdoh2WHG3ihl89t4BmZy2oiC1VeWWfNuCLAnqLSa6rZOon+F7GusXqZQwXzvtRoqm8ImyLffqwok
geqn58w0inxEKRRDnVSdnzKVvqKCwX1Oihf6Dfw9TpOD6/JRu9gmYX95s/XIrmW/MMW0XXtr2Bs4
dhfJIevjq+x1EQvwaAdmA89nTdHQkDCgFgz8QKbrq9aSVkICHqYYusm8lYENQdBo46daqOd0TjRR
AZHCH14Gk8Z7XcXVLoacllG74rVnDYlfd4HEUUZ/PhBnppNy1bY9kCDeR0W9y3pwSXLrFfdQBAU+
ApAPO5GmV00Wu0kdTJFc2goJ6pGPxb3aOTLriFJxez/4QZMOqxxAICNCCGsVkTc4a/ZsAI9kk2C2
5nABK0o6sq21m6A7GAzZSmKoDI93P7dMrv50J2XmUXXEr1lx/1vSu/eu5TDVuc1ZjcCK+4z64ZyP
RrQlpX6b2Ei3e8HPlywNxqBZZP71lbFr4PxKVnepoTjP7J5TJWt3CokbMXLimA9PsLrNGO2O46lg
ORQp2rqurC+AglhYCKyB1IXCKY+x0zDWj73kS1jeK+bUnQUIuHiJKyiud8D5B2WUuG/MbAMRgP1h
vtVqf2Uo4aZwSGkJQNIyGPSvhkDGKv4YeR48vT+Iwb7hI9Wa5gI4nawLCcSbR2+p0uNzGblLjYaO
0sO12W7KwG81xsxasqD9GJ0TNNubrTC+rvR11fCInaZjIfkGBXPG5iqKbZmz1bTSQxUY67jdVUPr
xml90jSclIbzCBXvUEZvbUJBTmt/DbUx5q+0Cd1Qu1caNuyGCUVKu9YyKIv2MbJJG1rcQDFmEkg+
hdxG6M8EiY9kReWUM5c2TZk5JiiE3n30FXcfY9TCG99n2jfcTThR46xm5Qvlye0agpJG5lpsCPFp
oUjNWKenvbEsKEDCGtEolXiLXUotesKJbPwl3jzCkFZOsgQeKXr5WaAdq3lflFBaFH2AZ4ntTsKa
ERAaMZnotCLm42NtzoUczT0pm8vDViHNLfyx/H9Vje2JTpnDbCUhNYM6yFamBmSCvFrJ54Jj1o/z
Zd+9K/tDsz9AnxE1vrSDWxH/I/SAUU9Hn4Uis033dR0iNNQXtfD3VcgB0ySbBLy235zUKdZSB07k
1esoNVYZCLJcMKuUSTKrTIixkAFIdlBah1UwKW0EtxKKtlKhWOtAe7gBmgIOyvANk2tmPGrRHHPN
X4XGR5ahRq4dRr9/YDDJ3AnWcA2XRJ2g4dSWqldwqyFkB43VAwiqh33Rv2XbOSgJy+VkjnN4H43e
NtbGrdq3xKII0t4yujp2cupW77xPBbg0K4h93ozsTjPiwgZ0GzKIOalnTwnIPPCIU1b2rFPWETGy
Pl7CTrCI7zrGSGANhWa8dWoxjAQksuh9dZM5gdkNLzp/wEEBdiCzljSRDFpAoMx9p56r1Ls5/sB5
lDBdNeRFyZ8m8qtIh2Pr6WByrLPKor1psGZ3jEG6ml5DIEP3xIZT84wIyfXjYF1kGRsJOllQU2ed
4WZo87czWx6y/hyWRwPA3MwJ5bUvsH948rEiTJsz+qyO5FAa0q5k/WGk9m+JJEga7SsFiIdxX1Yt
IF9g1w44ognqy10Ex0nh/Ulm9yKMaKeM6s0Mxi0W1L2F0pK4E6jupLRIAOAt5ZzBIFVzyMJ27/ry
Vx0cvNJfdZ50zNZOy1M4dyGWXtQ+PTqpto7H6jSajLTZ2TiKcx3CCv4pvO/W3AeY/fseSA8kz0eG
ccVHmhMiU9ZIugGstrGgaWc0vb2D2T/fa2MM+iU7iq5Cg3xzRqgSTfeF1Y8phsJ7i7UBR2HcBBut
s5kr/wimuma3Yj98VINmI2X6wvDyP7lBNhz696FJVlSlJ3q8hk6kkdDpM6czLfmhmQp4F93lezKQ
kv/k2j4O4TBvSg2ImuwaAEoMUGtRrb6qrngLUR+NrtyRh0lI8LuP0TCr6h7aJYHqHY9IcTcNizgr
kFkBymrkX9XYvlkUUZqvTetaB5ob9hLpE/FhZAMN2QcMnXVLWU6WrXetmMsaKaolC/exU7yL9l/T
DocxLm9ZO75lNTwI0pjw38PajL9Ff25IOPX7p0QbF5VMkfDyg2NOD+rIFRTdIt7c3qdKT8OFFRRX
eGascfyW/VG9h3sFRJc8+SZeJkDIauXC/bpCDXUQuB0SbkMj0L7t3mPkWMCLCb/kpp6VYb3y/fDS
qA65tCQ9GmZ3ShCvs0amGeqwvZEn/FCJYkApeOyl5NaMzjOT/ZvBGFxhUAftZ5Mq1p8s8JBaMVVV
BkSYERJ07gKLsgwxyLmlQruroJVgCUPRaI51zqI/IguRvXyemEDyw0OLrDj1xLcVcsnDcV2w4rHo
J/iu01AI0IDRX/tJyDzeoC1fu8p6OlX4quxyVfjaT1WjzIny/B0gGSCcfNVX1QHCJfnEpnM0nOo8
GOo8ZAcvF2irrHFXTksEi2e4V/1DBCHLlmsYyr+gsU80YZzo9r7K872lTzqLyseE15xsfdVgSU4T
05kZAn8NYpJNwPqCMK8Yd0GT10/osk8eXusEw4beP2BAvQpi6XKRPKR931VHu4wfdaG4ad5xlaIm
q5TvIpkHQe/GuY4YpKlvhXf1PPFDgYSisV3q08dNijrm6R5tW35D2fQ16AdEiecuL7eGEr9V3iQw
rQgJ1+XUsUGncr3R28UDF9sg/4CPdSU/RN9/7EgdKQE7xS07tCjcqVNKhIFStmgV2oLgVibKMRfK
PO7Euqv6Y1A3v4PITnoirTKz/F9KiXSM+ajfMHtOeo00pYXp0f5X1icEl7M2zRYcwqiN/p9i1adM
yQ76gHgTjt8woFzP/xE1d1JBOqzGGO+Une6pK3xVe5ljQeyVzcxSatd2PlUd3i73xR4+EhyIZN44
e9IVVzmTzU7iAILI4CeKW6F8qdinFmE82Yi48yZ7U/yRRnCB1L8cux8UHnhYP6Jd1dKuo4qoixe4
eaCRzzhhUoMrzkeKUSMY4JZVki/CFwjrhgCxbngKTqzlFAw5DeCsK+pVhb1GZpyaomKoQzZU9rNk
MiVhpxu0FqsNDBOYJWay8Cd8SwOlsf4jGJZS4dPumcFShA1eCx4M5kGDEsIAbVlA0MTuyFxCAuIS
Dz35YsjI5MDtQCwFhPf1GMzx1rgFzEhVQY+QI9F9hTGSBV6c7f+DKki+7LBOo4IkI98V7U9RDYuO
aXkBiKxBn9U6xM6XbAPZNmmOPR+HBII+yZD6OT55EVVjV+3Aemy62qcn82C7lVhMWDdbGfo2fTki
jilR0CkIHizy4OLc2kj5RWDFittHn58kqDxVBNBW+rCY6lXoY43aQBmFl3QKCemxbA/NOuLxMuD8
bXTE4KyVkZh5GhhiGALYJtteRp5KKPyUWwrhyg7xmtEgytlTr625xHKsVJsFWRVsA3uUnPbS9P1T
FLWuVDJC65otZe/SOwq0njHHynQHeLCQazipYOw3PEYWo5n+aP6DORXSvCXVeT+w/2auGxUXq70V
Rb8lH2TVVC5nHH0Vb0LLlHGSKBIsUGHxj8i1LWrGw2qzNEtEZXAjQvYaFixP5XfAnTsScsWRqBsX
5BKaY7IvMdYFOxwMZBVlLv/qxFMrN6Fq7n293aLrVv/hbFvp+c/0bbppXIqtpELAn556mEAqGESP
AS4B3LOAOVSGLAfeYfXNI3HW1Xv0jbMUW3P1NSB4kn2Gx8a3yCj02oQNyMVLuUBesXNDrTEWB9AH
EB77zYR2VeNta37X0rkRa75Six6Q/532pWeu2v5iFymVL/yxcfhPYIOLoxN5uWoN6OsKnIkzcZUX
5NTxhEvr8EBY2SHAVIGds9o4PqvIUhxju38AcELGUhwYHjNd9C1lR14yqh0kCldZql2w5tSwn3X+
UyNOSrcWczFDvGxxGu3x/7I7ST65x3WRvgcktIp+LcMW4LqD5MvClbC0xNwcTya3pIPO00R+wASS
YrpDQJGFw0JGsl8Nr5r9E7UCy6JHPtG8kz/Q6SyFHgWQKIS1pMoyG6dXRbIMQQGSKcWNwizUKF2A
KYxfFUTZ2hH+XQwnTZ0UUcJZCKRkuDsRVbptglK2eDoY7ELjLaHax/bM+h1iDY+SCk1SPO4DHCYj
Tn4Bwa3Gcl0HCmgMLho8AXBd+FJj4Qf2ajpQiFldaug8Srlb24hLmK8KSAOafAo8h+koWz8OtKDC
U95ZLm04WUQV/ejeQ6TYdt62Bc0umGDnWPxGaAoCuI+BIlQKBsotlObqns5Hl81NXTJAYNxdA8Kz
+34uM2kSaPDGnK2PD9WyxH2FzHNQ3QQmjIk6R+f7ZQRo5ew7ujLe2rDQbAHwAjusz2QUVNY8DzDj
YEr2pGeJLLRnSX0xYb6GAw0kLlrOR8ZggNri1SizFEWUqyCgcHhWB4wJkdsi51wFATCFkLEgpgii
vXJ4BgOYrBZXihmhy40ByxWsB/yHHuP/9aCg1yGTNscNa6YGsVvXREZ1RJyEKAg65d9gJweeGEua
xnWGscTTs5W6Y4DGmoxmZFWwjBn9cQHonRjhAj6ufpTIrYVZoeG7GQZofYBquiDeJLG2LvgRYoPd
GOIlHloXUkAPpHSVbCG8ADpZ0i0mTWlYRDtoTSvDmf7fRPCEo1Vo6w7blNPpu8mxS/r1tlEwI/pE
WeQpuSEdFBSZ7CzksUiKYWISU8uuDZ4kppblCHJacTM0rkJpF+ScL3S0DegjXMJT8FqXM77IGORl
E5QwRqUF7eQafOgVMsgqaNAX8aQPunADK3ta9UbWsxa/SczOoL1YkxSYM1Q3P2pmzNz5eXKvsXRV
6YR/njP/Q9Q/LPQU/3v4J8BkdqVYSfJvGdN9WfeBsRFgwFX2XcHI4SZrSDMwsn9teQFl+L/zCHWM
CehS1unDqUWJIUeej00GvjP+FyljF/uOGNahk27qD4keKxjvvnSRR8S+PIERLO0GDEN+fMnsZ9yc
DenH94CYIoExLPLJniLl64CPSOzKG3Z7I25T9ZLWzzC8dMFbrX6JDE+qf1bzLrTnyMBWY+1aSUQp
hS9QkLb8L6cnb9FU9axUUuTfnTgb4qCE6556ygm/BjTawBt1Cw/HWu5PvncGO46BfBaihzZRG6oz
QO/dDWGVlpxlcRvVdxL9mjrU8BR2HozSi6Dz6+9BQLrsiqTiQXkohMl2sEkspKcF5AeFjW1r/9K0
6anrpzlWuGbuRFxBCGPD9rfxt5xyrk4iHnFsPIXfkZL+GFT7KQ7ghqWRDe/Dau9hC0VmKFfaoCIA
AICXpGuPXI6BfcOAsCAdeeRhDQtAwVgx5hGtODjnnlwXQwLo40CU5lLycxMRcUwJ1s0fslfNsRCu
ZIeVbcwmkUkHnbTgY3AYMarxRR+/JoUwwHAwDtxXqjGrwmc7vNsaoB1MlpRuzsLCmbVMupN7atPI
nkZmYcoDw5wt7Zx8ZZbLsvsLzQ8Gym3Nonaq7yymNzbCXkQzILORYqIuR3Q4igLdqZinOdVHayB9
NRaT2TqKjyPook5dAoi0x1UsM2+nOEkJIeKR4RGp2h2AavJi9pl/74svHrmS+SLBjUv9I/GBQFyV
8GfUbjKKeL39NTTI8PqNj1Mb72l9afO/YoAofrLtTWIvasYv3qNv/VVsYCbm0Vu7/CDJcBHV3p/i
UwMHzAygfmYV0jtnhVbL9yh45ks/utnNZ4o4BkBRh3mz6WKQUFQXW8vS+aAOhekWytNgcd/kl4ya
JKEEdcQrpx4ItHkuDWhXvmyW2CZSbAKMZqZx4Xbs6jNRn+goQOJEtxgYySg/85xSGwUT7h+/Q83t
nPPuo1PYY6c7pzoZ+WVE0Wb78D+YhdcpJafKFheHAtgQP5+kjNwl59hkVV0itDH/GYjDc6cllxaZ
pPFFJP0cWETDvZskzCODu11/8oIwhpveO5PWTvpZokKrtFfv/ISgKHJWIkH4zURq0URnvTlWU/eY
74U4C+vi6xtHOwbRmX/GwcrPt7F+QpvfSwhwJEDhyAp1unQM11w8aOKtyRalFyz2qBojpJ5Rv8EI
xIxvXNbysNGFd7IFrWjTuRFaU6vDNZlLx8nkN9ab3kof039KIt6NQcmOG/UknSi9utsFFafucADC
ACSd7Ing2hXcpCOWV0hLSjTs1dDeqhHaDN3c9vHe74mdGz5MVVmXICFErq1ER6ulaMSMKiQnKnsQ
z8D/ZMIJFDBgYFoAqhsKCMVYX9ueYFNMt5PbyDOjM9T8I6Dwbx8NqBcw6baaaxgqF3Y9n3pSrfvJ
koUfVjTmiidskYhNyGxTZuBkC2BvTr4Lj3WlQ14KT1ZHCkdQoxjt/6mVckWqjwuif8m+SmbJsIL/
67bxI9RU1pQQhfKIAWe21rroSlTnduikrTaFi/r9Lqasyux2GU+A9irfD8nUrHHcTHkxvf0v56Fm
hpjuxLC3REmuEnaNLnrXun8n3fTSkl/dYTOrTXRiqrcm49NNGV8l6reEkK0jjRcuwjRfU0bDtbwO
t5W5zQBmeVG6HmNj41HimDAnAWSgR7e2gO+lwN5EVbPRmFpaauD6HikuYAcDSj6VqJGcoTaIHK3B
YSnprJ660Y1s72aYOPG09KGqvTRTjdbC+rzxGxakWdc9xpLNpM/WnxSxS6vxLdVMfZgTDzYoGNx5
XAEIj9h3ssOdxFwcjv2ymw+dQCpSIbMlsom6TPkpSOI01KlHKd91ByVLveRa0+6mXNfUY6qS+OVN
k/S9KZq1EpZs4STIKNqRF7mJUMrkrAznrQyDfcwPelp81nLrjmDTJ8dlOi2MJr5WZ9AOD86XgKg3
ECU182uiijXzHFPrWmQ88BAYT5VGYeHBa6QFB6q/AJm+x9546ZQONtVfG7fHWGPN2AfyXwuljpK3
AJspS+nHmHGR6vanROkm/ZjgPEbyo0pAH71KEvFkJcLg2PVfdrmLn6kt3Q3EeR7qtaoqTniZPlNs
I3lKejf5V6wCWQvglDBq5bt3IHWZLS+6DFksMIvw+mOlKEed1w7X59hZ3bk25XPAnrCNoIsUN1WM
X6UIzhg+Pou3FQ7Uoqz7s0klAdLT9Jo71P19zzmmpdBF6azZ9+x0e7jWUPYt49HZoes1vzG0sMKW
XrVsn/UyuRr0gSgFlqaZ7AwHi6W5Nkbm9Hl7GU3tBFdyb2rRfmD5V8OBrQVZofK2ZMqfhePeq8Z1
3qZXqDwmYbgpAeey5DOsUfpbGAVvz2ZtKgQme5WZcQauPaWVszJ1iRtlWfTVUiP2wrHWGozpBBFN
EtmHBi1vKPnrnjRdIoeBjHtET0Ck7nLWorgMONhBbJzlhihQcukFDx4ytYCFN7NC/lPilcN8E4f2
qH1nHuCnjMmUYGGQK40b+RTC1l2AG6nir7AdNiMqnUgHyxmaSy1vVlNvGAB9sceHyZTVYJvLNzIG
ZS8HxVnLlJcdj/MxepittI3YrtuQrQYfMb42W8TyRbM+IyBhYMDJDQhxObEPBdMJgsI1U+eEiMm6
FY6Os5kBOIHfGI8WRghVRGe6AGDITA+dNu3jZgLmg11zgXcfnjlsge2ig1SWQSPcsUZFqCtMDz/1
8dSjHyWUCHl2AOO0drqL4YUXOKFHsCouEZcyYqR29NCwIoBuQuIgAywZqVjZEmUUhUTfvqPEQRpC
5l+UYKAB6qlRaUWg2RE8ZylDJngoJqTFyuWprboZZNCAm76w1XPEL800z55hn5MG9T7oLTWWELCz
QH6bln/xKXFhT26B1n1E5Nw1RbhJ2TAIobuqVOwHaALqhH6Vsk2i0Z5Zw7jxQmuflz8NUt66MLBr
JNvacfAiYCWXzYPda3vjHZxNvziq/ALJdiEtAXq7drEDnBKF+lmias7B/fWJ8RwH5RXK0offJ2e/
Hpcg5Kx3PsRHo47XiUABSSqXYTKgw1ieKv42M6oXjaQewCzahMi9aPpbiGDWXc2XdEP8X34DSAVA
GVkzuIQQLGXn0dqM9qfHgZT5a725kgCcqwe8J185CYPlvu5cpdqGIcA0Lse93t3HjEPbBWEaxlNV
5HGkgCbwrn75iqLvAJCawa8mnabxIfIxFC7DPtjmtAiOflbTTYXUlfY1Xeb1FVTUSKyf/i2wPxZ3
RfsbinAWVuco+qz6G6PX/q1kpzH9xwqkp7jXr43lMnuj5yvat+WsU2UjlI1kb6Vmk4PqKZ255R3k
4aPDv8l61cr+1Ywb7OapqS9RgTmkwMMn0kg/YJo4zn4wXCF7/YmJPOimlzsQuaP/JuV3UyA++6cC
esrVH1u/Kly2KNAna9kK2XqJXCO9jBEwq3sl/lFl6+GdtG7cZRRXuAst+RcJAuvStk6W4zSyQDkY
40XsEsrK4skP34Z7SHQ8zdAkbXVpZ2VX08J/eWhIzMvOcYm1FtNNRbeUOx42pz+8Esux2sCQPxIo
N9eghMc1dy6/UGNT9kLBa94GtEgpO6nSHsZGPX6Jele1/6xu61P41RwRDP4kVtjdLvG2/XAEnVEi
5GITGR8arLB4UtW/XvBWjTc1eYGaHpEShnurOeTNUXF8rLHhTLN/Q9veJriZqH89EDyebrBZnViu
czIMWc+T3oMsvYSJ2gdXSC/Tx8vlnaubwEdPCjoyRotVpNDv99R3MsZV/duw2Xe/lGrDK+ucnah2
BeBpCzTJ089+GvtzhEzcdi+ZWV6TETn21qV9JdgNnJFER7/0FrA0m/5gdW7qrCRy6MnMFptAu/r2
kYI+wcJtWMAevq38Q6HtA2eh118xhGHl7JVHfVxi2ywCkk04we95wci7+TXsP03ci/RKplOQPxjY
K95Pot4aqmjWi9wDNpNXy7smEksl9TM1Dj5tc+WB8xu+cv3QNydmw4kBs2UOg7QyMGU+uGnGCPfG
XRGHWoVyj6l3Yt9duwGJ+9YbPwJjn9o7hFdZw1SV3JyTydjWftG9+MpnhKW54o7rGbBnCQKdkwP6
ijkXY56TLj4HdvNpHy9tTAUNSCLWJjOlj+d6+jv129M5wYsHssmQYjg7+WHgrIfqHrbg8b/S+iuE
FDM93I4Sx5/3dFARkxyEWiZctukh6VeB+dP3L0f9jdQ/07oJLq+ekbtqk1+DPbsgczOkRf5qO8Bd
xcKsEHkVL9XbS9BmzEWIDhvHuzQporEyBmdbB93iNt6pbTaiOibjzqovjXK0zaNZPdLkbNWvCEGW
Y2gzC+uJ4tzr+AzwXTJOXrzmNwkHo4IzI/vzfLAD9tuGOhJCH1YYpcNwAvxzCMzfMtmS0S4jIZXP
sXQe1DuQZ1oEttU9zrgHH72M4QT+gcJHohbPUr3r/qHCZq0kK0xbQ40u6GB2CI+egf/naDcGKCbG
QUGOUfalMm3SMVTqzNxkdpRMleDm/tb1ufexH+TPlEEpDwHbuQ3OsYg+6vGgwa1RXkn5Md1geEzl
yfumAE9V/pgodhgsBvMeM+z2s5lIbr621dVDWa7G9simrcdkrt5CTAO2d3XybRqfnQFhz6ISL6JA
wIMjjNspLDp1dWdRtCsbxTux+PCY1wpcBv2xncAFmCgbgfi7HwtwKNB6Ei83F7Hkm8Q4G08S7d++
jUoZIcN5GLHVDd47oCHw1f+4Oo/luJF2iT5RRQAFV9iyvaG3mg2Cokh4XwX39P8BNzfibnpkRqTU
DaA+k3kyRXNJtNGau0ybSuh0HzyVwn+tquSvyNuvuch3hmLHnvvvgEpzGw4fOe6/m0Yyw1AsF3ty
fxcC5FjSWw+TT3k8mf5tKEd097EFcSQGM64CtSVEhBztktCr0CdLu8mCXUlIZ6vLW1s2oKhsQO12
jAgWoDafSCtyFghNtoV876LWXdFrYvzO2wYREbzuwEm8Xe32CNIjbBRsWX6gfLANS4oVdUBuPA4k
H23+5BztgJGPcWvGuC4ejMzNaOUyT2y5+cqDr+sThX50KZggo1c/CNM++I7ZZqOz/V14EreBCrBr
WX0m+6VEgBvoJGHC4XOhLfDxcLNCFl/Mvhusc0GMCqNd/8FSDeuoBujMMtNbNdNBe2q+g+PqWhD7
vYyBsZ5R5xcC/Tracd4MbxuZRO6JaN5Odar32vBAlCkNVLOE36Wt5T6HalZLlriZOKnZTsGx9FuT
llAgLB/LpJvM3MNP0+BcSishoLHomVcLcXUpoliWllSDdOnkZXIwsMkI6MPIV2vvoyQ8qEqRU9KT
ZKkY6g5tu5J94j8Gi7ee589a4GfpVjauV1UT1UZ9UTlayTrmEbJ+3lD6T4pwboRLnBdjS9J4+C9g
WG5VAOQ80HItAFze9/Q0ZkCXRM/fdmR/vQlo2SYNeTmYZs4H6BUkmoib2cYEw9b+krbufNSd+9Mp
VRH59M8ti5XS0YiNGazktBB9vi/GBtV3x4idxDbAtWkn90w6K+vNtcF2LugQjCcviV0/tWPXPNlc
4KyVwcXi7hq95suDbUOUT39hS9Kfh5oj3qXpHOoctoEA3YuSdZNoXBGtX7xUqIL67mPBEJQ4nn0g
G5Gnpu1sE/Slm7mv2wOxRru5Cgj1GrM9y0iF4GSd+q3nOhnRzOGDytr3vv3TSCYMJmjxIzIW4Dur
Hl/wjFFZDuLZE+E9GJYKwyK5a1VY3amybUnIHA5R864XRJWBAjmalm51MuRxzYMStylMgciS4zlL
KX0SHMCQ/a+9g1esCDKE5AlHbWEudjff5qv2wRoi9KZNd3AFHXzYkPJeMvLG+8JuBiI9UVBtIndR
n8HDmTBlTyl3rMt0p27RTDgdkDu+MPVB4l/nUmX3xix/VF9U+0WlB0u4zlYDKMQX7xSnsAr9Q2II
pipVTLoLWs6bueZ/8fuJmmhxQC0Dg3NnanZZlg/HlOjIXRNZ+KKD+GMq8UEBMwpQ1WTW49AvSOmX
p4mp3aFoWCZ7Rvxx8+iewiu6TPUIhEXjHilTwRpD20z4wJyNwf0cACBYatBaMgwC6qrgHJCJRQ0S
P8BhQ5jf1xeuamsj0hw6f756q333kXwZvAF5cTuUPruMDBtBMjzZVbYtXFZMnp/JfdphQs+RkksX
00oTuRhmLWJdatonHd0006i3ow0PAz3utgsZd43uYjbO5CM2lvVn54zFTVUTKuGKDvcMKn/I+fGG
xBbERgNZHBWjMEVELnJTBrwWO+eyEMespU3yhhCKC1ujPENR75sOrFob7SXjOqTSfAxuUbFOYKNs
Gp8dWTJMm54wDmIQ0103eLgowvvJIJHv1QwmH2kVIO3hNMwVOtps+UgTMroEmPQ9k5XnrPRfudIO
lGw/TJ4Bri4u49FhfAO+72BBqO8BXn14Wc/6WBkqAftfBGHGq/FlkMFzQlv1mEd8xlk299xAyamQ
YmRKFP+0EgNXP7OVnJAggJ4yG5fO1zL6sSixEGflCD0ufAxLmG4iwoLF3IKHOwLFgkzpnWmDt0wn
18gRF+ZuIuApHdbNxzC6LyCFngwmuj6PtqO0JeD8llxR3lzfgM/rrfCrgO17cE12rh0WX4LZBGqh
+L4vOUVs+ZDK4Tyz+gRs8ZrxzN74mIBi39nVmo2AmuOrHBOGSTPaFkLkecs67I2s0gqdv0DxJ43E
X76UY32SUvFZ2l8jY6Rs9omuh+xAynC3k930s96n4zC3/KSFwqxuez91TqkDUcAQ4tKQRbdRgfcQ
xJzqQTEQHl3Ah/eB23aQIHF8sI7gcXLjuIiD+8yxDt1Sva3QeQjLaL0ta9rlgmiOeJDbMF3XU+jN
loTJuLewKUWi8exBmw4nj3LXk/9SuM8IfKCkr+y8rHQ/iqUrHjRSzMm9G5fiHObzV1IbSVwL870h
WrepRUjuQhl7e6ipPHoxC+VzQBLRmeqdSo5LkWdVxCH96hB11rhrJhV3/L4LW/x19IpN+10OzGnj
pPH3Y39hg4uKu1ds5JE++m30OMugPCJkDzghybYsd3MfaB6GrL2HooXfVz34rcUWkuTSMIUplfn9
fYqqFzbXrXY9wPOWfok0bKQE2hdyW3MNWcFoByvIyuEE/RyNbB/7jwHrCYt2Zp23CJjuNR1XECz0
udxfDofMSFkYdsdooHMnic7ZViV40wW565z90JBxdl6ihe1n5PBuCuk8p4GVXO1xp/G1ywBXUqDJ
FGtcvGksJSFJ9vjl2gd34n2UWjs33hS9icXeDA4PU5MQBGh8RNZ1jefPmzmnZjzUAfdx5Lh/lLU8
1sKV9Mb6Osv6oyX/I5sGNCMJblzxqEIT74HN85ax1Z3ZgysTfMV2uK/Bz56azCrQg74MUXH2NFam
MSkVNw9nAqpdPp2ogxuG3kWUPmUp5q04w58K8Ya1v8I4QDQd+inurko8lxXwArfv/rX9CtkZuody
9setTdmYCR+ZEVSzmqyvvPQOhepGhjfQZycM+0XwkQYS1BF2GOSyL+GS4dZlzBAxZ932YfaSloqc
rbT56NGNb/tftEiHm9jeWnX5NWPjiscMdHrCFmZU9rcR4YsV5gdZU3PKgOLA9Q8Zz12ALslnb7In
1+KyDEP03cbbamkyzFPPkRjVpg1ewww4KDkv33PQxqdZg5FjPb7ymSN8UTmjUY8tCG+SyO79PFxT
8ADNTwHhAOxBMs/DgzEUBLOGMiSHxblWQ/85aHNXZK/Mdr+TeDimYjiR/nb0UNUo69luMcxMemR5
7LX4js23l/2EucPgy7BSqvFo5+vUICQV1ATFR+n7r0gouDL4LDIHp2NR19yqGX7xHPisLMnPGoBt
DXh4wDJYZyNY1uaWA9t73mNKANDMqmhI5nNM+dsbGvJW8mk4qrudPNQqWaxfPeLgiSBgdIOx7qgp
8iDKjDa+E9YB7CBPw5pCXEBTmRsohYFwmCaHX8H6x6qRJmDJae1Hd1vPvoeLBkusQmG2LYv83ouY
XGal5fCbWmxKT94u7oBmxyLkz81RGTUc5FlGk8+6l9QbcnXd+RvsFBaJ2EkJt6HjREYSuW1Hikts
H6j2wSs5DsnzIbtRB8JW2+PksMhRlC6WejW/uW77VDQHjv2d1Y3fQQFXO77TCyCWwUeHqQdzlJV3
8RaSwttcb3//j3r9MkudPUTZ/BaMNV2Tbjm8HbzzJZKDKQK3D2KcrY31MS7hZyw5Z1um4jfMaZew
4qhoMebOY39C/sIF6w23BeBim/Qa1aBzyCJs1ELI577CRuPMFfXXgxFo7+Le9Bvbal6ThtIubSSJ
pUXz0vZggmzcOY0hfNAXGek8EgeUyKFnBMR+liWmslpnLz5tKzqcv+VMu538hF4w7jsH4GFCN9mT
7bQasGDVVP7ZD9oJSlSl9uSAn3phprPbJFjXB1Tdnc8sM0SGkY5XCN1YDJrxxVq4FBbtg4NdRqTp
LhASH/dePQ9Ad61lT/O50FSMXxHj+ThBtdTyKEgEcj+YwxXOLxM/Rf6gmKBm+16VGVr2nM10OiCC
BagR+K86t97CCcdNRUZTH5T34xpsExXmvecZxT8bzYuRfJDu/I5omgqHvSgAgIfRsr7ceFWw9/41
t5LXLGE2OMUtwukaMz+kH3a8o9g7dJ8384AYJ4qf3Vy8iwiHeBq7COJstsStG3x5MdUUIgykSBqw
5hTBPmFIsemLODsoDJhCe5cY+iMDCNSVnQrDmzlfHTmyOlr9AjuteSFleWM5y2fd04ySWcNMxz+r
yhzUNAItzI29NVCiUaijNFUob9A3VpAAcoEtDvr3i10Tw8kuQnMWfdgrIo14MQTKkuSEKHi0RMZH
mYfY4+Nkn0ECRu0VhLuhni9Nb6pz2bQ8hHlWTP0VRCV8BZnix56T8oIPhQDY7uRyEc8ZE4guB89K
OpXBROElx2Ep/k0OFXHsYz+Yq3NajN8VsZWbsJWkSef3eVM827Jztrnzhtbqj06bF/1a3lOVrLQa
2PtzgqwpIHGKYeV+DJBWOyEBgnR4T4ixfvIpifH3d6+6ZXBbuFvZB8Cms3xlQHMKMFOGb/e38qob
2QX7OfNeG/RbSyb+BR3yac/Uh0qitFgsTvyGyIEy5QndjH/smmkr4e9gIzoxHnvtE1NiEGRZM5WF
S/K6EmRelFTTA3xaRt2C9ZoTtrtY3vkVNNjRdq9uP+nNOeuSF9p18Kdxmlxix90HTSbhBmMjiB22
IukeoyDELNLDmGTU7cPg2jhpRk/t4K/NvD2kwzjlW2iYlivIEqIlyNKoGLHLsIXA+mH5tdlHa1Bi
h8NwKag5HPNqnOTKIW/FSBWGgGWj27kaIS1oomJehWoeoxlTKWId4ApPVn9MB2RuIeT6rozk0S4S
OFaaxKcIzPAqjsNLirFHn3ofgauAYqLpWsY6xanj6adF9PcNsj7hEHpA5cZwq/yXqYGZb3sdTPw9
autvSdaSrX0sAfBPsmJ5sZX9AjyWlqFKsBTZaL687q4dQJ35Kcb4AkdVP8EWFN5CdKxcHk1BVU1E
KcuoJDw6XCeUyuIkCMq2JljCOfVc1aZ/TZy8083xb0g1HQbnqLbqU+uijhE2AclJztk3rjSXeh/b
pJzMMd9rRNHGAoKLnpGfUNNzodu7TCwPqxCvjyf+DjQDmcmTUyru24bMvKryzllsXrqQ+71VpryS
lL2plcMWOwgQzEyTdVM1yG6LPKXSCIFEehWihtae+GeSMdXmwZGT8T0k604L93FZ412VTJ5xGGId
4Fhvnc7nkVDhYZOkIgRS91T23FiUtSSTFQg+nmWZpGj6k4d01RpgNcpne9wE63cK8bZlA2l+kRKn
b9LKYCKVetiN4VOreUbo1iXEwXoPYo4gz/kklQjXc3tx4+xSTuYvjxgcazmmDGYHR9yQRwR1X1E0
XOs4iDdBPzzwWSRGvIcEgXsYh1mSQmLEPgnoplwHh5TwcTbRJcUFyoz+Pm7kfl5jNcrmdR6qR91j
MEktB+uq/RElFq2X4i+j82bfttNLQJgRc22eLjMXS1P3/2H4bLdkYH6hvHzpNOzeucLikEqizRZJ
lZMpJtvFGOzE0MRb/d3U9YMj1MkLBOKdmtgXaH2PCq3N6g7oN1bkop4jE2MsArrNsXt3U7mctcQm
XI0gGcC6QoWwUsbQ46MOiqPXtBgLWypyU66e2AlLNqEOHorrrXCiv6HLgCic4ifhHOdUvqCk+CH4
Qu3mEV590JMT6KLDTsg2ufEYnIiYFjcKJ+hMzavBs/+yTF+BitnZWYyG8zU4ZGIzO+jkI3NTjE1N
uTBgZtSt7Yn8ZuLEgJ7kTGWG+IGzCuxFGUDnsJBvtY2cN5UJ/ySzphJLYd4WltrHO4ekYMSDlBIN
MSrODAx1BIXFRJjUjQy6gJt9DY7v3kht/x2HrENOthoFGb23vvdmx/EjU61bQoMvZepyXvOMYci8
1WCUJodjyTPtTzfIDdPn/3qvJCCCJ7zNxrvoYHWtPSRqbZQenzQhDLvd81gR1ocBJ73x1XCaG2RC
fc96xPZ5BlOhrjPEDYAHSJMK7GSE4mdjiQjyIElQBLfhLaCbKYrsPhHueO6KlX0zbBZv/iuy6sNj
TqRc76QUcsEF7+uAGp2hqf0mU/M3t4I3P0028AMnNE/cgKoF6pOiqSbfYVjfYgk4A370p0VsLt7i
6YrcaMtM9bNA5tAjeNJYHKWbEzvbhpTSVC6LiattpHgMW43/PIrl3iNEgAYaJLW/nnXOgUJugGmS
uvsKTU7vEYfQETsACv8c6ew/SeOPlNUmYGpkOxX6Uu0UYWFDicS1jPKSlLP0e5L5a9D7PyriHqRr
7ysM/VX9aozCak71LQfAM0bDhWiLkCyN9YU0E/gV1boTxfvHdh/SqO1j4PDkwW6Kchc2zgt+WDwJ
6MKqBeYB3q1MEuSUjs4545PeTz44yQSLospWViHJinOK+U178DRXjQxpbj/TgtMM8UO4wGa3ImRt
TWjVe3JN18Gzkjtp/UylefOj8qkiWV4O8hEUcXbnjMSeiAC+az2DRM275clJIuY98Tp9hz+bnJeZ
IwqwbLhty+jdncr3KENIOkeMAFfQXhnnUDKT7qMl0KkIgH/gdubxK8IeXwUVZpYh+Vim7BPguxOZ
/5al6ND5s48hGXalkIGqcQh7vh+4KckYec/Wzy1UEZkukBGdc9lX+tVhP+PVUMEHXSNibUj+aZkj
7dwun7dhw/6kcql5Gg+me2fqbv0L/p1n/70n1APXV8zmB6cFMdfdIQ9AajvLwoY4/+O1DAUDFTwM
dYPGQsRym9jHwUDuLMM6vmt71d9Qhctj7aDXyjPc9BWyZPSTCK/JJUuPAwFjfJRcn5HTOqe+YkQ5
o7CGvcl+0p8VoEsXCz3yVzhIJBLPlKqiurFyGFXFNDtIW88Dgl+GlmiXM6yKDE55a7vtoECF14MM
b6JGd2zMck70dN/WbJfDIYRgJ9kJOyV/3HGhVJBGMlkwPVoictHGW/Yeg+SUFAZ61PyvQfBZ1fNf
uWZzjQK03+I/c6/8G2bfQslbyG3BmrQkPPCYNfNLLXFfmgmFWljAnKvcgAlIwwTy2Cq+gltXyQ6N
0NJ9j8o6ewBX7ZjliR0A9c6A1ohKzecAklIgc72PSv0R+WWxK1wWCJUgQH7hAu2S+g+Mgo+6HsBU
GeYEvCuNSChgTbx66R4UEQVM2LBGlR0ol07ifl7YN2xKQn1jTx3DwQFIqQAWGu/J6Qt/7wYsRwXQ
94IzdGMX+Ousu7Fz7H2jiODxqTD9rntDxE8QjX4ROU6GdjkyQv5TBD64MPxmwdTAg7NZidrVvyga
z45XCYpKNuLDYu56WoQxp3XUYiLXLwABVcBUgZSBGSTdEjLXbjJhMFBquW6WB5K5H13jv7cxMzBb
ALaLZp8MYLs9d8N0Mj4oYPiu1Xb6KeM02CDqjyjobExbrBjFq2gWfduTiY1VdDr0jjgymHsQs+43
HTNEbPfkAxJZtnEF0G4H0zl3or2TwfgUhA6Urgg9cDDbeydd9NkpkU7WrLb2ahVtVAa3yOIyt/Cy
jp2eIskc5HCA8GsFYDpFD68JE1Q/kDTahTX5ln5rMeGexLZjfXyxNaOdGlVC2577mcTMYhrW9pa7
s0T3kWYj9YNXElY9QsIIiZoq25opBNQsx2aJMgV3heVgknfJAI8T66WsuE0bisgiUAMW2fyxqyP3
0dfTjReTP+rnKKWZhRKWE6D4JbiLRFK6GfZ7FbwkP/B3TZlXW6eL8t1Y4FkYAbkIRw4PHo7zOX0Y
Z08ePUnKoseQkVmSbx1tYoqpdUNUm9oTj5ndHBUUtBGr+jmZqzdbl8Op8OurHwGecYRHUo/tEFUx
WTsCNAgbmVlrxa34ZJL305dQC5Xf/BVJCEaqjV4V0BkmArzZeUcWruZSSKcZZqkMILWn/4wL3iWx
/K8hsAi/RtfZjBhpkBjMQQSw3qTzzsuW40gjTFiTHDcVBoQ0tFBQwxt1VqNPAeYW0TeWDx7VWyTN
goC8wpUfdOT/NdkygelEn760bHnKkWjZz37inJAfLiI44raYsdEgqmn5yD2gdYn3OWXXaeaYdJLx
Ho4v64H43vQuDNfQwkE2xICtBvaay4c3twGxUO0bAcz+BlXeU+0Wj6MgS8ZK7P96v3kkt4opBW8Y
RzbzWHa0ERMHyEPAgsN8XXJH69uzNH9Tb35KeqTr2q2e5sl99uZlYPwFi2b07VfjFScKePbWA47K
FmUx3zaLbunMIeyjGyEgBVfX8tia8Lkb3gWZlr6/XEkmkTeM7mBaADgziumuDpbhWLJsTTwiPDsf
+0kDMVLa85lJU8yWntxgpot0o2TxGJ8kkZip2GqomyQQimVCMtwchgWenrzRbNucaODEJHKbrFwz
zYcaQFqGfJvcZz4QgDAdBoliPPXclAtIRrv8k7A8iorvOOxOlcnuWh7F/U8ecn4HhlnHwG6qE2c5
GM3grYAr1dXbnGX5gaqtp0xCsVGLnZV7j2la/heV8TtbQLgfA7vdEK1TtI9p6Ae1sC9jSoY8LOZb
+LcREXp1+BAKyfMTS50jdz46zY46daquS/06NXghLZjTXf3aj76LShmOakg0iUN0dKSILWFNrp36
vwLvTk0N5OkRveJ0m8HcL5Er2SiPYuYwOYDWSvJfBY44a2+88rNLHwozMKDDzIoBxlCzk9O6TbH8
kKnH3PbL1s6RyPqEGxwZ0GIgQqeJvZHrg6lVzC5RAPH1l3reMmy5sUDxr7NAB/J5T1M30pp2dNZx
6m4wsTq7lFFxGYagBlgIN+mxItYWJi+jct/QVjK2YgfF7hsmKkpCd4QUSV3o/iUhZjOwCrRooDE7
bdva3rhoXcp847VsiZol+dIeY+AqPEzLYm7mglEeOQ3DhprmYcywfeUkllMBwppMCJFFrFCI1iO/
yQNAJlbP/aELQw5t/9iKjwaTbD8EWDzSfUMoWQHYLjc06E1+tyayhwhlJ4vmSRVng0+OZ9uVhkXz
Gce3MfKDofq0gheP6WixZqaqkmCilHMOnbSFY8T+jisL3rFq35U2DuVLHe59p8YuCs8zGmz66wiV
TBjnuzVXdQ3383H9WoBbZoFIFx5wxgATaEBJZ18MM66Z6srsGWd1e1XefwjQSk/5pMKijYx5tGUE
kTg9fvgwJ5oaN+/6yMbnAPQBmeTcf9iN/iMjHou5F9xL7XzUWQg136YzAm7SSGltEofRatGk7LpF
8WpcZ++Laqsr/awtehhnBgvoRqty/uBJUJPYCFvyccNtk9XeqyQMTXZ98setMYn6BiQCy1zx1JfI
dqZiWK6Lh1J48H2DasnV55IMUXAv8HhI+6aFDDmGB0d8xpkZXpwB0Ew/0uNM7xw2lplf/SWLH39f
UIbPl4FKLgrEa1FMyZ0VjNhokPbfxwqc5VBOV7Yk7WWxoTEFVVRd65Fd16yG/IHtcXjTB7F1UKLz
iB2AwrEEuJdV9uY23fgktHK2gzMHp3gYSPKcvLvUaxRqpKYh4IFPgWFMcW4atD/cKGfcP/N/YSAV
H60znoPY1K/rrxNWMTqIcf1o9Qsn+b9oXqwr2/7hFBDz6WSq/nD75En0jvtY6xKLG//37y8vue+T
dNKqXToYtl+6aWk8s+RYegjKe8YHrysqpa9K8iEdE5xjizvE8Zf8w3dr8pba4M7txLxn312/J0v1
5NiBemDb1b6O8Dx/f5mJDXP+BtdP1QftxpGJ+vM718+mqDqONQbdKaBA7ycE8pjCQ/iqaz02V96O
vhqe1SDkvkHd9FzX8MV7J9Bc+btkStx/cmoY1iqtntIQkUk1MWHTfRrfBxqg+mic7sYKx+6qF+Q+
HWFxr+mYexuFE+M50CgO/N7+b+zd7I5xGyEF7ux/S2Z0+sEKPetR5V14n/XdgydBpPGd37sU2LUV
KX3V+LW6YqRRi7v5I22Wr8ZL2gemf8NTW873ISeuG7CeXuJDDxcEctfsXBehYI3Z5qkg/2qrhPfR
tAh+ywpr3NJ0+UE56HUc1As0QqK/QJe5SUFQHGdE5c+CrMQAHlliN/Wpl3ri2oF7VOe6OWR+/Lwu
OI6Bm4S3c2L+BI7uLy3WVnhM0xlIW+LF/I6W4s7wJM8ZLt7OeaGJt5zOc19IVFEpDqFS/FcsIz/z
OTNgg6GeiYv7LoQv1xmiWAzwhPu8BFTeU/+SrADw+/elDJAILXmpDvS+t77FJW9Fcrz42bDs40WB
xucKephc+RUDa/uckPwBCXTvnIzgQqaoLOmCyLlL8VhN3K3Mo/ph50dNwXUi3WvdNMhAfGuvLIIK
i679M0VkBsgJKvoCA3TmrEpqwLxdOhEGYEn4JeOyB4QBz9ge//r2wa2oDm+WNNgvrLh3luvrwzjw
cU5BCD4tOyTziBkq1Z9uarj9VT5fEh8GMnyUbLNAdbNu/KbrTw6ct2BdtieMsJa4vgttdOqU2sBw
BJSAjl353nbXxG5JqcrM6NiECSIhM6QBSjZ0rqNlI5BZZLejLn/SYxXfTj5YbFVQApfdfObU8M9B
DoAtCfT8B5UffrkmhfzdyxDE2PJpadm9VA0mpF4D/PVVwcjRkpuRWfV1njnH61G3FwdupCqjhbLQ
olWRAoFYDbaC8+zUTpKGa7YvAZw1vFH3IT8elERg5+fwlkhu0nWgzkAkqneGY1QBuf5jwNAj0GUe
DdRTdMnTbGA/9Saodwl7S1bClt5klg25HJlvM5X2s3QQDsZcD1+WrO4LL9uKGbm064nxNoO2whoW
sXY/i4lxVouIhiZnz5fNzq27dxrfv9LeY8IVMti1fBynwk1PWo39h3Rgb1iYLDyeEDCEvOJWrYAa
f7W2wy6oAvrpeNDUJ17aHhmqIDNxrOzgz5k6tpPLtnawuuZuTsAn2UDOwH10bHZ/X3BTQIRaKpR3
/7GvQdjPbvoeCxRHajFDGNMFkq31pdds1MWCshzlizo7M0BrQvxu6wJJZ2qGCzsz+sgm6wh2HKxb
10ofTTO6xyww+S2sT32TtF29//2pK/L89mZxIUI53CQ3C8DJVafJwEIzHawCSWyh6F+wELYPysP2
Z6sC/xhX60Pg2g9EdeNfCnR30euL1RaQoCx5TNvSOytlRyckKNk/SAFYubpifpJoDg5j7/zTlveV
d2V7CUNfYyQJLVJ2qpyapD8lVLJbYET6hZD38SAbrVnyQel2az++9VEq3PS+sO9D6cCbKghDMWE2
35WTBHOh9v3kqe8qQjSay1nsuhAKaqwjkqsWZ9nLN9RMKUPwL0kbOYrev/iyrO9GQz8bTg619oiL
C+CGd9WwMdOOZsfY6OTyqWI+FfaEEPvWaziu0kAfinRNo33u/NTs0qTGvCOQI1YCMaAAzme68FJ7
sfvWkOc0VFyBVTRDh8nwaSwR061EAq8yI87YukPWFPfWo4lWzQhht5bY137JhMnLbLRxpEMldn7R
OKEueRvuTRWN62PtprICn421m19iMeQXayj4uiVtj0Tu8zZ5xOwspV0fuZz+algwd5Nkuur3JYj9
nINPuTXh86E55bUyz2FjNw+Rr2gEE+r4PD7TBCQXv2DRVB/iprfuGtqy57Kp+KOEV6FanG/UGMiL
ltF0UYIkOQ3R6/eFFQKpKkxrFeP4a8wstgGScYbGCeCalC/7Q046etTGvnhuNjyv0COTOAaFlxMd
dXYxPGRvG2Yl7AeH6lm1pJlU6fjAA/eyYJ68td1W4rZjkkMuVxH6/mWJBDip9YV/DzqVpJq3xEs7
HEIZrRwPGblNHZZvdWs513J90Wn2OuNLOhgriQx8aX7t93ezsQTYlUWPdHnV6nB9YeAGtB8awN3v
y++v//5Iy+W/2VB9/79f//2pY60hRNIQsB12EYvfts1IeqS0L/NZ3fUQaHG3Zsda2rtpGAdYwzwB
6oqGhuRdiQVFoqCIuH2Uah4WP8bSv0TJ3VQJ5OhLbhc7VawJCr2V3NlwB+9+f8QbEF7svgf/w8Mj
owS7dE5ondkLe8zTU1R9Hfuo/eAKKHbJcCcsRmZev949v3Cn9YW18rJXMR6JdKjMbcE8to0pezrT
QVCtsvB+yU14X3koprMw4Bkp2xcXF9sxHt473x7PosvHM3NzC+RT4f0ZLEUVaMIIpkcW3AZF9OHb
vM9jY2lwE8kjqjFK4fUT/P2RXn/6+6NOMsphWwOqkH9ns9ohaxOfLNksoKp5KfIc3/CCXy9FfxF7
ecvX0db97wvIUDy2vXuZLevkxFFzxDjqAfmP9RnSYFN4zrVbX7K26w6WZLXledVPmLnTqfeaDGSO
/HGzRl/+76XB5XpUmU2Kc6cGa2WcIrWDPkDwCY812hjWyKYPv0KrJ8eCAwWb6M+UxvItYEDGIbDu
F0PSakPMrkmDfyPplUGSE+IRslvxmi7YLtME0HE5ds+rwsbQyE4iMpdhtrzb3xfWK+nOXVqoKktc
/oVX7BOWYNhiSwiHFUG6nEtbVCUzZrKZaQcyiXrx9U9Bz9X1GIJ8FVX7ANXEGRWMurK8PauS/ld2
9X3TDXcZZgLuaZ6m+YTvaR5nhjTePSpjeGwCdYVbJNHzjIpzIzXTAaegHreEV6y3j3rJw4pVECmI
kDs+W+arT7EPiqh0e5BEhiMN2IaoCQlZcLXeMS8h1MvyIJ4K52MZZnXpiiJEAU+nhsMS/Fnkk7oW
xM17ZjkN9w11TgfBsESCsGdtf9YKvv2EJVzQZG3tCtpvAMJrS0QQraKj7JN1Z4U1eb1ubr2MOQqP
gUFTNP/XoobZ4OtI73wQGZe0s574g+/Z/9g7rx3Zseza/kqhni9LNJtOUDegDO8jw6R7IdLS203/
9Ro8XS3d7gsI0vt9qFPnIDMjI2g291przjFbZ9joAyR9j0EOipRFYqeQnyRtqQpS68KDmbnI5J7Z
KKHdAU2PAmZlGlqAFG0Vx0WgXeiUzLXC/orckpqmdY1zH5Pb5MUyIXTDNwnjM+i2BIb7GOVEPaR9
RVmlGgd6n2QATRcFZJ+MCaiPibTllHma/ikiGkodM9yo7b210Zf6IUucaxRew29vFMrCzep+CaYp
fFJ5G4tsVEnnJi9tUdSRy8phomPytrn5pbrOlJo3md6y4ObH+ktrZky3E/2WO9CnAqJRt/0UG2zp
+bZuMBelunqyQ6o2kZEjwq4uWEUxJUM6YsAdGKnpSFgWrSwBejhkREauqA6OiyBbho4KOauhGE7b
m6rjolcr8hIBSGZYwGiHBMLSjl6a6MdSR5Q3et4ympYknaadiyIcUSvGIDxEsJf07C0JjACnmOvM
W6vpD2hRcvak6EnHYI07QF10gVJsehBASmhMgQn18JIo6lJRSu3qe+1Eh8opVHAkHxEWPoLETNe5
1kCGafzw1rU2SowyXHeeQ7u7Teplp9nh3dBeVavVr1mVR3cwwLsS6vBDUZNyjaBzuAWDQIrudz+j
AbUf1Zq+ZRKHxMYF38+ZZ5fXeM3KbYJhbiSwzVw3p3cRBsZtpJoG2MRYqOhU/ZYGqESzkla1mTNf
V3664iACXZ7qRME7l0yLCbuzVRiq0cXpchqXgZpgE4ESg8K93wZh06+QYUV0A1z/SfdgPwB59pey
s089440LtItXT1PaT12dilrqdXNqF4ye/uzKhnYo+8BFrSTmskWDAzaemFS3UHJc+y3pLm3/TYBo
+7dn669HaKFgp+s6vLeJY+UnmcWShARPWfz6ZzokxSl91kACLnyi8dj5aXQtlTPZEhkoB9N/yUgb
ckYPL2hjraRI5aZwsHHjvSKggB0IBQYMQ913oqM6/YEmZFhqFaUeFkaguwI6R8X08RKlinnJ7UcH
mRu97x5HhiiZlOilvnZTEgohRCJCQQ2JoEzmj2o1PiWd0t1Yt77VHgxIawb+OlMN/2orDyNh09z5
Ivt2i7tt4OvqRG1s415h4zdtOvuJQ+k+jAr8LojSytnLfVSSPe5JO9Ce09xjopvVZ7uEHZVnqrJW
cpQplaGiB07RcGp1oa1ab3iMhsbeO85L4CNd1geyf2wZk3Fq9USoUBDTFyTHxxg+yqh7R4doX8c2
XbqwXpeaLbxlIoP4mSV9R5ah+dFXhInYJmCKgWkJOpYS4RfSwOfcslNc1AQU+102XHxFbpCOZ/OQ
EnJVkTN4CyqUXH7XySWOZlbnUWK16nrqs/Dh3VGBPwoYzEdavMxaQ5sQziDEkaS16rq2TIx1IdGv
UEHRIWDPcyCfKrLDXgyyYWY36vACpigcjGqfRYEEMYfgsowiNCwhTFuguDoAE939VGUtNk7Vy4Wd
OOVC8cGRTMD6g5vi/0nDN7LGVq4AhoANiBodtngoogPCWXKpe72fm/lTjmQPbggRDqWUEIQco1vY
SuuufYuqYxzwa/VWXHGfQ1sS/IVmnHj5kl2ZfiIALWgThbT63fyscg1sXGeyFVbWRS2QK6DPlOtA
CfRDn0Ldt/xAnNCM6HPTFAhV6uhO6asAixPlQcm52/XKJPBI5sG+c6PPLGWg3xfgcOn8ghGSFKS2
k1w5wPnRFrJc/P7bv/z13/7ls/9X/zs/UyTiQpB//Tf+/cmxr0I/qP/pn389om/+Ln/9zH9+zz/+
xF/n13+//faTV78drsvbf/udq+/8+J5+y3/+pukd/eer8w7+fIfz9/r9H/6xyGiADI/NdzVcvmWT
1L/eCZ9l+s7/6Rd/+/71Kreh+P7L75+kFNTTq/lhnv3+55c2X3/5XbfVXwfrb8dqev0/vzh9gL/8
fsiz+jv79qv8//mh73dZ8/PqH+wWVFfVLKEhX7F//637nr6gOX8gnrGQCNmq5qrC+P23LCcY5S+/
C+MPU6iW7boGP6Rauvn7bzJvfn1J+8MRNlpGWzM0Q9iW9fvfP/o/nMb/Oq2/ZU16xgdYS36lrfNb
ir+d7+nD2brmGIZwNZ4lvBNbt1y+/vl+oaE2ff//8eq2S8JpGI7r5qrIHHo2NWKGglF9bmla6LZF
69gmFsd6ygThHkHx6DK6VAAp61gaWqs4lAY3rMVzvkCcMAGEmYBA24jV7K4W5cq0kM35Ub72nUDB
yX/HqGjS8KWzmijhsxO0i0agifJ5PNYN6MSuZvlGdnMcldJ6KEdxBSGHYAHJ+0x3VYZySrfLEaiV
ibGh1Uv6ks2mKI1e6rQg/aJVeQDGZyvrcaKl366LT7PzIOt0qruPR+Ka0jBfhVb+nvgEMhJl8ECT
aWv3TTAzXe7H0MlfM/nah/EFMeSEByiBf4UeYVsw5tj/vuIueReV3EHbf7EoPCWKhzB99YNJ9eDW
GHHaEkhABGMkjdpXuKnYnssBEisdpshCXgS3LtiBOnz268xDaQuItc+a/qThFF5CDJKH2rOLtVdk
10EDR1TIWxDGb0qV3UsKhzquXn0XY3GjqEjBOg6mJZTVSGk1hAptJraC7tiSrBhpj6Bv73iiUAwz
xH9opYxOENHmqmtsvAb+1qh5DG5RFD6YbIfZUIBj1lvnlV54saQQu2gocCDoPxnWh20RBGcz6p2X
OHP6HI2KWxLYOlKX0GO6KHyXxjA37E246DE2+3BEEZkY+dStXmpoJ2fp4EE1sN9DMgZVUx4Ch7re
FxDyHao+NyUPOcSNi77Bmtde8hmMz1aYErhdwvyGY+90GlqyuP8yOupPcJgUwOZKsodb6mEo+ISE
ZRv5KarIdU/EN49YpF7oj3pZH7KgX8qUtFI9wFVijC+ulW19gWhmSJ5T1OS8aL7J/djfBOLH1GIX
YyF76hExWlDrC+QX1G+2i88/PQzAMDPfe+pljPnYqr8KzTi5NTVPh9hIwMlorQlJWGDAUOP6XjK+
7cO8xfmE+LE0spdRwr0I+luOidAGFh335XMF0MdR0zWAo4Pbe+9GYhyHEliNgHYXIfgwInomkVDX
kWh2TabE+PF0fC7GrhAVO2qEL0zTZnjvPtuRzYyWvSqWjQ2lGNnU80T1pX+o0LoXZfKCdNV8SPP0
XVh4/UHmpxJFMrQlZu7K+DC9mTYZr0UQbQUnCKMIbVRCRWBBW29qoJ+rmKMZisKgVed8dFz/i7rR
n6MaLRUMj8LtdhB7usEjVcRdhqIH0jvJFLO8/3aoXu0AOpWz98oS5WBgwzxudgL1ZzU+6g06bO4d
Ru7PRlwD4/ZeK1358acXCdmYIE5atbK7R+yactWbmwhF5mFcarTfrDOtjnox6lzYdJq/sL9JAUQ5
rOVVSdujM7RXCMcAgMd3reVQDf1VMAcE+1pvRULPPnzm4NUprMiSnOw8aTdab3+4Ks6vLHtPM2tc
KpX+LgMfR37RarOOCHW9s28F2Byt46qOXa7xINW2WAv5dPLU9jZz9R215SHFx6YxDtWVranSHwfD
V9vZluCahZ0D8oSPTzt+5bj+UTCxHcpVMcmrE7EofX8pxokzFK0GxEuKQbJvK+ecPlLeEZzhfKlx
tsfu3NcHOidn3RrmMvKZPtHJCFu63OmDUECnKj1t2GzTAljUnyhwl2nPLCIv1oGhbvsRZDI/qXVi
gTAdlQZziCpgjxnBawp3lvYYkccocB3VykmL75bxinNiHWfVym7knN8vMnTZxUuvsl0P1HMZKiuU
fjoauwezC4/Yy+cBOKaMOEUsbetW1U9quxFMbjDqIDmd+lIWWqJsLcCZjBkMdMLypmPSFMT9BRaq
a0rfvob1T6gVO+tKq1bTy6FaWviknEyT3+1ohKwSAtkJYGnF3CfoxlEAPhDocXDbHw/TsBXBrjsX
FMBi8C/c5nPi6deNnm+GHBiQYdPvHx5yFjO73SL04BpQ11XUEUPHA6TwMWfiEeRoeU6/SUvCUPl/
qwTvDah1Nub15E8EFj5F7Pr+XUWNnpJFpGTQOi3v2heShAbCmaLnLgMaVnbL6bhGki8TGTgd58Ht
Fj12Nw05gkOuJr3CmRpUCz045T28dWb9RU5GQe3a+K/1XYm6xhkKTJ/o74DRniPbPwaZhoPaXVVR
udCUr7FfdRZJKSZFz6AkB/SYajKuAwD2JSuRzgPSMYm1y/PmnhvJiwFLzkjqt+nfVZy/JNZwVlTj
5FnGM6iBK2dlZiKlrOBJ1H16RoxxjlX/Qrv8XCW09GHv6u4+B0tCfvdtJDhSuphriuFuZ+A8dGM7
pcoMRXKeGA6pRVhbQCJW394Hx7/FLKIJzDdyklZu6b3qId83tnfF1s/U8Xvfxv9o5YfRBzMeRykO
fGCe2rNKGozef1QWl1jNSDyUb/WQfLhePZ82/DgNHuF969FLlimP0HZsu700BDsocCsHo78YvIbS
elcDZb+MlaP5GQ6AbhsC33oki5q6jdCNY7tCayDYzzxmbrWICChD5zQT8bBxCYosx45hrbu3Eiiq
6VY4ECVkc4ETVwJuwFQLalwk9HBVQmvDR6ya2zFqL6MvWET9J5ehs1V3C5foXU9TFyLOdylJvZi+
SfBa5px6dcy+1VfsaBd09sessIELDu9CdBfKrrCo35U4eNaFRTRMXDx0oEJS9SUo5nVc70oF0SKQ
dt+c5we/GGjkKJfU7p9JE32c7hlLk+QBiG+Pyw5n2i5QtXNJ2s5Yjbt4hv/5WgOuhqBwcGz9A/HK
D7PbuReN+6IYn2ivPcdusk1F85b8Gg8hDFH2nZEdwglBZUwYtlDuXdADGhc3GruVPXWgC5/pKqVO
K4/RqL7k3S5033XIDOPBo9kc+1hwGammzSYvu0XJQakH5TLAu6xUZPiIXhKCmdjaIKxL811pZwcM
mIRaMaXvRfNkxwS5JW3/gz+T7t4H6U3LimGRtutBYkxy90E0V6lEj746vhRkGHU6cwM2MGifGQwH
a4ZXs6YyPkTvr1BU3Wqgj1SyeBtbl51xhCmUh+MomksYoDgsHSxpvjKSJW/MRMVuwEgRSyl2/FEW
9w40mpZnW4s8DJZxElGAObLtAM8devGLj6PDl8XJdYyFLOReeheRvhudROipN3etCi9hE5+HymKo
h8A34OiBAlElcfKxsYvd6kgP9Djg60T6gIQQ3y+N1rC/B6VDhBynm7Q/CZQ28e6JVO651d5Fz02R
1awuPzJQrszAEKgqZB7Ye6y2dxaQa+Kz27b7jYUl0tK9azQ618AdnnWH5qGeUOlDe9PZskXpue9Y
O0YC9Qb/mHRYwzOZkR9eYLs3VMif+nsXsoU068KajUjhMdWtNHnTPYYMaToJGfAKV35A+DUh9LHz
WAlU0hlNkDSKD7J57Jp1nAdfwVBmi3ywLSQjhTOPYoFtmsewLM1lTSulj/qBJC1vo0n7gNCAIzVu
zARJG5EBmW8+IoZH25YTk1p64HWc4tKbyIR71DF034EgoyMboonDFSKCbyrMUi5yhyor9e2AECtU
+hBHJrmLSK2SoWzY66Cdww8azpXKUUhQQ02J1qlvSTpzLTArrOf2Eq7CQ2uWezbW3T7r0Hx6RT/O
jcLAMM2lVGWk4hTg1D1zr+VQ5/OuFRgpToVfvjamjxppwIoe0UXVq3vPVPmBEpSph28sbKL9Zqaa
rIXZ3aWVQdzkFqmz9JjlTsBzxnKWZsCsKcJ9R9xsxbCRTr1Huw/7V2CEx35MiWcUSboUWrXLNHIE
KLwWrc0DuVaobVAZgNjT2ncPXB6ztJ1UGXuq+G15GzlNR0ZRRWwBiFPJVpCf0jRXRiuYeUbZsY65
WYO2eWVIQRCKDn/S5TRHqoMwIQfQNarlOwNWthVucugbByaUOQtS5OM9D/UE1+FaRffbIymdhQ2Z
qyN3W4JqPZwA92ja26bgZpy1evkUecaP1gbfqqcCE7DgpmJ2YeHrKIdM+zzak3VfGQnJdvV0H9d+
to+qSlt0DqtUNI6k6PQFkUD1DzTUZFYF5XjqXOBLfBJca62trQpyu5Y2HAjOb7cQNv5hNMf9uuqx
Z1KU0C/GGrFEK0omVoHNzfGoc9NSWEtJc8cwWEMrQIcnMSTroiIb1fZS9jOMFEhURHCYQ7/GwhXu
SkO/JS2NTYPPOq/ycqGWbbcPtYuFl+2eT3bj2OrB9I6SsOJIq5ZmOsR0/mEs2ZBKiQOZQnKyAYJ6
NE4y0Q+SSr0Hw7C+PdnsEkfKLbhKgDmp4XCpg0CxELQAuEYba7IdeABmwzXkD485c7u5bwQRONiw
n6sdUpAuBsioe2i4ZbcIuW00O072Reh1YDnjL79z47nJaMfRxhr9lVOum9jZlDr2Y1ODJ6LSmXPg
5fmuS72kUejF/n1s6SYYkDTSLmW45LoUjzqgbYepPiCmGqO4X5PFyTAlCgLUf4S21CaDJXzHsT5S
VbEAQe0kEzBlwW0ZRtOfB5m+ot8sZ00aAb3usvemzbf2CHfP5nHKuWfCX7bFgX3lD4EamofEsHVC
RpoNRqXC+G7bKHgXKA0dzyVADJg/HV95ijwK1BJ31tLuc3PfxeFAWE/4zZo6nDgbGaWPuyzJm21Q
cFSDZW+rSv75t8Jxmo2mIeaQTsjpR+FTe1l7HfB9QB7DxRLl3r5l3AeXUxlQs2Vnw8ALAXIL6uHU
VwHt1j6ZWbV0g4KA09wnOV3G7TVKzlbq4IAVMAd6I//AYGRebdKLVCyRLlJky4o/ldzJn3z03r5e
nQKuzW3bo13xmTRewrzCXZL66ikmRwWkJNjdwjWZNBB4tHYGkK9T6xb2SERQnvrpjyn8Fhy/da6n
5BGR1pAGkbsbxqAGgSDAmQXGwdLi7kLFtR2wv24UvRyXbob524U0H/nlXQmb4tHRv0d7VB55aawe
rBkA6zuGyB6VjWWgNo2zSxA8d3phYTIKPjM3cV9NU3sy6r7/LnV4Nu34ZBnRZoBYalkIBlsXILlJ
VEVGTINq6LswcIEkCIQ5uBwtHg55qLBLX5Vq8hYU6Td7HSw56ZtMk6dChFtu72UugefqOCxiV3vE
vbeqK5KmZHKIW4KIArJAjAoudKYs7AIdq9g6KDpwuk/uEzLxytRfpnbB/sB0BjwgsnzQc3OdV7wA
4iGz3vpUDBh1hmwF1vgTnSh5P8XFjeS3NhL2p06cKNiZ8yLFJ937CFPJbIkegL8A/jFGkjYkW86G
5vWwh/nK1IIlBXGxg37AXVtvZecskzz8Udz8zekN7FCHcJyXSfvlQiesiuqFB8dCZObGF/amrJJr
0q/bwXsbPEyLGs0kLaXvAJeIV9X9mzf2JwWZajAm8OWRSwMEuim0F2b95GWYxG2tNhzSPv0AJ7HS
iTcKc+i61LkWxpMDzaiFl3lb1VSfS7lKlOincowjMseZAY1SyUitopOvRoRVKpBLNM+/sJqslSh5
w+eKKVHi9PDpibhV8NNNPGIeqvBevdv0f4PQh6b2L0nyKPLww0LQQ5hYfcADgs+xnATN3OPkR1lH
z0720pTsllaj+WD0wzKl9sRjisr4o0B7gMW3ekEd7GjVvVOzfd3YNxoxV1fBNa9NoZbuwTFPTO1B
vEYmuV6V/+M5VM2wLbF6rhIrI+FiHJ9MFJOzLOTqyZO3JK/XOgEmWoBKJ8bstfCr4EMfzU0oKYR9
L4Z+280Zxx41QF+ol22srBCyqyDdpOgZ5656hxEwPoyYzOU4maDTpJhVWXtTVBSSCCUARIbTOIs5
kN8P8cJAqjgLyxI1F6Qypi5cWMl1bNAcqeE1CG2swsG8rBjUg/kWXUgQRZR8GAkB43xS24XJGlbX
Kq1euqRaK777pQ3Wa8rJn8UZLDdbULHT6NSdW49HoeVQNSV3h5OD0Mxp7eXthxYouzZFqqa1cNeX
o841B6TYIjTJ6uhIyTTd0yL4dHM+0lAEH11nwu0afmy+o+04NhkYQihJmxzR/fR3B9sFYLQZ2DGi
Vcphm1XWo0r0FxzFCZqC2yE0zbVISVeHEz53ZHcYsamEILjrgp0iGBpsOgvTjRfSag5ZYzx6pnWs
MyjIjTOvQOeFKh41FFWbTPcxrNt46+LH2AGFWFsLJmYG97PDjBQo4szhjWaCcByD39xlGewm3rU3
WX6KgkipxL9FCBvzjtEYA8Y8NTdRyKSp1IJ1kKG2sekHuymZORlXasIqaXSILOLnuk6vnkhod/en
sSpffJWrLFNS9MzGI6lvbGbrqdcPUbPxOTgMeEH9Iv0nQaslC92emu/WesDu7zBs63veX9Fbm9ii
BsuLLdLyD5zgmG4VRpkFPxMWWjJrBeAtDJ0jhx3aQzk4S0Zhe0PrmKKi/cc4fKxJeQHlViMnTNZD
gHzXRIdeFfXLIOMfS2n9hWFkT9gUTvTTVujZHH3bafGPbjfzTmkPJQdeBsmPUWcGng1oA160qSve
MpFx+0Ax16VakTzqfuNnZQRQZmfbCT7kR5qrTDYUCkZ3i9X7w++dY2gkC1GPT4AwMV3CINFf1che
5jwcalfZ+oq7LZvsDXnOo+EQWk+nrjS5Tgcr/pCS1dUI2sMur1kEutDYJpiyC01ZRJi2HzrcSLQb
ZopI9m1rHRsvu1a6eOR5eHV9ZwNDfYlYcw51+6dS83dEzQ8V13Q/MmaJ6vLFI/xzBeDy4wdImVEz
0/WEsh1i9PRczImKJRRoIkYZqT86woLwWjRkZyDDRpz6rGXuJs0pOZCs5aA6iSdBx/CVMPBv4Zj0
jrlJPH9XDcVLNHZPorKPPYEo0sOk3Ts2ZYqRnw0qSSvsnmwaCiU2lulg1DRCyUnkvQbMAyIiHrmm
FxUI5FFmV9GQVUmSe5Jzi2f493Pls625eoc+2RslggF8fqUdHuoo3YYt0lszDAEivKYG9Qpj86c2
+LSaKl7aksXY6Kybl3Y7T5MbTAiMYCdfilIiQzB4rplau1duwyCOeZdf28BCAYKSILRW734Vkf8r
1iWtCOjuBIokRFhZRLARVav7H8OogXvicdmbLeztblbgLSgMa1P4zi0E1DA9vmFuHERorrtMf2SN
Zz/gsGIq7SbFj2/6+VlLadyqvFToZ+chMFaDU0O6JWBIVKzzvT88sx3mnrRw2DfypS+NLxz1jNNK
rt4Sk3dmX0J9PLfKkNCcdIiDQ4ud1Whk/bnXcwVkpbk2Fd4o2dos1CIMFwjecT3R36GTRYGlLaa0
RMXHzdu2Mam11s3CNEfKqWezeSJzAAokFjrAU6KX6VqShmnmnjyT4BH6ksTBouhw1wIMaci8ly5d
nZZ7EzIIuYagcDB4afH3/58xV8P/bMasuZbm/HdT5uM0GP7t8P75/ZVn4fv/PWr+82f/HDYbf6hM
mw3XEIZuabbGOPdv02bG0MISzJRtDR2lbdr8vr+Pm/U/DFunMNJcYRima/Clv4+b1T8cVBSu49rC
Yhxom/+rcbPu8FL/NG4GrmGpFpQyhtu2Zv3juBkuktHqwqNSdvtFaxF25Heo4m2HjMGUKV6FNIZR
ShedoZTvzKK6DwqmtZzYsyZi2qNOiEqeJUoN/93Jm1OjBG+mfmRseTfxj7Y26ZsdeFh7Sk7u7SUd
o2ogfIw7uKQnbr04Y7ln1FerMJ3TBOfyEOxM4ieS1JNLPNiHaePrdswh8xjxW8vgSrXGRWPTYUrc
/gjAof7V1a9CeesiQAKqp5FkbcZ8Fr3o0CqmT3WPhdZUa+VBiTBDYOe5Q8R8N4YonFtkBT9oLIuF
YdoPCugGlPUErQ/aLBi0T7UkDNHUfwrXfmTk1m/xeIU51lJA6R7OI3aEOeAvEz6bMOAuBgO8RvAv
TK3DzMYtOfG2XiGQ4GaHWoYMF7SUiXK6R8XTe68hrQvQrlRHRch8jYS8oiPIOsA/OX76PnHmttUf
Qox1FkzGsk/qmUpE5FwpSTTXnwxYqUzm5ClWiAGso8dM6zGCVs7ZQHT4kI/OzqbSj9kYZGF7jpSc
HXxItqoSKgspINxFGSWQYTRvlt2+q11F9EyHYQFWUhc7PJl4LsCDu0VNuavb+JQob1rtPpkI/wBK
E/sWPlN2fJShT1hHR6smA5SNFcxBKY+LfTDHgxaxQesr/9TKZq+oyl6n7k+j5EcU5g6r2rHVbJ9d
F70dHjI3s8QoN1qfJjhyomhhtQowkUq/Q5cELlIV7BL9gzKdTVXIc0rSTCDEk5Jlj12dPNYdTWhz
EOycO2bCJe1asHgaUgFqDGJbaxpobMbSe9HGV8tONsLUxodartK+O1NU0isq1H0zkc6ZYl0LHYZK
zPCiaIxJn7dIg5SqrXOuKmBq0tRi8BgRkuoHWbPH6nSC37oeHhCyswfyba8ZzN001N4yAwJfIbcY
W7DMYSmYI+wlshu3q0eKVpi27HEI21GIBKB2ei51MaeDRzKJBUs5XcVpc2tCjR5SRoJNtbbbV+nD
SIot/x28ApTeKXpadz6yTLunNkNI2lqYW9ub6YfsvtRua7btqvItpLegXaASY/geSXbJspMMkB1Y
pfhUGK9C7JtC18XMgr+DVbI45y4+WL+7//qqOeEbJUWqLkG1GRMM3yM9penTLfQSrC6Z+tXA7Qsc
bxcgPIFh2W0L1ZkVevKBPfRVddofRwwfIbc//Semkjz5CKZkUp5vM4umrYjTs48ugud5f5q4iMM2
sj1GBji1qnppT/vw1uJDiIZKw4i529S2gbBHyIM7LNLW22PPXehm9yhseTAJg9HUYBd06ragO2+2
CGSe8hEmU6DHeOEF8yn/0BL0JJJy1ksom572xJgBq2oPuWOaUmctMnvEfMwWia2Y50DAhkafA055
xhOKjZhf7gBcwOixTsfp7i5qdeEpTPlF6mOZhX3b+/Kkg3lNXHd61qNGYSJWDfbK9QS7nCi14di0
i9Kl/BxpB2MgrB548EO2V/rz2FaXyA4QjapTb7LeAlRhYtqoT7HvUI/w6RCUkIw2HiVj0sUYJTS4
QTb7Q3F33GjmhcmP3sMG6fsOTJfsF6mlAweYGrwxGx68hWt7FNvIin4Y8fQs0OW+KdjM1Clg0xFi
sBZryqxi+1nL4TvHFAgZpLowcdPLY9oyPERxTHxmHp0yHcIJ3DgI91m/sGSWrdpCBfKNsdEy/Oes
KN5GwWhPd5nUjZ2J8ZRmT+97mPVfG9yED335mnn2d59p4FGh+kMABXD0zoaaGFSkxCRsn1QxHiF/
M3dy8l3rEw6Eiem7xrgIS79g38f3KgY3mBaqpHEzdRkJFLM1T511kfs4gB5ibdIBtFsMzhgvJNKB
M5SrH4N4QzBEl1QdIsbp0U40LWD5gvYjI0ueJGSRw3ysMaQ9WNjtCBPpj0wDWPkz9dsT8T1rkysk
gq/BCZGiU71XHU18nngwh/gsGoaYmaPLp3S0tKVZi30s+3vCH7DccMErIYEmY3hxC1IbC7VfMcPk
v24rLPaMrcv17uUL0l6rWduk6AdK5eaYOJ5YFl618lHlCTAr3LCDePUSpbil8pRUX48yWI+AsNlG
cUVrXDIiVbfS1E48/Gj2usxnXOMDmV82t3phz6XF5KlE/yha70j7bW84XDHIe0hYjPaV5+ydWn1X
/PKzCbZY2L7t8lQbGAFi+9yM0DowqgNwLN80k1hr10yf7aa7mXq8k9ZrbY5PVZG+ai44njZBftpL
mLEpyZRKcSu85Et3PXNycQbgVAg6SvuQZkO1j+JhUWopWWjQIvx6ai+2xQbQ89329Y61niMSyv4p
Cpp1Kxkp5rb8gg0MvjhX56aBKg4tjs5wjPm45Tz4qgEy3MqOrUXK7qjxwAbHjm4Z1i427PdAjvdI
GCCJ8/pmEXHsaRqlmBDHwpfx0jGoDdpEkK6exg+lxc48Ita1gyGSjHRrMZuTo+U5XzrpApR9eUj6
F7Mv2modTFWD3CkX6ICKnpeuFePHKmcypQHDZrU72RNWHoYIQwuzf6stdQe21yLgNNMjzpYCvbs2
Dq1y8kf30c9LLi6TK6xp+yc31b+zymOc5aQXms0HlrtV7yORQq4kzScj126WBU2sYa/k13OeToUd
3FJBb6QKtJWryEdPiHv0nDsezs2CVlVnIV2vE0iWqr11ekKBaofyMHYaPPNRfWLgwSWMqt4O2VvC
ZcHH2LsE/1QH6plnEZf6yo6zGWaEdIb3a9fh0ZWe2JRptXG1ceVoOPP1l1+bsnRWAsj+FSMx84gE
yIt0mUTkVCXVV2q0l17FRG8RGeVl/adEdluq6FvK+MsJn0zwE2kT/dTSLGcwmajHCgJOx4EebojM
CiO+kUqXzBVaKlbyE0Wccd+xpjUfiE0ZGXPwfUR8+6B3M73cE2RwKRuYiCmi+0WCG3mMymLDLu+l
wgmaN4q3aLKqe0BiXbE28CzzSTLxzx3en6RgdlqjKoSRN29Mk1afI14VEZ202v/hyfcQVQw/Rr34
8Fzt1g3Fadom4kmBbGzdUAExIzVdVg9YO1ZYOg8s0h9RzoOcWuEhTmnX8vkWQ9Lf1cCnX4HzGLnF
KB5qQQQwETc1CsdWMIavJ+1MMH47FU0JytFFFgBjM6D6rbw+v9A4JKoipUb2bJoleWNeRvLf/4O7
a9luG9eyv6JZdw+UJsGXNKm1rKcdP2JbdirJRIuWGBISXwIfEjW6v9HjHvWgZ/cP6k/ul/QGFVYE
SmXZJla7qiap5cQFQQfAwcE5e+/Tjj00KffRS3waL361cLGrIYTNcn9Mutl5skT2tb1dOZuiTYee
uc5GKUTKcAG6EELQ4MS2ISToEPsiOUlon7hTEOG06df2IqBDytAZNvcUCGQk0SeizVVrzYC3aXeH
/rY7tlQVeyA/30Bbc5ghmrPcrTeAkA+aHBhg2+QhFJhdIENHMfIBW7S/Bp5u6QfoCc/bkSgpytaL
KblgIP4Djo/GbmBhD9o+2nm66+WDu9kAKzJF07YUtOjY5Wq+m/i+QL2zt8mQz07UYt7eQLBL9Tc3
KPWMwwWkV4CRuu4i5B6EFoOyyDQ4NxGJABayeHS9qWN1Nn3A/2LoHaCxUVf9Gmyx05br1SDcZLhI
EaGgFrE438Rut78N9AnY3LwTjLYEosZtA6h4zgjUpEC8HU8hmNkmQ43cKV6UQ7Fj+wkS/cF5B9xi
IF4Qhrjw5QCS4Kyh4LSMkQfX84D2t0U0Ny2A5jMQlpjGWwNC12CEysJ20J36Y6ZY2bm6/EjQPmYQ
aPDDRoGkr7ZYQQ0cACkenmasSPva9noz5QFQACzlNo77bXCLhmMFaIeRTqC5isDrMVkArRwZt6D4
91B0hNB+Ot6wDgFATZ1DLldDTQP04KwAqBNVjsLM7paQcyxQc7A6W2VgGd56nCXGV0PbwiMxnNnU
Q/9HfaUiB+gpw8WWPJItboJ2tv4YBPcFwMDovWPigRjhuGX6F0CK75C/vKOeq4GKQAAggyCJz76l
4DoPsK0QdCQTnpJCgbW3RWmhr6+wLiRF8hPtvvu4LMEo5ByRbgQJgnaWQRUNrXJUBQgu18R8wa/O
UBftImG2hNrLine49trFBsIqyFUzSH2fdwFhzQEAXBXUwgvVvNIy62aVAb0I1fYcCqUu4iv9eu2H
n6eZj/p4dglFsh6ODUOevKugh+bqYrmG587bUFaOtfajRjeQaWBYSr1nopmT4vnmUNEg2dfJkL7O
FfRPRm5jXMRQs9wCaLvKkcU16BZI2Sliy3xNLxQo3qEjBE8+XXtoNdMnxia+ADIGYv9Adq4UCPQr
KQPDXs0B2kWfDL9jgM6+WFym6IOjB5GHPjBqOqS6OaTYaOAiAwYHQF8vSlnWm4b0MTS/xEXYHWyL
4JMX6oC8UM39xPBoClHAvgS+QTdzEOLMdBygIRDIV1N3sAxydQCu0N1mgcdv4oPHtSoAkUMOMRls
2PIRAEwkDROAS0ZeBn3oEE8VVwVPs/xjuyCrnqVCrGQKVPBy2oUcaFp4uJORyA2D9RctV11ABiGw
E4dQbUM3KzC18Q5CGw1A3HG1BeidOEIbm23PD8i17i/Nb0F0nROcqNi6AfAZ3T3wyg4h3Kil/udE
gyQhtdhYczfxCIoYbaB+V9eQMYfMmgsBfGVqjtwc2UkAz/HS6m7HC4ie37mZyz7iWRxqCTpiGovV
fLq6I2YYP5I1RHRp0UWDOsPxsu62ByVpIEgfl2itRxVc0EybakCaQPSt3XZWq+RhwXjgswRMTM1W
a3Q7wqFba3hOKcoKgLS+nwGki8ZLAKaTEM3B3V8T0wVYKqPo3LbK7jcFHdDceFz46hfNjO5TJYBk
FLR48pV7l6yCuRbSub627oOOdZVqxvVmkYDz3s3vgBsbEYAhoAocTQyXPEZwvUiFnS8VvGk5vFxf
UZRBSXvsdtpImbbTEU9Vup3ijqUQkYC2njHEiRokkEAfInhDXSyPbwEhBWCuSIbtAJ3VC926h0wx
wxaBFhUUQc7DDsIkkJkN5EF88Asjrc/1dGgOBDJEbGhP2ZAvGw/+29VWIWK8hd1Ba4mP4R0pUHTv
KNr3toGyW6ga6Guio5mPio5bBp6XK9f3h16EPjYpIGc52FGaUlxbxPhE8RBcAQmJnQc2FByhEX3V
LXRUaqN982jdcZ+WoEKv2BZQj+4sRdUZ5ZCbtNBnYHF+VXM0adXD7Lvbvkin8eMSb2bQxmxvDewt
AaVwi7tmGayBVEb0EXNvCAz8RVKsgULwk3M8TsAX/gTdSFTD0BsigN7YdBE9dFcxOmiF8xxPHMAs
OP6UFwcU+tWFCLQKxU5AHlQ8V8PtMERiANEANBd1PFTyCHKzFKlxyAqi/98Cyrjt6aidfTLCHEhS
F8HoegktcATFqMgsgALxPOs8YdBoBGMBSR70K2krDEufTja+MgHTftFbZWvkETvWZbJATdpaoSCi
Qs9lmnZDCPgWySBaBKvz6dR6NJKFMiJrUG87c7BN9Bu/jc5QMdIwBRh4wLsjTIJoDQoRHkWbqsSE
x0Rq0ows/QIFPXsKesHHQNGvSBToqDZCfSxOi3m+bINXjupgB8IVH5du9wFUh183gBYmoakNkHHK
oSK7sl2Tfd9Ca1HvaCMVhNtBdwmfneg07nvZlBdjAMxB9TgbpBaYtQZeUkCH4i0Nyn4xaKM3AP4q
9axZBPQi5Hl6UyQy0QcWKSe6ju8Zor818DEZh0ABDfJgZtY3NdmifRiS+lDlyhD+KfrFkk2WySq+
hwbpRcg6aLGQAr+x7ML/FAYzxhbk8jPNnFvbbjxEs/nPue4NmQbw07JjjvV1NO0nFEVnYxPc+Z3C
GFk5mU2LVQKlvOSBeptvubEOoCOOztfJZor+uNbmC4T1s/dmo5W8teGcphGTSEjb464dMNJ25Lof
fLWSnfUQve2XKvYXJ6YdDvSy8kNHr9UeyoFKdt1zA/g2SHjZHCQ43fxgEpDbIHSi4OmmmGCZQaYO
nqn8ZwKiG2oLVpdYugXqmoGs/0/64fGZH9L6Dr/dS37nuS+w4/+VJD+dNDSBoX1A9aSjwQ5ENTpE
EU3QJh/wvALTTelaiqKohKh/Nhuo1m5ZfhIdX7sNDPKB6IZlGiaKRpqh8nXe2wbGB8M0YBxVVSwL
GPbOn24bdJseBEP9gOXvKBaEELQOVHuxrfYsoKIIpyhmVwfiTcV/td3n7XmKt21yeQfBrJchX70H
tA9wBNjkHcOwVCBGsM/3LNDufFB1Eyk9TTWg9aIoGiqUL/UFL7DT746171F/XrpU6iBAdDi1lxOF
T/5C5VAPB/jhSn6Qgjvk91Jo+aucRrwbfOdW+M+/zPZZxeXdsvePFbt5/3//8RUPP/zotKq/PKcO
s9nMK8ovXBWddwTlnuPTLWrxuw/eObvqp6PUZ6zGzgU8Nyp0q0CEvqczoRZtYD///IIHpOoXjTz0
WxPbz+15xKrBdkzl6qe3T3qc2akT2L4w5y42YNM5n0fhPGN2Uo3EJ4zzXf349hnfwMDMdjNhxiq2
XuMp39qA5YjDdk8Oe2x3/s7LP9yzolt6/b/v7VndMlX1L3LgbI/ZVNAQUEH6b7rH+kXMMmGHGRJ2
7tje2q1JymhczXC3d09uhdMu4oLZohE42KOpFS4SZjt+NU45VxnGxVxXwqA8PGs6148Rm9dMQCSY
4DJbgxhfTa80gSZh2CvnCc0bxBXjl3NTK3wKajYwJVwSd3jtCNeD2pVwxCZ2NqetM2Y/iRArokCA
o6kdJpBVEfwtIRIO2WNIU2dezrk1DCjDBSf4CEIkWPtX6JW0ena4rKzANx0xJBjlqxM4wpYDaK36
kLffmuPIt8PWuVPK2FTD8TnrWEkJW/rsKWtdZ4mwmrjuVRUv3Orj3j77hyx8al0k+ApzYSktoO/4
0wrv5063A4IDl5J5fle+330NXZu/xm09diLmigeTgxaft+vpy+8+SxJx1DIj0HTYBwCdnaKaXnkM
tZPH8P12AbRCLeVF+wBKTCGMc/BEgqV/2uyXaObY4YnfEZ5cO4GpvRH+f95cQ/4YqC0/DsQf7yoc
9Bc9js6+s9qTy+KZq59fkL+5ftjypUOGuEpnaW1Y1Tx8F71y3LoBILzWbKawahQ71Rhl4KMY+sF9
8bpp7pDVZ4FTNyzRjE7Dsc+yJGW2X9sISI00NMQE+jNe68icIQnWPQgF9+3xfq5ALZeqSi3spzzE
Iy4c37/AUT/zETaLK3ywAtm+stzLznmI9AcTAgwJl1K5H8W5qhLCQ2SYXJoF+wdTxvOpFyUwbAth
EEI5tnXcKKehYBKuiye6vtdbGpO3a+/qQz/1hmEBuLdrAf/pm/p0XDFwQrQ0EgJxGRHzBYMZwnll
Tu5beSa4qXGHSVqnqyAeaDxsf+vMPHEfg5jSeNgRDetGsE6G2KeXbGSzyDkW0B9eL6/fZyMkWWbC
nciLeU3XbUyfcG/VnthdCSs3RiI+TMQIVsabaewwpBmEwJjXchrbgTmOaN2uhFPRZxEqp4InUxUJ
455nIXyOYATojja3wsXswDmghCdh3NT2xdlyElzTNfvosNoGU7noaeNhkVG4tgsxW6HKuIGu7DSv
7QZdgnWvaOpl9dBEPQyXs1cHJxM/yu1lfcoSbHxF4dehppukTi1/rktw71fZxgmeooy51W4onxC6
BBeP/jlz2EQY1zh4l73e0hAXtmeCsDCgBdWnvD3DdM19ezVMaQQO2Gh6Qm6c1HPYQdqqhBU0Hjti
a1v0FTKu5lueKBSiHpXXq5vO9hZs3QxdxauRShN3JZj4HiKstccGUST4Cn6infrAqoQNPCm9JqOh
sImJjFfHJK4V2YiMQtAkt/GgY8KeIESGidfOXLw8SghQ0602WdN0uzt1+7uNyLjyHpe8jikEl0TG
/fGjZnEJjfF5JD4bD5NZ2auvp88IrmbYd5DxFTwGMSScwOfk3pFoSYu3e+WJw+p1J0uCM0IlwWlF
3xG8CIUWwLBkFCNfIEzQ0Cz30Wxp+4IvtcBHMWVUky8jCAcJrgkiCByeVJ2lP1rNd8yj8cTs3zCN
djQLjR4jf96V4Jn3v+FC+C5S4UJ0KOEhfRa6CLWqteTx0MkjdjqxAnpPsgaMaX9YLnjS9E7tIRQS
fCWREHODsJaFc1rNjpuA66w0nWvfs4VYRcb9fO/E2ZNPZ/zWQEjfgkScKzhJ3qqk8cT5oK1/H9z3
/6MajNtEl7DZ+mjMAlELYQl1CfuiHwURtDr2p2tIiAz7MCWyba1dbS9sVeYXPkfC+7dvx07rs8Pm
QkR3GkRw+iAOFhTv6lTY3KaE18MQOhHpvhlMCW/14Qoo0Aguzm+NM4S3gvvg7W+a7uwhoykTh5UR
xw1Tj0ax6JktCQfxASd8bAe10JNj85saYmw/iYewI2H5xl7N458O1k5v4MONABpgcwP0f/tn6rTm
/3aRR5QJp06VcU9dOmEh7N4jFfbs1c+nK/pUDwBUGc+yKyeJwJuurFrmRHQJuwzzrVlBl3CvXttz
27UToK/FCUvwD8giozmFuB2kPE0BbF8LPrgk4DQ9xUgW1gaVcIqvcZHO6plNKbbN4H3rOTJVxmV0
HW25l1xl4srJKJPeUMTcwj6T4djLUcX7Arp/1cf80cv2pc6yDS2bxM6q4crjfIg9eb37uUdEPxe8
GlEkxIQ/IDMH8Ckio0A24Q0AxXQvkVEgQ/tdgEBaV05Uy8KpEu79CXLJdWiSjJzKJKuB3omMu+4h
Ep8gRJMQX05++++o9RAFv/1PiTK5Zb/9bzijIsSMaBJsDUgvrcPhOPevqW9+sMNt3dkRGaD9R/fg
FMqoSeIRvASGpzWyEyEQAGu0uTFAd6O1KJZIIaQhyQB0qnAJElNCePjtIOomMupw32jwZD+thWuK
yCBd7Hzo4fnmvOHnd/L7pUvBxv5bpku/u3gHUXAwhSyHBFd1hmrSk00X4sASjucZA9VDDEckBJJg
pbi+PXcSr9qDPBKRUf26LmwOtROGlTFhL6svmoSLAPozoSN4KE3CXJFIe4rm4prJuAYmjLauQCcS
wjwZb0zAisV0sIx7BeRet3XJ/5ic3e9vB1VGYHoBpG/o1IIDFVzXEy71dJyOkcWlgyRb81E/2rHo
GiBl0XzUy4K5xbbuzlRNwi27q1BeRrWUHNpnN5/27kY8MraEI30JZu7SOzSJhHN9ZYtZbFVGJQLi
9HZ0cEQMCVZGzR3Vo9pelhHZIbUxp7lImFSf5em8kFODge2ifqZlJK9vnFh8Z6pcx//54Ou0p7iF
xgAwnscwyqoMMtwt0IIHG1kGnPgWIh80jpHFTyorlNe/ImHXTQBPsWO4DWFkVUIk9ODZtI47I0TC
uX6wF/TQ0kRG+fLBpkjMCKaQEWFwPiMPC+u7g8jwSI/bJ+eIOWQAPj9Th7e1Eewhw9VdpCgTxz8O
4v7oqkEUCTsEveDRjJyyY5+ADh8S4oNJDA66XxzzJZrKNTwae6trOp8D0jS0k7QajB/6nULIH48O
D/Ei6tXEo8sIIfoREwF6YwF7VH3q21Oo5f1gty6RrPb/9Y//SpZ2wcV05q7gbEAUNDUZJZIHisJ1
GwUYsepgoeWLxnXKmt4fyH8u7WV2bM1BVreIjGz2AP0/o9Z/th7sJR57VJSugUK8bshg9l/aGWVU
oFepCqj9lgw2ya3d9ml7BuZSO0myyuxl5nz3GSfzKKevcgBu3SMjS3AdV3acerXgYzftkxHIO6Z/
ShLv3w+l1UcRXKySyHBLY9CdDihwMnDr186G1qp9ppTNTsO0dcurJE6Zwb/m5Tmoze2fAHIaQ3j6
WD3uZFYm6YG+ihTAEhxwiQA6wkLHJfDc+/qlt1ofZNSnJ6gn7JsGIAetCyHG6u+OXGi78d/vAP8+
xaZneP8r8O8Jqb79vxpylHKlFCh8VvUv1V8+p4p3xrInu7Jm6dirH46Y9oXxyBlmBgG4cn/3bPaE
8lo1aPnWqX5o8gkuOl+K8EwZ7xw+W8j4YQvtAozSICcvi9OHkSOWerYH+TphaBl5qBs7t1HWPhL7
yUgX9e0C/J1jYZKMN0m/tve4+urO8G/fGoMoQOVLFHmU8Uqoxj2OdpSRgsFdVr8iZVC7Rhh25rWh
JDnHRZOJtWIZ+IdzaLsJiXxVRoT+EYeltoyqDGWwH+a4thmvkNaxMTLQsZxwk3AYhPDYU2WIj92C
jJ5GXMRULEYrz124L/Tak7R1SdM0Kd32jYP+btVhLJ22jLc8PuIqm4lpUWgPV5/z9kP/AL4endvz
cu4P0ZNdg17IID3zxM/OOH1szCg55hTRkrT5l4GVPlNIJCBQBKShxLPvXMNB0lAGbBC9jVJ0EMdH
QlTsqKcnMg7F4+TZT5Cwf3tgHtcwq4SLWTe9UPpQxkKdoBqoPAwy0gMTWwy8oDRffcbbD8IE9Me0
NYSKEwAgmXiCZSDpduMjTALLwneCopoxt4ohBUCWgvbHwKjfHxkS9DJKEThYO7cvjK1ap59bx+Lu
Z6JxiSrCpNTeqiL5PpcI57vjlbLdiFB/HgNR4vud9OaOCo2d5m+/30LshMr+hgvBXL41RBCCjKR3
DwXQmkqIDPpuj9lbKnBrZeAq+cESMtkyktj9yI/qLBUZJZfhDLG8qDUvIze1i4w5xajGVzmNljv9
Ah7Z/pJXEI9FTZaEoGmcAfwkpBmQBa/8fIP7FPUOVM2EraHKUMHiBWzkSIQLVO0YzWd86zAxUS+D
wvTIsvpkiYwT8hkw9C3yn8LCkdPMxzdeA8f+N7HRBv+Nme/Y7Jf/AwAA//8=</cx:binary>
              </cx:geoCache>
            </cx:geography>
          </cx:layoutPr>
          <cx:valueColors>
            <cx:minColor>
              <a:srgbClr val="FFE2B7"/>
            </cx:minColor>
            <cx:maxColor>
              <a:srgbClr val="FFBB57"/>
            </cx:maxColor>
          </cx:valueColors>
        </cx:series>
      </cx:plotAreaRegion>
    </cx:plotArea>
    <cx:legend pos="r" align="min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rgbClr val="000000">
                <a:lumMod val="65000"/>
                <a:lumOff val="35000"/>
              </a:srgbClr>
            </a:solidFill>
            <a:latin typeface="Segoe UI Light"/>
          </a:endParaRPr>
        </a:p>
      </cx:txPr>
    </cx:legend>
  </cx:chart>
  <cx:spPr>
    <a:ln>
      <a:solidFill>
        <a:schemeClr val="tx1">
          <a:lumMod val="50000"/>
          <a:lumOff val="50000"/>
        </a:schemeClr>
      </a:solidFill>
    </a:ln>
  </cx:spPr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'Country Performance'!$J$8:$J$12</cx:f>
        <cx:nf>'Country Performance'!$J$7</cx:nf>
        <cx:lvl ptCount="5" name="Country">
          <cx:pt idx="0">United Kingdom</cx:pt>
          <cx:pt idx="1">Netherlands</cx:pt>
          <cx:pt idx="2">EIRE</cx:pt>
          <cx:pt idx="3">Germany</cx:pt>
          <cx:pt idx="4">France</cx:pt>
        </cx:lvl>
      </cx:strDim>
      <cx:numDim type="colorVal">
        <cx:f>'Country Performance'!$K$8:$K$12</cx:f>
        <cx:nf>'Country Performance'!$K$7</cx:nf>
        <cx:lvl ptCount="5" formatCode="&quot;$&quot;#,##0.00" name="Revenue">
          <cx:pt idx="0">838786.18000004475</cx:pt>
          <cx:pt idx="1">25865.619999999999</cx:pt>
          <cx:pt idx="2">24063.380000000005</cx:pt>
          <cx:pt idx="3">20764.849999999988</cx:pt>
          <cx:pt idx="4">19632.720000000001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regionMap" uniqueId="{9E3FCB88-6841-429A-88FF-227DF08E6687}">
          <cx:tx>
            <cx:txData>
              <cx:f>'Country Performance'!$K$7</cx:f>
              <cx:v>Revenue</cx:v>
            </cx:txData>
          </cx:tx>
          <cx:spPr>
            <a:solidFill>
              <a:schemeClr val="bg1">
                <a:lumMod val="75000"/>
              </a:schemeClr>
            </a:solidFill>
          </cx:spPr>
          <cx:dataId val="0"/>
          <cx:layoutPr>
            <cx:regionLabelLayout val="none"/>
            <cx:geography cultureLanguage="en-US" cultureRegion="US" attribution="Powered by Bing">
              <cx:geoCache provider="{E9337A44-BEBE-4D9F-B70C-5C5E7DAFC167}">
                <cx:binary>5HrZkuS2kuWvlOl5WCKxo61vmw3J2DIyIvfMqnqhpTJTBFcQC9evH49IqVRVUuveNuuxHrN5YRAE
FwDufvz4Qfz7y/RvL/Xbs/0wNXXr/u1l+sdPyvvu337+2b2ot+bZfWyKF6ud/tV/fNHNz/rXX4uX
t59f7fNYtPnPKIzIzy/q2fq36af/+Hd4W/6mL/XLsy90e9O/2fn2zfW1d3/T95ddH1503/rT4zm8
6R8/PbSFf3v9sIePvurmpw9vrS/8fD93b//46btbf/rw848v/NPHP9QwPt+/wrMUf5QEC8xQhCIq
UIh/+lDrNv+tO0AfKQ0pw6HkYRhGCEW/f/v43MDz//q4zqN6fn21b859+O33z89/N5c/dxdOJ+8L
k+jT8Dfxeb4/f7/w//HvP1yAFfjhyje2+XG5/lnXj6Y5vnn1Zuvn9tX9vjb/DXZBHxGhnFEmWIhp
RNl3dqEfKaNgsCgKORciFND97hLvZvkXx/TXNvnu4R8M8l3fj9Y4Xv7PW2O1u139vhb/DWbAHyNB
wPcFpTxCQoL7fxse4mNEmJAcR1RyGYZY/v7tdzvs7NvJMX6/+FcD+msbfH3wh/X/ev3Htd/BrCHy
f3DzP134vxoJa/vcvrz93WT/a+BE2EfAJUEigkPGSMi+Byf0kdBIEi4RJxyMdIqRb4Pgnw/nr9f+
9+d+WPrfL/+48uvb//mV37zZ5rmdf5//X/nZf23pafQREoIIeSgFFoJx9J3jR+FHEoZMEkF4BL+Y
/P7pd7//F8bz12v/9cEfFv/r9R9XP/1/wO+/BuV/Y1b+/wp2fkCtbzLwV+6SPvvn1Zn0/Mu9Zw8D
PvbDo3/Hnd4NuHv9x08cS8wiQJSvdOr0mu/w5Va/VM91/bvnf/fU27Pz//gpiPBHhgG+JAqFFARz
+tOH8e33Lk4xwhJugFwuMERYq61XQMr4R0ZYyATlSEoREv7TB6f737qIBBYmwohTLiJEv9LOa13P
uW6/rthv7Q9t31zrovXuHz/B3R+699tOo6WEyFAQGnJJJUaCn6K8e3m+BZYJd0f/S4yN5npSIom4
t4nsRNGvM6fFfsGT2Ad59uCEDFJZI9HFgZ6H/SCjfOPagKYl0MhNOXofNzxoj1Fl9PF8ZvpQH8cl
qmMfFOowFo26yjuurmbWx2MfDgccjerKN98B63fTe9HdbItc/Uasvzb/I7373/cfftX2w+FufX/O
hn/0nej5H62noiq6t9fi+ce7Ts749bY/8uXJ/F/T6Q8u9U7y/xN/+9vOf80Zz7T7P3fEu/Ht9a39
1g/fefrZBxH5GLEQuEkEHIUxLsGZ3l0wij6GgkcA5ALjCEkhvnogkx9DdvKW392OfsSYkkhweA2H
n/+S25GTW/3hdlBJIEaJoJhRAaWHlBBm37pdNBkNtAqplc/D9rJvgulaTnV/2RpxaMPrXqn2peko
SiaE/RGuRLKQaW+wusvrvL1d5v1CpYojodFmqUV4KUqbxXM0qIRktbsa3JztAl3fttmSH5Sjyzof
giJleRBtcy/JtuiKLAl0O6Yt2gfjiHeID92GsErGcznGZekLFeecb/C8lImDzkc9xKoqaTrkDd0q
ZYa7b+DjN//9NhzZad7frQuENA1ZGAl8Mhg7hes34chaJKfJmyl1bQRf1zrotkaaPB7zfj4SJYLH
ZZ7jZqpJ4glqNxEO3G3HnVkHc5o3NltXpWM3s21sMg2GbvKJqLXWIo/zbpm+lFWQx5ML0UpFAiXC
NOqQjaxMCG+mNCLabsol8xuaNWHs53a+JNzruHURvsTU44dFTb81S9rEbcafwp7tiUf8gE6HKgrN
SvVVl0RRIJa4KvWtlsbcQ5WJ9pPmJs48Wu6tyeyN4mh1bmXDEN4HDV+hqjY3MivC+8FpGzfeRnt+
aqo5w6laJpfIqVVxtSD8NCILBlnwcjg33VNNjN/+vUnIn00CFsEcQJhRzPkJpb81iZpKwXVN+5TZ
NeqW1wFF2dM0MLtpcFitG10GT9T7IW6kJAdlWfnUl7sAGfVYq4cgmuc9wXln4nDo5r2rBpTAOvo0
u5xkiI59b9DxfDacmlj7IDV5KxOTB2KrO9fFtRY6zlGWHVTn/VO+HKOAd48VBPBVhvGXcEbsMVep
kjk+hAu+mrFWdz2qP6vJ/bI04N8d41Msc+8fKk7zQ282f79KGIj4944LGYwgEqETSIRAC79fpSlH
Ja8ktqkVURZHA0MPHs3DzjOFktC2+IHJWm8NzhsYKGnSntcpdBZuJWyWeh3GbuzwQy85meKC2zah
5UiuKoqjzdigOUZDX/CYi6xPfSQWMLy0c2x5ve+mZXikfZ1vs5CMm5C8jmSIDqFr+u0y12S3NH46
iGIK0n8y6z/BGAOGwDFU6TBnzsIfwtW5ahpIFLg0tGzejEVYQli19nJxDh+8lSa1suVrrAKd+lLx
HR0zntSloI8578y6CKZ5XTDRXC8iy3Za1f0Sd0OVb2nHj1VVXNDFowdkbX2TV8Eum51NhtlnR4oy
Gk+sdXcj0e06qqSJ2wJNF6Rsg4veuiUdmkkmfz9h9KdggDrgJBZJSqmEkiz83sxlF/IOt86ndBqr
tKQ1vuS47tezKJuYlpnZjXn3UKhZfHF82lWDEA8mwuFWVsVtPVbtKXD9ZQsS3KUbSn9pC4t8fG6f
D0XIiu3YMvFkZPTWqjm6LQqHLgJiuhXqmuqfzOg84u8Ql3ECiZEghjkS0dmxv0Hc1oppIpTYNCzq
LeZeHmdfoF2pO76Zgb2lWa/KpGnrLCGkmbeAYFfDoNNgIdn+j0M3iC9lFwR7IzTZdMT0MQ3qRLgi
7ONc0X1UzuoA8TjcClOkaMzza7tEeRLJoY+VI/NB+2I5UFscLV/stl76W6LmZVNnC3woa9sNG7pP
FaSFQ8tJfpDtxXscaD/iY9fNsWGl+CJ5kKWi8HQ7an2B5zw7NLQaUjlH7a4NrH50tYxb3w5pr010
mAtaXIqxd6tqMsFTV6DDEmD3iuX0FGXTP0FTxEAP+QEoBCchwphHUgKR+AEogm6qeauiJjVBPye6
5s0qnEbfJcswDokrxLgLWz3dFkA/DR/wUw1JcGcaVKV9j+V9T6J65XWtNxXy9aXOLO6TaQqnXd70
T/MyhJcRyYu7Tjqy80sdxQUJ1Z0I0D2h40MnKr5nBSpiO1l6N+Z0RWy+KgeJr7lUYzxaNm6josqD
mKriooqcj4nt5i06gZisUJuqLrJJI4SJh2iid5Eqx50LpzxpizhsEWIbI2yZTJUqVhKg7EbX04qV
TO4KWvNdKF2xbWZhrseyT1hY+33la3rXjm5aOf1aLq7a5ZKgCxGUeDfR+mWY62VXE5kfQCdsEoGH
LcJlkLBIy6vzYVgWeQVObLv1TNr+i46yOtW9jJJhzH8JaCPvzChN0odznoqqA/wMuY2HMBAibmry
CbvmYIoSP4yZRikrO7kJQtOvXMGWtV8Gs/ERr1ZnKG8wMptcRtXK+yhLOklMgrvJ/ho4d6eaMRzi
KTPd54JmalNa+tCX3O9GOZEjYN+r8yrYkcA2R2mGdcPUp6xz2QqV+ZgEqp0vsG/gFV1bD4eiGexl
l7m1aO5c33VPiEh9RHlTx30/zFfh3OQmXij7XGVCJ90EmaLUtIsbNboNJtiuct+xayAaTFQQeH3d
ZHEvpbuoq+Wm7jMZ60Es6VxIe6tZ90lPovlSLl2b5t3g9nnFyL3txr05XW8Z71YDm8f1lPOs3yhb
VUkBpVoCCaC/EHjsHgnJgeSE1NLY5FkUj2KaPzH6NLFuTIhj/TbAxt1WCqV4nONiVlA2GSaT38I5
6ouEdm6fmSz8shRcJwXG+a3V+9AvNLWDWZ6oUjdRDd9mHauzeOqKtGy7HMfliNEFcC5i12M1XCMz
kIdlUEtss6a8L5TjKyKXNa1wtyukyI9G0jpFNBufgQPFMiz9qin74qIW9bBZKpKv0CmZn5touc7y
CmjiKRTarzf0Le6vaDjfL5wHq9zVftOdIrdv0c7Wy0rMc/uFUFYA+DdFwgYCIVtbVe2rVtUXvhR3
pa3MjiE8AKENrwStxuMIjDSLeV7Un2pS67QrcHnlSbDR1ZitdJEBbIXOrx0Qipnwat/xmcejxmXc
jhXZmFaMhwjPd7bvlijFbesu5Iya6yJAYeoGEhTxFJYvmvn8ECw4P7A1RKdXnG/PoTbJ3CQiNGh9
RpBJdYkm83QtlIgNkeKqP8XcEo02sYCYa91YkZ7vUF2NpkRUvX0L5j6bgXDXKSBddgQikh3PZ30h
dMoKj1Jko93fp2nYHTgl4m/TWsQEpqA6UAYqHqfkh0TdZ77ngUJRws+rrSqGL9Fo5SY0AAymXIb7
emHmwONgHh4Wa+ZrEYZtFucAYtlEMwux/Sk05anyqH6VuEn1bFZoGYbDUrXtdVd3d3kx6Wodjh6n
1SlLTbPJ9j6UeF/qeCkoOQZFRY4RzQaIYSibMmlvojFsDrgjFzNwu60mxRIbH9B9R9oH650v1jmq
E0+tv1rGp/ehVCYHO/dBskyC39WmC5JxqGhiI2nWywT4m9Har1E7sE/LWK/GBQ2/qGK4NtK/tpkn
lzOtulvkgy+ig9jlZXWMyrG9J1lZxnnVV5cDJetg8XmKgEU/IKxxaiJ0dAyTVW7H+ZNbuthlkm0G
2cA6Zb5O2xHuZ7hXd025XE5TbtallH6nw7bevuOgL0MBbhfonS+Iipd5MZD5pFx1RvvbxjRsbUtT
pqQeE1s0xW0lZrQrRNOvwrq/YsXQX57XO4N9oLhdptgNrn6dIVcd3mGSz23SNUWTlGG1fKFDU8bS
dmq1dJqsQ2v0SveDusmHIoubqGOJ08MUa5r7K8IRv8Bl+YjyqbkSQfaCed49wf5bsJ1acdPNnSA7
IfSNcWbantNx2bRP1aybdOzAhiUAdzp4hI4WE7ZtmbU7xueklGGxNYiUd7OYXhRUVteOLa/YRGLX
9M4BKNaDj+tA4vTdi6IcfzrH2VBDySMdPQ5Q7M/ZNCZnt/En3/EIZ/H7tNsKYDJE40zjOayeFPJm
25x4Ue4imQSlDqN0YdWwf4/lkTtAYyFXkR/gw9bOX2pbkl07khE69JyotpRXXUHlVcm6Yd9G0bFt
B9ATWL2Uq6riZVxj9axpPdGYlFbEczEW2yo/TCcWYJd82RZ2YDE3HTnS08GaqFtNZxybO1OsawSE
4hQo5wOD4nn93qvNoHdtyRD4ACrW5ezcKkNlBJS+V9s8HJ6CUkxxq337qW3KOQ6GUCTlYM3WLIDY
QDOBEDY+3KBqvopmgVc58uozw3atyqV5aYAB2lFcDsA2bt8PaG6SXnfrvuhPuIRNsnSTOiJEwiTs
loQRTX7NKT76EpLaYsIYc1uNMdMbzvsjZ6PYn514Asp76XcB1YWOdY9uFUX8oVI0WoHqlCqv/C50
3F87P9mEkrcw8u2zMa9u4ezQRXxY5/6Xmgr3JVeFWmeNr1d8Mq0CmmxdzANUJCUb3C9YjWkwkmJb
zE2zqniGj1LPwBxyDe4/5hLUGRStQSWIcTaTQwd2PYqslqn2DhxlKnCSscZ8FtKe0P9smTF3O0Qh
3mwzT9vKLXbT6mheA9N7lOU4bOnc3dctHg8NZ3oV4H6nm20lOyD2MrI8banAadAURToZz7fmVMba
uXgoZ/s6NAWUwyRbZNrVJYvd1LurRvlxC/8uoCs54ZQHE74FWjatZkfbpBVSb6lBwaqqK/O5HvjN
wtvbvhm2iuv5cajkxUCL4pcg6F8gnYGw01crxcT4SzAMNtXc/WJDQJmu/TI1Du0qI5s4VIW9aikN
do33pE/aSMACEBcgOB+7+UZHdljNnb+BbYnu83uI0dLN1/TEctoaNjlNRePSfTrnjsVxubWOTMl7
Khlh2Uue52UMAxLJGPZ3ZxxtKqgzGo7VesyArJygMhoel3CadlOZiRtXQN2oR4WPpgcPnCrHLkaI
8tWiVu8A2oc8vww0UpuA5WCkgCThVJjPM1WHoAvCu0XiYlt25L4chmgFiEYe86wFps43dQcIPp6A
ox/u9ayfCWr46zyFMew41utmlsve5VkV9+AyVw6b8RYLes2Jlp+k9nStoCjcmIyJT3OODmwsE9uw
Ju60KHZ4MnwdUW6uBo1hFJA1spyG+1lxkIHk4q7gfx0N0F9S3k88XCCWa3RpaB88BmG4bQdlNwuj
Q5pbneQLs5+l1OO6kjNbVxleWYLkpiAQQeikuzVmkJt5KVBqLb2FZe0vPXrrHdSRM8Eblk0vlc/H
VeAJftIKFL0a4CJRXcAT1rfs9n05R14Vaz+h8bbx3VVElnsgXXduarunoHJtUkkoR7hagkMf9cCs
fBOYjViAhOoG613naLZqAABE9iJq55OqQRgcul62bVCscgHZ0pIh+BLqSyZydAOcHcgXL9ljtqj2
Ws6WXpi8uJdOxF4QFg/53OGkskUXawLqXoGDMp1w0e6lZc0jDqrV0tPw87RoFBdmYNm+ifLrc6mC
c9C6dP+Jjq1WaeEWt5LKi7hEo7siMpPbvPRv1vIvLjJFIqayuM4XiLs/zsaWspVk/A2o/3RAJI/W
NqqHvVLFr6NR7X3AIDxzGsUhKYN75HF/iFQAKH9yEiR8kVZ4YBcoKqJP1QPPHb3TrrpeQM1a5dRl
F21dgFwzzzrmgzJ72nuofc8yWFAaFEcBI1cK6xNNdiLpAlpyqAmadrXkzQswLbGP8oYlTQjlTdv3
UHmeOKT+SiSjpjSJU71av2fD/FGTOJ+AC2uhqqfz2bL068lquhVDB9ylWOYhwVW+ryb4zntGO4Gm
6eaquOnqAO9GEy3glaSV67l0Mp5qwVaiUvZBUPU6adyD9g5I0WX8xvuyU6nNpmzVjQFLCXWrQNIh
jztiV864KqnEQI7lAsFbNsYkLBu7VBaPuOD+PtSL3igv5XY+VYhhFrwJEvitD8QlEXj+RNgQU8Oe
NMpJnClWX4TFvO8XGiR9EaVNK8ReZf1FmPvl6BV1dyEEarDYtAvpZY0jbOKxFNH+fNDFjaUD3Ve5
ii4pV3j1jnaubceVMrK6ZHypLqu5QzGepltRNWvGYTJ/bG2BvM0umiy4bWBP4VBhUDOKTvbPOs+T
0VfZbTNHY2yNKOIBFcGjKNsyZdlArlkZVRtbAdlrcMmPg6nGdIKdrgtirL2NWHYt85Wbw/pBO6aO
GcjZpGo80GGR75TBzb0PfL7thuaXLBRVYkipLsbF8E+VSZAro8t5gcveErtnoXBJTVn72LmrczVU
BRXUsYyuJ02bm6Uui/hMGgcUtlDFgsjhyfBZFFV58CDmpa7mUMrVUKhApuDbjtomtg0JLqqhunJA
LQ9GLtNuGOf91Of6cD504ogHE3d+9Gk+NAyCxyxJBAWSpdRszxyPZ8gfGQn2sMoNoF/fgCX0AhuM
bbezsqhSf67PZpp3K9bN87Gk7Bc7jTBCLOajXmRzXEIHKgQIZget2yWts6mMh34Q63CeX5aRgAxr
S72qSyiL31lfwyuouUYzrPw4ng5UAkOGWtZ02aWNxgOQ3geWAQ80naaPpnsYwY0fRNvVt72ku17N
a2ur/Jiz3N1kI4nJkl+aAFKNOalJUGjn+34ILEwkIHcEKXN4D/WuivrbrGbtve2TjvfRPXE8uh+L
7jr0wYXQNrguqk6vgaigPQlYGOtcATcWdtxCYVZc6ijo08xSflWE0qfArKC6qkWeOKNAcRKcMVDE
PTnMlsTnnCcYffDVMuzPLTLJ6bLK9UXRdT0ormION9YaBR4QFoeORZ/OgljewcDpaVawK3yVF5zF
eAzr+F180rIYYwoveRekpHkkvC7vKneqLSRzt25kKvauZglTJlifvUu5bS+6yxm57Bhitdx1ORT2
7bSMu0D65W70NdDipUGxyqBZ6wzH/eLVOgItoF2XdbPNg0vGPuedC9ajCtS+BGan4/NpfT6d2FBA
u9Hbnk27wEj8VKi63anAx9Nk5vctCALcaiNru4o0YicFR81xV6sAdrablm1g51QlipbA+ecqamLZ
8WfPebPLVLMb9SyjNa8EOQUD0Cbb03YF5WN+gVhOgXA6qAROqtfgyCOjfigT7OnTGE3hXo71Wo64
iguveRIaqFAqvUyXUWDc1pXTEFcT2FBl8lZo0cRZUOljFpUOdvpgW07Zer5VC2xMLuChWzLQ6Tbk
U35TFVU8QfXSJFXX9AlRflMZZY7alcVqlm3/4DnuYjri4rVXNmndWOaxavtLY0hzbczwRciq3vui
BojEit4BQUrcqPP0fR26Gt5d+2jXtkCHGFTzT3rKHkI31rtulHdhgLsqrXxqCkcPNQDnZuKVjU2N
9NHT6o0M5Xz9TgKwIdN11ciDdOzZ1cP8BWkNyOBApYgIqVLc9eJOht2hGNvos88aueorNG0hRVZx
3TT4IPKqji0Fh9WVgfpKBb/kUl25POjuQd9u9lk+wZ8MQBRe1U3P4z5iYExZQHkHcvQdEM0uLSre
3LMB5HMjQ2C0o83XQlTlCpSw8pZoBF8QxkAvNI3kacQWm/ggBA5AC8EB+FuVjDVIAnwCaLQL1hdL
YdrEoaxKST6gFfztg609UBqOR/LrDFu08MbwqioxT0rVALfKQI7JybLqpmxOxZKNRwzyCjekV0kG
2Sbt54lAyaZXzbkIPd9yala1JzFqi2yVnXYgmKizPQaGulN5u/MuGHYFz/L1aAP9LAAQhV+eg7m5
h83F5xwUPtHV2WlbW8RA0ttHXrXVrplh+gt3Lpl6ig9oKsmhtwM+FC2PNlHbPZtopHuaUbo/n/Wz
rFf5EpqkG2d7c15gXwfZuhy8WNExcknWyvDyfNBcbLPCLBfSqItorGudsFFPUAluWqZa0L8Aga0I
mu1MuiGlbQibhSjSvxUULZlg84zHk63mAxbML3HEgxhjXKwGh0CrmcHJktpNgBj+OoTtqespc1OC
Jgkycwl70F3WT0dZLPq2ce5h4qb8fCYv88KnT8YVaUGxeqxA5b1s3KwTJ8PgE9RgK8ZMqhDP4qoV
dtu2NdDqrC0uF2SawxRovhatVQfu1W+HKqL7rNb5VVENX4KSZm+QcmPnsuX6fWcgm/IiGcdxNQ55
+DLVdQtbmtg+wsYQ7J3SU5DJGf5Qky96DwoXuND5FI3+dtqWeI5irLLyF879tgeyCXv505B6WVXp
Emb1fnJlv26X2W+7hc2/Kcp5nlfwP4AbLeYO1K7ppkQgOQGluylHrS5C+GtQAraRIuGg4O3l6TC/
08DKxIi3eRIseX2NUFnvHbXjype9uFjAcDEkv/IicxS/wwe1G1Clq9UIdc4S4wDzQ/7YPmULna77
JVh1wi0HRav5OhzV63tJkkf4UZ69RTTAyFA/xGwEfd7PIMENI1QoCBKEjqJH3o7L+owcHD1LnQef
WLW02/PlKrMsnrNhzNZ4pnKPQW0tprJ/I1GzVxEfP9cja1LL9LQj9cQTE9AkhEx3xKQnezdDpS9A
jNw1eRRtqrEwt7WF7EdDk79GwW0hxDrqlflGwIG/TYWrxkRVokbOD8XSg7e4sEzPzWjWl2Xf+ljS
ADj3UKslZcHsUhRB/BW13Y8UHOu0qaM7dveuKo4LqNNxWNZbbWiiTnXMDA4zjaBltyj7P3Sc15Ks
OtSkn0gRCM8trny13+6G2GcbCZCEMALB008Wff45MxMxNwRQ1aYKIa2V+SVxLud4KCMItbeBptGj
UIVH2uStHOasfhSvMYsAh9ItJw1x0l2ggeUjbo2Z3uA+G4BevIOhA+l6N47k3LTZp4vmce6loejJ
TbaBn+76wxhDDhrQ7C7jCxtmXsQBmz/3pjYOMg/W3VW2R9T9/ocU0nuNa35wrbJfpkE596kKf9kK
IjA0QHrcjct9E25JAPsqkDmpE++g3K5Nd3nA69UM0oR+S9yVvLJCOIO8zS6ay3Xm+quW/UfzuKwN
rke9hNNxX3P1REGSPFbNtb/qaWjfwjn+jgoKJaodzCvvaca0S987v/u/9qyN09EZ2rwaHe9GHcWA
rEiPXWZ8S/s5kpxr+2gqlVmePdtA4ByGJwRGxJM738kQmxfjEXP6lDGDNbrAsu/uteul3dr0qlCV
GguxgnfYvEofI7bJdG8+gLfRqyLOrygZaQaFUb73yqh0Gxb3wp0mKv3IkML3/ek0MHhag/KHF+mE
XfZpY8ULKYNV+pmHYu3UM39E8azIy8L8NWM81AdvW6oXGOvN7VOd0W57rR9NH0VpnY/9MD7tGyda
q6NYQ1Suw0PbS9TzznD4crmHnFZPctnGj6Z2X9q4cp52bedxtJp2u34O3dh/C0NzaRsOrYHr4wKZ
vNgncxBNMof987KfAkqfnIO2NemuayfCf63WQZyj6dbIQA6Y0UKFmR0Ill2r+iQDcnEC7zBZzp93
qbVNqi1nfpuUrEqCt2SFOQGs8lL7VXfvh+p/nLS99lgHPkBPGOjVHW2demZySuahoWzHMyre8I/f
vtuRYybFlXiKhRcU80ahNj2ci9ENedlY1WbSNH8oYfM9DBdyUpbFuZ4Z/d7p7ruOlXeB4vJtZKq6
qsSE2UKT4efk0+vcKvvBhNefBOzksluijIfysNWDPvUiab+i6Mtdt5VZLxvnGEktnEOV2HJwh+Mu
1Dot725bNT+56CeLeZnUKQ63oKi8ZrwGcgzLz++/Hoc132Jox2m8JeLf1fNzRlQJWQ+rqNrrAGbp
yqbYZug9Ia08rJyI+6owKx3zfnPiOPXJ9XOxaoiPgatxahviJxmS8S1eoI/inpfHuYKosMZA45o2
4NeuJkFaRUvwJQhDfgwM5YUrvfaNbjF0pDq5i4fCH9fkIo2dXjtnRjk92XkovC4YURt11Yt++Guh
ZT/rycaH4CEXQqbmTxB00pDYzFuVyBk0lzkgUF8blOGr69uniqw+5Gl4F2OsS1d229vGAliLexf5
OfTdeFXHfeCichcpWaaz8mWTOSizX+QqvDLgzJY1d07wP9dvDhvHYxyrteAWKyuIK51HZqxP0N5A
1CWJfSZ+PZWqM+KGfs85kCYMrps0aRv0NG0epEZQ0fkU1euWibgN8RkmlNhktQdXN6hj1ukPCVT4
m9ikEL59HznUtxCe/sJbH36ohDPsc0zFbdcfdkqyX5o/DtPRaTBDWG4DT04LgJ1shjZ8DRyrc51g
kcSU8x0uapS14eSm/xEC0g6l0nFybbT7s1pczGEKQ3Kg/XJpSVy9AKkr/U1eifLZn8eOHSf6lbHu
rRpFd9s3kZ7/3bPfaX+um6Y+I0E3vqxx+8rDUbUlnFmMi65yT6GZT3IIg5Ok83EffbJv/izRsJX7
UaKTf+Uw2P+2dIlHUdyf96HPq25BL7TQE9S0oAxGo/JoGapLNetfwJ6+BSsDqDItbxVADpjXHVw/
RQogAdfPi75y7n6CE5U3ioywUJcgcqaUERuVsq/6Yr9OZgb3DDGiyltFq5u/qObw357fjJAoW285
9/rL3r3vm1qCZILh/iSRESramOuCj42bBl4o3rwFd+ZUzR9Bt4WF6Af/tdmmvwql4LsMZoXhikp5
cuznnJZMhzVJROabmpz7hxwrlv4GMYk+EeLf2MTDzLd0k5lP4q+BhuUSxg47kQWnPi0HJ3Y/ajnW
BxZSlgeD86VTPIKEDPxlFW7ztNT+UUGFhY7YjGhOH5DFNkvMgNQpu95df2Ayi4aQf2eu9lMR+H8b
NzZY9CR8ZBkPb6ZhZfcAamd4zxniaQBqO3Je3G44N57svZyuszww4CIQdm13H7bAK5tqIbmhI/CU
Hk6k5oATakQmb9E6RqgcjDxz3wsvpmYmH4x72KuTnWjh7drnUw/wJAEFmlOQoDedvIQduLDeWcKs
G6M3FRNzjB+DkjzGaCw2/+DThZbWpeIctr1XjEvF3vTcfwSPOxD6dv/UWXpenKQIt3W5VQ8wQNJR
PbuVFmlTudVxDYbuYDHhpb6S9qYJHYo+HoMUp+glsC1kxT4Z/ySKPkzVZIY2NttXNXK3rICxXOqG
oR/cxYJumf50tSsuzNb6tO9ttH/sTfXRcu+bL3kLV6+OxmwdUt6JEbZtRU9scYa8QbrgPA3LlUlw
IVM397I0wMqAmX3vVv/PNOPecMPfoYBQQ0h8nl0PS/zudH7KYuMCyaeS9rr1g1vYpvdehIviNun1
k3sAowhPc9Yrv1RydfLWYdERDaiCiB6bXMd9c0hsAumZNsNNesN0WEzwR2/TcBv7boRyvHE0ig9B
WFR+l+4Elop1n0WL8g67gQudyUIQxgS/8AeW9HAi/U2TkiwryVoTfNslTyOwrPmhHdNHxbBr0U7r
rjfSODBZl+QeBhuq1B172RWFKZRD3qPpzwI1emVcwdNOmrg/rdSKO4nYknLRrt9mu3LUkPOQMhNf
Bsev734LsfAx/VMeVGcGEzXdfZxu+b3ERr7Th6mDg2Su5bv7cGFw4MOcPy4TmrRdBbSYJspuAxuC
IXBWC1yKfZFZvM1e9kOtIAabeVvSvdNt8bGd5sDUEvyOp+raor+9BrHsLj2TxbZM28e2gbau7SYy
sXrsu+u5AIe8zaRYPr1y4Na9RCNRZb2hGp2Er/KBz+zm9BAiP2/rfh7js+/Uuspgzi+nbu6KegeE
YK2M508oZK+PxLB9a6q/+qF2hJtoX4fNt6dJ8TmtjA7QqSDf4VSa3CY5JxlnsvRZ0n4EC4ZU5PtR
0fBJAG5mwXGicPZt5HnPft34z/6wqCc2jezqalegSx7Fbd9zHoefe8ng5FzwuWxHZmHk8Dz2G+en
Mc6WV5GNijFg4uC3w5w3EJOzGcqQjCg7V49mUYZ1oaK1P3/2j+vmXCOQSriKVn9fEDYZ3Mr3Uj9u
WDENULV29Kab9W3pO5U2hP3lLZr0zr7IYbVA73qbkm2lb8A4bNlaUCremn+OEcAe4OW3oeBr1Dzt
aqkbrBntHvJbH9kzBxCQMt9bf6jRHquQm68i3Pxsnqsjr9v1TPtkzZKFgjhpBAp0z33rzBNbg+a6
D43AUX//rdPnmL9ADP8HjbNGGw97MPWc4UUn0jvg54pWbvJlVJv/BjIj3Qfq3KAO6CQs5db7slZC
fTOeQw+VtmHe1r286hU05OqT5tUa1H4UZE+xH+o4FCkiJMMNnbnJV1WZk+9be2ipNvCHIgQthmiE
4rHFxX6XJ5e92QynHiWlUOo10FwAxVfhGYWIvSmChs20KxRPEuqcmOS1D5rmUrdkeq7hrQJ+VWPp
NnbNPg+hWgMubj5MUMPImIYP4ZIlU48yy9YrOdDHiFoeY4vXK80rvcpinaA2RXUCuivwgjfL7Um7
63Imsr1NwsVyFBGaLR2GzRLF3wBWo9RRdn2uawPKfm2HQyhW9azqkR2Ixrfzr8yNK72vcKiOZeYY
gT8FHydtV6cupmrYLgGNooLhK0sl0fA3OR9TKqYOkw6mk5hPfd7FfZx1Tl8D/537H2xZajSEq/7c
2899vrqgzuy0P+aNcasXM8E+YC2lp7iuycsY9NVLGMe5bQrlpr3tzNclMPB5u6a7K7NC6tt6+gST
jpXKUPoEOjvKw4jo758OrqvbdHqsxVKrAc1oZHPCDHmxrpfhc8/vNeywd7KJ61r9WxQI97cJEpF7
+wqyNM2QAk4J70EwvXFn7d8xeZtUgHic0i2SNO9CPzm2/sdOv32qvYOucM91HtSvaRDHcKDbhYbN
39bWz7U1yRPgBHUeZ/RkTCacpmEd6xtr3/a6IRzdtdi6NLZBfRAB7Gjlg1MkIjzWVNAyAf1TdKBw
3v169g6MNEmhAHq9aoOiZiVzBG4bIki//EO90Oa1STBHdd5J44OmvTtPJQ2Tr9OyutkYhltWu7ig
PqhSBwMHE/UMEqSiyCVQ8KSuhb8CtsXROhOhftGwrnIyhYCzu+PaSBAolQ8/W3Zv/pZAD69VD025
f0s22qZgTVkWKsVSj/JceeOWVpJuKUj3f3jr5dMypiSaWDoC6b0FcLEg6VcFqZvjmHDIGj19JWPi
nvF5uOq3tBvQSmDx5yUbcK0pGwmEZr4iACLjzNbTKdC9gh2sIfHY8Bh7/ZwlU6rHBAb/2JEUQPwv
V8i4nHmQ6ymuMlcPTZ44wwZoaoO8TlL9ANMZS7yyG/oZ3//Naww+22j+UhGwFJ1v8CUOdvxmLTlB
9ykeI8muEGIZOpdpZguI+jpDhIIWlamvAfHHCwWkVcKqhwi8zU+hqb9jzcwHrZaLx/sJ3/1aF0sd
/Iw3/dPnEKJYRA68Fb+rebtvqnYKC2gSE9cFcbe0dRp28AN8I4MTnVaPVEUTTubmsD9j0JV8tuhS
Ee/KmPqKHleWkeyWwvRg4Iw/P0Bs6CA1mHkQ5siguN7BT7QtpQ/aEKn0P942fJkroGprHJ5t4P6B
yySfof4H+b4hE+wjzxJxdLfktFmPX63TPnnW2YqKbf/AL6zv8Ro8DWs5zmjcNjlveeTKOVVmvkKU
Xs7GJyge2TKWvsd1Wg8/6WTvfYcaI1jHP3MF7QeRob+LijzUAPOSWR9KnkMTW8zt8mo3v2jXBB3z
4jbZ1KBS2wLMB/Uc/LBdn0ZtGxZOAzuJjF8tY+DHOvenN2BRYU5yBNQoi2Ds+nwkX42lx1mNdcF9
jVaQOs98ctaj43XIdzTj+xoCu3Q6QPBVXAaTpRfbOtna1RJSwTLfNf++KMBptqLitbMiRyoigiM3
o5hx4i9Dv5Csn0ycJ3Lz0RDHv5ncorulBXiS8bCMzL+UrSbv3OKSCpbk1Jl/JUtZrRL4eaQOSQS1
rBKUFuvSvicgGg6nCJL6aZjGNwAM0UuDTmxpcqOVW9oAjCbmK52tGs6faeog66apxM86JYSyqXAJ
6tehfZ6m7QtGyHqsATdlrgeIW7G4ejIJwTuNy6AF45ZvZzqdqo54BVY0U/RO9MbQ+KNHrr3jZMnP
CjoqJurGFo7axnyQ4wKTdvTSYYqDg444mIhmhV3put1pCTHvLCav51ljLEbLQSGVfBrdcuPGzZs2
6oq5ag+rdH5CCPy1+N0BGqOAbji8Mwcmru2RAKPty2KnJt8qvmRu77C82/oEMV3+uirHybt28HJN
kqwO+vHUMfvDjXRc9oP4KxcyptNiz7Ps2myRS4e1Jpoy3A9/ac2w4EXmYBOXp/GEz0Q16g0YEbJQ
uoW1uHpOHkF9xi1f/44NxoLAgzRyQcHCslhmfKNR7s5zA+MCpRuxbjGyHqFBx8873hcemXlqKu4e
aybac8Kjm6iw0i0+XMUAd08+OLjetfT0LZp/Ic7oXmCN46MGlGYAjt2Tq66gLc9QP6q7G63giob2
zvrqIGawinEYn5VUZzKANG4EejVvcFMZutu94/AyTGJMNgPs2cHYgi/6Nvoj8LME5scQVt6Bghqg
wAaPY+fcwQfSjPu4xULPhf4ddkj5NPiHCZMg8RAl9bzwOUpj8YhFuu9YC6ocaaq5oFXrZbp2sg1e
FVbPI50jgENV9YNOhh5Rqrrl7AK7WHzzZyU17lvO6jx2MQ0061fRmKbQdQOQxzTImqkyJvAhaa8u
1fK9g7kO6cXmhtP+vkbXWv7jVCM5eWaU+RyObVmvrpP1G3uGU+QXdTe76dC5V4v/FH8EUfeOPscj
AIypR3opNkl91O3Uo8LpbWkqq88VO5qmejXuHOfIGnOELL51ZrD30W8OW0S7Z6HVVyKaTPmaf0yN
96frq98M7Uxu4/ge90lyxp2Ud3qQTx13orRfk+kYE/vdCUSch6gH0mk6Jx1XBQC16SSXthQ+Mquj
XoOjM5rUdzdzcAPdIiAoAEyN6yloWH2LHhu/Hj82p/4xBev8XUAKNQ47DMHovLaOuIITkycjRHLp
Bni4wdh0WQwSOXVHL3x98DTeozMJxhaNf+1+4xH7GfNa3rA4BVmrpq+iTeJbjUI6D5L3qNKnUAPA
VNRZXvoPPW1LEfTJ97Ubf6mhenFrNNOIYmWYMhDhlWAK2BYHhYXq0yw9IJlxoMWkouU6hclNUDNc
OrrgyxqlymnDnxlw/SPdXNxHaEpmHlfPozt1hy2G39wOijwPkJwKDzVxWgERihdRHdtoI+WEqBwb
p/UeTfiWIBTqA2uRBPUrLN2GBTkTyXJgfbBdN7LgWwfJeI7b+TOL2rZ9kEdhyIraS2BtwYVHSEhe
hBW8IP6h80cnm0cU+aNYumxa239UiJh2pKLbNj0jL+QdrIvex8GMmk9D/9EFLXhXjmLWVepWjzWg
1IjHwPqr7uachBH9eZiQWpkdUiaVgRS2iGvoxf1xjmYElww6EVR4WRvVGDZ+hKkI1s9jRbiTRZ1R
OyOKUAPmDFl88lYD3kwEbUqhO5SDdrFYecAIHDDIz7Pf+gWCHkjihl1wjxtU6pTGvJgj2hRwbeqc
OGP0FEI+TDdSI1Q9AaWqNoqe2n1Gkh7FUIwmfiqqnCrhF7Rfu1xi8QLNuWjo4O16hFP+MQjPKaMm
aUq1zN+MEcM1rLf5aLzqsgkmzy05zLUTtekC+owFdj2oxbt5Vm8pt1GYL1FSUu+hVzeISE0bKzf8
eyA6HZJ5m2sgj8ZB3jKD1I/3Gi1TX3bQ+VPjoagN3PZX4pMtI2vrp7AWkhxx+w7SXP8PGo4Tc03w
wbs4yizQrMMiX7uhA0S9gCPZkN4BVx7EB/Az55jGGbr+FsaN69znwInTYKAk95dZXBSbH6QDnQsZ
TvEFZUvWeso/K+S2MoMCLDcQb7ImTvBFocIE1fbVg8eSC2JHBMyGvxFavWps0rApxEKDLxLxDgXw
afYlYmESdG3jnDUeTpGjWYKCO8aHxJEim5uxtEbAnkE47RS5cEU9r7tw/UbQzZ6HqDnpFdh4vB47
FqUBBuEFort7FS4ckjbkQ5r0MkfvNL/DD/m9cMuBVlX0NX7Q2WCS8s31GFTNDTOQu/6M5kQca4hm
fAmd4zJ/jftRX51WBXkdqTob0CfkGpJCIdrZz4P6CQt4e2T99GepxBPYIz/rPBSsfOuKKli+T25Y
n5MKyAy8bYZkuDscRgheKdpXdiH+IjNXGoW4FDplHdqpMIQGcIwGCHiJPQ8NQbVExbF31Au6d8TQ
mYjP8LOO4SjaW2Ix88w9WiY7+odKtTGuJX/aplWXUdBgqIYAX1R40dzFAwQc4qXIT8gS1vYPbqd/
zGN9U5F2Div5szTPY91HN080yGgv7XRlVYRGF3ADouuLWr9ooZoMPKM6AIPBHb4ZFG5aQVwEjpUN
Y2iRuZJojhG+KYaBnyIMz7SeXXFkuOSFbuMwh8W95pFAJo+6E3q7CRHRJLhK09Zp3MzITNatC2Kh
a25+EHxMnZyeoOabLshYHzmnkVubjVj4gIAM+rxvqDeV26b7UyskzMMJ1FJl0KpFFNiNT7wkBUHd
lXI2b0HLcFfL+SvMHpFVLtbPOIj1uSYa99S+6wlHn5vHlPXf4b4nQdiJdN/9P467/Sw6b13E1fLn
8xDyRnue6th5h8hO3luAn32LRYM/jmSvvuFebO77a41Ae0Oczj/HvWYfrYFYEI4sOeyvagw12MCz
LYS3zq+i6oFTuaYMR1hruh9TjJoKt2CcjRvrSjPNa97E/E6Butwm2h86r91OcddO5w1xxTqI78p7
R0DA+Wr5iIdNdJ3/xYSoK9n4HiIPee8owOWZyz4L6unFR4j3NjcRyG8kHHhdiydPwjBx5noo8OiC
4CwlmmM95Us81KcYCntRya3JwcIgGwVx9dsQXkCry9JTdjkE8RTiLqUCi0f3lKwzfW6Ew46U8x/a
TL8GMd6CqAEQUWvzgDS+9CgXrn3smFeCbi4AOTH2pr96sbpvpOIv+8asjvskqj9AdNYCRiWUu0DW
h9lRDbgRik/uUVufIUPcezPP90U3FWyKYEafWCd4GEZCvrok/CepnpnP3A/4ZvQdsgoJuy+Greg4
G2d+U5tGs2+SFIJYd0AL7LxUfG3PyA3wVDlWpCuE09OmNMDfBbaRb2VzVC7k6w2EMm5Lef86aXc5
a0nuHBrLYdHMv1EjknL0E7R+RD4SS8oF9rreVqgQJ+ptwZpGSUxv+wtjZZyLtzyeIYG3/beJauve
9rcRC78L9OWS7uf+e8u+t5+rZmStxGpo8d+r+wvOSnw8jgHQxwSd8/z//IL9kA4U87VPD5+/7vGP
/R8/OknfK6wAVf7fz/73z+/nFPGQ4aHbUO6/AaWTPbpr/2KYo1U6xCw8c11jl/k6PO/HeDbA5GMC
xkuVh5M+NxAzqhUg9uPc/sb9BevUvNBT0mTwrjvuQ76FKwAtJ6qAvDsIbcCciP/SdpGXHbVEBoJD
atsuyiKnmCTybVrZgP8vzDHdxFfHfWiwOpj72+eu9H0XqGYbFWEy9eLQkLWYg+VHhbIOFur/bGa9
qJtckuoY+OMtNpufL0mkMsr1CiigZ0Nhp8AHD9htFSTOID51FeIFg6F3dzprBbAeBFn/z6pHANNA
GLB84JEjgfmjYyruXTP8El4d5FXdNS/DmrjAPsb+aXFDr3TsTG8tV/FhMKq5BnPbnvoucs5LHAKl
d40+tVOdXBgAt6OPGOutoV5cmqXxMwXp4DQ9lEk9YQq0QD+Th1gZKuohPWcyF4rCeR3I30nG89Pw
2GzzjFRXh7Z8PxfC+X+qMZSfYHA3qd92XzGzDzkHEoBbCpsK3eZ9P+SWvIaxpXkDCT51QTjcra/G
u/+/9xb+a5kWdfIh/M6i5/dajAJqzujweziYb0KgAuAeYupg4yzA7+6AvHf1/pDAGhd6jkWImmgW
lXwBWoHHIUTPuG3vYtMAezRFtMsihjTG1Vvddmf0BAlEXmyCBE336tKl/O/cOPp/Fz6758adEhAy
zY/Yl+rSJ08kaJPXNliSV8L1yQmiqqgRs0Puol6BnGOzkQimBYibQ9gNqPwknvIhLe2e9g2eBKSf
AuND3p3eaoTmv/su0MeAge8iUy/fUf+e9/Ngm7cS2t96kLGYvvubKEKnrT5EPYcXhA29tFoRk127
5BeJ8LiIADL53Miya6bSrLX8wB18YBHQuR6PHDlIJFN4DGKvTkaVxmtSfbSugGoH9Sylskckropk
SaoWVqp+11HHrkvk6yyAhke9pHmLwdFv3NFHr0GxKJY5KXgV6VT5a6NKEboTMsPE1ykn9XeB0Eq5
VmS67BuiYOCiM/5ItBBZ1Gzdi+TedAwX4x1VMoXPTr31Wf2Itfdo/1fFfk0ePxJA4t/MsKqSAN05
m0rEL/UQInxqXfYrAolsYep+AfPDDjYk/MTxyIw3wHX883fEcvtwmlp8WKj98EKW9tjPkfs+Rfrb
/ke8JP7t+H18abgDxGWJtoseY4IC9bHbei4vZSJPQluTjZH0MlrXtPTFrF5GIrqXepxkGg/dk++L
rcRTZsbXnpvxlVZO6SAL+bSfglSoL45Zfu9HxIwbfJPZQVOPJ0ERONvnEJrie4voZ0GbSCBQvM1Y
v8WEQkSwDKtZh+YnCn5o9zsep1CDXFLBU9w5rxVn9K0a7M+NwLFXLQuew8Qj15l1aN1qv/spjbkz
i2Z+cEyYIzoM4tRVDtRB2v5MFpmGvZDfNRL9D9d/OxA8z+5bTW26jc13OHkznhwwAA51k/rVHcP+
2KJJPtZk6o4DjVAr4lkWaVUF9a9udC71Gv02a0uuMEbxvAni5ILT4FgH08UEkXlDW48wPVq+sp/j
V0gy/VvtdObcxdak+6Hu3f6tCkWJxxWh3hfeXbaievOrKswTD5APtPvkraocdMIWpVpI6T/+FvTZ
ABTq2MTrT1in3p0E3u8JuZOcaAePgMFXex/0BnttQsDDS5KPx1X2jJ9ObdR/M3b+LWoGVZLNH4jE
wEaWwXISyBat3YB0ASDGZzwTJBMQ1XNcnbel37rn/tGf2IY2qXkc7ueiruueedh99LgDz6BFuuf9
VCgjdsRlxzL/eMd/P2DxEJ3Qyuqy//h+Hiw+BjTD6mYmuGPp/grTvIwGWCz7z8MkDVHYzW0xT4tz
3jeODJzz+tj8d7jvaUCRqOX/fy8nukK40LXl/uZhf/P+a/af2E/uG19GP7d5UhcJwtQRNb/WeJxK
hUtgm3xuqqAgw0if902yivE0okpPw7AlYxH2BZkn8bxR2LbQp/wzc+x69iMsvAqY2kuEW2xxrfeE
x5rBqWkr+n0YwigLHOLi9mQq89smLlfPTzJGQvPhJT2KNDuJrA/6CE2uBGPGXKc9w+B/GM7itm8s
o//u7Yd0tPMFz82BGD7WF3Dz/26GGZcl3Y+tCPn/ou5MlhtHsjX9Km29R5ljBha9AcBBIqmQKImK
4AYmKSIwzzOe/n5OpXXmzapbtehVW6bRFBwBh8OHc/7/Owe7Vps78AjXvkpLT8xF9VLo2MRJGN/+
YYcLzxi4MYbEHI7T92Ze5/3aVfoZH5b+LbRbxAqOdr49OENLA7A63qyWi+fWNpatnjL29uGEWtrp
2kdbX/JTvuBwXqq6f1/rHGNaNLwOjdLczb2NPVA+r0KU6sr3bAUa1SLVvsumwXi1KxME3upeUqPc
W25BcqbNxLcwqkJ0mTpCpVbV3qJuORIIsT7djJ92Cl0Bq6PbOwFaa49Rwz27BoL121vkFw3J5H5v
HTLmLYM0yU8iwUs2ticFCI/0TXTfl7x8YDUS/bKj5ZvSTsn3yEYsFJt6ekoscEq2MNTNqAP4ah39
7fbWlq/uJze6uiSeA3RB88NgM90yfSzbRjAtDWnvsD9lHVD2IZIFbtZN4WDuSRM7w91tN48W8qrH
GQLhoSJusriE7bD18kKhEY7okUDc3nF7bzRMe/BTNmvIa5PF+hH3vXVCkNviWJN/grepN8tMCojY
AZQWF9xFqQs/iZBmV2keDcSdeDKurLEMbn/S/v1x3N3+NvFKBaWTKT6B0MBifxSky9g+dG7+s2WT
+RGTSmEzr/00i/rOgYaChweHfh0nBg6+cpM1gvh6Ob0PcbfG3jjiHh6t/DL2xYFYo3Ks7PKPh1X+
8/Yc27bdpBLSidLUHRHF2H9939fHNPM1wom1n5ZiZJ/vEIbLxghpTo8o9/YQWUl0ZPiOjuuim/tK
N8kukOqrsvV7tCbpbu715KgIIpdPtxemyVEDoxgVDG68rzTr15KRfodfh2BWa0HUm1t7eShx3S+R
UzH4h3W8qzeVNurfLPt1Yix/zDpVeayTRnksmnmXmsp8+vP5opIMDBpJLGu/a5f0HjdG96SJuHhy
ntGorFvDFKTMtFY/rQ36R92u1A90NWxI2v4KZ5r8ujOZ9wivmidnAu53e4ed19xnifNaLJOxS+P5
sVwMM5hw1r6OlopIuus/0lFBZTFV02MUV/qBoKMtI4P9B6Q3hZyzlleITCvs56Pq7IQ+uH7ZJO1e
ddDcTUg1L8xQZIwKVZqhmiFwcZU/GS222Uaxtm6dqC+4JYpt2MRiU0kv4WzU2b3ClcWyxqt6gmtU
667s7Z/Lvq6+l+Ni7qYcwSF6nfI77jXcXrE7PPRWq31T60HzqmZOnmL2MVtCemQPajHBxqC7sf1m
Td1l7bYnNbhjaxKTYVSHYEZ7+jyg8fHjdG4vhYXNEgOiyaazX47FYj7oWqn8dnqT7Hba/IziovZE
03fHrHUQ0VdJtkmGdHq0WaRs2eOgEFYKhYBw0Z+S2WC6U0hYkaHWWccwd9Lz7jMHm0bHdXtYkyoj
vOH0LwoMPq8ATPQer8spiXU38tCGI/dJIkie7ctUJyu6tK7AeUmoJBZth0UDdE9aFy9KUuWHMBwm
KV0UVy1TT103qi/qlFi0KWmz2/NDOh8wPpZ+H4oJXFC+czpLf4SI0b8gD3S8sMnLe2FN/Yu99vUW
b0e/Mdg5ECQc54CJyt0oLJR3w2isbw4ROw8A6Sg5fjnQNV9xc/GmdbV5qqKxQ8EQrjtMJcOudM1d
qEX2FavxSjRVdI+uRqYxb4AIqHqmnLqCeAqKHr8UafUhlPpQTOF6ycbe2K19z8rVKIYL64fj7Q1z
isJmQNj8zcy75ERiK+bwRPmRkdhCI1ccCXROTJx2u1XXvL/Lk7Taoztg9aMNP8KKYLUaZdXB5hT0
aH3qC3V5ylLbemiEG/z5FO4f+oFVwfnlDbfn08ic7hHRsC/kqduD3c2q56CY8fuZfE3MZUVmpWTZ
EUnft2nJ46dBPsDeML+V6vXPZ9LKip5KEQY2UpuH2/OWncSHTivSIE/0YRut9fimomj1FtsajwjQ
x7e2k9Gh3nghEW0/5h23iHy6x4V9pzttHdw+lLrFhCygLu9uHyJpeimGtXucWqt+1TvDS6zKCdDg
LDgPKiyWs9ytAIrBF6qHhh+lNVYIuatBrvjLtFmMthhZt0yr83UZHpvZMt+R3dOFM8K1GGeWc2FG
v2/PT7HZouEX8VOSFcmxQeYUdPIDTav4qKH171i/kl2Yqu1eccfmQie6N53WfFdsC19dp+v3Wcyi
hq2g+QoiqcCJlUSnPnaN19GFeKSNVXMy4f++Eln4rbaF+vViPUq8ZLVpF4xx9mBoW5Luya6X/0TH
9WKpSXdiWZdsYYkASHPjeeN2/T6qoJ9YYsA/vuwVZXExYrfXyYb2Vas9wtYqZuOu5p85jA/pP7fT
YjND2YmL9KOY9GtcDaS4ekLGGhZSOewGvbp8GGHfea2+Clhs6SY1hY4OuDutRVweiPhGbM4OQ8TG
HzsJMb0WsVYW2/5g9Kel67W9Rj4MHrCxBgIXcUgf3a+2Od6NI9F9o3ExUSmH2Vzj+9u/Rr2JAqGn
UxCiX3+IVB4EE4Gvu0u6kQS1+3EtnbPE8GgZawotGYLcUBV/rFXwMkX5g5mW/TSa8ofQfanL2OXW
TKujU8zfiwXkYo1Cvw8NMkrZ/AyPdWMPywdLYVNbyDBp4QO2z9prwlQLcn3auKYOGUcptmbVXB0r
XbcjwR4/UexjyxD5pmbRUxQr6TZeiJJLtsXVtEbMI5jGVCcs78usuB+tyApsLVVeIVcckinX3rUB
S6w1GfqdGUYnc4hykkHF2U7QJXZGvNPzpNzlnfZil/MZYqNv9PGrlc4nQykOyA6OydK9KLHi53n4
sVriN65OfPxiPYSr+MCYcbK7rD65yL9yi6Z31Kzby2y2iZDn0GoCNktS3SkCFs0SGvtpqJHmjQg0
CsEl7yvkWk6aks6eiExwuuA3in1TkeacUlJLAj6q1zl65aPDDBbEp9hJw9yvFBSUlfIARMTdLLg7
SPyVkBuKKOjZIbRDhiykw/atuQvUDGy0fpHGB8cMHU8ohGJATzqBo7ixr88ZsW9WgrCH9J1o8Zog
CVmZrKPeW5BK3VeWGWAJtEi/1q03FGYQq1Xid0Of+g6YgSBbpl+tOy0nNsufRQhnqDfH3QRHp2b6
85PYEJvEnF5SaIOv2Zq+lOeQPMB9qDBl2AL4wtxXJXoUZ9wR3nsji6edIpugQcrJwCLMd2ge1l2r
Ee3MgyXCeGOnOki0TH+p0Dx6KTekH8ar6WmOIM2nr+ldA4LDi9+Hygrv1YVFjyZCdWM2n1M5KF6k
J5NfLSXqluK1Dx0LxRt3BWjnTWtgr7PKGg2l5vj6OB3ZNDm+qOKFb57v3BwYBfFToAznuNQRUUVm
SoKWvbk6rdW9NqVn3cV5IMLlbi6jPqgj8khguQLmmmGMyScIcRTxNB5RvMLIQPyHGuZ+dvsXR8tj
iJzauiMA/pwB69pF+sCMJYHKtmv9ZrFVeqU1/irkKaNUD/Q4awNWDjGln+ARuN+7Jv1tmMpexOkF
12nGepNMW50oW7KdFrK7xtnk+bOthqTRRPniiCbexw22M83IN7Vdo7eoi63TpG96k30Q10FqPKaE
xzZZEj2Q/2O3+gnr+dAhAyvVTNsYYo69fJ2O4xTkC7BRHdwt7pgSoyXIgsQtLsx1vdfZVukrynQn
6vAOmrAXx8qu75NfYp1QjIzTq5hWxSPKuGxAs4qta2vt/RjOh4Ldv79mtk/OOdk6dRf6ZdY/kLkJ
ZiV+dtUI82mjn1wlIsvcix9M7Ixg2uOyTA6UL+QYtYVSsKhJNaZD5MH/fjAImxujX1baPfoFfA6h
wNkngj4xPnq2Kn5e9K9JkvrRnM0oD/LY7wiyMdAf1qGuPS1SNV9bok8lq5/kSS558m6FJ2CX7IIW
T12nlsW2Vu6rYbmqmrHs8CEe6yGtGbTTDONgiUFQA5xqmIkGA+yYdgVqt9ZbJ4swf4LyrysLj7xI
74eKRQdPw9CLB0are+FMb+20/gyHlTVtDWwaS541ub8dVYRepULNAKc9eJ3BTWrTu7NVfWdgRQmo
GfGdEs3lbmzUg5bnbZD3MAcSDP4n23iYzGLx9nrFcSyx+9JX09HCEI72sHzuH3IDkGBFll1z8lZG
Lj4bnWBQZkGFGxmD2fTJ5cIdIKi9jtoWg9Qmh7kVdcW7YyMmnnsD3lSZYxuJi/caAdVLovcPpqO9
hdXy1Nn1ac0HckCNEntzadPEaEtR9HNTGdm+VivS/2N8MSZGFmL7qack9tkSzc9ZcY9TLBBA5W+W
q+3HvhNe2eDoQEsdh3gT6jID+KKEmIFDr9Z/6EAFAQ4CDyuWDhmEgdBFt0Z/baxfytrEvpKQPsIp
7GdTeGj6fA4wnP1QEElofXYXZwvIreFoYYOeR76qnpwA48odQcNjvhbfVtLFPfldox8eF6KCPigX
n+hKkFhZ7NWRgokNJmiMcTuPjrNdneJsfrKMfjxzz43k4wTA7OInpMt0RweKUJf4RbI8pwg1ENeK
hM25xVNxGQWGpd/b68q4De+1UcJ5u5Zw3uok33YNEFYVKEHnhlgWO4GCrf2JCoN4qIvucunqXTIN
D1NhXuyBfTaKYG5SCgToUvbQh+8stw+OtUMMyYU5Q9Dy43a5D7VVhVWB63ceoSyj9xySOSckt/ha
mb4Mg4HcqGKvYijNx6R1+E6t+CVux0OYQn9xs7tZsN0CthNlj41MC9XTL7tQTq3SvKvrOWqMbyZG
CDOZ9kWi7RQzemzb91XrTiDHfpl18U2M8XuOijcf3XjbZUCPo1+I4F3cGg33txFeFEJkiJnvOLQJ
aW8LWbc6tCpjL3CIaIc0P6kCsQDQUXTkyN3CXpvrgEZkxOiyKLEN9A4lhxshdNbDvPBWHf16PrXJ
di1Cmo9iEoR/kCCZc4lRnEhHIuYVt8ywWduM+WYQmtcxC3otti0hag9P/y+wFaBZLLF4uZsaoAoA
6irtjzFjae8q9e/ayAN7XGdfOIKyJWJXNQ3CC+JKm7ogAkJM7Q48a1CzJtt3NtmknFHecJSPbh1R
s7nlMSsitNKEffJ0DEpiwQeIbyzkx2LxDUhL3yxRtoFbDu5baBSXuGu739nUeOZQDdcvY+lgL4+k
amI8xbm/zG3ocwn3tIWy5diKu9VBbKMUUM106SAziqIOLCy+OF7ZZo7QjCLHIX8k3SrlxKY8MVCk
KYZjv0byr1JTxP3Ny1Io+jVRtZ1lGfrvtez3GgKod9ZYXtxVJBtFiL52UQ5KOls/Jg29EBHYhauZ
/9Kkb0lvsHKWBX1PmZyPMtEp5IXIz3JIR5jKdFpqTdx1HdwKLSsfbw9TNPqaev6CEke1OXzrrXC5
r5dVCdrZ7vYqipVL5ABsgp/8Xo0jRMpXt4vyIF5M+2P+nUZp8RkqLmlksHzX2gi/L6qjB6luYSWT
JWPGqDh/AZK0hAoJRQZXOivGirOCl3ZzE3zZh2E3lEdXKS/pOi3X1DRPXwDfdlzao6mW486YCRYb
1jqfwEtW266tHLqNUjwqoIJPhWR9FmLeoHBZvjuM0V6OIwEM6ZS6QQnib2e1Ntjqjuixqg7Wz9pg
k+eOF6exWcyAhPrzoR2fVh10jJXb1aG04MaNy4+YbJPM7WOkq2fBpVyyibzWgkXCQcqpKOVhUDRy
hzcaRN2D9VkIWfehuU2GbvlRsvh0cnV9j3rgrSOZyaAe1uipJ42NiWZQToDe3l25mZ3TWn/D9sTk
AaAMW2jyrajb7MhGStt2tft5M9Yaxc8Z76LSsd8DPLocSQlbL/OwWgzhEPmrqTNfECR1W7scTWZF
hPWpnRgcrt0+mRrKK1MUweKUCVQklrmPugmSBrh4t2VdB1enq+xT288vVC0pXltz/T5F5fI4Nysu
kW64S/Slu+CEgJLpEJidkvVehG190M1J8XI8K31kAbWUEIRcuCezJDbQO+BX+5zMB6q0uyEtzxkn
c7y9qUVP6uGLCirJnDEKR7uvxbgVdv3QSpoQywmBMN7qdsuSIkGlnzambT92cSqeBgNItT/qyA5v
tULmBh3RaLhkIwANrChjtjP0h71oswW3CJ5BvWqZugWCPUD2167E2PtlmwM95DljjJtHHseYzOaO
sANUvamdTmCLL52oxH1pdtQ3cfBy3ziz4aRdsdgOj6pbt9BhwU5YJ1Cc4gh+k+xTOvCzJrvMZDHO
cJpNDAyt8Kewjz/WTt3ZJDbN8HzjinVxoj9j7GMxz41PYIlMAPE4XeuCKB0THL8cIZuZkkElll3v
d7US32k5ZKNS1p+ROC+pcSmHfvognX9RRuM73rz2DG7B8qEW5KRbDfigZVbPkI4cse+benrSCF+l
3ThssqpAanXrA1lkIK9UkNyU+dx/C0n+38xobvir1Ov85ctPOf4ifoEOgL17I0FpQ8PoFpXxXd5b
yimypDqxGBzIrZSNEU56vj2QBo7vBtX+lcOEF5MyPS+dpQFWrnvCYkn1UCGZY3XS34+LXf9YY9dC
a5k3GFEVoKs3422RucrJiMx3xHKhBzREDaz+t1YtDhIKs0ZEIbLNMClHu7HN42CHJe6oouGq7CfK
BLx8NUQ0FQZOp9J8pogsyOcmT3ZKsfpLj2/0xkdHif/Dzvv50aAAx+YLntUir4ZXWJAcWWyAi+lE
m2JDje5reEYkNpbnVSU5qrM7PqTU12IE0t+oW1Ds+9XdiGlens0W8kXYkPrQrPeiNsjDyYo/TbsS
bqtWCKIjLLUwrZ+Wfoq56sP30rLmM3KI2GPpslx0CrB0tYRzWuWyxVBQvAAJ0u+x7j1An3Je5jqZ
IPA62Z2FCmoTJpFLYFXAO5JUjBv5dqywxAwDLNc+wdQzWKOyj5dKPX7NDguGxLAqDa/L9H7T9DO8
7Y7opmdrpXEUtz9ny56IojeURJE3KwRLolxXtVHGnebafhnN0b6MhvSgKHsAL+5jTRkMH69NsS3z
zzVrHDaZqTXvooE+sALJhBNtvdfdEPqu2WoPnYNeZ4K4uWmmyboog3keK1itMT1soBru2WHYxC37
4FLBDHMdOoBbU0LOG/DeMwULNclJElft8ySlbQ46cyU2nPuh6tT9wqrUHzCZPzQN9X8MCaePiiI7
47FNUaTCsFzyzAg4ceHbsqxSvybWXlNLSFvTWgNRnSAliarfFvpe4ESq/NFZsk0FU/fLtOvAA9Pn
Jn5SusUCE+EQch9sDKYF5AgB0ZFwGLk0uGYaFeO+ryrKvS7+mIhH+o4zYrHKlzuS6tFlFDOS79yv
11B5A7lm4EbFZE1UCWosFJaXWmUxGBcjCus4Y9JneokIvMACNoiv325+i9zXTvr3H1BXIPH/jpPi
NXXUHbUi13tztuZtTV5jD8iQDP4yDC9wF9WNkqb1NiLzmeH7By8dJQiQWrWiX+RJRw0VvdoM0Yy/
2+koMaWE5mXUmEygP2AHuE2yTmS86HcO/Wh/I3r/+QDOxtyJ1HqPU5Ttpa7HPtuWZAs+AFonhYQK
79+T9DX17xVvVJuUsK3pFLrkP/Xv9WFcel62aLbim6Fb3y8KIZcFr8XNvi6wfR5IeP9kikCTPy8K
noxmxYqgEqiLtQ60UNruXUEkpnApHIOARYUaj74G1g5cgSls352s3QnjZZC1zW4Pukl8qtUs5S5t
0+R5gct77Jblx5/vEFU4e6PaRvcTZTqYfsdjNrra0ba5SbrQqK9zKCLP0urzgr7gwTXCzVpk4kEp
qfvR5yu0ffPXje8UZpqxb8N63QDqa36odnFp1QUbqq6X37SOqkKzfN4J7TJYwRXfN0p3r6dSgnwu
kjwn6CGaB4aLrTOq49YSs0YaB+uWHRJ9qjX46/IhM2YFL+CwTbJ+lDmxIDKTQ12NIPi5tbcocur7
KZPSUbJfftMV0burjJsKrcBPZ15/QvhtX023hu5iDsnBSgUFBzH6BAJSyo9Mi+5A7oU/i2l4M+d4
ukQJ1IdstScsWfk2zE3tsSb1NWBHuMe8kzxEIsLiMzcPg5OAfV82hRFVvzCvXweghL1huXvgtGid
JcMspljLELEQG7uSpfViFb/wf5iGWWFJEevettGg6xIfM1JyrpPTemXY00HMb+itejEW7yED9caJ
gI27Frw7WFacRFi8D06YQP14LpMiBzolsoOB8+jr4fac5cYY7TFlPpBTPn9J1fU2RYWk8suU19Cs
PLkUE2LbyLCS0+iGxcEmCM+tR/WLMc5ZOQxR/3PWX3qTCCca2Z/TzO7BNZ3LMAsrqDstJ17dxWwm
U3VHQYLhaYXp4bP7J25fYkIdAE+P48J+epzBoLir+TbbBSrrcPnI3JQSBPlQPClGBDNnday9qybV
IanmQzYoCtmC3NzPhhhfVs2+pJk1fMw2u+dGKaynJWnE/Two6PIo/ycXsG2AsZ/unJnqMQmJIa9x
/5CtkI/mSlf35jwmWJyYqyBGmGe90nvfWisDjnOjEOGIKOUw2MTPunwAwkokCmRFwPZ8/IZvSNvX
3a8Jbu4BK258qOWDAjmDlpF/CkPnz9vrsOTjg+5Ov29jyh8lTB+/qnB8FeH8/J+qVO5+VbJObvf/
QelJl6Jn/3PlyR0l7svu1/8tPCyrispP/FH+VPuHajouOjjdMYRraDrlnv4of6r9w7LZyQqhGiql
xGz50h/lTw33H7auy4rztmVQu1IOyl11K3/KS8irqBxlqzhyVF7+fyp/ahu2LP+lCRVpho1njTIq
f6n+NbaknQuXEGZcRcT5U1YsnwSFgsR9XI0OY1dDwYBLNh0H/TEinIb4WzM/RkLOjQuRIXliiPaM
5REKYYuOHHYwocBLsnz2dvsfpiJZGOvPii6m8bdDvRUy+8uhRp3Sx1mdz541Xrv22K3X0cQYqBue
MhzJO/yHn9PMf/mDIHFdqjybrvb34nb5EhYY3cgPyHbpp3ZvgN2Uf+dETlbtWB4FFLCWohdsvMvP
tn6ae9XLxqMbH7v8ra+eloYiniAgbDZYqsdBF5S0UJRgCRvvMiVvExtBpq0w6fA8Z16pXbS+hQfx
qDTxZp4vi9L4S/xmJ2xtPzPegW19aj9J+zZA4sNkDVxN9fg5dCwE4pGA8p6hvmixT7ijyd8SxjA8
qWjX9vn8ORdPqXJYYOYSGYqfm36LFnK1PscZTo32qQ3Y2aONpX2W1uM0X9Arye9eAfM0JZzdcILn
9MnRZfNnFJIK/sTa68fUBUmqncIuo0RtTZr4qGdH7NeeTmh2jJGaj58o3CjBAMQWSWyiwgZTDjXR
/Byth3PRkicnB1qFCi5LPpXoOPCc7tHpbPEQ/jb7S2U9KuuRF3Ownc4046m+xMMc4JOgIqCXJp9E
wZhtL7ZF1bJkI4iwEtulXwL7IChxiVhuReT/uRi6LTzHoltHx745osTwAEAS3rso3XYo2KYjbctl
fZYPtU9Z6xEinpVNvsIPOoCaTZfPqT7Ke0O2Ixj1CNZbsrFFR9WZS5u/yU8QWAyR39IyuiCO02vq
0cg2WG0Os4EekTtqUR9DJRjrI6Huyi5I5ZH0sw4lfFK12HO+ssV0jqOuqEA04WgJ0x2+XX8mbgK6
D0s79VzExXFTr4bm03+a8ZO8A+XxC+ujBFDCHa24SINJ81iXRr306GMWMutq+sTPmyC2Zf8z9c/W
eJS3f81bqieufTt8yp+OrdrPjEtCj5fHxbsm+O5KwzVDtJgcOXrOgZ5JxwGCKaxPBolEQkRMb8Jc
y9NZCALoidIpzGkkNZ/S7kW79RjuBa4az5AT87oDATliV9p/qG2oUYP9n4YMlqyaSgEyDWQu4/Jf
RzeS/k5udz18GMinSaH5y6vmHkPtqiT4aHsOoeT+YrRLj6SaCIKX8HUSrymuDf1Xa8O9TgSIK5Hq
9IryGDrXLL9CTfgPY81/rwn4NbS5mOcNV9VgpvxTiVUEG2M/MrSN1Airuiv/QwiUQ1tPeHq8QoH4
D79oqX8vfC2HUwoeGwYlBBxKH/+tQFbfNwnBumImGXePVtoLSQAKSuL0E8QcuAtpsUdnAzgeAX5d
yrIxZJhJ0Tnn3jyrdkLc4dYSHQr9ELTLMgCXVBNvQD/WsYTC3b6c5af4V9IdKE5K3pbFOe9OQNUh
SHXHszJRBJVCUhOATNY4ng7yVn53Q9HBBZ6iPRCYwwJYuICqG9Mruyv5IG+cgE3nz6sFlkI7VhBN
7fo6hXz9ep2Dmc0KEdigDM99f1WRPfEx3pCHmP4pCricFcF5OoJNIydooZMOBXZ/BBiu4S2A9Jyx
9zK8+4AY5SnJ9oj0c0/eW8fKF6XP/I6tntv8Hf8XITllLw/aNHGRoEdEk6iCW6W2GZWZrigjfLra
WsVg1C1PFcxZ85krLFu3XW/Xm6ZMOS2HBgK2EzDyTUCnuPC8EKcoJoerfEIeFu2vctpEaEz7zMut
wolrgSrOSXvl2nFxZIM5NdE2SnByPALgpzxsliLbsI3uRlQilLBw1M2ATJBSC0G9cGIcl5pB5+Ay
gnv16uXMt43r7VKXxpmrSGBRtobl+iQK5U2QkciXjcLh0agN58K7XOuUgtwYSMp+3XGVY5K3Nj1y
iRu75tvHwo/I+FI93Y9DHI2cVTyZ3hBBMaVFmQqUtfQ5N9nucP595JCettNNaN4cOwdz66AEoHMB
Nrbtbxeo6AnzKNwxHJB8Xv6bNOGmz9GQQfabnZd49E3l3a2IXK+fYX3fxrvy50S5Zq6zvGotQAXa
viFgJFc8UC9k+8kz4XrL35FdcCKvFsg/5LuBbKL547zop7ILdAXnkgLAnI5c4ZaBkL9oRK5akqUo
gLmIJLLWzJMvqO1Oq66ybeTyJWNOEdxtaYnig/Okl3ARZutq5Qaz9JkbS3aOIqXvckgZTIFw4YAh
abBzbvp9+xCmV6Y+SlXWkG8resnIewzXiwDzw9Lgi29DHBf1zeiu8oBHcH5mTAFWCmDQoWyH3pdf
V6PwXdXwULOSkmUE7M/yCDnYnhYG6erzJsKH8hl52JF7puxnEHNlqYJzuxwQUASnSdpODl6yp+Xc
w/Jb5qHZVCbJSRg/lA6Vdxa4FY/eZY5U5mPgle+SyVfZF9l3IQWl2epcVguEDEXxMhypHGze6nI4
anXuGoCdEx/gciw5vZ/ZFCnTdirElttCca6RxgVjUJFnVbbU8iMNw70uGCm4LopBisb5xpFkFCuk
yLk+nOUByO+sRQ4FtfOM5BoS0Ei48mwS8dSF+4H1Z9zS/Jnqy7TPTLOhGQWdRWGMBLo/F+wqTyKX
N8q0k9NNpoa3u0CeC5vS2zkWOFXkpeQzFFa1KK4zEZyT3yQHJdmpsTzTec6VQTUHiNpyvAqjDyr+
ZZbqy8aUR8vhyxdacXK034Liu/IFOa/RjXRhyGFnLZ45qhjL9wA/oW2PcrqTIxSdq1POFSQUeQHo
R7IpFQ2JueozBw28xVT0QN47w3qeGTQcwLXyMOUsVdrCz7jnZOsSJdo4NuXxaHt5aRiJNIbgqH6W
LSGvF3cF9rjbvSNn2uLWheQ1b11GJtqF4+oAAtsadIOtlVH2g4bPMFRlGBSoNME0rTKH4NinF3By
MlXlaN3Ocd9TyojIkqcUIpAHJT84TDtsAbeGThOIaLbhxcaLqWwmTZUzg8uJyLaWE5gRWd5qmp7I
YVBwkisTYrMUAU2bO1ogW1vOF7KPyflDY2XIS3JUXK1HIwxKhV6K88yKCpDxlOL73jQ0QSWoMqfd
Rj3ZRFwC2RYLPyQHQZcBULZ8EqL1685yjMQ0DF+q9JsiRwlBm4PJomV2cvrkB2+Xg4aSQyezRGt8
jcNy6vqaNCgfcpuUzZmLIiOdk7xu/AxT5QwgT87qcjaK2yv3nZyvGcz4qJJr/mTS6OQ9e8bfIoi5
J7iVGfwWKVxmsKf15XzPC1B0eKRfIpu73RTy+ZpOx9cu3OWRziFGejBZeSBdxuuU+Re6j8kPVUfZ
l5i95C/LZULC6CS7uZyi5YnIcQ2jd2Awjsk5nB+TV4cLRqkpTw4cf9m2/xGU+F/lUDxWSdl3/+d/
/4vdniPwZWIi0wxdd2Uc9C/by2zK9ZFS10jgux23Lf/LziMvBi0hJ5V//3P/am3qCN0yiarabL//
vuYzGmwZQAFuvycn94itDa3JMCEvGCsGOTz3pUt3j4Omu9dBOFBRVw63TvWNMYrRQq6i6A5crYU7
C7bu9d8f5L/aAjsWa2fEcRgCdO1v9d3nqF4n10CkBnjEM0wmJaZJuTjjSAUrhg5fPi0lj1guXeV9
xgJE/kkr0gtIO7Ogel6No5zS5RgnOz6wablgYcz5WmK4Kt9EH5Yf18f1KgczOZ42xEDNQ6FQaH0+
O9QTM+kADPXyzpRTYFO01KVkIED9JFcfOeNoy1wxlVeTxf18lj1FPtkw5HBnRT23Lx2nXfPg3zeU
rv7zTsOxLNVxTaKOOtm5/957tJhED9BY9EBxtJXnz6TP/SQXIn2Kyb79MSCtsK7QZpiQWBvIlYUc
my2WMXJMkH8LVsC38ZoGZgZy0X0VqYPUhNmYQUpOBHLZRbvaKyaf9fzvT0K1/tU9YFkkfLgJ2BwY
f7vc2jjrw2hREFTebFxtDjVRf2CRtu3bWparHg872aIswuRZKnIYtq8Lc5JcyrHclSsh3sbqrf6p
2OeBioi37qBSwZHoUsvCjDlNLvLYT/Ez2oLrRbvKUQPd9m3AXaNnGMJbfex2rLvk2yfrKq8zCqRb
55MdUM4i8rbhhzSy8vZ/UXdmS24j2Zb9lfoBlGFwOIB+aLPLeWaQMShCL7DUhHme8fW9gEirLoWq
JavHrrKkkZJSGSQB9+Pn7L02IbDTbk1VNRWH0+9MVQPX17SRdfwUM0zOuguulemXpr133pfYUOLo
CZFOr36Z/oaUyiAjxnmqlqbCuKnUTeqy5sv7VJ/P75o/NhXYVHhcdTyj5OPQBB2Zl9MWPNULU10x
f1LvC9ZUuukWADqFbeO96DPkRQcjwzo+FRHThTsVDnWSrKYqa9pbp01x2ktp02G0/FYSnFGYn7nd
p6MUGycZ0FgHuJB4f9M9qIQcEPjHAUrL6E/SO6AbvuagNf3NrLnT6uEycmfXY/WdtjKLeAt+Hm06
GEWLxHqY7hPjPtUF054Eb3X6bQrALGRGbZymnY1/vQqVtare2amn92jy6fOLSvA4VSfTd9nZ0W56
V1M1wX+eJXT6+qf9g3/l95ftf7poLVWakgamyh2o/3zrEXyH9G9qknNNTnV67W2m4meqIHir/Jfn
/9x/1b2+/NXW34uPveuv/f/6V7/7f68e/+fpHz+y8h/nx83Tb//k/0etcF3w4f6/e+HPaVB///aP
Y8DEL0vogaeMlYepIz7/i+8tce2fFu1Ueti6DdNctxzjXx1x+5/SUA2HdjfzRuhxNqvs3x1xqf6T
6aPFFzz3w/my/70jTtvEwpetWVKXOAL+m464Zn1YyU1Tl8Iyaa3rli1ox/x8OalIZKTMoQjGTfbD
9A1KrB7GixGtabW6Zm2d9Md8QsDPDwSo57u8NJNLqtc4wVofcMkEBlXC4ItBQsT23z7Q/1Cl6ObP
81hGaqa0bYOPjQkAPfuPdQMkSztO3YzGa97We9m2HJUN9TKTgYecOxrQv4t1ClDw/JDRSo2LVHml
MwhAOyhBpqEPWYJbAH1aICGe0cu6oB/o1GQ8gC3DfzllaTMYAEBubhOlLU98b8kTLIF86ccOSVut
dQXX9RVoJzJUWeEVlKq69xOjA5s7kfVJLg02hdltIRoHXyrcOks7rTLs/+LLnL4Ndos2oYJID/kV
/uluVQskMR49Wxb+OnnRHeVBlhUsqLrSiKcbBuhJ5NtRJufRsAd4csxG0kjsqKlpaTDILwJjpCrW
PkchcNkwZx1OC8s4QmHPl/gIX2YwO0iIlaKJ9hjI1FnF2Ri9JE7P+ZbcImiwqrYxCpp+mdUFp2pS
C3QD0Exzokn//d5K6S0sOBak4sTN5xnDLuXrEATeQQBc2OaNdG5O6yFSbp2NUwTKFwWVolmUzXch
tR8qot9nW8sZSwPD8fFUbiCWPHiWk3NKKNKFjwDzKVG96Glg+XY9GloRfSpD8cEeZMEeHnay8Trv
nhVpx5fg3bEeDjvN1/2drOVTbLfjrRAkV6WaF590DhNkr7CTV069bh3P3zY+ED7ILv1Dr0haTAWM
DSjSy3cHpUIgTaznfxsqI1b960KpHRJ/pI4PpnCvslTeXzWqMpx8NTlYCHvCIUfXAVYD3iwjzS2+
XqZOfLNB7h9JlN6PJHVJexyfQ0CSWyFSWFjd0YnskQGnRwzK9MCUvlsiFjr3ldchcWAlQTKUAQht
rP4sG7rFA/DZV7ryOoSCKFiaJuh/S7OeRE9Q0yycjKDO0MYsFgQN2mfMMdV1qDrgfwS1IHHPv79r
d+o47bAOUHLalRt803LiDmvVfg3rKMHyFK+qwbEeUeg/RqGIrmCwBqM8DWpRnfh6xoPSGTi+FmlS
MFzgCYzaaeQTLXFGQ5qbQ4RbHbtw7RpPjR2OOzZzuKxdIW8pBJevA0+UsBvfYMxMbTUUXVXN1ipY
SgIBNxMRE9zEd0UJc4ZNPyFe83aNvr64BaK2bjIJ43NupmevAC+uu2N0FkMGUxoTNHhk/W72Y3Wc
v7vYC7/J4HlUE/ekTl9myi+ETpTunaa62HluHY1UnucRfjPN8R2gPwt0YWJFzKtyhAozboMUc0Vm
YfquG1p2YZtzJ5fFk9qH6Lg8UsAUVX3u635Y2Ohh/sqy4sGLE//LHxbDX9dCjC1sGYZmsvnr+oe1
2o0YyIOMJZ0Qx8ppCLvs5Pmk1k6SBVJxICWGV1efTNy0mktDeSnsHLMpWTLaDXW0cy3Id7h62I0X
EGr0LdIdRGOYW78OlvcY1diaiRcstsKK9m4PH7HIuv5sofL+/RvRxMciBnYRRwfB7mdr1jSS/3nX
QSkVNZ06oDigCbIlbOnQG8qwMwItLanYjG1BjMqpNEPtwQhNuemsoloWreqdR4lx2PMxRfiyDZ89
IIHQhEKdKBZs4sbgncvEII6wrrW15gimSXUc7sPasXcwG2Cikcy6gqZq3OdnGmUeat9V3SjOtk50
/dlnS17BdSOtKEQ+bbvg/WlNlLoaPFZzunVpf45ZgSnuy9v8oOLzPhoFVgO/SoCSto1z65Tha5LG
+mvJWqqq4Vvqc7bQ4MWsjDxX9mYmw9c++KtsAmtZF2F3bSNMwo6fOi8ozqE9ajWdmzhV6dAUjDXL
sXnpJtthEtANV634CwEAyYOVqsm+ElTOQnspLf3Y6NL8FHcVHkh7AF4KPi8FisHKPOWIEUWzCuHY
+l2dMYpz/UOA1mfXzgqt0kanaIAUJpyIXIpF2yjVGczmGIbubqzjDkosKyPpmdsy18UeUqZ+qpN4
2DgDapDR6HCFBi0mbovoBgELFJuqrQH+TK01vaKBs1K7VrQjsWf6lyEom2VoKWJFpJK+HjTPWKdB
kDx00zOFRZ49H9JRIQBoI5z3dhlA6msBKRjjXc81LJXowW8S62ClNu7QMs0vaqXxDBm+UTi7NiHp
sAWLezXinLU2vqpKVL7UlrMfZKDcDQtmSjdL+4JEbJTa0J5C6JFL20X12NmF9kR6pkNIkamsnCY7
Kq4lHmxTkHaGmnY1hvYfDtbIGX4e4ZmEL1qGqaIG5Ra3P5ZjTSEVFCo9t3hOR8E1GZUO5GKPZVti
2iBTZA46FoQ0r1C871VVB8ppV+3OqlxEdalmTQtx9Oob5ps0DQ7Zbvk257gCwl5g9+qfhTv0V1mJ
BV/aQgv0g6WbHEzT2llJcE/rNhGP4MFKQHRSbpQqI/BLNl8ajbvHxna6p/S46bo3njwc/yunlW9u
Lq8mUu0dkSPB4feLxaQL+WmqyWQWZBTLnWnZjs1H8/NagWCpQCXp5Uv6xrtMr3xkzsVmyDv1NI7g
moMaHXimeYgztGgV09g6qoPt0PId5YaU2PCkNkWxMVRzh2Tc3s+p4JEZG3vkKM4NLCNHR1DBX9kZ
t4Wf5Us2t4KDngo3MRO7vjfLcxD1CC5bMp6QOwFgLVGp6ynbtFm7R88hD9DyOP9lWoQkIleQ2/rS
/sPJj+L+14/C0AQrpy7E1H758FG0rWN2MiTQiQ1SMepjMZGf0J7ma8q+dtNlkXlpyuzNjmp7WScV
F7wNqal0kOkHnfcevZq2lrObX9p6QWqRAYQEDwuufKrGfV5k9b0vvTP0R3BzNUoB6U6NpkzJzvNL
F1EewLsXOZji1GEYQnqfOyvXFZwdkEfQ+AnIJchk6W8KNKn/Ojx4qv9XUqtcb5a7seboW5mIuxcp
4mKYuFYElWBS1huOUvmbqw3f3/N8BYkv29KwFvmUcdo3nn8aBoycKsbqi61s51qnLpVvRuMOu3lF
pomNwL9zslXUut+LvFAIgZZ5sFckxJb5IVV6RJsUg4sxbXqCXTu5IXov+xTZxDv4j0niiR+k59EJ
qbRveS5vk4eJZPf4rRc9ZRbSQsQifbbobTJ1mxaocNsGGAxUNAGp4ST3ZOoe2uDf8MgFgRreidbT
odGRVtFPsSwhSNFNq6AX8DQ/OLaFJZeUl/6qmhW5qPy9k6Mjl+g6X7zEJOMRaEOMaxITOQVeCRXe
GMWbwDIeZp3gYFXtU4NVMBiSCjdYs/MqokVjqRlrC1XitnRFuQomd4tO7h1MXfQ580utH9dRrmpX
NSN7pSZqTjO64uTIYW9ZiofS50dGItPa1EfPoOkH2fr9ZwQFz1dst/lDhrWGqbipvkFRZoRANMFR
BWoCdqr7NseeUmi4p/flVlInC+88P4R5/tX162YBlbXe233SXjTKHEp0uz5oBJhg9Eudh7ZxX41o
eFHNsHyBloYHJvTezEgBT9yelDq/lkWdPQUmX0EXZd4ir6qviml2r4FX3FQvlo8NTRvNt4ip9BN3
VWtTWPT8mvSkK2sxLbL5/dkmgw5tugi1XNyxH4ClKjPrRn7ZKnJH9xhMD/Mz9sJ2mYwlcidHsTa2
bRV7B3OuNkyZLbLKkKciXTFKbzibbeZtYpwoy7wM9DUSfHWnxE7+puQJPS3GIQVE2E+mhwxD8b6H
o3XQYS46Q65eFcWKrvgLNOaz7qKf96yG63hPcjlsVk+BM9xXMSkixFg2ftCtZTwVsoOZcjllxG+Q
bxjTZ6+jHUhDZQsdal+Y+jWJRLTJnEx9eP9mSA5C6CZcHAqeQHSfl8TV157DsKJj/qgX+YOPTW03
BsHLYBU4VDixeLbavaRVgT2ai0seNM6px9JNLYgW3E7pQOj1/FIWtry1UVPgJk1otWlKsNKyUDnU
UaSdqtAgny3VQsDeA8utGfVnjc73QoIyeCMOhBTrFHjOIvyDcubXbVdiENVMalFaKqb6sanmEc/D
P36O81rr7wqrp1Aa+zI6KuAqSq3QNFTsErh73KDJVzon3LWGY3aN3EZdEx3DAaYQ2V245ULoifXN
pOxcANq4ZH1SnCv+ZnrQ1d011BhlWZG/IY/ZB5Xa3KLO3M1HlaBwAV3BdVzGgfwcm4G/ryKmFAsr
7vAXVnJBuN1Uc4Z9QG5riG3HFFiyKmewzhBtoz99KL8cN/hQNGp3jTrEspBm/rzxVlFRu3pJ1Vjl
OC+12qqO4/QQjA45We7DMK1hveu3e+TwmD10clOnBJu9JlFnEXpwKOARPJbkwDVxHNyEbA9zQOz8
+3yGuy6pD1Rd9lZG7QSAcW6WWT10UeGdCVvE7b2NFInXr7JizCZWqVwawucBh1eEbjyUquqec8Da
Bd6Wxew+DFz5YIZq8mKAd8d4aFzqxER53UO21HN/hLWN7+UPBcp/2JUtahNT6BQpOlnvP39Omuqr
OoTUDKWXrn4ZfD1nHUQMwOE9uMdqC13No3Z3enFJBi1n72040HdxD9EqX+NylIxEyIMz+HueA4nj
rzMNe18QwVEWZXVtW+1Hb4dyB8qaIXRYORs2Ym8jkKkdY6WRF1FQmzWCW5UIDn/HCLEzEpIRpjw7
4mpsSoR1nOTjhoNT+xhHuNGypuv3KhyL338YOo3Jj9UaAeYM0ARXDR3KDxdNm5phhKuAdL4W6mxW
E3bn4u0dZKzxBfNgQNAiOVv51Nr5N9V26RQY9nCMNce6lXacgMJxtq7NhBWM79ppeoJUHNdAIm7W
Z2gVZ78DmdDJpDq1Sl//oQDXzF8aoijSHG2qwOmwkgL18duMdcF3MJ34SiJ9sCYFx/mh6AAA/t+X
8zOzLZHQ5YYpdr7D6aY20Wo2jXkpp+TmSvPEBscquoZQQW0VsFRInaQknW/10IbpexSoYXyTsijv
vQYvsLWbET2lW+3ml3KQ5cEoMfLTzsz2795ZmgNHLyiJnKtijQhjElxKPbevIyXjKff7i2WTwZfU
pBwthEtoiGm/YdkNdnORQDq0u1VGRM8+7bV7jx1DHiK8agtCTl9iBfz0ol+oc0RyEsvnyogsAESg
0A1cpTdDyZxNhxl/nZdFsElQOp5E7y07Tzfw5Wmv49hhlbJ7mANKU57q/lqAyyY0oLa3iiP+misf
zyW2OtjPRZFRwAXViNQmoc6u7qJLvgxFOBxlp6+TclKd2tFwnB88as+C+Vl/K3rIIbCUG9KqLPyL
xhTfqHuXrrdgkgbEkzURfPg2L4HSqqAa2Wg1tErYiEKFWDG0tBUi3nr53miyfbFkplms1FGN1G3i
s+UTtkcLkpbbc4K9fe+pkNvmFlLbj8G+NHNCg+b2oJohFnPQbFVoahWhKreMq2HpBgV6CDl8Nuis
7t4TvEN4HgdYJeV5fujwA296fDWL91jNwYcank0puFpDaT7G4quB6RHxSBhC5wglhhp6nNaIFgh7
hi+5ipI9lWe/x/7N4FxYeX9KzGLFIU49Uvdb58AoyOca43aF6TTaOXHFzY86f5XYRbGYLXF6QrBF
1zfXJGPi/PsFwfgovDSlnGYVJrJPy9Gw8/y8OmIiko2lstlXKE2OOX4MRzTKCgCj/2jmMQ/OrexB
1SkkJ6xxHqZHPSqw3SlldBj7qrrOK7uYlhN6hJjRBQSPtsjVVVFDfGdXh0GiPeMasu9tgXq/dZjG
Ziiy/L7K8Bqr6MNCwqlUd6PX5MpDcNKJLAVVhFNgE2RjcNRaczj+/o3r00Lx7wJ+3rilGWwKTHdM
8GkfFBaukkZRRQLNMgrrwF9UKQHR6KimFc777nRp+uTkQ3fNxuaoZn2/Am3GLeBqxwiI2icwyenR
G7PPrR32D0Wq6gyX4Q+RGbVgUp5v573fDxzr3Ej9x+9/dvHrIuho/Ox8acI2+d+Hnx3vra9AliEf
qh//GkTNaBQWwrpVNzXNLpIvVXPVB769iiKXwPmUzlXtd+lOBJMdN6hcmnhWsItatd5Yte+D5yqe
5gsgdG0c8CkQWnw76mF+pkOF3vpO3Lv7uencD+1wdWR8F9UQ3IwyelE6/Ghl5ctPtoejOy8f/MrJ
Sb3E4zt/ugqkKHUsmJq3RLXtQND80CuoI2n/OjDfWrN1V0fLqKujOj2DWNJtfv+ZGdNn8vP3zeWN
sEU3NZzyQFV+vtBbAUFw0CPiM5LCiw5YxMeDIdRPkYJJSpWhXGVl4t7mZ8TsmZsw0d2NFs/pBOaL
QSF+sTxUMHbbQa7p3tKagKsE4+llyGt97eRUnnEdm48xUk1RVfJJYgxbUSrXGwVoy0IzJoRfE34r
iMJb5IYvNrovKSecpnxAE16eczCwHbl+DhEI2BZ+/wn8h70fa7+jCiQVKItM7eNV4+WWZ7ZtxNk/
1YDy6suwVWDJ+IUG+6ax12NqRAS4mMZZ70NCDkjA3jo25xIHB/BpCMLXuVHX+pY41xmFkN9FzdYM
oovpluHR+tdDRFriURncl9+/g18UISb+JGQ/TELphDvOx+s+tOlhJAQRodhouU/LwH4lZTS49Zr5
ZmvaZ6NTaQzilbxXaZvdwxypf9bXD2UbZsgV9XSRJUG1M0S6lnWanOxKBRRjTY7ZNoju0DrlSg6t
WLuOquzQ4mdIEZk6dFEOBk9zvyg2MbeNVWeHWAzH0ASl3hfuX0hFF71G09rvjepkpf4WGBqiw67S
Dr4uK4i26hMaIlTYU+h9Zb2RFm4u3aYqr0mLka4W+b3XWQqDBHT6+ypUcbjxItV8rI3UXQ5MdFbv
S1WNSYYGF1Gv04MVOwqgjLJeV5qu7Oa7ePZPBz1s0RC9YZok/pFBMvlswANOY9T/6ebSfqmx+WJs
Q+XComupquaHmyvo/cgXEmSVmbj2mh6ceAZ3vO+H7itZDrQ5NVk+277x1er6z53qB5s40LxVPjns
3bRdEguyynJiLCOYPo9DWBg706IE0IP6D+u++UsLF0YxpS/dO4Y16KM+3AWuLMC70cuntcBd1/EV
zxNnUtHyw/wSD1a27RrmOBV8+JOwnG9mJeqNSiL3cX6ofcNfqKn1bJgOZ2PAt0d8yYQEmGyHY+Et
h9ZUMqA6ZfjQtQHkE2QtqZUq51B41nYcox/zK1vRnIWSDjU7p15d9a5yLpYRa7fO0/Yg2pADx0RC
+t3VDDtxlRls9cAnHDjqyvJc9kOAgLdrUaTzMeYZveY4Tomum152UjwH9G7Pql3Xe0XR17+/F/Vf
1tPpc7Q5TnH+VIX+cT3VKwprXRFwbuYNm5R3eF1ZvuIC9M9NpicA/+FTtSVspr7r83touRQXak4F
mFZPxKkrkOvs7mw5RPklUI/mLlRoHiHyc3ND6+HMaol72LnW/u9txKPBn2YFcNVsMHb//TsyNcHY
nKkX///4jlKwmEmHxnX5Xsd3tYKbPF43WM6OGVNYIudi8h2og/ZxNCr4mYHf8FVDX7v5QRysSwPu
CGB65UDeqPlmZtnRVqGFmlYDymoqRn1zA9zx8e/li4OIcMdP1Sje/vBWfilu0P1JIabOPMZNmic/
b3Z+OTpuoNMh1mu4/z0d6Lht7aNHqtJFNRNr6USe9xU2YNt2+qqIJEWP02hHJUfmvIj4wLv+qMNC
fwHHWqJnwy3PFKFZ6UpOJDdRcIYHrMUmivsP96cupp/tp40aLyknPEMX7NPmL2NUJoudRy8BmF1i
N4yuRHSa+w/yhUsp/tQOoHv6YkcOlb9NeucvJQ7EJW1T0tncql/O6fadFT7SnsXdEdq3WInjB9qN
2cKpzPQYOIHctBOCIk+Ft8WMzmEg1dIHQkz7lcY6RpQrsdGDBV6J5LSzDHdGkWAP0eESsRNqq7Zu
gz09kQrHNScbA3TLQw+edepsDBWeh6Eot/2oXvWykGedid6511tv5yQkzCvhWJ1x3y2GjGKRjDls
g1qAmqVpVy7d1dDw+lMatXKdhuO47FKfAG/ywrtAIz4hlRGxO+6GtD/zqZ4epmDMIgjR+JRf5rzr
ihTtpVf62dbOaLMk4QSOnZpBpi+qJZT1GPZhQFdC9e8gHOJtAu50zcc6EhDx2E8PZuzjQSJNczmS
nbHzWZqu4fSQ6q698ntxtqcslGrqfwyQ5zep4mbLzvDbK7KEbfkNvh4QlwwGI4IX+oxtsSOkNTpT
tOprgnag7XcZoXoNWhSbHlHYdfhAsUAqbuscXDrK7w95nCg7ZUhOyACyVV2I8iHPO0TiAkN76JKl
OoxDfoV2jqDRzZ293447UYj4GgDeqOGFnejXmgjqqzQKX4eIcONgCqMAfIrjMAuR9frpG+kF4OIZ
s29Mp0nfilLcA3u8BvFI9qBwCnw99vd5oJsNWDTLlhmLVha7sRk4TI8YHxh9mlnoPM58MNvV5UsT
u+WS9IDsglN1UrbU6SC3sd3xH2fkvpv7jH4hzJ0twlscNf6RNX/Vt0UE3NJqd5qMzU/kLLyoaEwW
fWEV67kaodU1rGw34rziKF68LicqCIQyeQzKFgOQke21APr1tNk7ur1KC3mZD5J/nyZhtrbXzrPF
ncTm9lLn5EcFQf8ag3o6QR5qjqHUnrLYzlZKaJf095til/ayWs6smGwa83j2aOy9KAiWDKPqvTDr
L1FboQRHcQy9nCQAmwHVbr5AmrRzl7j4C61JN4FQ/UfFC7rb5KDqnO6WZlUerWuRfelTl6O2MYRP
SgPrppXKZ1CZcDiMrCCLvLqbfBrrqrItYx3YQboy1bZkduAVB3a/H/Mr29Lo56s9scIkk0PFt9Xj
6FS0rXxPHKjblcfYBybhOMNrJoM/9KfM6bj88+I1tRk5aViT/Bo7488Lb+ro9As1+HOoyLpFo6Td
qh1xp2Zd/Z0IGYbkkakjC+EZCcX5qiyaCkcCU3YFyNBbXcYb2pLGgxKArCzGMdmOLvF783m0Mfko
MlU7iqDZT83ykwdqF8JEvGVwzJF8Om/rhV2sND3MVwCNdHowI6nACpR4R+bwko3yzQCgs9LHkl5Y
7cjLCLFp5duKt+fgT9x7bb76CUN21az2qLKzF4EfByLHZ1Fq0daUD++7I0YkiLJ1zF3YMnqfnwE3
ZAjve3/4UPVfSzbqC0bvIAYcyo2PHVwmzJzKVZIP3+lz8+hHdVXz6FpTH1eKLwW4zpM/qdTSUvlk
EMm8qxQyPRZ22RsHM2b7A+WRqZKEWn7lLBqEF8PQEpE7NTbTok0WQe7p1z/sw7/uZZaDrXVSSLKV
YbD4+XLIFfR6BrZ9SgfCQfNGzS6tuzWKlCnQpLJrqnwNxnbQQ+usz2iTAFr3e/2fVjXwH8d8c63K
2LupD90cnl+6V2NlQ1VIfzL5o/TnV8HpXM2RoETRYEuhfriAy9pQVNiu2LVaSzw7OpUBExP9Nj/T
PeaASTBe6qJUPwVupwKyCcYjWNnqUlkuDZQwCo4VGolLMT0MRo20pSba9U7maPuCDiC5o8zcDWRC
hwWFiGbbznIoi+GBrBBGbYBnPDWW4MgggGileWxqtVmEEwfRhB65mX9trLWWnqRtr8TQki3iQ1Ls
6uiJHwGzFo5JuZ2nYKD7ir5zv9eyuPgElt7sSQ7v9eMdFvtBEX79aXBK0rkdOz3kTdtevCBuL4wL
mHQkLHDTq/nXW8sIiaQrkf9NaZskfJOVODWJrLZjHliU2p54d8ZoWVB8astyCciwWjd54VMxkCSY
m6LYKGGG1NMzSeiNM+fB1fNw9V7YBt7dYPC88EzoVQJJCXnscXeaMG0kB1kHphAgii0lJzih7RZO
Ej4wCTNx/jKsrvs0eEdm6ZdiqqgjnEvr1tMdxpbzusCH3R1sFZ3A+x2EoJmpx9Tr9hIHYZ7ktLMZ
gK3uSC6Ry5nqaKXxa8Opj7cU0pBLClC7gZe2V1OC0maMfVeDzL/H4fAnRcnH2x3MJY1IU1M55VuC
PejnmyZFQtEnmMGxdTZXpe2KN2Z/zYK2rnux9Jdc8/pDqVXWDvUxiyEpWXreio0r5biJOTI8W577
MoSVvZc6kUruNHNVITgB7Dp0otq8V+KxF92nV7E5eVpSgHVF+U7fjCIlXQmzIa9TRs6ayVrwh9kd
Y7oP+wTv0YBixfkFfbe07ElV82/+LvRh8DyCMV72WS5XHEpWvmfOkYEJb6tNvnB3pot3QZvSpGTD
JQcisdIH2IH2NB7yPTRvfrKNTaIPQ8vDc6F2LdkwpEoQ4A6ijv4xCgr1nrtTboVm4zZhsKyk4WZu
7pLUQnO3SqdDpiixeUVwiSZNsR8XwbbMWhd4vCAXWZjk7dTaJ6h28HK1zj2VWq4+gZnZtWJouMN0
wNpQ3mjumUdJMNaAfO39NNcnDod/odU7kLbJgxY2OGkYZmDM4y7Sx7E5Jw2hU0SqFm+mQLZn5xm2
lDb7CwUEkQYdf6wwwugia+tL3HfBBT18eSEr/FtdNdchS7p7hER8TT/TPEgYfNe6obAT8c1Wxkci
naI9yUPpEw1ne5vGZAeOFKg9R/tHs0G5ZkzRdZrNjdwExdV3mOUolUxuGJVT7PyZb8CVGQvoTXjv
3MIiuB2c4Gs+evswK+2/Yk3VN16V1ktnRTKg+73NlEUSl+lneyieXfE8t8woKpkZYK+br70AHBLD
PchanWT8ZE73ddIU99Lhi7ZjdDpw4P0/HNjtjwf26ZKTKLU4XOEqpcL8+ZLzgCw2RCrFy86Jnxoz
eytct99XfYP+joHP0qZFxCfobRzkTT/Svj+oRlIfnULLKBcASzc4GbH6eekBPaK9AXdbPZmJd+4M
Zz9qWv6JjESAlWWk3ZRp1hL7tjwV1KWr1rL+gotuH3VAYVtNBEyHo45LrTKtJ9fH/CPKwtwU9P93
mQA5UmjlkTzaAVKZ452VHDx5mTrDoWGhjxIteSIup3zUUnxSdmO+9BqVdalrP+KCyRDwKOVlZDK4
R5pJzO0kkhJ9f4ZfztI5+t0xD0N/wnr6i5nxmqgN11wXPZdmgJ7TJsiSb2so9ySZGGc2N2vPGCNf
IFB1YdZE8NhKhoWqpl3KKohgeRCsl4VcIE7ZF+e5+8ZDdWCozIOWSXxUbfsUhwrw+gd1dM1jSdG/
jEkq4ADDy9AVwx8G379MOPjCOQpIHVmeJo1fOl1OCSDFFGq0DJWyPhd6UG09CHjrqK/FrWmqb7Uk
BNSAqz2fIYlEVPaGgL2/GLPM3ap0U5GgNsneM/gJZaR/TsY42npiLAmpT+FfFtYD1XAEDsZN/2At
oV/xcTQlbSHF1LGGfDaNez9csKrGkUNphL/kGvgcWDjvCn8Ib+RFhDdbOMO+UyH+h+BKbkblhLcS
Bs4Jpdx1/hPzL+Vtz+QdzcuUe0Gb1ACNlvb44+zpwM9ZwQCAbn2dXw2aexrolW6dxs1p0pFqVIjH
ZtwToGQ8GOVrN3393KPKbXAy+2BezfKajynbLd3uufn9oQ1Oe5MMcra5jVDt8ilgQGSlJdEeyhaE
cHskbITZSeTDdA8oaMKoH3dTzsXKrhXrBWnZt7Czyh+hu6gDFz5R6DRLq7fMDeljknC4gLYHbXv+
TLXTwdhtzYy87rh5KDtkHrkx/kVzEQhO6xgPSVUwr2XMvCc7qEZsXxdceYws5haJhzZX6CEzL61x
F4jbpzsaQHuOf4QIHqvgQNLat8mxHkzI0pSz2ZHfRH7nAqbmW3L3ZRzs8c0Yn6KoeEr18EfQBA8e
4oCvJOM+pAw339vXHr7apIrcu6FmxhYQzVqJMVjOUisXFLXlp83RB6eI4tFGUQ6JZa1AxdoKsyoW
hKMNX3KCfTJa0a+UVpBVWpUgtNJ70ksFfjuHlTUcfLFHixqtWWajlUEiHQof5820o+6hG+qr0jXR
uqzLk6JNDg97m3ApHuNIlcdxGLVHX7W+q60gSIl0A80O7pGUMQB2AcaDcSa4VSvf17lJSq9CmJdV
uBunCSoCAUfnU2dNo/2WtgHJNojk6jC5hj5LrNpP5W9l0tvK+vzQxjI7K2EFSYag2Wc9r4h7j+1w
WUv/xvCx33dVApWae/hZOqF30hMAUc300qao1TVzr+laiAALGtahltrfD4baqPsJ1aROFUPFmI+e
cEbc1/RymB5cPcwo3XVjVeBnxi1RXlGswjUG+7NyFZSjbd5xvgxu0EajhYNe4uI5dXmxh6B6f5aq
TkkPPWrX8+9a0x8pZZpCSWVbLVR5jlwhXsOM8JRWNaKLNwALVJwhOLaADzeVmogbEWwSLIIffSoT
et0cW/8PYWe2GzmybNkvIsB5eI15Ds3KzBdCykxxJp2Dk3R+fS9SB7duVwN9HioQDKkSkiLo7ma2
99rO22QED77GRKWkotrbUobXsD8mVda+eam8BJYUn67Xk6SaBPLey9S9MH3AplqM1SdOEdAn9C+j
vKs2gRNPZ+QGMXkjvvZWCpbvsfkT6sVWuln0Emlx9tTa7EvD0JyLCBWFEkFyw8YF1aDeu03u78LQ
CvC+etMW3eKl6xvvpSER6MUVfvxkZE7zlPO3PowNqprlMgxoVRgp9B5O5/VB5gw6oulJ+pnxvDyk
Tf6GiUhcl6sAc9TO0EivSer6WYYTiRlRMa4T3ai3dieGWxprtAXnB1UzLJmEKU+BsL1DnLTTnv5e
/QI07USM67oURVRuBktI8GLzU0m20NnjZOlRAB2rGoyp5UNdM/pXvXH0Y903JjfCQPekGjcZAatn
e+6ZdMWkn8VYKujamsNjmAYIq8lrWsdTuKtESx46o6BdVYNdwwTkX5cHGsxjWucHatiPoDA2tUzr
L0aaDzpJPT/DQsM6gWo3JKNSQ0e9KcRg3CaURzc5jdONGNRBT3dGZ/bbfj632bVbXRpTxvOIzmup
CejdCvVszwZAd6A8FdIWZxDyCaQ7+kdNzhyksd1uT0GvXq2yaVlgJEIO1CWvkyRQOrUBlVvC+6on
78OuWz4oJBGtSqh6q2mM8EZwS5oxd2imxa+K0tQytAcDRJzBsQ81W/rTwcCXYscqwuwuB0+exszP
13oebEF6byQJ9cQFTDqE755mi0hgRFSjDVYhrFZkps9pK4KzZ0pNxTsX+OFTkx1pmb2xnXmbFiB0
GhF7WI6Ox0rXHPpcfxaJ/K0H6SHt/PYQWK5aWZVIdq2PWV+rCgJUrI8pyrY1qOZNYbsr06jIrJqO
hSo/rAmstJZG+NIsGwUzwc3iWubWtMc3+eEoA2AOPdYjpjuMpVNo70sHok1iTmpdNRs/l6zTNc3/
sa/+0imkaBGQd3BhvJMvxZSkje92NX6QJJuvtCw69xwXSZ7gTIa1kycasvX81YpISQqXlosYCRjW
HhBl8/Gvqz/dOOokSdkS0LnVbpWkG9sRR7xkgUU1U87AojIJrgSQAXzJrGSLpy7DGC6NjTBIi7ee
8EiyRbYhp230NtuQeLa1IBDulrPG4z7X9ZWr269Az1piKpxpN6Cx3JgEBhkMp6KqRm7eEWETjbDx
+o+ixo/jes67q2oTia39mMZYscv+0+kP0r4PFnJZS+0QnBPmg5V0jsUwViCwiB7KsUQgUQvsckaI
QNwbMxxLQiu7jeWHp7ibLhLMxrUqMQsq5b0l+Oydkt50w4a4aZ3+KosIJoMiLI82W87EuLccsevK
FlRRfhYNiqhWaOiGB4coutFx5i4+uRDPXjL5x35if1R/3XY8Z02/Cx2f7Li4+TIi+rFMKC5hloab
0NPYQGx/K0J0o1PQ3ZnTQvbvrDc4aASw2fKRPzxbm9Hpq4ymrR4OZ6ydq6CGMGGYZF8FBm0Ij0/H
psYXA7BLAhmzKK4GmoFZn/7q2mhbB9WE5ysUay1GpxumZ1W+DmasTkveuHTMdF3ZE78b6L3BaLq1
pHu2jsLgV9B9gYko1lWuPxGjk6xzoNOd9GsEUuCxWO6tubmZHFwXVgWzrASjjd+hDLCqvwkDXxhe
WLNgzIH88B2WH99I1mXToW9tY04QuvaXGIeXKio/ylEn6iH7agJrOkzhA/XFgTusPOQReRGo7Y6u
Xv2wot5ep65Jxjk7mN3iI4V7e+hcC3n3UzoRZGILybd3w0r1PcIBOk8T96J0pNojtdqnNUpp1TXR
LmKSuusYeq5khV+h8UAj5K3VH6vyh+8rTBIeK2bpqOE5G4kYKaR2iCBo8Za6m3Aqoc8JmjOFv7P6
7t6H2dcQiIEpBagkY0yOrsKS2nJ0WHsSM4PC/lgRecQJiE+ZVMPWNEt+OJILXGVdCeaF8qNPp6GZ
qQutN6wby3rw6XDNQyH22607Ejneef6PGJ3IOjW9U11Ed5PCYNUMot+N/bAvmG7tCjcI11Mbwg3N
iD2mhiJCQT/Ztfg1pegSXHNrmDXLvfmcBTTwpS1BKIsfQp9PeggqOPPqBNzNZxfRUOzJlFFLMKcc
hq9mAXCUrYqMSzRzORhkldennkSdreoAldBAlGFBFB+ecs/bI6IAEUcaYCdpezHZwoUdr8hkDlee
/pUSOmYT9Vfx16wm2z1YEDLGEZFHXql3P7WydR0MO7sSBKHWZrMNsx+tjTQmm1ivw/Zsl8awrzzh
bDNiENYEq7mH3kJs3TS3VrTuWoPNvGag1JwHZZ5inTlE43U4LBFJjSleryrDV1ZHdQ9jyQ1Wrai/
Qq8O9pISaV0q/89YD/3VqF0i4+KdSo3nKCwgiFrlVxall5KSDTjmmpic8SiFv5FDeIhs/21oK/ah
GA80cT/aNiSEdN0xhPbCyd0YGB0JTqw/KseiS53A9rRHZDIUvpuiRRYockBSraOTNRxwaDPJEDHQ
eTm9thkHBS9NZdE+H3N6OHH1KGvGeKa/jwq35hyW/J1GUa7GxnBXaUHyWakN9yAWX8Rw39O2JddD
4gFLs10emCRg+BMR2iWWz4ozhYaLhiwr1pSCDL1RI5KDwMB1MAQnzm7EDFfRZ0LKNjbOxzhUD5lv
P3CGePG62Z84OK8Oa6DsgH65LWj2EpG8HCLkJgF5TSCzAuuHEaVbQ4sOvR++i5bfcUi8V61iMm6x
8TBcD7gl+2llOO5vp4SjnXrxn6Tutk6dyaOJh6Cr2/zoB+GpdJ1nEhWxGI8ebbLIZJllGUyKE2/p
k1tZz7gpiE4J00uC/TvDCFphrTQa2CosaORjPqIr2qfDV5uIk2tLdWW9d57cDnUs6XerwcQu6NYk
KcHBW49e8q5b9V5FKV5psS/6uFx5bXptErLncbEa3Z6jmummsyqjGNY13HHPiBE7F8avGJbBKhy3
ia73666PoLBapDOSHwBXqa6DdQK5W+rJX86XzhZN8d3kINxN/Nid/eV5nE7pH9QPjJ9MImmMc1NA
J40c9Wnig5CZHA+uHTNh0WqD9bi3djGlIF9Wdb6jDaMOLFj7eorfa6RCa631Arx8zq4ib5HmQ2wd
sNkhySy8Pds1Jy52HpOx2EZsatd8a9r8pzcGYHFH2pepDuMhbX8WPgcOR3ZiA36Yd8sCRjUwyxwk
y8UEwbeM2aiLZmOF1kGMBLdHqQLCKoKfnt1jo5HTFmI/vYHCQFRghIww8ckJuMEhg0Ihi3BLwFsP
Xxg7b1VFX32XPenpWk3mtO6ZGW9Zo4nlNRBmwiVTO6Lnb5xGrUtkRxdKz01dMu9JCMvDAEkfbqDw
cFnSZOng1A/ZvizHpPeF8HdMTAogFNTL3yWWrLPW2LdnlPFfUxX94paNt60DgitpxIqMF1po6Szs
JgAewbG3I2Migf3bmKz4WanUurTORvLXcs5t4tVr129OgeTIGoWTtad1zqwCvQR9wPg0WPU76lmm
Li7/c2z2JRoYMJuhoo3is+fo1e+Y+eEKchOhIv1zwshohVr1bOr936aXG9+M/K1iENyH6TaqSQi0
a+dHMHGs8YDwE4NhgfPzkqPIaII1hf7sTKgqfAMza+gDqyMjN7FKsYlrM+LkTII6IIa1nVGjR4OQ
G+KqjI2Xor7lf7ECGtCSgJaJ5DKjogPQN7upmLxdig0momu3G7y2xeQgjmULtWnUqt8hZr6o5TNq
5LOYKwVH5xbGYWodl6qWc0+cdV9SMxi7TNoeMomxsv2XTpTRnSXYW7nurxnfYOHJ3iodfUGd5d1z
pzc6HjkCBpfLan4trFnCymOVkCBcOK75Mrodpo/B/S/DRu//mZtAaDdNDzuDPzPc/61o1homwSEK
Ve7oOS6oF/46s8jwRZ1SnhYBSN43GeSrLeo0QNhtl16ytFQHbI/8dhgYyHFMTosoi+jijRYYN5Mm
3Y41sHrOW3DiUgMSEo6BtfNjpz01Fr+4OdtYlsuaHIzvUcQA1zjPjHOijS+i0oJbPOFlrIghWH17
FKUrC5iSnsG9AVuwnoC5zBm7fvTsjCGpGDoZ6vGsFaBr/VhNDcbpXE+Pmujch4zNx5eFgOlW26t8
LNrHG0QSfTvOGA7V2D+bhQSAdVHsGxnbx7FLnb2dNeZBONpPhAjjTUrxM64dhw718MMTfXXFr/Gf
B69U16Sz3P+iMDP+3dH0GAQxncZA7vomgKB/dTRV1DV0I4BfCrwyIrRwYAWwtJiMrobO8fdAM1Bw
Ws1NM0E3DkyEZiUuOvuJRKep13KOYO4Bccx/kQYb/7YFodtEq8j9SrgPcvJ/6zcztAGEAgJLI75F
HiTCNVJFh3fHa1C7AA0/RWOIu88t5Mlm2PitX0vJNnV6nRo2Q/v5X4b+yzjifysp+JF8fEpUYbgT
YAv9awrIBMv1Ytx3NHjRjjBosm99SeBOCUwz96bhRR/a35C2T1nePIzMPq6WnljrKSfY8v8/xbfN
BZj3f/0wNk4kO8DVbRuuZ5v/Gtf1YRhHaqzZRDTGknoz3nreh0FWu65DHyybqT81UXSLer09M9u2
zxHxbrsgj21o8lBfdBazHN7Hpkj0cJvIoL3WJSKFefpiFm57NG0DTOCAikl58dapnPb+PZohl7LF
WZyVETGUCd6iNuytV2/irLRc5prx5ntDMRtTYI2hS7nr02w/C4W/6y33/T92DSQgDoHscywklIa+
xnNTVih0kPiv/CyioepjQdbzmI+m0Wvb1kN/OX8vdcTAYaz0t+3Qi22jASGwi2AdMcX6DCSU3BY7
237Kg2JXEadHMLicFcmF2orahhapaId9Q5gwTflXlcngrs8PhcwsxJOYcJ360Sm0RzMtsKt2IX/X
70F1ZPrPLttuQ0YL9uGUvue2agRZut9YCDPDMYBF8qzIvCX8Jbl6w0QfF6exM1kdWjvDePFd+WSj
XrkpMrJeOPqg8FTFGXSIv8GmEG5iYit3TshcsAiZV4aDo7aa3lWrkFKAmlSND5NBct4SlpbgJuvy
xr4Tl1TKqHk1KuzWFFPBJc1S40BUV0jF1DFRdLSr38bxvaGLu/telCffindDrnkPcRBsfDexzk1s
W/ueU0rpdX+/0+lMw38AV5ac0I3zmWOzXWeBIiyo7WhC2dZA6HoE7amLykvri/JiNdN/nsWXTiMl
wYKxtJpCwjcD9FGX0BXTdawQ+ydWwtxCOkduHwyxkVE+7ZZH9LvVU5BBIxpS/CRdmQ4Hj6zmvQi6
Xwor5N3ulbaRsWOfgM8QPVTGNQ5o62hHfLKm8Ypyyzn0sVOyogUORR3EyMXwrEEj3PlB6R8t5WNH
bonV1dQAjjUh4SE1ydNudN98bbopomFfF3vU7Ese0pCCPo5y6JV11TC5ABuRoMn+vunmZ5qtyLXQ
q8PykqF16Ki84W0M0h+TqOydCHqQRZVeXbumrq5BhwkWbwaCoIR5iFPrIPeLEKWEhuuLCPAJU6Ry
uod6fhgK//QN+wrDOVx5yIbr6BfdY547b0n97GQq4uhZ0xcNEhKv1GCp26S8ceMWTMUyEZyxjBtQ
sXhQmg3K0a0zQCa2jomZB2mjnysG9bBc6Q6nv3DWWcTApGZjCWOg8LY8Y+dwj1WoP/utixCcNPuM
eeNmdGR8mBz3p7mYUxsi+Tj/917hbXW90C56VlvnoXTJMoq08KpZZJOZXmV84ntT2aZXhItXVvZQ
wEt5aq2SUNbRnu5+K+WK+PfkGF6ZNrRnvPFz+G7XA/wic48/YZEcadvv69nDZvouOJpC0YKrqHc3
dk1ML86fqN9NBtha4onGB8fsdUBq7Hc4EKN72P/yokmdEgeZLQ0FTnzLNS4r8n6U/LO4UYtAoP6x
MufaVDAVc7t3buyv8CBII9y7XuNuW1t/wG6pTgvFrdd236IJpw494DJ596Qc6rwmfywt+/X7a+gW
QXDPatZinDZuY6pNzlGbXlbi7AabRuH8/zWjXTyO6iGfR9AeVeYucUFsL5eZKuMrerh802SkrGWF
3l1zup926xkvfePkz3X5VzkFC9M85ujGP01I2Da1DbEebav9DkuKYNUHd6Jz+xuG0noXjhCslkDA
JhnVxRL2X8OXtLy55bXwgOCFvs2ccVl5ubhrkNuVevrnVc0346tgKa4/aR/YK7eEEpG2xrFcPKBZ
mwNfj8Ve4PYjMnsM1sipfwa88z9wO608FOu/mKnHoJ+eM6dINrAExyddjck2MTq5C3XiMJtsEmxm
PU6Itqu2Zllo+9Ie1mE+IZSY5OjjPO+HcOeGgfy+78IR8IolRnqP8x1Y9TA2aLSCgV+kRx1VwYnh
zKWoPSSMtY9thvBCTswImeyBWG7H12iV81ZdIQiN1d5w+EOOSv4q8VmugzKYqWA8eP/zLLAtm1Wm
B/cWleY1zYNoz6i1XDnU9eiuuwbF65hk5kWJ5zA0o8OopQ8F9/elmh8yE0uf6Ytd2nT0n+egVhFo
QOaQ0MPnYwQDQMVNmSsyH/jC07oee99/UJr7FXSgv8KIIHIGwpJEWFNfLZfLF9qwe/Gx6RxyQu0B
OMVGdiGUeN3ESiOgkIFaXHDEcRZaGuVhvNcQF+cK2fYkYvnahn67FobV3r/3P4x5+uF//1J1Vser
vgT06CIKuBKBx2+6PDXlGwUVyTGpddFzJ3pLquCP30fW8fvE3mFiI4lGe43AeX/OT/TMyu9h6FSb
koSVJnLla9dI9DWO2EtN0RaAazbQkJhWFl1QgLfkyJHHOQFELPA66aL6xLyJBlPX6b2laSPu1Vdj
/4lJkPnZJb1xSBtunn4KqMc54W8BP1z7MphePDu26SGlItvZdT5dce+bW70zo20ra+AGekPbYj54
xTIlYSNtaZx52SGRYf5uhkwHMuX458KWPpon9Rqa9UZqdXlyucsRjP7zVAV0xGrd+/FtfFg8EISL
OqcIRQMrddvKg7OsZq1OnvnU+sE20pxmr5BdrBZN06IKbzVL3W3xUaeF8ca8ZjqS/ym347mNtPbB
MSCngGxKt7ljU+galTmwdOv2tCm7aIXgnrl1fpsbjS7J4DateWM+Hy3slwxH2K5Hab3Nl/hiHRnk
qo4xLWiiiZ/R9RPNE1vBxV2O4hzkDSDVTDxFEJ6R9EEEjoYTIezhOSbXjzWx5jSJ2fUb7/IP6KXz
fob+u+ozH02dT79TZylfLnO3o1OR2ZgJptzQVhmewL0bMj5BUOVt0twpT5GREROOExxxsvq2g1em
N571JH/LeiKHDI/a0w7AB82HuVZZ2ZPLVRuMd6Ugx3luj2+c/NCjaBkhLZdJ442PgTH1B4GLysjz
4kdt6F/JiIPj++NB34rq3MlHkNo5A1LDv0FoeGZM4oXnOqvG1cRB3Uga59QIGmKko1zDREuRR1bq
V5drbLgBqPd48HcLJ6TKW9iCRZx9Xw42SVuJadO4mCLxrKr+Mxgb/90A51VwjjstD+DatZNK+nfZ
xNYVHFf6EITR3zq21I+IDZRPsTT3jhDqh5dgcdcTE0EB3wW/5bMyr3FaJdfayLbfNvEeq8Ivqgba
LSEbF2WzfQy8wdkBHPZfI9W9xhOtY9xGaAjcqL6n9XCssN4xcSqyN4Q8a9uUwWMHcuIwmf20F1Wc
vITQv1gM3EuDifIWGUGMqD5+rPOc0HDVELmYGlfhdsY1x5lzXS7TkvdiyOsPxIzlvUxkCdWUeEnH
om29XC5f0NrHeqE4Kb8/qMEN11akit+TXLdGYX5O4/i3wey9QPaQyL75lE5PaUHeIwc0a8WANN39
Zx2ymHrXrWvBS6iag3AJ4u6Uq4P+ai1+cjVt62ywED7AStNuVemWO05xzCUbQJilh5N7qswTN+p3
/cSpoN3qNqz3UMvIKLYNex960KnDtuqP0QC6Poqi4VpJYoyrSB+unKu6fayN3i4zxt8Td9mVY/G0
zjqz+aiC+G5wR732REsx0TBpj+ZUBrAzX2KhFZsCVC2GkxmXVRDzJEtSIRdyyPJVp2ung9sU2k6i
w97iG+3nkz1oTSc03rTE/VMyVL8ZYWO+MSrb2EUzPjfVKA8NhqDVTIM5+3OFg+YOvGebnZar5XVv
zKwaNhDf4vzz1Ee/EW2W7+r0j8gN9JOrOn+D0F+tgtyLzsuDNz+rUuxF6+VpAgj+X//+8m/UQftX
GwZIbLPZYLEdiEwLN2NFGtM44w7qDNwCnMpv9aiivdm6vnsvvMx/MMB+LYP7bmIqoHXR1k9INw/n
B6cY5ygHAIpFVT+lcUoTnjjdsHLEKpfWVoFV2Okz4CYqxH8elkuOjsO6q8yRtkBo3Rozf+wKXTva
rtas005oZyT+0dYx6p7sZmpnPEARFWy19bSguHIsq26p7Q5r8EbFtpzm5INUOls6XxEZnpb6lXnu
kXtHvTqFIFgwl3hVDYt2fyHwEYXuH79DuON13bsDeCgqVH0YbQI5KHedZ0cvXjO9Ds70th8ZLMaX
hT7CXbBnSsdn3zDUrUmj6QZ8Wt3somNqUQcP839l7j64mTWeqijU3qTRvhHYpt19oBrXJiLFFPEU
4233DzHXX02Wxa8ZqoFdV7vGyep3xDaOr17/YNuJeC8h4N3iPnnhT7slp9z7K1rKhTlUevLNu+tk
BDIJbCCeU8s1mI0WAN8QvDgyH7ZFnqGYmJWClhHkB2WMOtjIkTZ6w9ijFhRMET3XTBSgMOfB5mCK
HzbY4n03G+TytgVxlsX+dtHMT5AozmpgqMFADvtcMY6rqFQg4QrG98noFL+7gQICSNBrpzm/Rdy8
x3lGUYQbkEJyiOhAFfVzBF/xiQ0BPW896Ht8GMkvQKQLYWJ5GZMSdAnC3sg17l+tLPoxjIN2p7Vs
v36TRQz6TEfGW/bRrxKSfwLIBtp+cVcge98Yedg+eGjDTvQcQZ9GuJPpkYZPbhxUb8iRe/Zam5oq
KeOf3BbhSpu8ivW8C1ZuxVSjGcYMxoUgxxxV0EeshoM/1Pqb3tEqMDl+EEUjviJH0++V5C+wPAO5
F+0mzG13im1eEzpVeAbpEYoUKyv4go9WC0De5t4fBjNo3oLapEeddYe00q6GVcV3Kx3Rx3g9hYBq
130gOWBi7Tplkn/MLyKNOXMdHRxHY8XrILA1rMh5ZMV724SHIh0j3WcNygRntiZ3xkb2Nrl0eZ7v
GYJ+8FkFcWvEPa2GfJeO3Wm2gL9lBREc3Tj1Z5bn+M306HQnFqjF5aui0z+Hak5aYJ7jz8d1hnE6
uQuGYC7AbC8LqI+CeOz2Gf80XYXE2C56Q009MeIjfRm30iZ1q+KI8n0GiZQYOfaxJfq9P2T8kcsu
3Cqh0r3yHXkoIYi8jnTrDEq+T8ibc0C1Ku66rq4jcswdWr/pWFWDe4oEh7bKN3elQi5vTra4Cm+0
tyNb4XMYxD5BAtqPNIvFzZ8/D/n8edDmzwPeBFyTCS5nOC3EWFAJzhRkM/O0hw4np0q6lBquHSFv
8/+4QXH453S3HPFKU5z7Bc3cZgj86nTE0zJE5DOZMpvzFMz0nPS9/WSGGorqKnvxfMIXqiRo9oC8
qbXzsjIhIhGAXI/dR9MGzUsQyPxgs6btqfIPMdOxuwwI2KOTJf7GvGUpWbJa1q/MIoz2tmjL3VgR
+eFqaf6ncDZ+gbY2sYuPFt3VhgzY4jKBE7pl4ATXTpAV7//ZsHX/ivRRu7uqpLiva+r9JHOfy8kK
n6PAeCnYrq8y0vprVdkaCREXiCPju0bw1cV1Qa/VISGtmPU2nSHfFpJ2GxbDhiDtjbIK41nF3ZNs
Hf/FS/tLUnj5W9garACt8RTX8tGZUTV5MXbr0FLbGmPvS+/JtR/01bmnvkU926CSrToNMmBp5ufI
Rq2sOalzNdy4WyeZjhV45mrqWkCqzbAfmOnUtIroc8GY7RziqMu0FLvl0lpos/1gbz4rV4xXjBMR
dH7LRS1ZVYCAK5/P6hRsQZHU17Hu5Ia1lRPxrOvnPRn2WiMBxZZ0whw49LvFztZn2W8PLqyTzuHr
yuLOBN9KvBF/MEym38DwIrf+FH7f0zyb9Iswuv44Jc3LKG+pQGeHe+hGE7c9RqNen7iIl1cneYsy
4b7SECDzQngCq7cdXyFki7eJ5VfLWTdcIZNtJiLGtap13o0AEohd+/0m8kdU4+l0wSKnb6SZGZvc
zoJdierBYXrYg6yfTOsdqwDe69LTdqnbMBrv+W2NAblsaiZ/kD8hbsyuEdrVp+WBu0DHWWtXu1Cq
/im4oV8L8Ye4ROjwM/WuKB/bRgdzb2ubxGYnVyPVBRAs/vWhbn83CtBV27jdwTS8EQdAf2yhaH3o
CVbK3oLrwcmQKRtnpeWBGWLGQVK62+USx/VpbCFbSWvA+7wYn0czeihycyfx6z8bBM4sxoxWZ6q+
eIgq0uNvjBjy0hquU4PaUtVxsFkM2olbOKfO8OnROkOfXaEj1SuNE/qxDpz0KRrK/PT9Y6FfsbnF
KwhRfpOs41lNL/hYbvxGgEtYSM9UbBmtzfnOLlSRXVr4zvqAOmuCKsHRdGDMJrPr91Nby7JrbkDM
CQeW2zphfB4RdvjtF2KplRuhhG8fHw36evHamhr6KWZDGGEYNI/4POUV8MtRzh7l5SFIDQJx+OHX
/7zWgdC65iLeNTotVJrrDAF6EJ8bJyHwxixUs3PYVzcs6B0Hm7Q+F6PZbOiUf4rOii9L1EFvt+LE
1IHkh3m0VxpywEwe1/vKR3ozV0tWaqGYSNJ6Y1lxeWkCEmWXSn+0GuhpdvzFHCTkVBHCzJ6M8MVu
NVMSO0gmxOKPmkwfvWccVZvlsiPd8AD0n4jYOGx2lhx6zNXSeMka0ZxQirCuq758FEManqrUVHDD
o/6Tqno7Zab7A/NUuyM9ulmVscNmOBe3w1zm/vPQmv1DYTDln1r9d97Z4V89/T0k41PLDnWSTbYR
LMrnxOAEA7BzNeF5YyfHGrWbRsX+PFbJAaZK/Ngm8psg5CNff+5aHGA5glVIA8h6Mk1H3OGi36GZ
ujxAwH3U2xlqk6vXrOVH/m5vupmdPCyHTOn8cHIvf+icprsPjILZ/aIzKbTR2XOHFAjRfP2fpwJm
bwY1+Br51bWdlH6TlSFJPmuDUyJ1RgdYMTGsRUBB8eHQXYScdC/rdm/AAjq1LVXfUuLWSkfnNWjZ
hWHXc9yogBv7guu4vQPYIItj6u0vxg8o40oZX0ZZJ2S5hZ9+2VCRylZtG8+wV9mB9APzbx34z56m
T6+dLfaVLv8ub1/L8ejJRyvpzh3X+XP9GAhW2XhjjSm6LqG5Zy9ou08DZjbxXWn+DuOSJE3lZaeB
VIhN6jF6macOGbEGD1hcz31rUhyggyPfSkFD8rseTaGPA7ugrmr96rz0fkliYBCj8dvm6O4vbcnE
3cmi+OeEeWxd1JZ9DmHaPncB9aUbtY+6CONL0UfvBr/HG8d1hrr405YrfVqPY1W85aEuoQbC5fTz
3zE5yn/CHIS1yrT3xEqnrY1oAKWrU98aiPFum7wscOmhtj8Tb1TQ1dE5ZZVwzlMNR9M3uvBWhn6/
tZXTP5W5cKCmT/1bqtPR7MqSaUZu5VtUevXZ80CUzOfAZT9rnNe6M4ZXQ9d/a0UwnxoSitn+in2W
pA71h1k6EcZDbT6j6KYTXw/lvrXLfdMBibLzjjmYF7AOdki/1v00oBSeX1y+HBmOf6lofazsqcP/
/D/w6eVZhULH8yVwxdrR8j9IOgtNaKfBZMOmopgfMYHRc5lfdYfY300tqc5mWF/JO8N4NbKpuE2L
2GW+XL6gdLMeV61b19e2doJT5efb5av/fEs2MMxtRu11gOz4oACiHrUSkWiJCuphec23RnnlbdyD
+iEERgfHkOqR2HtikpdhFtsvz4ruJ9OfjtCJgEFB5fuS5HXsgZoSyHMQiSDdQpMZMYx/zSGfH9uY
NrwYtT/MV1DvJYJILqoUtJ5ufNYCkxzR/3nABNkgaff+LA3HqNBngDFE9Xo4q8oyz4PnWmtHuTJ7
N2NL3geODZvOh+W9rCZO1QKMqtC866M89m3SrvOID0kcp38Ww1zZptYxycCQ2zpQUoX/db/sQ1I6
pF3mJjpbecUalW9dS8bP9MiOJXD2SzNDQGLVjTjGzAFBJKtCgEiofe/i0T/05qmzCbsmprT+OWr2
QzWWE7/EO2vKiYw6xrLUK89JwEI9KHrroy4/osrpDlkVmkdP9sfBMb11Q+VwajM4lHHAiEJXXb62
2q756Uc5lAzdJZV2pnRpk3j0JTCY2T2AYxRf1QBl2xvT62AEzQfaF+6F2oiu6f9h7Dy2XMXabPsq
NbLPX8AGNtxR+TfkfSi86TDixInEe8/T3wk6VWluo25HQyi8QoK917fWXFx7r6bCcx53wt0L6oDW
s/llZPezEBYTjF/aL3v4dSOY8+HdkihH/YgbqqiOoUMMsHE7GPMViNtcdHfagHXekdBG52vnLIDr
nU3aRmRfSqs4x9yyj03IgA0F1TwyXf4RV8XAxISj3PBwmnlGcacFn25Q9sR1HGdJau+gTrJpObj5
mpAXY8OGoYAGZfCHkvEnFl32jbr9RwOr45lzY7gpTIKOyP/NWTHWhZcuAh03+q05YrQQeXEDsPqZ
rqND7TMP9r/y4a53yr2c2e+VmgEBBMgo4u7STUrGDLfrMGQ1opLvnpk2q5b0x6lU2Hxog9EvzSx4
7vuu2d6G3U3cBsdMHJqktF7qAWoFRh6Hhif9CADD3OMoZQaOOnbkzIa6ngCjrvTsPOsmbsYFekgQ
sKMJqjc/FppfXCd72BSJf6nwpSy7oYWBmvkTs6hYl3zbjRea5tOkNu+x/kAqmQ6DwY3OZsiaT1Sb
ocb0QAo2x3g7+RZRPI2HToddM33UlrF3FBVrFGbv2mMGiMWpneDNIUC3D3vcbYwg9ENAeHZlwp2L
LBk9O12XbI0iyfcMJ617loEjJZXE0C3P2AHJ0pZx29nroLSVaC1s8CutYq67RrwqU8bamW7me60t
KOoDd3BiiPeCdWO8r6QVXQtTeMSiXe9dSf10ncbmyUU4OqeaC24ZpO+7Q2J52amKfqxbJ3hWaYIg
lqkdZpvDLXOtSn3YcVkTLN3C4dr6ypVpj/Kil8N7n0Tuc+mGjCO8ZqFbpOwcizdPnKe/NnqBQ5rx
zwX1rDkqadBvycM8V/YwFfxUSrdPrf4evJBdqvTQIltDFPRYUEzDv/leaxUfjc3gapbrRql5F0s9
9pZymYk4TFYW4eiPC5YF5imP+j3ZjnLVTLVdPrAHX2rpfa2p2r6eZs/ow+C1x/S5oel2hU3goyuo
wypdbdzOWI1Q1lBWtRECTJoS/u9Vko9GSBUtjRDZVCVzbbRy5E3A+dJTigwTpTcWpyBVj3bh4qk0
obbuytDhvJyX0YmauWOW1/rOahP3UE0tiBOHb/5YgmXplBfVJXdL0bAfckfOCCoOKUwtB7uihKC2
G38bKzgZuXA+2ZoLgn+Gwwa2GJfyNiuTYDMymXhrxW7fQl/jjGj/UIb4gawRpHNh7qmIIklaUb2Q
6N63ABuywR7RL8x8GC5qUWNHCKM8xOXrGXtRGJxJMPm1SuIfnDQ6aJRRDItS0fR9pPq/dqfSHrvt
7aVyqw+geYHK0mm7M8R9tRGj8FZ1mMulwWyIManOO7RhcE5eZTPbAD3iqw/TkaBP4Xr7uxr0i3vL
U++rngaDqV/8tk9ChO+3czlEZ3mUW+mqv/KnqbxA1zu5opQrAyzT0nVZnzCQD06EvoGtTXMTN39S
siF9jZyqwuQQJFwecrH2R0/Zu034FHe8rM2q21CyKo7zUN32kGE8mAv7PI+e0rj8GEAg3WlxiASS
q9lVYVzI1rGqdgQTkqOVW5jaS3GvpLr/VlkKW3t2C2PMUHHKEcw2LLd0gmVe14Re/OJHriOfGuwE
n5gfPcaan+0d1lRbkbi4ohBHtzOvWI2po5shCPUunwb6+QgqjN9jRfKueeuC7uH24RHeWKzYxMBy
qSzEKKs98LBb1V8tlRfs+u7Wx/BsQIWxKt36ScAKp87ec9x4W2gTp2mKCUI6L6gpqsa1Imvnpetp
JaFUy651DPNadc3UkzEZeEQ2n0hB290o0dgSnNt+3OpMf1vwTKxGkrarMFK9nZZGL7EfKBfkHnOp
ZKO7VqjNDbqWMVMXTvMDrPytjg3Lxux0Qcd4UeMquea2crXTbjgg6mAW6fLiXQeRvphv/KyR61v3
A0HMAVnsZnrAk0UlDmufhT/5Q4fC1PYzs59GYIxazCZpt3HRL0o7086GsuUKkF0qS9+bCIDkAJgW
M/stTS/bKm5jkDRTD/P0wVSBSDFejTx4APNYo03anuizPWwjjBnroC6KVUkYhPgHjiAR+OvOc6ma
YaB+k2IKLER7v5SXGvPPmyuHGKpPu7q9ieC+haHhkz/Mxaufocjmik2ZiakPj7Dpt0Y50kcTkyCa
RxEqgYIg8wA2dYiXSmK+dkoS/vRjnCgtdXAyZ044M/hd7Kabmtc8rm/IuaS2q2Nl5ubKK1hFmJVV
n+YbX1U/dEYiLMkJ8XNyjep9ILDeBS5W7qw7S8BNnAATyvhm+6QaWoO2CktOfRoblGLCFplDvmH6
FvNuS4w7x1GhD5XW/fzWciuDK2Pa3VXuSppQ5WRDRe3tBfltN2H300thDpua0kGCs0diFACvbq8x
T1XCRSKICHD1FMtmkiQ8PYl3VYzju+B0vagxIh9HkYtdUALV6foRVy97sr2pyupe8XGvzIdaToBu
rv7xPV87BTUUD3jOi6rsrBe8AXvEeFTgYljNhIaKfchaYTx4j36lk7nmuclL/qYoabY8NVXp3Ekt
YYg+uxJjq31oCsf5yyH/AOUG3umSLEYkYq3bxZSaZa0VHsey+GN+hWZYr5hqdEhjaUiHRel1NJHY
kCWy+6K0m6kOoHb34aCu48mrMwMW0LyaXRI8cAGgH4/zMBNrgdBnk0C1dbo+nN53rlCgvxBltp2H
r0U6vjyGefNDt1zoG9OqqfO4fsUxdGba8rJT2MbeA8PVjVKIn7VJhiU0xH8b16LIODUBA8201Bk1
x4AJ+a3h6weFIEsVBtAzjCShY7DUaPJt46c8RZClEsvc91babhJXa17bPlkzcoye/CqNHwErgL7C
/UAvLuLH5KQKo8Y73t4ZACTGp6aDuyBsanH86Ur9a4GaoTcUsSL2oqNDU5uI4/QNE1DI+xCtPn7s
3Nr/oXiT/7sVU2jJbg+BMAlGj/qLLFmcpY5Dm6QUPThWlrt/3sx2hvkw7YxnZaq407yC3POEeKFG
y3tqAFtvg6Llim801sbXuczKEATBzFMY9WxRVTStzWAFImjOurQ5Y1DVRMFanOqXoSRU3eFBrFEY
dmGTBZtWh7w7nZIcPzGXaRD6a586LnIQZQ4yHqyDsXfzYkVB28jWYBoqc6445pGbbSsoiO9R8VS6
WbbJsj5m2BI8ajJTvgWIg4qd9kJLDYwVGK3Q8ieRSnFFqDCBDDERGCQtlNaziaEK3jWTDcGH8W7n
GpeNnHy+B3l2F6R1utVjQ3luW+c+rA0N70SascH3HXIwlQflVqbGlm3EHXVK2L5bA94pVTrj2vTb
bOtYvvFUuO951arf8B9/9vzTLwrWYVauVbFMAX89z/eooy1RMzBc7029oOB7GqE0Fueg0hju48Rq
H2XNKcKMoysvVQVDJENar7feytzRdzPVyteTe0wOw/7mIytwWfCO946AO0wIhPrwMUZYTNVecUhs
NPLSWKmJCrjU4QdyPfDVPYQNZRVl4bvfNlSdunbxZsvSPklCTqU1kM+1ctCUrEc2s+hkyFHuOhVc
tuXxhjRgd24wsOdXukPwW7NvkKTpl36uxXDKcGl59Bx5bVivZ8+WApFwM9/zhIw3HcPTpVeMH63V
9OfCjoOt60cwFUKfkWhbPro5frOhAlmEGiIPtEPp2yEWYLdTBhUAN7X7LAm1+0gHIsLJTri1vq0I
uS4rrhb7wKGgdj4BBb38bEoLkiPz/YfEMc5yzL5USvXuQiqDMPxGvF1STN+RId1d3RiP9Rgqx9in
672z+YZq7GRv5Ce+MoNxN10RSz+S/kNATGrLgP6o4yrc0a5TsMMLrnpsttTBxj9nMmVrGZ8g5cxd
zzYWEyB9hArrYpgmUfIVtfaO3E305roNlpu+zA45tb+LyjQ9pj8IA7U5fjaqG+C5A4AX9T3E5sI3
FnpESOeG2rEp9EnD8gr/6Nwarf4cK1G4qoQi9wzPE4oaEmPZA5qgX7LJGYVjAFmNwjF3VlMOjyjQ
myjCVaWDvTl1Zlxfg5xgmUqFyhpninhWArqDE/+NsA9tsl1+mff2nODZRHWPSvrdTW6iRJt+NZmg
0zYSSVkoW7CKj15cRU9xrPLGnCI0t1Of1ejPsyRexCFtRi6OilkSpzF3SWp/q6lFs2+C2n6xomGN
Q3z4sDwslpjblL3SiC+FhBsTYNW4Wp5drvTOKI8sovwngyeC4ser6unRaxIHL3kS9u9jXYZQGsLx
0bDjat0OwcZtm4NsTQMoufgwcaYgQtf+hTOmf2lcrWYDa2XbVM1guBLmuyjAaZ/8CIMDWJu3vsH0
pXKxW6nOeOE68VD0BVICWeb7xLNxB0vZbhthBo8x5AB2DmedgpLl4FB14aXK+2yrv+kEQ56rRA5b
rMFNkmzsob8gKCYboGB01zY2cYKworZl7Itl79TyaoE0XsYD9JoiIWSZ4P4/C6U07uNy/Dn/L7L/
ebxjVEckLmAC4FHAPLdV4Ec8BmEHqU/rTsJyP40aImPs2uKi6uSKVI38cWJiYkytFoWPV8eKVSe+
Vho4WuRd/CqAmwWzwgCP7ltI1fIyTEhJGRYJhR7E8Nrw9VfF1xjhBKXlnyBq2P3wZlL11bZZt2vr
Otzmuk6FAL6zS4MSFObJpeiDet0ZcIyH6WIhEqRSfNl0ugS6vu9b/dOPQYvrBW9PnIHpGzTiEcz8
q2bWBsBdSk47s05fPGckwIt8RXInzR407MuLKNb7Q5uBKhN5Wp1CN7kP3aq8DlVRnGSTVCsFI+5K
KWJ7HTm9eRBsvJd94EKBRjzfltKQ69yp8DdY1qtW2OUJsaQ69Xoeb5jO01vsfM/JFTHFVxIgawte
Pu6R4KpLyG9Lw1+8zkwxXItQvOCBze/VmD4zXXe+TBCaO9fDdzjrIH/KIq2ubHJVOY1mjj7Zi22s
FRp6JIKR0oIjJK48zTFinOrSy18dUowhQlel2uKZXSuUQNtgtwavZ5lkybibJXkvxHQbwqP02A4E
02oxzkpjP7h9t7Qzq99kY8tpdFI2qWholrqdkdoJ4qviS/8dIJHRRVTfKNWvO1G6VrXIewmVurnz
SQGSCWzY/WF6o0h5oSEg3YdD/e7Yk7zlYNn03NA+3VbluF2nkg6ZLYLCEACjzG5jMcbY9H4WP1as
Uh3hXfKpx51uhPxUjiMr1elQo79pNzLdXsk9mKMihdYaU6XauzqGSEqEmy20//KJOT7Dz8TIvoXy
MHCxX97yOLdzkRFwnguFq57aOElWORjoJ+FmTzJi1IC15EPaPou6CJWmKDBNtFH+OD81WODWGPL2
nDur+xZNjvao+IXpnXgexRTVbhtecEow+WjqZsvJCs8zvSRPFf+dtVQse0NJAfleUPengAJ2w/HT
6xyZYEvi7qKROHAkArzFYdpiOErNR6U293HV9nf0HZqPdLxI5s8qJukKqEpNeOGapQYeG9RhlXn+
fkiC4cqyXq7q1nSIKtUwZ7jebaW0mfRb5PnLrhnub6Mzl1zuysvK/lzHiF+4Hsotaw9rw7p7WM8h
C3Axvw6bemyex+tc8KbFOOfCkfmDP3W+hF4aTclyskIJPggybOga9M2fbMtI4FASq/Jyj30kH1gm
s68Xa1OxtIOAxeik9GK2EouAoN0xFATiaZO+QaYr5MBLN6efVL3j73bp8XR1iRsnZgBWeRJOvRF+
CNs/m+0gfnLRPdP7sjJkJk5zVtIt6CItR/siSjKHaToATYC5N0iG99To2g+KyvYtNzk7Nt4+ue2q
PZxHtrBMfmB2MDo/vFfJ32CwV9t1mhgYnxg+vdzuhdiX5tO7ppfRIvcyzJNxaT1ELPhvzOb594ip
OVihcY1twP+u0DrzyGyt3Nde8ZRl6rrDq0r9uDWuONsFP/OxJWVctN1BUq2N6OlwwmizNx166zqp
GezOKjUryNXt+WlsgxKp6cqjhR62Ia4mh15zN6VWVC8jRtC9XfYVy3BTXwYdULRQL9aW6bnfZaE/
5Kp88vKheDKc+Cc1U9EnkaifXV8AJdC6d8VKDlzdjNdwoL2WUSMz+d4Pl74MV5AX4vtW+OajOziE
dOpe3aaZZUJ/ooDO6WlPjfr4rsUNSNoWPoXGNWtDt8gf3dSG7PilsXMqB3ZPmFz1fsTIzw77ppqp
XtrwYg8MqBVu++qxG8ce+XALvNrNNRd2vPCtMX5hO80zl6blXQNOcaeH9RH4SLlSWHg/Fo5bHjzK
xRfFZOGbH/Pab5nRcVSZ8kUtYmPDpO/FI3JGIq8Qr45Og7yqK+FJa2K2lUWUYAMNYJcE2PZW5jQU
glo67G7nFmqtw/OM2bfZf29J7x+9zO4X08X6q+ve3cZjYTeM1A8s2aGMoA9yvC+J3qLUapH+2EvU
+yjuJJ2CiPABgDDo7GQM1InOz84G4+L0XIIau7PxqhzbvPLXatbpH20oF00TZ1t2wzjtJ4K+tODH
9K5od2K+TBAnE5knHoYkU5fCbaO9Vz6SoxfPrgevKGJGvSKCJLelF7KrD4boZNj8rVoqm3uj7Jgh
Gfl5jFNl5eYd6SXNjofD7a7LsHiNXAfNFHhhGZQ/caOBLyrSbQ1slcw5s9rpnKnqQ0Ns5CKbXL0U
jPK3HQUep9sT2ElM/TLEeJnhE74lg8yiOpWWMNb5dDPj2Dv4NarYOSgx+38Y8CNdTdc3n+PoD5dE
ibDNO7D+/5wl1Uw8KAdjkjNFnpKmp12YRSpmfwZ3TfWQiJCdU243i5gmoOPtNwP9unAnC9Kcu6n8
EVyur7YrexavYxVyD/19u86P5cIDt30yjNjbRcwyb/fmjRBpl4oVcV7d+7avHXUWl9C/wfzO5zYn
xaLl+8MkW+aHuZjAVcFTeR4UrVBLcFsULVKuBa1r9F0PGPWYLNgxmT9cjHwOV9PnNu/ewOnBV089
uZ5lvvm807p6tSp6+WM0iYq0ZmM+iCyOl3aUca0zxCUIVXWpWkyQMkFoQcMmVJHCAPE65g8iEYDx
tAlN4Q6Kt0wd8VOFLXZIvKhehUkVbGNRVuiHUXWKKQlmnw0MNdA1d8k3Vy4V0WDW1uzyEReOSmYl
39OdlG6K7yGqj1yT0vmRv39IgVA3f878ychfjH3pPc80iydkTK2r58comkzF19g4K04PRN5FpvQn
si1YsxCh3nlJEfsFwnbn2KG8QxPLmWlI5Z12PBZjfwbg53tyCsWHcm1nd7ZCs1uIzHhnTrBacMPV
SUDNfcYN6FMf2vpnslLusU6zD5f98nG+CQOdyjD8QNSfGvvWzwlvFa6xJwmDFlmzci+xLDxHEoRU
bXGuV2gZO8+HII/e3B6e5rq0WL5Rspu+G6GLPwv75KAq7j6ebCMkNJvFEAJ2M7pOnHIds0dYGt02
bkDhOJPjv0ral7hJnIeyC8pVolb2TrbNazjm/SHS7BC5RFUfIPXRN4dorvdrq6TFFQU2PvCCjGC2
lTQWmPgvEGrXTU3PwqwmSxmCnSAzzusRKCJUbEEbmOAFnC8p/WIYr7dGgh7tfgyipUEPz7JYFogb
27bM/3BIyH0MSkdkm2biW8y0sTSPYS+CGm41uQLeVLzju/rDjfldurh7UEsYzH5HyIMYJox24mNF
kDz304HS8vD8CV5nhrd7f36qmjf9najSfkXcqnglTLyaMd9OrVvruOxjmEFxiXzXrTwNHZekQAeB
hZ5Mug7QwC24H0naTpXM/zxujHz9WCW6/txEd0rjNCspanEt5QCzwB+/skHlfJEr6lVGWXVQIDJt
gDtB9GMwvOvVLl401VThWDZUVGnI0k1+jlV/nPp0vXXWsMgFRhq+qoUsFhQPDeegSMJXP6A7WTAK
svW6wBubHQrHi15zyisBngGQmT/LLdIfjWun27yD1GQ4VIJq0wVkvqld7ynnlXP0ovbXQ7moHyjL
c4+xM7LL9A3vniRGdJo/P5KkHm7ZsNrn5UgfYPNIFzAQmpr+EX3E3B91F8syW4w68OQTm6kk655o
ZUyPsSD86MoYlEnZAxwk2st8HNkuQvRhxInvsCvKbtlapI4gIbWPWYWHRzcr3ip9uZmtH/NNHdrJ
1RYkBsMkGjZp83mbOHZ+6y+GvLZ/QqIyUJK/ixCfF09V91TgwV10qh7slB5/iTPdKJ2g79X0kGNI
TkUpS4Z80O6CRMi9jiZJDSBejq5p5Uc00pwGGuWl1PseQbfV1glp7INawP3HujZ55GQo8f1Z1pFi
aVSjunOW8yHRPSo4kkEHo+SUmyyMx2MfIwriPs4YYljVu5I3I/+GcMUa+D6zw+7qhClT7gAlBgQV
TeKciUo9JZRJw9a8vKwM3V+HPnU5Rq13p/mePx9aXBr0NrlHPTcfNHpEDC/e1s5DVaiCTQw3rcjH
o1UcbIY9y0Jk7G2EB2eBxPR9RN51W/peh/Ur096H9qqPlv0RmiOTF+u+Bmh0lkz3CdAQ/Fl0ZeRv
5gcVv/S3g4KpN8oLWtAxnRdlOC5UJ043uoj7RVdX2SExBiLJscNu3zgHeaut8O8z1THEBBaakmJd
z6ioWuiYwN4jxZa7jM77ZZBbEX1FjTGuW6L8hcEps04S6yGjTHzjl4U4VK47nC29JC0YivEFutin
bijKd2XwP5IIv5DTv3RU0CFLiRaTuH91MoATXeLc9Y3Vk92chtmeA/ujl/uauO5Cm5qreqkN+3xC
IYS1ybSVScpQ5uyWGfNfFJqC0Hjh8+uS3lXRhdVhkEA2kYqGpdXW8SGoJGT1Ll5HCBWPwqjSrZeD
C2e39kMLIvIIDQJbnQziMOZGdb0pQ7luLdpxBBUBSYf4G6Vs9XRIAaazknEmtrVHO7uut8WRdDPP
HmjZHRFSdQegVN1Umeav4gCt2rWM9AqKNYB7A83JiNryM0jNvdmR92uYYG2zNE+3Q+f1e7xZ1lUd
qmDZalbxMwTLWKY4y5zYOcF+gmvYB9me7J69VdPBPGr1wxSQ/ywH1V2NeAaOvYqZatDHfSWxZqkR
4zm64IIm77ig9vWj7nl3IhX9O1epobTxNU+bZoyF5YEsIVl623PuCqHzh0/3aml8JS34+tE6TUHA
F7j0R7/x7XtAD+YzEpWXkVgiSVaiybn6Mu6oskybNt14mhWcI00f9jpcDnikw7DVmjZbzKNo/FHi
1GGkuYHpKY3adL2X3fX09QT+w1wGzJyM1bfbrhQzKAgdtN7TfKNimCV5+TgfSJJwZHg0Y+MV03Qx
gR8ns1bbeJE+LIw50Iz0zUgBF+n6r2lbnf1aw6aa6hDxbpWBeC1zLdspzLW5EnMoEOGXkemox7Bw
T7D+Jc5arLNcG2EDFXtPGZBljB/zRRn+r3oq1CFdDMrQ3AyGTTtFCokrL6wpEztHYYehcI8ppwB1
qv4A6/oSFY5x17djsWtlHa8VT7rLeXqvRNI8yhBHyvyU6RYNJ0blrxyjp1th9KaUenEqh7u5Lpkk
jzhnfXGcj9gYAWidcUy3da0UpUGZHF810DVOoC/KNnNw3Wox5VLa954o+sc8lfQn72isEL6A2kpQ
MhfGtkkb1NjpqhwTK7Ti5LGEXFaNav4egGHeuIlzaQbDOQ1tGO4G2672qaYUq0JvGVWjIhVF7r22
FiVCgQGmkE5C+4EK3vWceAqEt2naOj9XcXBVxl7uQkUFVeVW9crQR4ZVvmZxEbCyP26HMF6mgTuV
EGnmXAA9Ym9tBLZMvzG3tyVNprWPs9ANJ9FeUorS3oRuiof5Q8YAlR1VpxNlcmEStAVqfp+Tk2Ff
zB+JTEiVbHoKcXidFKhg6LfTXRv99+RON0zW7a2Iq5fWcZlcyJDksGN4UNaK/L3SOvadaXRX6xV7
jbj0jshs5LHEqKygMyxjm9rBftpmJDEladmQCNQkNG0b2vJdaYbFbqiVZlvJDBJulF6D2kgXuRyM
HcGhZ8ueBtNK7dNhAFtXw4hcEkZLA8azQxPnxkLUECVwB0wT6mZ0V5CM8pKpV1LZrzcz2BD48dov
emvhdd5+ngFoNa5CklsYiLQx09apEmMn7IzztAVQMjX/CmzlwbNq91NzX9jInLH1hD9Nvf4kHxw+
xzLwtgyWgtXtkuaMQMTbimVWxUb1izfV1Sel+cL3PdRjly3bQpbP8dDBaVBL69sgMSnJ043MN1cp
10IyXPVQHuebFtr87R51jo9IjOM2Y59gnm1g1CcnMxHOnWBqTZkSIHnXvjS8QHbzdteMcmMT+eBd
eVr+IHOgXY2sCcl+2fI4WOI11D3zZOggB4xRL/Abdb+A+xQnUJnJEvT2tOByQM7XMuduvsHo424J
C3aLpHd/PTZ/YJAxoVmMGcvG7z448+Bfl0V6jNLeu8yb3UziYNVMQrZdsJpnR70emfdBTOB4MocX
cfdS+ZqBj9pBVnQscZzvqY35NMBhKde0V9jHKAvkklyt9qrH/ncNQvKb3euSRMkqNcee9CLRpNDE
0YhzvwPoOvW1uIEZLeefKRqQkVUMBoifvm5axidpGki8BVCLb9JOM9BM4sfJRzalYtkLEK9JK/1Y
JD1sCz8BNDImR/JFVAvPdzmTMflSD/BsxbmFFYMWU51me1hhpwP7IqNf09YKCFNGFghFf5iYuZJw
V9Wve7YyBky4DqrzdFPp/rEiy39kwOhTr1TX6YYYEPpgIxT+UzGNzUQeh0RuOqCSF+k39QEONbp6
0V6G6SF/Aph7nDVX9SioXCwBiSjlqQja4VRNN20TTzdmtSho6lr35lBytWPAkBrmp6Ep2SJTudp6
AfxGlbqcY1aNXHQU3lRzJ3egYvhlW3fVE6M9MoJj1jsJOkHUuEu1xJsVIWc8wsxZBNNZhECYd8Im
8elRVLKZj/58XNF6Og80ucCiQxout6ft1iAA6eaRjd+XoYOCbv7VU/8d5aX8arnjhzxCotzkUpZA
OrzWepI8KNK7n41BpdtW1AizksGbkFBfUr6pWI+Qjb96QCVLG5X8oqYjUBve7aI1Mn2BxS9f946H
DWf6r9Xh4CyoIKHUMEvMOyjTDE2nkaiOS3JZtXTdz9Q8JYxMhmhL8L604aQdO8qCJj1figHHhvaa
4RFa5FZOyJf8F5zxAgC0hr3Aa9hwWCNqTMG87tg5bAMdLV31icjOWmdXD6HGYJPX/x7ZdgJOa4z/
0UefM4dznRvkuMwaTngQX5RLKtszYwT3pWfvSz2m22PZDzazR9weygcvRmSZDYZWl+5TsPG507/B
YHRXkGl/erZSHKLJNQJ0HUlvSIFX2fQSOpqSnC1FOeUMKB4L6X8WmmbfjjQVQ4ZNNB2RjA9GftCf
sXa9zEfzTYtFzhxp1J2PZKIBDE6BYJsBXK047u/zvvhDQ7oOQwoukEFoCUNoVMHZp610zr6CIaxg
xf/BeniZT/UQidJxQ60MdgRFWxQuXvQlLe00pqbolkbkMvilIMOgAPwQSLPZ6NDO9HHLqizmdW0a
x0K+d4IwzCqcuPm12VnokhN/LWT+wAmLyV6S4uhSzftxtNW9YTivREtj4nG0ALD07M61nbzhW7cP
5K+SjWDeuuj71ttaU1e8XSTldaz78tq06v/WdCf/H7ShYesOIAppGCr9h/8stAp6TUfI4MWiFwMt
VX6+r+CUnUt8m9dYPgfTTGVkCnDU23gZptFbAHf8aA+2dU4TVywSzdl1U8HKfNLPwX3vCOsJKjp5
rFFiMPXlJXPpUvdMFNP5Xmb0zFfwwd7CWD01kbeEFiaiEVQf9t6mlwkhKgKKRqeEW11przcdPXa7
VW4YC1zd+Y82S5hMDz3z3jRr0PAxIoXTzTAV80k7kgcAWX/xE7sWKo4ZUrBLJIdRlh2GXLuxPzUw
H5Brc1aIUy6t9hhjobqJa1IDrqokvv7QuMLsjtZsJIwbvijqXWsBLz5d53jAKugR77pV5LCH3eEJ
d8Sq7hKxrvxc3daQYma64X9+9f/H+84geQ9ellb//i+Ov7J8KJlm1v84/Pf2O7t8Jt/Vf01f9T+f
9e+/H/JFv77p6rP+/NvBGs9zPdwTGB4evqsmrucfx4+fPvP/94P/8T1/l6ch//79t6+sAebIdyM0
m/7260P7n7//5tCk9p9//fa/Pjb9/r//tv0uk890+OcXfH9W9e+/aea/VOHY0qG2klbBqfm7+54+
YP7LtkxLdywp0KVB6PIzCLDXPh/iayyLl7Ot6bpp2ibN51WGO+j33wz5L12a0pZUIpgQoHXzt//+
vf72rP/5X/iPtEmuGT6q6vff9L/Xc0lVUwFearxpAUzycwS/w18b4UbpMrCpWRA3dI3j39X9TWtJ
Y4EugpN0pORpCeWYdp+BsYPTMC9h9bqYQ46epu6RpTdFqHNydWLrLApowgai0klTNK6zTk5F23Qo
AzfaNmX3cz4Fj4WR8+Ky2JGN4n+pnxITzPRPZub8B0mITbZqmqbFOOIfsFPZVRGDQB/Ofi4//5zn
mzmZD6d5YxJOEpA43nHQlWr1JzjLHSN10ZL1XmOJ2gU1ebLKa59wqg53hG5Ij+NlGGJiNrlmBiwm
WrlkP2xTSY13y6Jq6VR8AeoofAuMpOV15yTIClpmki09f+P1L6+vX//Hv/7fZmbr3/9MgtxCqLoO
GtSw5T+qtjNeLEZbkvyG5mEebxQcEn0/y6oNiXTVRChAeJZepRxR1YytWQz5ch40Na4s7+qWLu0U
uFnd+wQeneEy7wG8JjmhN93Zua7tZrdRKEFX30zpfp8m+3kba7qusyyKct/YrrJSQQz/yM0tI3VL
d727NjH/L2Fntls3knbZJyIQDM635OEZNViz5BtClmROwXnm0/eiqoHudCXKF3/C9aMqJZ9DRnzD
3mtrm4vKujAYIP6gEl/1GOtvjLCHHcyE8kizv7MI7bnpbjIH/9g40fL6SsvQjBtzOOLjvnSqvBDA
llNzldbOHEz7QpUNyFfF8Ws32jbryEzff//HuVyUXxOpfZOkpYvzettOQgGSRk2+OzDSIRXoTWUf
EbxlOzfakq6BBoYpiBZyvi0ytf/zj1Tv/hIo9s1o/fOLsk3LAAftgLkx/vii+m3XVNsIP2a2WPvv
MZeqFT8+HdXR1Y5iwBfrF5kEN+aoUM8ypgOa2fs5sxkCn+b3YhGOz3MLp24Z4r07LuIekgrldWeT
4wQ1092egVTToKMyQDmVElf94qJtd9NOvzi5se4dHJ5/AdT+EZC7vWoGzzUhuQyR4YLKP161eqqn
ddQ6WNrCaI+mEQPpm+3iBpw9BoFGZ34xt87hPyOIb0NQXICC0BPDPmtdXwc1g4wATAwZEJVHBrXk
ZQHP+1osSXQjJstA5NOpK09b/kYe/ie0+vtXd8CZ2lLw1diu8SdZV1SqaRbS3muvQHo02yc4I+p5
AksJH9q91D0Fr2cBjnaXOoZsFAc17oq/BHJyVv95WCGPl5bpSVPoBqzff56+3TzN5EZm1GwtkQuE
cbgMrVR/AWHwlPVgVqPNiJlsf1pIMjp0Zc3+ocY76DoPnnVHb7N5S03v/P2n2UpIeNn+f7HtDDsm
qEAltQGuW5s2u9Hm+xm6iewmLsG//VX+7RM1bUY4wrI9zzC2v+r/Fy3albaz0A3kwaDVS9jP+Xjp
DUZmqX7+/g/D9lJ//4mYv/bYVt1yTLdn5P/9Y90iCReGNdAEUsBom6WT6Un4vYM0a7I1uvwv56j+
L782bzz3HsHV/N7WHw9CPfSGu+S4mJ3R2JVYyxHgYW+lrcrDeNTFTsXZZ9Hq3qmINPNgYyHX8r/c
Wfp2BvxxRlAdyO0g5xkw/zzM51UMtjIalAJ1BB2miT/A9hMQVNr4ObfRohfLhmWHZHnVpD+cpBn/
8vXp29/zn7+CKYTFaNd1OaXM/3ohlpTBBOQdpA/KIgevN3baBiZPGW3pSkQXt+p+2QSSMB3Q4kvK
DmU0pjuzIS1lTuuHb7WDbUVoBOPxIr59XgX5Vtf/+977l4/KFI7hCAvlhLTsbxr9//eYlUYnXVlT
MtPk8IRvMMhWl+tZduypzaG5ahzGR2Y/mFcJY0oG8X/LCf7vT4rnhB9tWSYpTe6fBzoRAHlJk1rh
qDh+jxhnYDJ0v8/f6GBShGXQNVPDRqV7WuxEhvaiYQei/Udqo185XV7uc3fFPbRRiHqXFBnTYKMk
orkKPU5ZxAcMI8i6uhcdeEqTyeKJXVy/t6w9o+Tq1UG6jRKinsPvC70YF2fHzvkF+QRLH3s1b2SL
cyudu5wZH68YLv7u8r+/CPnfz6xD8eEKQGHCcKX+x9GVuyKuerLOAzc7J42DNlB4k7hJWLjcGE5/
7S3JeLIGdR7wtoWg9B6/BWa4RxFGtwoNsM74vwDW+z3NFr1xzlGMn/peocpNE+8vFzEV8x8PuINx
lltYUOw6yKz+eT4BljCTmevxPwVT34j0YOMqvmoNuGNu5r1Ovf2f1b1qx9//+8Ny/u1n8yMZ3XFf
grz/58+2i8hkYjzgGwbB/n+tjquBiqMzhuKRX5mXSbC5/N8/Vf+Xv7JO4WF7us6DSjP/zx/bRzqM
jzLefqxmBN17OWQuWC9G+7OXkvxjt4LFcYEvdfFCWEIYUU0cREwhCbBPmsAgiuecW2ye5s6ALmhY
D90FPnP7l9v4XwoJR+eVNukmuI1N64+7g2SxGDMJn0/iSFhd+EfjBGmeHOynzEg2vnty/z3K3YSu
wWQIVogaMu9vO4hocdbLwur3Kl1/1aCuMfy2xS05U5rPYrJ/EET8+XOi/vL5/su36kgTLhkXiPvf
R1Gju7GNWL3gcxKKpGZ0gnaqrrsex34rCwjZfw8F+O+KgeQZeklqLo5ryR//+Z0OTrZmKx+hnzc6
h7X+NjSMPEEH33mEnqFmdYIC0jYuf5fBXowAgCygyGWfYrjO4pcuWBaRQeCLf3k5uTv0nLu1iF7h
P/TECmmHAc9DC/QBa/sWSm1Zf3kP0d79V4tmS52sO4pGy+T0cP54HTK+nt5rYZthA2tZF5l37ZzX
BzeFT7lmm/sYBlCU4Fc2UsmWId8tppbdj1DC445c2EbuejMkJhoYkLWqnQ2REuq8F4djnbiQ/6Or
JLHsINGLdZ+W6kfdGxlYN7fZTS7LSbjc2yyL/ero7Y1K966pq0+jDmu7M7Uvq96NpZ7CudDMYK3y
S+7196W03C2zk48RBG/rktBHuEqmIeZJrVMXJQOYJ9mHUkWka43PrVaELJo28SOROrbogCoTEGRo
2U0Rpd1FH15HO+I3rkwZpqPn7qZ6RaeDD38ywZqT0eyjxXwqW1Nir0q+OlSAVTfpfknNvRMx6hh2
RL/tiarEycpbHIcmmuDQ87QLNuSrsiG1oOse7mjlgDdMjHl46/tg6pRNxJC+E/NanAxZkh1FZ75T
3nss8F1TbpCcTWzyWUT5MTEn8PGllrPEsV9lqkho6Hn60GcVOhlQsHH9llisi7nqP8Bs1A9loIjm
NrI7J8qAjhgG+n7ZvRiC6NRhsck8bBENzAXxLumPKnMQwTIA9iEiYt0lQObQ6eBlK7KesuGus6eB
SScJaYpN1iEqdQmRRRBakI0arrwa3SjKrMHpx1Dz5pesWH7NyYzeBK4XWL4MCzkwWMNhSW6EyI1k
OOdWCV94PbsJQXMQfI19d169vLlICQtA5TKIcdXZhCUCCgIAvZTaRz7NV1FfzbeI6JZrrL4BJpxf
XSnTnaZPRNkjOXRAoQ1IHAq6O/QRObiiTKuDvnzviZplMcwiri6gM6OpIP88vUWWa5OBQWVOTciw
hbLG79qOMepwWlvBzqopea6ThKUugUVO+5onMOhhMH4OdlPcznVf+AYinwPP/4BOrqyDQZ7bWD8P
UY5j2TO+POXeF5hffJWXl+Hi9jmY+3y5g6OoM57mX9CX851EvoBjDIQ7xBiCcKbzKr5sayl3rB9V
oHK4xIAVh21f+QLUg73igDDELD2w/jwFk2UFeUFwncIyX1rd3loLdDeGtTWr3dFK0yA2AckS9Wkh
56o/iA9LfbYLCHEULFoyzpCzCS/f63zaUGmNoCfjIjRRavmpGjwwbNpEPGb5sVFOvThjx6cXKFaG
4VyTyLeX9CV7bc1XoACAh6OeISexV2yt29wM+76YjulwN7Xppes4T7xFB60SWl1C8FXXkwkGt6F2
8oeB/NkwSbaFLKnSjKk0GHaHYS5OLfnlu4XQiGM629VO1FO1UwlpoPHklf6ItiHosISv+vRZOKQO
DX5MNB2y5prcrdUJx5wnbZYJqkDYCw6UYQRQVnHmsCcHALw2MwBWt9m0ia7wxLWI8nyCOB6MUqD6
zTQyJHUJOSLB/KYV02NifkS91/it/cmsUA88Vzw2nEiBshBHbkjMo8v8n21SFIyKbyaq2geCGbID
ml3iotY3QdT5nmzyXzZ/NQkEJrS2PVnRg89riQ1kchyxEbYfk3JJLsRoYxPVBc8ooqFoQcicRFcZ
aziPUY4/GySSTtjIA2lmLMIJdPMLESU7PF2fhFru6wLnXFdCF7PLH62Xn4dUPcrqlCbxW2FEk8+S
g0XQDHqwFGLXamzePLK4UlPtMlreMPOmZkfkQhf0+D2ivCf7rzZeW4M/aDy4hTdeoatIj1XVf/Tb
SVHxeq5xj1OEMAD4dTk7X8sK06V+X2rEoGk9DYi47J8o3YhsnNafSfI7QbEf5DmmMSzLBR/kmOJV
0n4U7eT6jWhKIhkzzXdm7c31mqNb1Zjh6qEJMsUFIj2xXLVbDrpcszPN/ez3VjZwL6T3nb6hR1kT
2a31ykrNueX75RxcsXnhuvUdK38VU6nvs+kNGYN9V6tKsSFNvb1Wkc+KmN0foM3uplG8rCT2IJ9V
dA/jGkQWIjul7jV4c4csQSe/avmDYFkUuEL9LFJy4VzGmU1yi2zAzL6QRaBm76yrPmqPnZXqe2ck
mkQOsFerduVxUn1CWEJF/GmJxk5nBkRHAY1EVdgY7TVmSTibBbtbue6IVnkZrTvDmw8F1KKdqczT
lACOaCsSPYa68/HYzIS4EyTQWvnDXCmIz+xg/SzKCYgf4o/EaCfEXJjgK+enpZWI2LuRKeFVMZBE
kUigH11lRWGc3QqrvDXxzTMVVJ+mVxt3zPcYKmr2bllSJIk8Gs0gfW50BEeDsN6S2PDRNaUnTx+u
BjIB9oYV33BVnrC3Eou1ZclM8Svx7xliCQP0hZncWmZ5XYCgYBvsvtOuWLtho1A0M1z7trOv4Pfe
cEwV9+gAKFb5vVrQY5hPrupCe0nc6JFm+1QzE+e/5uwNz9j1Oev8fNaPedquAYrhgAW2BnQQIUad
UvPCaQAoUZOemrH3VFaxt52yJCDbvmKfiZC5ZYa6Vs4BtfMHKFPH96jXZgOCapE6KGWq7KVfGi1A
/4t3NVHveiVupU54acIWOLFwL7SkzZrLiMpOGwLVwMQmO7itUZGT1JB33RQiL233JDaiHl7TbMeK
bQ/tEvNQUoEJVYsEOqQBebPlx0IIlT/NnsQO6ThHyaiYF1k+WcU4woHNIdqoyvOd7RkVizxWQ/Uu
td+qH92gIBHHV2iWw0lT7o6gZiyi0r2nQL0Gssi9SmaoOa+kCW2/pRospJVDEhpIrlNpvHHjQVUb
M8oI4ksnB0qHadPEUAru+qpA21fyv2XSF4LIOsdKYzmJrPvyOEEc/9XimyzpZnzh4mRTg8OUGaNZ
GKMvU68lEKY8FxOJi4c43lOOxKtxbEcb63j2lZryaCntPe6eZmHFe9iXS00qT7e4eIs8E3I1IY4W
p7YvrR8pWAcSkC3uAHb6DWPiMIk55kV+sYUk3DarOO7gWCH+ugeAh3ItI5oZyGizuQwB3CY/ZAM9
JuP5b/QS65M1HQA1bjmhM8advAoGtHZH2ZpkeejxR2+QL21kxTEG018q0RL9GF1Rp/3Mtp2e3dXX
Rjy9jUifmS0pNNDNRtWiNoVUAlCd77Tr0YinNnVnvyua9WUwl+NU28LXZxIKzfWXlyUOJap2sSai
DKd3UmEhYucTidMmZtIO5imU0x+lppl4AZJwrp1brxHwTafkoR3E0UVUbmdoFwurJmum8YwXusRH
uRD1MMzGpTZsrNYgVac1zBz1RnAL1VVp4OufsmtjlodCOMM1udtv1vZKKEmaOzkphzzFYFRbsaQv
6n+MxFmHIFvvSy+GoeNWT2aK+7yk7pBS/JiyldBay921rVteRL1SJ/mooXkn6hRWtqOFVW4s95D/
x/2Simm3VD8Kt/NOmTTonUwrOjsm1WeVILLA/boY/YMGVL5Lte4YK1xeg5l5IVyENwy9ALd1/N+F
oMpc1RWpEeQDc5gUTCGRcxe/oVYFyBZ4O5Jj1dxkHcblBEudTwtdPegIWKseJsoPhr4SM7sWh4ve
7yf+bxZtsXO09XEyzV+zrgHjrpErtZemH06RAQSqm4ihtDjm9a7/HRPHKbKvjtNadDdlbtHWUA/K
wTyQjelXUlzl+kREivEDC5JfN49WFidkdhOIhNukFGihsuUyEezKTGyr0N5Z1EPufDZG527JqX3G
8iQl4xzSUangNxNomlwbsOxc0ZJOTjpYUOnrTW1J7+Ch8vfNPD9FpX1HpZPeNdRVgyh11MX9C01J
PlZko9BK+SoeKDim6Dwa3noZC/1cehn9GqQdCvrqMCXdzzbbcvOGhTwFowoYhT9O1llZyoAsx7bc
6DLtsSunS9Rh6UWQhImcTFJ/+02rCtqJxzs9ymQ3DbkIXCvi940q1HOEDC3yPiFapMzQ4SIzMKUO
zbUOql58JpVxV3U68eMunmJkF/FGA98NTOy4o99YtppBzoLdH63kaRp30k5rH+FghBgVtZ9mfonc
+iXE3PqJQJ+gZ4BEcNP4kVde0/nAFm68Ztt93xVWekWkxxiuJgbzrnxRoNR4M3D52OItddxf5kBE
mJSvJp9sQSWWFBqY+ih7suPoZtKA7In0R0fpz/y7It8RA8vGbopf6C2XFlzauryldX3X9zZeCWJZ
3N5EGAPSakdjlKJrKhDWrs/KM1+KXF43tSP9EhU4BykJa6ZxdtpGv15g5PkYH08g82llcegWYouZ
1TtQghL9qsPlp7SE4WbaHlZSy/y2rJVfbLasCneRhsXB13TYAIP2TC5ube1TcDYnBCWP5DafKx3B
PzAvAlUlgr00WnAbrs+L9EbfLbIDEpL72igOix4XvpvUVwXd3Zk7d2/KTt7IMqdD12J7V1L02dhG
xQj90KvVe9Npb/pKmmzRm1+ZZoSFwbPDORdVJhSw5MPR+Fy5r28W0m0l9QicqJjWI6IV0HIvUDOB
eAORFiGWzENhPEhwSUCG7Acjz2AfF1VgJ2JjG/LVOJjmYF7UdVBCtYqBEJ6SNL1fuv49Ha+5uu0R
2SS00PhUV/NPmemMgbKsCZLKO5etBs623K1a8lPTiuaIXo68GUiLNHz9wOKnPVWmfd8UkjaOUr8+
eqbjhnSdfHg5qXvxJUo6lnJxgiQV5ASMPACCZXqPQ033Y+k8LOyUjzbIBDABilOyS2Eyc8gURL37
mEuTF9PEilA0Kt5vo5jQjrDYWkQpubh1AiIZsXNJQ9ApWSv/ft8YAN0uGfZvpKG8eNF4l9tyOkpQ
Z8FUpiWF38pd5K4ooix6WlXiHaujbWaOpsYcj4mVCFRi6XqJTqljdgRQRKxKxtAxuB5ByMhAkxuk
2zxrjJfZFxPWIPuvqKVaMiNxO0wmj2nygtGFKq6zER67/MMD+woIxvmq8ibU7lemuoc6khkMbWSd
riV8z0gn33axlHlbhtWEkX5Ww11ejeeksocDwZEnEuV2OblalEq6ugikUMTz8RhpZWz7Gub347BW
v5XezmfgBlDPaRcIx3DCOTExnrEFXmEhNwq9LSP4wBm4aSbQMUgyr02dBwXQY7mjhjv2AkMeqZjD
3i175xwt3d4hduoEevo6H7oPFPdBVoPlaWd94nNHTNmk3Q+T7NxYc/R9xJfjp5p8gcUqDlqdGfiJ
idsiZaRtlN9MoMS6HCYODMf+tEXJLJqTXLFSfNXm1tsJMEY714rv3cZ0HxuSJyKUzogHfi0WZ2uZ
VlkQZWkRdl2580aHy22eaWdaMnFyjfgWZkhlP10nRAkRPzaQpc2UZWpdGtTxCi/FHjn7fYcfAmtL
c1aTyVxiazu99pMYajsYnOgn8O7DqCSsC0WkTQdIbyr5aw1ZjKY7flazi/Db3A6zmYuqcMju7ebh
J2A2DiL9tNjLYZ01joHoOVn766FSB3d0LjALf1HTxDhh8ue6bC59ofh2Br5CI3lxdTaTidVcTfjq
Mtpfq6wI8qlCqI3QpWwd5G1Ty2DmkHI8MuY6xz1lLvIvGLNxj1wU6+m8Q2fCJQpzjOIDWmfbuGRu
WHwg0TTsU/TNfLdkf1UcisjDkPFWjMnRPNDo1UNBdYqcRuVP3VqERk4nbNXlacGHvctbRqQyrfew
uJwAx/l5ti2S3SadGe/ayX1Dz+EJ51DqHFjJXGuAX2oK32jFhIN30WD6pyytOIrFaGFeVP4YbZDN
mGc/t9oGON/sC0MLnVJ/UJ4en1Np4wAehzYQgoIPe8Pz5CS/e9t8YT5y6C3505MTthAPe6Mx8vqM
OnYrZFDcJ8WnisnVgE4QOBNJkRtRl+kj41CZoN8yvzhTG0aJfGmodeStoGNVm9fPsCQtT/M8TBVc
C/a1PB6eR0Z4sQ4mhaN1L4FnqKTDnRCNJDuZ92kZfREJigtElQ4Z0fG+1QYoQ7I/l4tLoQP13RfM
LZRBLkVbzOhKWlJ9kp5p1/Z9wKxlT+ogG56H+0lvkoOnN48QucozrV58GWHytbW1TdP7KFgw3CJf
zXDrENRJBDgjiC3CYr5OJbm3GwcjzKIUQmtZswDUkLguFDDT4gC7NHgwyac5VRrjyakrMIYy5tG8
e8DGu2apYLY59WlO39oySa5A34V23xzkXKD/byZCIPXlXAD29vIXu3kcFtROmA7uHH1iyCLIiLSq
UzHNL0S2kYhE0MGparQdPmp8NWRvRnH7Sk+Z4atKyMZq2qemBRWB2JSk2P6acPVfRgfvt51g2PcC
G96UtfgmIvgisdMiJa2OajMCd8mRmTjhVUb/1NCN1dbUnTHtFBwLI64UELiNFMxPGgnK48Ujuenc
ZkwLgevXDpO/bBCnovdoKr3ooIRdc/GiZ3Cj7Jp1TB5UCe+UcuRNX/cvRpt8SiyxgW1oFk+HYZ9S
Ze0sQnSujGXgU0lutKJ7qCJwHx76pmx9MiwiWyXcORUZ6w3hmcTlVNCapknfu515A/t9DqFrrkzr
bA9QK4oFgJsf5N0nR9fP905koSyxleUDYRmbHPpE0/uqMcurYabUI8uA8ge8vrJYFpRjuldiBWiP
o8qWb7PZCAypKygkvqC9KtdbdMJMJD3to6dWwITasbOpILiS6xHU41YwNaWHVx7Of9GMr+I6AtDh
w5QI6MqYCpAiSAYHfmdqmQshEbf9qmIcvRxENOUs+D0BG9QU6L6He/z6W5cATDJStN4FrAETGArr
Il5zKgU/SbAUEor6xCxrgrFjLQch0KyPKMrxUmMRLPs7DSkqTQQ2uapQnU86gAi0W15F6iTCIQnu
4M7s3YNtZ0VodroXYO0r1s+KbyBo9GXxG6jFqIxTzzet+SSBxFbT+gh+jnHQ2J/MCO+XIlBvJ+Mo
3q0yo4WjL+j7KIPY/y6jEkebp0e8ThmINJsaqeQCrvVspy0l2wiyTv25Hu/hbezFhPtrzGc3JOGj
ZgKrt6ygJl5ZQgdzxTSRiGd1yOweABAbdwQ43TVjiwq+zPRL87oYFut6NkAroN2GqTJXphbqtvtJ
Y8VpbRqIkjPtkHnzJ2vq4mGJIWYm3FVdnXEFmBxNLXBO0M3QrGQASaYPoJ/MIdNc94RrCwxkz38H
T3br2Q9W73xwiTBJGJPl4sj405vaJ/JArVMq8TGxUmGWRqpp/WW7DmPJ6gWyKKil6Llrs89O034a
IHkCLYqqvU16+OwMh5i/Bh8kqicT/tk+cZHDcM/BOXRpveuSwR8cpdiPdAZd8UIJR1jpyJJxADyz
rwRJFXjPL/q6eVBmO0QA8k5OGk1lfD3bPHETPrIorcxHYwEZ5SzFzaAjA3JrrIPmvU0vEtQ8qWP/
uGbjPkly78ypdtDS5Hc8Jfeq2XboJHns3UiCCnU7soT06y6Km/2kYbkAPNUAiKhLviCFsStwkUFF
yfqplhunJU9BVwNXX6ETvwdcPbbrF14k6gH1FW8N2ywb6oKYiy9BdrjTEa8H815ZdR+MDiuL1lvs
nd6aTz2KeXouTiSu6n6Mrkuv/Fq7jDSgwf5cmEZEdbYNQ41r0LXgUdp6bySk1q5wUvSMoWNrMO7r
K1jT87wXbexdmYSQ7vSGX72cX8a+YYHYJ3EgB/RhBa9KYAzdXoxO2C79p9LqZ5IXj7mXxY/2HJ+N
WwGpy/t0GiwAc/TIaOeBhT9JN5N+D3n2FWB8FtZbpgTJbgvPLRgKn8wf4WelkAEp0jdi/unA6wls
HaTpRBAgKdaesvjN5/eSRbHeAi3xNMF0tQdBtnyYS7+F7k5+7ZrPvbRuZLTaZxYZp4i3IcgqhI55
dpydLL5K26IDoEup2gKhKOyeA6PobvNk+u2ChQXMqHe7aMLUaoQKVB/7kPGlb3m/iSoJpyR5TLBX
+Av/DLCHubt10RnSuLRMTtYF6cqpWMzwbDlbSCnrMO1WRRvvvE6Es82o000ICGisgG81Yysx7XWT
nCNh4cRtMvehtlsGLeBvEoewC/wyWBxI6SQu1xE7SKf3sP/lFSnBfp1wX4LRJkmx6F6ig+ySnx2U
WZgO8J9kPk77LIUiQ57UQzPjbTcZdwXAWgN9hmdkW/WzQdxQ4NkFV0BF7EGjOUQY/JKtR1FUc9ho
C/oLNcwHWsVlIwo0p4bkXxPlE8+nPYCkmfUwYnZFQdP+KGVXhr0hiIC3ixcmrvAynZjhqOUAhKIB
D6LqUzEzPsKrIjaeBs2Xdb1f8Yz5GuD1lJF4VvHo9dp469ias1schpcFomfaBtAqYynfHUq6LRuS
C9ejXOFwaxiGjK/WxJk/OhpEGC37tFe2BxZ4A7+riwuzIErF1uVCpjleY7alrOVOdi8vdcGeCqMG
vwrQqzEemospiFCGSRyzq3aTUG/EGBgu0buJ+7FAKAZYX/llRiuEfy+JYfFYRh9aChp9tTIs7iek
F6r8wTYaqlVhsX3qzN/kQclQKQCag32UlXca5gnCR8LUKtuBoRuDgZ7Wl+dimoi3Hif+ZxPoKvoH
y9Qcv646Fjjdsm9yjYjeltnFkuwWlZ1dnWGWY+SY2Jtd7llOIKq14LPjqeyQBjhb3IJZHfFySyv2
Dq2lvYBj/LCYNjMk8EhYGbRXuIVgJt3ngbBnt4wGNFBiX1TkQiCDpKLC+BI2M8gZVQ/sizzUDpXT
XyVct6lWV0f6SiLGzC2CFjYAFX7AZ7radbZLl+GD3I21ZIY1LZ96zynSShqHebZYuNHatgbot2a5
liqeoDSoImjW5rVah+coMy5um/7OPPniLFibB1k92x6Zr0TBkV3blLtp1otds2KkjdoqcJKIrg1H
IjzIkyBzwmcbSY3inBBuX8+mRbCcLc68dGnQjxmvC6m35CZ0L4yg74xW3s7Mxn0xPUdmPO8iDmP8
czmFwEydUEReyBjUO7gbX32uPmwrOyMI2AIJHSAMvHhtuhwGt38YKTxLxS2+jrkXMvh4exeuhjd2
Ng9uXoCTqke0/CJ7TKvobrGb97QtqSshX/g2Po4NDItaz5R3rO5sH5E/fVM5z/wpN3dJsr5aUKuZ
urgfY0kzbsUjjETvsxlJtNG7l7aL9FCl5mvNKRLKnjMpaqLbJpK7jcgd63dKtWSh0ohnekV7OGKr
8+NUvURdUZ/dLa46Q3rSPIpiRTqYlU9ibBD0udaV0O1H3dNekcmd61F6oMU5mMuOAfsIWePoFsQg
VN21bIV9hHnc70Y1Xxc8MmPzOAKv9Nnxop3PMSvwcQYV4/TcvGPIZZ8jOPX+EhPN6Y7tLpJLwsgG
R5M7fPXLhJQh8+5lxtTMUKQ8DGOOzKI/rDFv+KQVD5lsv9w4FgBk+hBq4yEpGToA3Wv2Rc7jVjHu
Re8GY8xuD/Fs2QwkM65oufreut45y8hTW8IdlNO7lcsiFFp1IaCPZL+c+rRasrcq7+9GcMRg8CE/
axG0J5J1gm75bm3inYF1iWPHDBwM79sqDtHAAmBL3De5+mmV4E268qkrCMdia8FxHF0W9NKB1/L5
uSm1BwGp1P3spPxBd7xTDcaHkJ2SUVExc1FOHIe0AzNWej9zx1OOYfaxEuIgigUZZAnMiJWTrjfv
4AOYbpcwICyrDazUaMOy0hd/kuuHTD5HVh2wqSijgMQmQ/2Q2USEZcg8ChqBiA5A0+/bCC88s14q
DZuyD0pk74JLpM3DjLbNFdPPvJRkxVd4U1CcMBxc1I+1w0lIB2Q711ZZ/EAHh6pH0qq2AB/m4ZAM
zoHMqAaokH1cBbuShYKrjNLXrO7oGJlbeaZi/uY4JVHyp7Jxfg46/Vmrr++Wsy+i9sP1mFTVeg/v
Nl+ukMdA8oWBAkWYebbSlqcYKsU+Z3HYjN7VEJEQN22aV1MrbvLZuRhx9ZDhC8dSCWyx32JSGJcc
TTsFU5LSLtTkewJK8zOAKfTch8zgV6swdwddjrKHn1eX8cXEZZiDeUDJ0TyPKazhROM6g0W4ckFY
DsDweHTOXf2ZwnuoqLDYXVjPVIVJWDpiCZIFivigGDDUwkVOx+9MBqhvRRgzya2bdgRgouTo2kOO
jH+P8/rONmcBIoV8pS3Cx3Zuu6plNDswteuq92VLWI0V55jKkqfBhpPAHZzvwHzaOoO0kcl32xXG
9aLxnllMRmrlout3H2X60eX6PREZPUdLzyNHxlpSzcBGBucrSaIs0OzplRQt/i3c7R395N4us/f7
onAp1Rzjvl60wCbCgslY9zoKMJFThgwCrB5NGFBKfcRvo+3FqtKw6soyHGra4QG8RcTMzGB71Lrm
kbhbahxDC9Kmc/zEXeww9QQd5/CzAOGKmoUCpen7XzHG0T2yMB7XT2dkJNT2jnmz0u6kXXZlJ9OZ
Qlxwf/VWmIAEzjOioL288C1N/5pyuH7WJOdgdePfvYaBl7qYrYFXcohtftRlifbOXL0uevYlBlQx
Tm+CxSrRKKr2N7Mee1T3DRlF+Uz9Z7rc456w95WLSGElbSTQ2X76YijfMGXfmfq4t8csDYeG9QGW
UIojMwpH/Wl1XRJcjOFi1+oA846pV+yxrpFI8AY6dUnYOg4K+SWipX/NVxz3YReZHYNT8yGFKxgQ
nLAB3Z6HTL0SE57s2Bs81vmqoUFCIT1jg2Mew8SW8iKxHXKEszfDWdTetfOfpGSUQbqxWav5Wbg1
Sx8O7510ODaLVgu6rKyC0tJb/h2MFSo28RRbKg9qiXHZSGEb/R+uzmu5cSRssk+ECLiCuSUJeicv
9Q1CagPvUSgAT78HnDV/7A1DVPf0SCRRqPoy8+T9b4V7U6bkg3uBFU5a6cdgUd0gYWwN4ynsjXHl
L4zIwW8+2pnsL+PtfKOR8lyVGAlMAGLs2q1NzTFquUT+0efxaWSEpuZU3qOBKb2bzbusoXO2UcZm
tAZIXhlXQKkBURHdkz7W24ko8trVMlolK/k39Cn9dDD0HDrP2ulJxwqJlWxjTtMXqJyTnrtnjx+G
TtzC3ESp+yUts97JejrqntgZ4x+vsonbx+FPM9tyV/pVs9Fn6xoVlheowfUg4bKvH9ri2Zxadn/T
b5+4DzN13jggsKvRs9hbE9512cOvaXy01wpg1aZy/H49Eu9FiBx/jBiOBoCab6U7YP2wV64Zq225
b07r1GR/Rdwl0NJuuE/DU6W3fWCFbrgihfHb6BvKRX4SZ+zWFsxmVrwJC4Oio9NAlyoqPHYploHK
wDpF2UWyKHgM4hJQF3SlkMjBht1Yu0nwpqaiKhcBfQHvLmUq5o9m9NkRaO18p1VUv8P2fKoM493T
vRjuqiqBCtBkUIgcCUy3cW2qY9G12sHwySbEKr0ZvljgCzh0ohSZpyi6Y9MysYVIeYNN8ZKBRrfK
WfvS4/6pyuPdLGZaOucMpYu0Uyji5jpn7Zl+BoVk6X95oQOsKqmx5XGo2VKOcNDbZmFEWduiEfJg
Mn9irouzWLjMSKlDRpkaml2klzS1q8K5jbblrhLjyaBYKLCjKUJoh4xa8cYSO+zOczpd8StnT10V
bRGsYeUY9in2u3ZNuw/71/lDaxiZ6fEU8ZZj0Qod5rLhOP912ZaPqfYSQ6gb+pj9usdU10usoy5S
TD2ueylnpa2rBAtGJsRzPqY+ODvsEZJp/jBF7YG6mxrT3AwrU3gON294IoBfbqM7/colTFSTwKJM
549O+Q1gXWbvKkoPfWL+AJ7Y1G1IRZOnnSr6KJmp5RS3ttG30InJQXHT142KniVD4VZTAR987IDl
uZmhnbOAxic7+z0MLPCNm99ccjqswam+YivWb1oGvuYd52cYMCA8zFYWr1vQQZN/BAXQH0U9DGtk
5xtRg2XmmlibVDDjFPyGKSupCm+GluIDbzwgHnm8qSgVupRjf8Hpjd/FLgCp+bsqnmh7ECVRPnvf
ZcNF90DZyLnZC+U+QWVh15dZGcVw7dbo51urtfopmQq5cpnIs68Mj0U9UtOboKvXTWAx9mKgAKkL
t6P/koa/RnCTx2JftO1BT6LXBkCaxS0JiJbPfBXZo5Xzvpkj3AKTuJdWcarN/mDgv5rSCebqsKUh
aNqRyWsOvsbcrM/ER8Hwnx7RCs8dZIl94y+yA/e+wpNBUVMlaZgNLhXoHP+yems78pOxJRl9Igkn
NbJVGxQcXD+JNnq6lALhO4FkTT1I2Tf3dmzMvaEl1A/jJk1Ugy+FrdWmsDnxxcxoa9BJ6GUYk30R
/h7n+SinIoZHMGZcFrGzl9PO5ZX967XGs9faK7ih3TNEi+5ZWn3KB8y0jo+nFvf49Ug1AXuQSqPP
XMfsvfTytBnp0LoI9bvtOt2l1qlf6WrjLpeH/75vuffaldOptTxiOfYAJsOnJDKt0n00VyWj4TF+
EUtvtb8E+gvHTHaN64o9Oyhq1FygeNe64uhjxPR6ieWpO+rRVhuY/rEA0dkXcsIcPT+7sG5b18dD
T6sOv0DE2Bsh6FzLt1KFbHujGCJ4kox4Ba36GQ96bSuyEqMX0RLize9E0b4rswwh/PMsx7w3hEX0
pHp93S+xmCxUN27g9vVRxe4pYIbIqjBglj9MbLqnUnExS9tnU9uKl96ZqxdpI1jwJKq5NRdNds3S
ZFOSK322rNB41uv8ZEeiuupGnB/CrhrXcdHZO5BlDmZVGm7bl6JFDQW8u4p7l531FJdfjMFfB9W4
G1mH/lZq6JaorWBeWP4P3PcZbz9S7tjV0u0sJvjzTT2eukXTfDxkakLdbGpxSDtz/Uhk6jQnnKfl
4fH08VBI+6K7M5KXLpkNpuXaKYR/9HuyzKtHeKxpNGRoN/xdLwVe5hfEx+zpUV4kPN+HZUzsy/ya
TP0294xS8fN/jrWtsV418qjiLPlMdHaOVMzi0+ji+8TOMeD37raOUPlJWOiFVlz/qNLOrg8SUWe0
P3J55k6zvxkdf1jbCx9pcuP3Al3hNCykjKr1nCf82sufPB6arrNPeS4/cOfCqS2r10kypDE8x3pv
8qTc9Eh/97xW3c7pdODHc74ePOx2pIuqrc1QYBlavNOKg8eMEB11tUNDc1ygZjh85cJbYnpg32y6
kuAxEZbrAw5BJbMMKIuku6yTE7cWyTf5x4stRsiCwYVrNq/J0uliuEtLl0zB6Er/tMC/uwh35hTT
BIs4+vx46LIKjBHtCHKBFI/QSVvTS4AX9RBuU83+yssdScDpFyFBjRo8439/O2N/B/DmGSbbU2vk
5j2ZGEb540wvLY5oSKhcU/izKERobD4wBDHWAP7bN69yy7WWif69zmLMCxl2mTlb4x6Pzk1ZZJ9+
ePRIkh30qsnf07psDwPBmWdtTmgdxkw6FxqCijvWh9xR20cFuOaG7jaW1ohEWLN7RCTlnoCVBk+o
Wmdx92HAxvzHnLZVBJiUXnALMNzhtGwLVoSHaJSE03TLGucvwwob/lzXrZRRajgJuNLYb4kXhic5
GJIXNy3qW1WP4J6lcfofuL3HcyuzCaNPsLG8NPN3Y/hB8YP5wik/fjNHj5i3Ht6qyii3D6x67pFe
Vqq1DnZ5i2P1x27M6ETjkQzcri+OddX/1nW0nqxjdwhmwDLPk3wtfEcuGRW28m7fbM22mgDHi/Rs
jv2ucO17xx31no2OtePf6/a2VPIFZyAUYHP7qIp6PGRTGdMKBQOorNQfCFDN3ukooHKzJvkhm4Wv
lLX1GbKTcRx6eO5RaUX3nAki6vi3wj/zR/dLllLGOi8OtsSdY+jDjkRsun+sw6brFceI1Niqpc9k
WxL+DrQkukbtIJ5Je0Z3HPx/R8wrVxX3fgBLaKth4Du5HSu07g8O5wl3x0612GkT57dkHHC8VtSU
PxYHtVSazYo3Eel9a+DIEfSLwAXr2idXtCDARr87ggvAX5q272YpMDH5bOhBTSafoR7TPRM3aqc5
Q/LpJt6XyKtiKzrqvEU9daeoqLuTtXwVN7S6kAm4Rxz30aoBNbtxv8Nub299F+9hN0ERyTx0RNkr
Hb+iVTw/HizX/qDkhiHM8i1yRFzOUbxJWfr++wukGGiV1n53IUVjWNCpg6l3qne726PMwEk0bx9m
9t+6KY9aUf0u6pi2V9Ljb31MVdLkDc8AuMaVyX9y0ojgb7w2HdkdMBhStW796DaKgpsbf8RCqS2p
FHx6tFbaWT1fhwllRverXyKe2o2fj0PQpPa/3KStIR4QFNdixN0R9jk7Xbd11mTB4ktbh0zYEe22
VAF1zHKta60P+qVcHsyMWdXq8dxW9E4T0bP+e+oXstyiazr/VRkPcx0jaZf5cRBL6MqtnwmlpXhw
mnCnUdOwLlsPx85SaA+BKH4xMULTyOcjv9Hm+zJMYLQef2WQbn5OHFwqfBwq54PZ6Uflmd1P5VWv
lXFKEQEuzqNb2W4MOPVaDpsNNJCF0SiYBVOdxyqHZwI/Rbv1a3zMdfxs9oCzLOw0Sz/egmuwspXb
3VWcTycG5ZDiok515/++pPxxmxmjRSYyxn8mM+O9cCdjP8fduKF5SFvDNNaCssBTXOfCYD9Au0LI
uplZbLFK+IZ+5z4jTKSkwNAOy4Jxaee7aEU50nEi0oD9nvMyMaa54v670DRQ71ivbYqvM3kXFLgp
nTvC0Kt9PogqyCotDiz9S09beb33XBhXh3sO3PT2J+1NjQ4H+nCapU47VmTmhNBnBCJ5cP3x3QLB
u8+oWAoMM3/DEAKp/J5qlEVSbAEnd5S4/ThwBlZJTNvn8rtLabxrnWC+26NgT67EItPFzbFA0lcG
W2IqBP7ahJeD2LFopm1zHWgofgnDLq6DNhbw1tmZZGkLIhm/nUMP966KZHJ+PJhaSQ893aYpSwzi
Dl180Dg/jZwGphIvHNNb5v7sHw0ApAzWdbRK+KVBTvRpzdL0tyVZs5tVcksBJh5yIW6z1aA+m9qp
HnRv1eV5GLQ67nQTIsnTBNva0tWF/eq4sxwVpHiToajbvHWscxbuXCWN9K3Negq2PeMrj4Raa7qL
Dw+Z1x3xIqqkDwMi4HC3K18/VGMt9t5cd1fqNmpknYk+P7WM0nJDXEuJz1bTxo+S0cgPvXP/fbF8
hyZonDQRUQ2CfcZ2xgO4x93lv+bx+CyJn2FWxyvZzyoHjkIyzx28aPVgh/sOv0OThS+Y5LfTZyvq
+rNOSuPUcZpeOzXs4tHWDwNxUVDGONGb0oMvlrofMmI0wCkAwJhVj2ArW7lKmwxQhLFcxP+3Pdo2
jrbotOesc99tYmOcIN0Xy0kKBjZoEYXR1Hdiel8dPdHFgrntHbO/1T05OD6FL48H0ipPKtNsqvBC
GgfjCEP2/7d5fOwgH9/DMklbuP23GYDrk+b8n51n1Adt+1b1W2vk3Ap67j1enMW+wavMTSSkvtJw
rW1sAp1wlgPAwHJxBab/YxoVb+uCLHg8PIoY4NOt6dBUt3FqaaexOQT5VKTeKY8tAr8yT4bhxqd2
okcjctJ2XTLXQ18q+v2jY83QSnlh/RMEGI6x3p+VHDiHoKNdlyrNi49HJ4Qb8yudu33c8raAvfS6
PaU70ybBgP6rMYyDk2f+W9Gl8wFK7U8pqouZchfWh8G4mZ6GeB0zwADWfyUD6++mcUb+Kk1aLx0J
DxLuNxdjEx0eO8tai8dbCvSAi03xP5bMAB388XcgD6DUFH2i0cKpL7AdHXqdUaspp56DECGfB5h6
XmBIGZ+/wYihxNE5seoqvbr0LUXUgs4W3W6m4+OZkVEbqefZZWpeGNG491Sa4ZPmanSQeD8mhT5o
ADNCokiNe1vEUeBnNMw3y9PH9yg6KrdqWELJ08LbyuvGOMm050uOK9+1OZU7G0GLml0eKsepjoqf
II695tz1Ny1u2NzhxjhNsjdwPQkDL6s3nvwaAbaBnbXxQmkd8Azx2a9DKN21nMoPXh70cJrnaJMU
XKV5eQgHhRjqICYrZ0mHOZXABNu7r6mjzhUTvV8cfEz8FAOzlRyrEOCv6JLoWapWXh/HNAMigXYq
+Spb0hW6UWLW1ItdD/px35pO91LrNMATczU3osYgpFVecU5q+ziSuUOT9M497fJgM2cr3ibdSJim
VMVt7k4hycl3qyHanQ/Tr84i3BXVznSIxWg/ObX/ljxAlvHsE2aWzvWj8H1ME4ZAeJyFoy7MjK9T
nxBXl47K9zS+/8WRWG6lFZknAm2fGJGwbORDusXExnF1SBh+AUdeTXbYHDpJVLz1cpKshmU620Jc
4ZfOf22qxEgrRMmVV6VHHm/0PRHYe+na0YW+inI7h0YZVPgytjGNMKeGhAmjGp8yq+XFt3rUen+y
5C1Dkbq5Q/psKym/qzq8GlNW/xIGyEMSaPbzaMOBz/JpOtP/MUMDEOYumjCwALvWdxHckm2lfHl7
fAWdZ7jF/vxKDE0dq4Zxp+ukMAGWda+bTXUu2s8wyexrwwhwL5zhX5Ty7DELeHx/ULrYxbFD5nkq
qaeosDPpYDpxiSwEalw+ZUdQ7//8kaYGP9BBppBsd80jTY/rBxlFW6peHl9ZiTXsIDG8d3U0nf7f
wzzU//NplwkOkRJ6z39/JcEdBdQZtvwyq3j8aI+f1FlkkjjGbPP4A5mwGTSMKT0p4NwNFWy/DIt1
KiNghdiTJbvImeNTSA3xWTpAfXXSPDigpqc5D8cnGlo2VSPjW9gPdbKev6umb+gS5s9HS/BSasX6
8RdFrASfYBOOi2tmR5q93LUV3xuE+nO1PCSliynu/z0vcAD6Tn7TCMN/Gx5ESY9muKfeZ7o5Dl2N
MxcHFp31ATi+P7phv8JC5hXgNkrvizp4tv2FT4awvo03hZYcd53aROOtdMvHmVXaF9mqMSmZZHhw
0BzrJR2fRBQ9STMeXjtt/JUgUfRtiEuw2Ubc0C6u8D+R27VdPAZ97doX30mjHVAjb22bG4lcvaaA
RtsX+Wi8TuZA7g0BuSlsnHFj7lA+Wp053yxbsZRjWVbOB0Pxynt29UuVI9wozh37qO8xlDutsRqj
/qcKaSApUzrYybYcdJOawHWhYajGuZOQ49HkSa/YLfoeZmg9man1hSt29qk5HTCTn7ijh9D7oj2B
2/fQxWoCP0RsVMLGVan6mLXRve6IitdGrG1M5n5xQydETbCu0JOtbDBV6iMUhtaNKd6rvVvjzNBu
KqqV3PnDE8iBwkIfTKm2ws1v6Qjadt6PK9FH73WRG6z542bqJR5Kt882VkQveornnyMFAGB7XNrm
XGspjFr3zOPWBF9h6ePFabfsbrCix2TL6Zkkenmk+rxiBEaYKy6ruzSKU9wxpSzMogtqs9mXUfbj
yu5ekJLWUv8W0bqSkBB+0rvi0vvDxRONux4cZlbcwshDaNWhYfgASACvkqR6fiKxjy19wLWlqze5
SCg2pcr42pNk01Fxf05ncUQ9nVcRBsHlsL7Wm0lRnpbcI8h6y/SMibquXuwKHaU1EsI8mq/3+5Hd
RzSeRYqLiQiqd0pm7lhCY5TW5rSAtzb2Pplblyz5aKvivZk95hI67rRGF0GX6OfSiaLnpkHYBSO+
jJNOzKFvkhbXVWV46ugV3M5JyUB3nOyApXv5dNJfGvfDJnT6Ys8pRg+ayvjbiJ0jsJKNXW+dq6I8
zE2JpA3vKnD1+t4VWKK1qL9QVfm76pJvjXjjWkaq3ItY2BzAKTb2qRVcd63zQ181YYWhbYNhUi35
s9TcZMkWB3DDwab4Hc3+SdYJjn58kbghQ2INMbaAIuPTOJve3vP+OcP0lxs8IwNT/K2/m8L7HJmS
kYVi9t5ODt00wMKzEBsV4VfuRvZMWKtJORI7/JT6VxRBzyApcJcIJnjni1+gPyccnioYKbJBDm3H
NYai8IBhJdAa+aeRev2EeMo/OE0nnB9rtkkeYYAGnaiZKc3hE1Rq6VFrWvcgc9yb5SBOlBOOuG0j
AW5BTcWwqjwg6BjnoZ436hxmdHYktG+qJan85inzacx0Si6S5mugUnBtGUBH7D6EUhxioQzltjQ9
7wo7Ee1ROmS6TH9r1vpvv2ekgTTM+UrlUDVphCB6X2znCFx5a1xj3shAK+i/84CKkLaApyBF9501
4AixseN5mT9akyrrYsk+vg+lyPf4DH1MRrUd+LJ8EUp0hyKNrtnQQFQZ6nHT2UjkboYUyDx1U+c2
6yJtAmZorTXlbKpw/LR7efKHYqfa6jBQR4BKUBh4QCiRg8xt7kI8BKmP+0v31ASPQNOeooPdx8Uu
AZGNJDnOF0fE/0LiUkcsU+VGdgSGPVUGQ6xbtFdh7+DQFjCgs7aRohtN9sR6c+s1HmcNfdTZmlWL
gyY2ZeCMA+FXnUM+KOza9i/DoO2ccamV6VXCYCi8N3C6l9SPwPaGYsJp9Tp5r1rIrvgF0gaJdb8j
+ee/T0oWNGqQ9fIgQTuURfk6x7POP9mO3e+jjgBwhQbOlc1NPNFokadOpc6j+WhE8SFXWAsMA+7E
6LL9GNtSBxgQ41CacHgLX5y8UH1jmslw79qUFddrCgh8tKaeFIKJZkeqJFyFvQf5T6NOpqA1tCcW
ILFfTSMV6Cxo6T6n1YbkGQsiLi8MgOSWU2wDLGOsGOwunQRkbcEHwuVMwkUykR+Yov7U94IGDEpb
TTls08kIIlPS4WAxD9T4be0aTERTXcNM2RvDFePWLM0SvlNC4nEZ6Q8V2lDeWSS9FUquk/eckBHu
1iwXZDzYT+CtJCsncSg5UXaMh7o5I9599tNwmspQ22p9/e2hxTQla91yT9xkjLg10qbo2G2ExU9x
eP4qsvSJygJ07NnT2BP89LaDgFMDIXdr+RMqnNfFVJ5QzSmP6V4sLznaWlRsBmE326k/kjTFUUrf
yBpGiH/yW/maFe5nNcWgRIfXGp4+VheBkyh3kYn6+smj3zWYNdSooaj/5SHdf6kWBpkxmCx0m0aj
DSJrCVowEtoXJcQBxGL2dNMijnDMoYvg1it3ID3Z6FsvW3wUqQPUwTSMu8Aeu7IJqsyJQjRNxy3V
LaQY7HTnVwY5WJZlDvcadyWSnlHEYaBsArMJ85OR/JksnDgaiY5hKQ4xXBMFnthHNes8c+4FK+8m
UYZFEQGRuagh1E8uczuJCSMcG+bS54zTYmoteiRVG0c99vzWCmon+shjPLSR95Zo7EpHZmdcJuF4
KCPeFLZj3YhaWsXarzZnO5n6JIPtzPqbCOZO1zoew0t6YqvrrPU4xvwN9ZbbH4VPNIrDIMbsIgLg
YZjAYLXqDGQQAvCbJ17TYAiOZZAYzSGrVMS1aDAYz0H4aOqDPov2g2LGV1qXXmKpIWcPGo4VzSIz
Gt3iwpi5k00nWeJgFikaujf1l9Iu6gv7UUGO0e8OGnEqjdgiXt1FLP2hH4ktB4QdwB2STmlV/dT6
XD81BgG9Ph1gfkQJEgCVslleFsGwnI9pd4ev4HgB/HLCnub44yfGc9b310F0xiGyxl8trGOZ+dbe
jY1fzosJFu3ujj6uBweWEWdS7jzG06P10G3Ek5aZq7GYBbIsiIrkbNZzdmwiPlO0sQUWo7N1Hool
UU+8Mpb6HTbLvv7unVa7cTMmfSlgAdCLg6LHsaBunR2uc5xvd5Cu5gbbMitF+F736jQ1rn2EE92s
C6P7zaX0Z8g+M69vg1wDcBwpAAowr685Jk6icus0HCQXQ0cC2GTYW1QtqnUWzNRBbAy8zRvbkzpX
4ShIrZWIE/4/s9Q+Cmoddq3dTevRDhfsE3LQIBjRknX0N9KUxGm67kwpj9y0jqRS2Br+DawGpxwv
U20NAAR01HeKaTFS0iU4SetY9eZuLvUXJVimnDD0FhiQG9C3g/cKedCyvJbsjbG2MmxlOLOtnYYx
z3dGHMkQxnCkldsqK+1Tbaff1FhsWZaDmb7s2dY/aUY7Vql9C9P4nUR0uhULnEe3u03cZfQYOxjJ
HEQhm7CaJgh6TVu78MFJVh7oXgYFBocmO4/abTI5CU6o+Dj53Fd7ghE0ecy/69nDetGiMCee+Y1d
0FgNpbzpU+wSwIJ16EAAz1XgpWiRmo43eByeVc6V6SztPuyOPNgFif/mizV3qprNMabA+HvIBVbm
dHin7HZfFhW1WdXwy+v6dQvNN0LSWXO8avhB8JyHhX3A+lNQ0AIcD5v4Vy2/QFouwUl+Z5eetaMa
TAou4RO1Zo0xDXMn2LSZdZiWr2KYQ/om5hf8L5juEv8z9bR/fTlX2zTxwM9AvQ5TDB916n1NTsaR
q3h2QgrBpigh/JXlh9aicdfv/jHcfYtZPQkjhuG2ObU15dONA3oir7+AZe8HMe/9gWY9RszGuqjZ
eejj81DP/bYrqmOe0BUgp2QHS9rYEgEoiO9hFMnwA7mx853gMtzkYczgY3iTM3jSOrJaPAkQL2UU
i/OMiTWqWyIwbQ7jeKq+c4sApyLur2Cg1DEE7TcKNU7lhDFx0o5eedAaz9jZbmWSE6k+Jtd4asiM
DHgrT/2c0SqfG5w8EDL9aaZPvRG8lUZFRo7sHFP6eWP+miH3cS/ElOxlvEexd+mG8tZoDlEWp35j
D7MNtR7lzfW4bHnnKAV5g5ylFl7fN84A89lOhp9II8Gru9goE4sFnBXykA9OCzAh7Db6sic2RW09
uaX35XUFzsSOMsGe8X3Rh7uKKpQ1FJRfzvhHZ66cGs5HahB/tXzvp63qDdjdB9vqVTVy8cpGr56h
+gNpQ8QDRSRsdpZLoQsogQx6rbAOnj7RCZ6sgN3eQ+6163RxHareWidO9CJIEGPnAiRoZJioOanU
PRbFKSzSjbKU2FZsmnMX6okd4XNth3Yncy7AeSLvgPWUTGFKkqQnuDREMdbt3v1nzN6RdqcXWVPw
4HXiStXIyWCqSAQ6AhMH5BvwjnN2TrxeW4natEq5yYHA4HSoCfb4Pk5fs5JE5yt7OxgcYiTVs0Ek
6oAs+YvmkbAjXob6jqOvZTbLzk2HT2BgYTItqCVVggWL2aGTDmrjFVj+CfwWPtQRjYZjKEAnoisb
3n1aweDPjDL91mSzCyPogi6BNISFN0TBwC040A0JDup6/uGE26/CcOa/b/MjPV+x3ES8IWsPn75G
+lYk36ond5Ilx7hrf/UN5xVX6zCl5tlvCD/eqoY4Vzfx1e/PXNw7V1ZfpiS5hYp6T7z826didWX0
uGXlvJ1bTO5oFT/F2ByjTJ47W/arsRsuUDDYI5vNy6xRvKRVeMeNgarrjMshDf8l87jPYtYmz+TD
Qs4YuvjKdesP5duX0GTDHhs2C+V4loMdbW3VLWvzbzdOgqE+z9qL3jIqMs2STT2m8jF7rpVPKVh4
nAdgnUJWr51w34sOsw8VoCtUSXxgef/mAEQoGCclvxmPO1iTTKhPWvVejxxrGvtNkz2Zw4pxiamr
neEPHUrHsAMdgmQU9RUGGCrq0T88s3yOp0ltuD8coYQHjX3w2SdFvLsbHRMDtWPzu1G05VbnPkl2
zyqeJvQ6rvygboaCik8WEMgwlNxG1Iy1egm7Dw9DTbIeph0MNj0nWleKNy0m+ckIbeX3JjxvVuwz
xfUrq4Rr6Ors0qaGyWSxZMJyop0XW+v7FVtbmhajmsGzW99HHy9q09AxGmsfTAWabViNOpqr9cdx
X3HsAxyQvEsEL4xgWS1K2GOgw6N2LcnOLTGqEpdubHd7xqk3/ER/Fr9NBFFiW1oCNJ6GxdEdooD9
hol5giBjOzrvs5Sv+DsAprnlq2sU5zwOb1HD/cjVf6z4nxt1lK23DM/jIr5myMBASD5Rr9W6SK/K
lGc4Fm+Wrq1mNTpr0+VyInC0zGf831pLiDNtybu1pIvh1poIlB70OTQ513D42BvJk0UGiNmC2nmT
/mM7/etI2mHmbJIyM9bs6jmOYKdkcYxrl6b1ld4WP57W+XtFqTwrofGjJUgzGYrzRkz8pr6y/zCG
qVehRYooTFtqLzk4uug0fJR8XoaKXhqyJYxVnuOSmyAenYoycc53hjFTVJcQRhzWRa8leITDT1Mn
oRC1BGZqVwQhdusb+8ZjXg6XobH3WkHrRe4fPJfZea2+ila/mdgkN9glr+As7pacNkyWXm2fZFwC
R4TjMj00YiDq6GjsDQ04gKZXsPaBDll3DiKlU2LV6i1z+8eExRh4FlSYhoKnlZxEs2Obac7YT1yj
vSYOSDE3kvspZ/fOHnIiy0xDqDH9WhAzlsNs2hlxMrJ5fJ2j8g9BFYaj6UD4LDfY4KDv9wC6bFhf
bMbyv2IW30bev3Kog8Wg0g3c0nPYdgSMNZI8Doc/srothBA+9Rpj2lVRcJlR4QXOIxTXnENRhX4B
YK02LF59V2Nm5u5I5/lkO+65rv2by+cMguVO2ZiLPZUwT+055dVa+pRiIZi8niGBM6waMdmbrrTu
bl3+RiyoN2KIXyLsixFgchahJOjnOFr5XmQdOjgraed+tDL7VePfmxA0N4VrXowJsVkOQa4uCZFd
pQAJwVfyg7YCfeNhU9JH/MAJcWwQcxAhpzpkxxO/dr6w1zr1buuK8upidp5NU8RBK6E0xF7ynoRl
duorUW/9BD6orlymic0t8cNhRdXtFGQzH8icOg8VkuiYAJCUjfYbBbTmn6eAU+xLv48vjSh4S0Lu
xwmdSdD0UGymfG2rMBhnrjk2DIfZj9CTNA/NMJMfelFFZ9xUIKzYvUAaNBbejxhNe9Uglbeudndw
HhyxWS9oStolHZlQG+u/J0ykAnAm5apaeD2N/xW32G45ODDKHsVfXPzzyuXuuuFq3+IwWuuzXm+1
uu7Wzsywc/YJlg+oSQAnDP5q63/bOu6IpLrDXm8Ii+OYBm4L0ZL4XsAaDy8H02keFgkcNO715LD2
pjHsG1JI64ya31Won2fPfKat2VpFjr+L8VTwY7sKT5E1LHUEqxI6AwQJNs2YfVj6HM++iE59FBYb
eUkV3JowCKHsjFnAlDDaajz/D6YnsDBNe+I0Wh6Lanpl8FczEzXPoHe/6nJC3m4PtUEBcdVqR2Vc
Gq6dvPMELbg6bLvlcu2kPx51aQXCkNxvZPwe6cfQ7t/UyKe/zZvl03uNzeJdxGDS+s5tsSPrsCuz
xLuQ8RlWBsmkgM3Xe9XTFtdDqBTO/BnZJpMFJ9wOUjy7RoS3j/aLoQAF6unDcdb0k+a111IbxMrX
0Y/TiSOXzpQ6UUQyJrbYE9FmCnrie+HoP+HAmZrl6sglgBfUlhdDVs+mblbnYoj2nM2LFSOAm9Gk
38JqUMa0fsHiPBFPqJeftmfQST1u0ge9H+l8WP8XdWe2HLfRbelXcfgePkACCSBPHP8RzZqrWMVR
JMUbBClRmOcZT99fyu4+sv2H3eeyL6yQzKlYADJ37r3Wt7x1yUDuAv84wtxsvDcFtY3yN4iRCMnj
yk6NBRgLlqmcP42e3x3wIwSo1FYJNJh1KyjyiARmoXYTZy17SaSc7sFOJX1k97H5ZCSF9vP4E/Dq
/NrsUQIZ/cCtRrhcoyTT3QnkeegBPiGgeJ+Q7Kf/a9r0ktS+OKeY9NdLmqI9RqaCuV3cIQ7zEbpP
r8QkSOaPWxBgmyJyJkpJnm0hGVRONC1pmbCepjLbjF1Dy8WA3FW3HE6CdMvZbYee9lYuxrciKTel
AOnJZpPgv/P0ECE65f7nrjDiQ9OC/ALlcyWMEDqoh8LejtQZNXzEYJkrTUt0K1x8EqZbYPnMTd45
3yzuFoeod9P3FypY/NxVRDPCC2sO3T16dgwV9nYgXylYusuMT0oWZgVarH0uYctvglhLi4xj13kn
wsI3YcMvaZpYEBLLWI51a6MvFTvf68I73+e4WMeUWAl7/Zsj7Zsp7DnkDnfgqJtDZPsnQ1e9gNGX
7YDF/Mroxls1xdlmaZ09XqT+EnNrJTWd9aGD5E2Y7cFyrG/zgrzGksNqMohnr8zqOjQ7mkQuNGFF
p0F0q7QMv7otcYOzCzLF4Xlfl13zjhyE5lzCAGs5OY4vjz1Waj8sbi1lP2ugNAFPjsWuYzvetOou
ERFTK8kfu6Wz9kObPrV+aL5QAYZ4MILbxhX9hWP8eF0oKnNSD58Y6prn1J/8o9IAIWd8sGX1lo/Y
P6fmK6QaiTSA2BVJt4d5HgODMAqvnf5FZJZx7UT1GWC0u0vaiKlCVbF4Ex1qpizBasaF4S1YxtIY
6UwCd31+KQeGN1FLPFOCsndtVUzZCyIdi3uz69JDkQ7rjpkOJ1uwQ6hml900i3JjEtTFurIiVZ2Q
hAkoAxTPU5k1H3YxkArpj5FmKeGYhOi38U31GMM6aeucPcgxmr3p45xAVbJRI5Xd4DgPVezsYsdT
23qKd4q2YzWX8iaD1PHAswU4tn1pDJTMGQ1TayNQSqryY2LZFyatC2lZTAJJt8ZzSbQykyLW14Ax
ch1KJqGgBkDuvqd9/VQNigjNd68yLy1m53Cu8xcXdBvHsZHzq1MOzLnr5c0O6Sw48Rak0rwS3UA8
6TgcBQzhUyqfos5NjjIsCSsGu7Lq8JdNCR0R8K5EycKKXM8womasMR2tJr+yNnHbbKaZZcScQ29t
RdGdTJIHMOTurnERek4YIrKOhiYZsOwDTfPsjqRJ83ZSd6bVyai1trU6tUnkPIzkopvaWeOYyYaQ
s28GtZzLoW4jluuW6dCuFN5N2ajLGNIQtobZPsWDsxwAmtAfBm0DdSEEVdY1j1PnUH92abIbb9Ri
F4ehLD+PmbmxrFFcsDCLtfkddSmp7QbwLBiV1ixXoGDxNO2qFmdJmNe3pL6WT1AqX8O1ZQPO5BiE
AJYmc1gt7Az9p8hT2Ay5ozhnv7sh3KlOH64JygWJSpqOK6KzBeB81XnjShzJw+JwMYMIczFxdMz4
UeHFN7GkcJCNFa7YvD9S13sN6uQ2tcpiOzOMgKNaP1p03hA5ZCu4B4fQZMZGDcCxxxbgXdTGoGKn
LzMdGZC4zaMXaKjAjE0BAgB0mRZJ/ryW3ezgWgdsYYh0OznNo5t9+DXpoPTVemSW8ZKxDyIAPI+m
f4tw9lracb1ti6+VqeS27bWUhqWEpHYbIx+rmSxLpilZRR84uE3G7nUKrU+FdGlBcvTNUu/awI8W
AjStW+alU0irmnoIRCQzCtbGtWxfkazgEEeNvx7H4WsPzGcj8uwJoe0E9ofHSwzpp4UUKCh5qyDD
5TlV2b4uR9JnByrmcM72XZ/dJK5vbppKS62QlYB47lMWFLvlHSJzV1fH1dYsksMIXiqXbYA7xn2s
xn7NfP+Vg8iXsKeEXVq325pi3jVtDfpmgjdhM7fwOnmZ2hicxPRMvDb7T62+BG754WixhedAr23o
gZiNOdDagU1B/fOtXJqHYSkwptNeqTL40/BwYgiB39DpYxXs/eXKYnf0TGNbMnF0HeeWyLTSrOOd
dCjR/eo1R1u1guRU8dDMefWGTv4LktVtM4MiNfllzcbyr0QxopE0/MfJsT7ng/HVqp1jrGR3HqZd
UYX3njft+ewbg1PHuggSGGginjbodM8V/HfuGmnAjWBwEVrGI8gZtVqMaes3mFTGgSy3ytxi0blG
g4LRmQEXGvecVhhE5gElgt0V3/JRt306pAK+/S0Y7K+D+amBNzcw/Ni6DWjvqFXOuhgxezeG9VWl
CGhNH21+bS8TaeTmeEgQA6iPJL/Hl/Ca2llLe+dUjgxp/WxO9jVGQbpIoMAmDgcONd5kumfAtwNi
17pZjpAsTMY85HCQuxpkLq0mluwrADnfJgMJr52PBJm246MXmy8OoxcED86NmyVs3kzJkwiUKbaU
iPyIedqBhLkqwxX6mZvITld19a309nCx4y2RuV/Ia2SkXPdIKRav2ahO1gwAOWD7UPRpjkerubWB
oqecgXtAIYbroK8o5k9map4GNMwLjfldpLCkCaAsIfJuRHXxV4ZeJ+yhWOQN01iNhv+lJp8KgCY+
s7Dj/1Bqgn15sOB0VBP0oabXLV3H2yY5CcZm9Ny4RN1n3naZ/egguuqmQGEy8HkrL2BKGgIscMua
JzCJXtn3J27CBXkIZ3RogCOLQQIYzVdPQITb6yBiBbcaK9gGyrm1aooM0QwnoQhh8OP6ZsEqso1H
hHAKa71rVGtziFh+SaSxM+/NlHeoWo+5Nz3PMXK+EuvFVcxohbl53YDIRvuxi7x6TU440EEXKgVy
amCUKaQ/PQjrPe2NIy1R+MkJy3FXJN9YTgfGwRvZcQ8k/WgTBY3VtIiBa7UZB3sb93MfLWs5Qq4O
OAhB49c6uOG9BVxb4JBhGw9e0wKPhYdGWBCFdBzCNcd/tek6XqI7YIUJ7G+ZGZIFUM9PRs+bWCMd
BzD0SVkT/tayKZgBlXxDf953Y3rrZZSNA4qTaZyRJIYMbVF0r0NsKddk7u69fl9ZKmU2YF/pdG2a
db254aQXIoewPqMhxUIYd906zUhMiojiOZWBc+uiFIpHXEGdbX8NKjpc+HnPthUY+3HBf2Z7ubn2
5mK8o43VNeXJR0PoJuJryhy3D8M9XZvpyqMDeZhtyIXMd44qtOTK9iLJuaDkd7IegiS79BWK2YrX
XlgzYqLefrWd+m7uR7Ep8JTeLsT+wcw4RIW9HLNFmhtnhjqH+7qzzMcqCHvK9WjczlP9Vodtvo+R
F7o19zll9bsdkFNgaq1+W9wwsq2PS1y+KUDGuNOLnR+pD2zzLwu40ySxv8ymPe+9GZaSxX0wDqnP
CGBZW+5814gBdBgtgrKW6amV+SG4tGbm34lxOY2NDM8Sa9cGo2u2bqqsP1WVvIcP3d47GvIzew3b
4TLQJh9dfWRGXEDReV1KBevHcpytbxViY1pmcWpIeAbTR6uvYCXBe5DvSunI3USZUuXGagnRsCzg
4LZVpL3yFE+7qcbxrfxxWY/tQKS6MBTn6fYkReHtBlzMG4Pb/co2dMXkHDXSjlwHcQLkC2wCs+Oq
i9Hkd2a1A6qvrhAeF5exxQfYHnnf1MowBB+nF7aiqENibw/7PJcPrPpM4JlxSKcxDwXq5SvftaDn
gfNKA+ZUZREfa5sjmIng68qBAdpH4rXhRW4GkyauYcXWyTLQWYmFWPUKLTM558N6oW7kmlyitA1O
bpw+Je10TPKUhlMOEhawA9Ea8WPmMzickvwdktl2GoZdOuf3MZJ1PzL2KqMX0cupvPFr6EoqWo0u
jzaMKZzUapy3QNbAAk/0sAsHvos7fWsz55w0cLYHZINNUMS7IMjuxhKEnclzsLZi/8MKq+vRiWyY
1NlB2uVbCR585dOpxp3H8NtD/SA664sXiBFkVko7pNvGVuUhDR/EZuo98I1V+M1Pi4dsYUrW6KG6
TakjJ/Wkovg9kETh2BbqOjXxVBRmQr5PH6N0Yb0hvgFgWcLVhLjOTJylMTUsDJScVQz0NRgJifcm
E2MYEslCYZ5bm6WNYhukS2PSlHYJdcKBeT2G88PoxLiEojcVotld0hymZrSJCEzaeRTwpKS56wDV
bedaiPFJFD+OKa7x1prOZlmfICWizkGf2jMy/vtgN+cvwW5ENHoeXkkdREgImA51/iEEka7MYHwf
lBdUU4+K+3h21PI2o7S+whZ/IvU8u5iJq07MqpqNtbhvlAnDfubhv+MY8tBVVvnSGSiVUuEzlNYy
K5JvTg58GXYTzChGR/veqEye8vhBNoZ5D5bWZU1uyrNtOgCpiBLB7F8gI81pG8+pc1uE9GuLEmIQ
9JYnmdglkxyk2RUCxquomG4Mpy9WpWnVeyZa7U3lbX7Lho07TFGhIBz7ypnTuzFAEVer2TsHeCM3
f//m2X+JbfNMal4PxLctHNf+c0C0zY2NGsdAO+fUrg7W8TZB2atj6zOsB/UD7t+EmLM067kiaZ2x
otoWSGkpMOdjk4IosRnooYULt6kRcRIj1G8l6njfNCmBGSFEIzN2DklFOEcy0TS1W4Rqq76sqnUN
MOlO9jWGaWvaqdxxTnaZEQI8esxV81A9+rOxRtPr39X9VG99ANn/kL9mqb9Efns0UEzTFkIHWbrO
n+4eNIsgWmykuqR54agpXeu2DKJT0hnRs2TsTb8wZK6XM5OvsMy8NFn0MbYT4qCY47qZxTWtq4Jj
kgEYeYOaemZtKuZLCroFF1CIq6qXaFPpHX6PkF7gi6FUPUZEzuwxyrd3kcsfogX/5pQgRlLSba6p
LN7spnhvm/EFKLMGA7ZiPTVjjXeXSU4vkk+jstD0deS45Z27Vmbb75a5tB47w3K3Wp64CdGwXzk2
m6tdifIhS8IHTu0c/mjyXNuRCVCKpe8q9qrwCNsq4wwDjN+AqHhxxyuvJqTD0l/Yj7DMqiQzD4j+
dYINJp4qbWHegafJOyBHc9CZN/STl8M0SIqRshhXNedkHc08MH2AHLj0IT3qiuIv98U73F91I5G5
KjIRzkE0H3PCH/a1RXaztCeFEjh8LZ3omxgGfzv50LLaDJFdqAnvhSC//Hsga5Y6KcTlAdSLYVjY
7izr0pjUYg2EJvgq2q+0/54zWdsAUmePCIKg72OA//7tFADzAXlQXiLJAAeY6/tMJNi8dTWDPoKB
g9/Auv7+x1S41nWuzPs586LPvDgQ5T2rqj1+CtrKXY8ZLKDvAet1OQSnsnsjkuciUEDtCf2Kd4xx
1BuwVUryGblq1SBHWNqtqHg4N6EnzPcedMnKqb2zTUzrhSkQenjR3jAh99djJI/I6eTJqhYU2W5b
3EaDQOPTO+9eOXoU9sxiZj3Qo63+1Z4na9cN5rQeoJPdLc0XiKnX3J85oQXFchYirDaqRiwAThDU
W1lHd/lgPsdlnMJ2AW8UadFCo0tn5nvQLSFlnn0X3Zs5McBs7eYxXWoNnaxa+pDQx8GG1J9NlpA0
mS619kIvM1Lo1CBEkZbLlYhM8cltYc7PaK7XSwRzUdpLe4BoVty2A9DoCkfxuvESk0PuIFHuYxgM
nJHRSjim+AHqdPt98fuPL9N/hh/l7W+Bvu2//ot/fymruaFO6v70z3/tPsrLW/7R/pf+qv/7Wf/6
4z/5ot+/6fqte/vDP3S4RDff9R/NfP/R9ln3/cfx4/Vn/r9+8KeP79/lca4+fv35S9kXnf5uYVwW
P//+ocPXX3+2pCVYnf7jx5/w+4f1r/Drz4c2+/ip/PbT+e3ffd3HW9v9+rPh/GKjh2XFk2gKJSs+
ib7jx+8f8m3wMcpziG+EAumTPMou00W//iydXxzLJ6fSV7aHTUYHu7dl//uHSHHlm/JF7CWuY/38
f17hHy7Bf1+Sn4o+vyVrtWt//fmPy7F0PNM08anaro+wG42zzhv+YTNv7N7w7Y6OWxZCVJTPmnoM
65qCv/qHwFL93v2Qgfv9R9Ezk1LYvBWu+X1r/OFH9Uh1Uq/lRwEuPtkjMqsMZfHMUTIECCtiMJJl
ssMeeFRT+JTUzkPWMWOYjM1CKLTl1fsxBLdfmx9IvOETzM/Ie/Z0DEjHS09eldwyrVxnbXnjGsb9
Dxf297ftx7fJMe1/8+ppdAvkAdKEvaOjvH949UsFnZyqi+FoPTD+NaybHvvUlbPk8Zq44Kxgk83n
a+cGEf8XBxZWXIIdTeNbe4nvR3Gqq+zZrOxr4sQvSYr3+tXpmTIHcUhKAgdMA8MEs4dqH3nLQXqc
y9FuZ8bRsav7zKPOxCW7SYRBiV+x3LqIA825mEnRmU9hGGFgQfprmLmDRDc60UzcerM6JVlyS9L8
lV+4r3MgVn4d3UOPPMHUOkUpY5JJio0HwOXKqlHSpcZwxr8PYT1rjrOtSDmg2ugsRKNC0ZvO7A/w
5szfzOjkRcaDaqyPFor6XOJKnSOU6H15I+q2Wac6q0snBjbKe4OMhFrQ6Wl0GnduFhM2Qp2Kj2wb
mIBKTdzOdviZWea6oZNNRVyfqtS7xa91IKFgm7T098NxYzIyZA9MSSFsj8MQ3I0G8hJwnVfTYh1y
9GQO+Rw9w3HDTm6jKLkDFLFXHPxSEV0Qh2/0zVHM1d4qfWBuEhWAa4EFjKOdatLTUIwbBuZvqVnt
8SgRDEda3YSVoAzEpmxfBzNi5ef+89GklZzKu+QeyRKiF2ZlTMfGyNnlyNCnXCBMWi4JEN9eGo8s
/+sg724XUV8sNokqS3cL6sOsdU+QhjZj5b75U3RXheU9hjH4dIeCqPNExLdVym/U0edmYBveBwon
FDiMOIpxlcTGHmv8azCp65Qu8OhY16EeN4sSvPi4zOd6/Dza8pyjptDD2rWVIL9yQxgKOP3BE6d0
jXqgyoNjPc8DwqQBfN9V2S/vMmKm77r3qUMPCI6xQjGFbq/z40/+3FwCW05oP7hhWV7CrdBTJJCM
O5/m6xVBhhZcSQh5CzuZDHpr28/ISpOkCnaapkMSx5CtM1GW6D4xU2pGfMfaqVPntk1AX2upu89z
G34p5dcwWb41DICR+T60BmMUZ3mmb45XKRyZrdTzZ7fz95Zqx6s4MXd9nE5btKNq1S8AiPUTqmK0
aXVt0SjVmiT4OdciK56x3J9UZ73m6MXRE1UXgiehC60YWl58jpdmwg1BdsSV2Rl3GTWLN7uvAT30
xaUnlPYTdC56RESIJlTX6UnrUsqIdwJzx4vr1HtTqMeSK01cx9kxaemX5Mpw7PMfQMo8NUGy9kX1
JZq10/8zGJvbxCM2GjsaB79N6Q2QKiayZaqLTPcl8B4YZiuZyjeUI09NpO78KH4KsRsOPXAsZqEh
ZlBloy2gflqRsUMiFD5007gLnABqhPENO8rGH4hEr+KnefHv0Wzeeol8c50CsXx3TQCNCVrfT/03
xotofb3TYjtvBmjIGRJEa/kf1MN7bPJvnrMdF5ySkbjm6H9rdtXXmZ5i5Ym7IG/2VmgezNQ7ZeCv
Kpk919VdJl3AB+kTQHVU6F164xivfVY9+Mo6UP/uQjhWM4ZsQf/XC6xDy/O30Oj2PXuXVagamAGf
SvpNqs1u0hQeStDe9jOa/04zpLnvDAFyrQsPJYF5XRt/csqcML4Ig0JyUqNx643dCwv7W48JTk9N
oYQZvFbfao9Fmt62C4TlJb112ujedRscicZ1rgcPddde8jw5FUu1K5BYVfbyakHXn4munAJjXXvh
J+Q1R39GgomTu6uiO0Mlz+17Zhd0lSfk0sQynzOrP3pNugttSXlCnMZCgsaiNM8PT86cU8Ardxcv
ZMQvE12g2L2jnUvrLa4uTV1dgsAFhRBue3cimary3mZMN//zAu3yNnQf9R/rsT+WdP9aP/yvx5++
lc1P54ft499+5v9P1Z73t7Xe5aOLPprsrfja/qFG1F/1W6Xn/SKEp2yQDdKzBJpyPvJboWf/YrsC
QIeJrsPyfCV/qPPsX3AAYH5VtiM9k+yF/67zzF88aZO1btk+DCfAyP+TOk/+ufFgKsdxfWpJwXxM
151/rF8sf2lB3zV4Dga4qbQzeeYz896A17GpVXYurF7tixk7PznGmIvKBKYV1uMDZlnkHvnHkBN/
EA6tf936nFPquAbVD1QItqjahVkPxTKsAhqqhr+q4bmn7XCTseRbydAcxqZWu9bp5LptMkYHAqJe
cE6HvjwVEYZUbOo+CHhkDpZFNZAYH8Sqx7esm9QJmO+CkoSzNIjnY8Ik4LqxOeC6oP/0iHJHchmH
0k4wxdSQD1eR/IKx6IgZjiABSID7Er2ognuzSnClLNky/ENbx/o3767kGkml+2L0Nsw/vrsmdtIa
SwQ2ibCCw6RhMiXlBVlB1n2FzdNRSKW0xc830HJ3yYuQfc/Yv0NinJVk4Cb2m7KysyjHp8krpn94
fS532A+1N7sw6FHaLsLV5TeiAeePr292anZxQCj45Z5x90THSIY3+DecE1UswyT2LV9RUKD8Zsmq
sWGlaeXsFuTkvV9d08Bu1204EDaZtOVJvhhxw4QhFNcMssnw6klrVPXLHDMhAVzH9Y57tauq9NWt
SEMLUvfm+x2ApeF6IU1123e4BhdRfTYj8zB5FcaXrs6PC7TXMN6GhJjvpzFaoBzX82lorH1nQ0SA
mTJcRGJTpOTDNhzc7EG6kbWKcM5Vcu4Q8AA+MKv4mzN0xqWU2ESixD4HniducgA8uOeYL6thbwWC
BukCxFWTZbdy7ILj9xukyJkF/P3ZwRN/ffNdJXxhe9Kh4+foi/PD0aEIPXOA3BVQoWj0d/DAvCc7
uCGdrznH1mcpxpGtq/aWyXg1iIxtWM+PeeI92TKHYlXl1aYlpg6NX6LHwcyarHzyDoRnP2MCd9dt
SYLyvBwiwpwvow/0FfsmgaEgR+0N7jWcc/i3miEdNqYBhspduq+hR+g4tZ61Kn3OYoCwdOZeusOy
sNLxI7fslagu5uaAkrK8dI6aD0GgIzB6jLdzVrYoWkCZY9kkPV7zRZpQ1NTR/Qfwq+RcCic+p0v4
2elrd2eASwtV0aJRBcKAOQMSA0JmhqYIYtDkcHwI0f9WOvqyF2LftFaI8ySHZJ95nyJ3UXtXaWur
zCDXWLoeLjA+/v2F4oL85Uq5vqtoowEWYhWX+gj7w5UabWfIrK5gJFcyugojjMxtiT0JFxr9KZSF
mDWdYSAyAIrjbBEhOC454zT/7BNKsYG6uVz1bYO7ZJzxLMGtUfWuIp3pEkwaYCKGZoMUgLCnBOR7
aNjdicuMyhe8EetSmx8qVqdVowzgerawoFaV9a5VpvGSmfUJCx0uQ9ttrjwZVMxciTGIkaacgtR4
9PHJ85f26GJlWNU1xFZDZc0+trpN0kNyseFLbSeTAR5JsMRplo+xKfYOxJ1DFGy+UysWCac2T5u9
mFmZ+2TjWqrY5WV6KT00+Wrqtdil2S+y23eO/43wNzyYIRwcK56ICc0ZiJeFxbwOXbLjDe+lNABz
Bzg1Teb4V/A225xkiKpyvtgS8bXZML6VSQtdZg7vglL4pIrOpxwR8phJZlLKbzdpK8FPl1OGE7S3
NpbsmGONs9rEqCUBiWbTvm2JZKkAMq9a0arNANxo5UFBuF3SMzf5tJUNaktjcO6Xzr4vS/s9jIzH
NOIjoWs8ezBqtvwEJIhzDmWljXDbwcphnINMZDBr7BVT+jlu7egkK3erWifdpEZcI36wXFRq/MxC
NO1RBuJzKoIAcd/0AS9DrQGa8eAGGwIj0CLql6lqw79O88+LCMbd3PkfZoW1vG883HhBfRT1gpIN
GcPVYL1YXki8FvBYAnkx70isZRIJHedp70ifG2UGkO1pfHBbA2FCvO8Hv+DkFm4zaElF/7mJ4+pg
g0vMMiTFxMidxqrHawc+cJcnKIk7spQ61ZEn4XThqTaNx7JDxVGObrbF42SvYQSal5n1axUG5mH0
rCOoyXnj1Ck6AXgQaw98Bvbb4GvWZ5p7bO78utyncA3crqtJVIIcaVoXKBAcWQm0MUuM/sOBokc8
9LJmgKa8iLTq4o04IEQv2GdbDGTdbKBrc0V/KoK9cFrvphoerT7CkBYFL4s7fIF8E287G5zS4O6I
FAnX1XCgpeRu0DwPtcfp1vaJHh3tYk2E5ykAYbOncQ6hANVnyBSpN2bzgEe0OMXf8tKqDiSvPjme
3DqZn+6B+3zpHfWczsShItqjf0ou31sSE5UbKPzrbXPJbCzNf78Kfd8Ofuud6q6jxyiZhUk3Ch3H
t4jD+FMtgS0YMa4ELx3BKj1JnIR4xJdj5UX5qm+VOhSdegSJnJ9ongO4n0ceEU+dDfjAh75y2Vfr
8EzwO1MDx7zLClCJmAIJsB6uQQmtWH131EdMJ/seKGpQCQa0TNRJ6HmVqp0uCbXXmhrSOhPi7a0E
MHDUv448QomUx4ozTtzk4t6DstV5BCU45rhZlr7bDLrK66aaAW+m2f3XU9999JIIyb9/i6y/jCCp
ZGzXkZbrei69Or2O/7BOF/5gExWFWDcgDwV9X02yL9Jry2Kti5DGoKFjV+oTMe0VOMTIGfbgxBbi
XgoghiQXT/17J+QbooMLWqlgFTvSYIAtzv/wQnVX8E/Xkpdp+5I9HMz0n+uuyUbjsngCVfEdma/1
JsWx+2gJdpisXBCeFsl47aARa7X/e8xHdM3DP9xP+nTxp9dAVep5XGv0v54Qf+pc4qsJhdGP5NY1
9aGb0uFUBc6uVMAzc0tGF6+8C9L0UzE0xe70W/VQs8CsZRWmN4UfzjzdmGLcgHmIwVBTs4Hlemic
HtMcF5yx9bK37PCmCEI08Kh5V2laAnItVHBFWpVxJJzDOH7/G3d8S08oPWNOMY+z/mNAf3+sJsAJ
NSwDJEM2qvFkusH5ahwFdI3aYVprU1Fiyam7DUH3zPqoH0h0R9WBUrWNsWv7CLmnWO3GcLhx62kt
NVNy6XC0z2Bp/+Gy0mj/85tqUe1T7rtSmMR46mPgj3dgg7K+iA00cZC/3nMUtIxsQYOMnNy9srgH
ZYxFltNIhxu764nmIfa7WddW+lz3ycR9iz2izs/eeFwW2Ap1TvlgTOk1qQf+TjcDJxzGE05jj87a
ipbuW61NyIv/GEi6p1iTnQhJrqftypM2Lnfe/eKrYpXOqCFbbW6WeiDHPBjJER1yILqkYOPLpuGj
jdHZAHUWbvyXyrP6VQ1b6aockuM8qpjGPNZqtuZVoM3WHdmFpYHyHOH1NGAH0SlnLS0UpY3aMY5t
uAbt2tUe7h4OmYGr2wndmymPj0Nuv9iQfytBFBEucJDDb5W2hQOgJEYPozj4fCKPjOZLNGAid7Sd
3GislaMN5q6YOMrhOV+0+dz12D5Kxbptt+IBZvmOFENMlCPSPG1e97WNfagwtOfMwFBSnnysz622
vCfa/O7igqe7BwZLRtC3LJQwwJ24PFKCFtIGelEP0a43oxfScjlC0DXVZns4PUSumMwWmKRkazfl
bEf3vRU26efarp9q435TkK4h6c7nqLNKutiRG1j7VC4N6tOXDvc/k7cvjEcQe9SAAbCdnKbgydXA
gMqBchEGt3APV7mYEU1natj1dL1y5Mq8SG8lHWHcqC/Qy/ZuIc1bj3IrSkPJK+DyBTG8WRcVQO95
6dElcYmoVNVK8A9Mr4fWuzNcia0stu8y4MgrK0vUkUTAA0RY9zZ+Mmb7tQ8zrHPOdI6gKsClsdhL
O8Bl1j2X4Z1dCfuTov0ZOMmt10D/Ab2Xb5jTEs4KuAFCtkX8C6QqlZeQH/3svTSLAHMm7+OS46Ky
AvUWQINgJwFqpq6ojtoDeCF5VTqgIxQMicxgEixyrMkE+JxiDZpAl3Cz9PLgtVnL8bnMrjFgPTAo
obnqNM99szzTIwcLwhjcn/3wEYfuocwKGpi0dlemgQUpFQtRd7l/NnqEmlHTws/IYWEs5bHs7/ME
EFbKqHGlptxd2de1Bmvk2aU2NqOSH4PymNH4sULg6r92Wom4VDVj3ORqsfP5kE0ep6KsY1hePUkO
gkxPkmdYBNiTNOyj4PFYLRoAws17shHWQmlvz1ALtuzwDEY0NiTRAJFCo0SEe1tptAgoOqxD0EZG
jR0JfXFZNIhExF9tDSYpNKIkFMBKKBAbVLwCYt1VNDM0LsJsZ9MOXvtDDUMY5omEfeJqCIoNDUV8
56Ko74gUmt84C8CmVPBTRg1SyZwE+J6NT0BDVkyaJylPIXQaxvkV/iGGOmt8R5BTYbSMsFpMDW0h
QguFhgLkAiyQJGhZHWoNeVGa9kKJlEF/maB0TSXQ9tYnWy0XnEtrcVxqo95KDY9xoMgsY/sQQZWh
NXwyNGbGVuN7ocEzvUbQNMs7LFTsAdSvGIWyuyh/jZDn9hpe0yw5KePwbIQG21QaccNSjCeqfauz
LNxVnLXzcHyxjJnojKYCkAMpZ2JsZqY2dJmRA56jcTrIJIim04idVMN2eo3dyTWAR2gUD3LAYmV6
4HkMDeoJYbnPAslOpiE+IwfESPRPtik2uTmiuwX308P9CTQAaESQcEWnDyGxxgMFGhRUOASSeB6t
CQ0Rci7Tlo2LzNMEsTGYIUMAHJobwqvcnke+BWSsoUQc6GOqL//G8AAWUXTzVvszFp8BnBGhv/gK
aR8XAIXbaXlzIB+xUfBlGoY0aiwS1xxbqEYlyRzwicnYqtQYpQF74aTBSoVGLJkatmRg7qMY6zgW
qRPZKGcsXK+YYPhtW/XgLrCBI9hN1oxaboDm9MipbCaI6dFro5uBPQhLJOinuMR5GU/h3aKxUFID
ojwZ7tUE/3mp5DalnS3pCuHi6DeWxku1ic8ZxDeOUysfc8aqIWC/Kzxz9rYJjQ32Xo4gSMwPPhGd
MPT9lcoI7MwrMzrGS/rNHb3lXDNfQoNd/m/uzqPJbSTdon9oMAGTcFsS9KbIsixtEKWSBG8SNoFf
/w7UERPzlm/7Nh2taLWKhIDEZ+49F1zWkcyU6NkzxLS3JEFdPSsvWmpIJws6q1ggWn0LTmuAq+XB
17LgbEWt/uBljzuBTDzNUAgrnZfBMFyygGr6Jw3cvt2D7WI1sgk91oxWDLthrl8ycxD0DbxXUycq
9qSDvOuSTrCmPjc+7AUQlkMKM5vhqxsg60G3ZvBTUvAkC1iModdVhzQGQbTYmjSIyQIh6xccGaxH
jYJX/9YWVFkBs8xY4GU0z95V67fWgjWrchtlXcbQjBD6dD1DPzMKDl9/NO/Ifd7GDeFd+NWY6qAT
PKNIcldVgwhljIjQGRt0dMmCWWt3buqewhJySyNm9zCzQGLzy4rdbWkFoLQNaMz30gYw4bnTqUOu
4rhafXdjhembHyNHzLNqUGu/FIsJcdr0LemsZYyjQXfE2rHAdmt5Snii+dkwSkFEdQ1r1MTOxHwu
w9SBRdIAtth4l8Fz5B5RtgvhL3z43xgLf3MA4BqBX+d6f8wFZ9cTE5F2wExML/NxrjuYcrOSsRYc
PBMenruA8fJkqxZQ3jiBzFPQrwibQy3awdMLF7AeN4AXdHhaVyG+oX3aVEsHnH0VSf89hLJDnoPA
e25uvlPlGx1T1qqG48dI1zq7C9qvsXcMB37jxtc3mgP8T1swgD48wHEBA84LIpAT9+Qv0MB6wQcO
C0jQgCiIa+jkon2YKJdosg3t7jXTWSqYghpwRnoxsgzD9N3T39UCLNQXdCFe227jQDNMF6xhxUT6
5Cyow1idJ3ToTdl1e6tVrPKrVnBZICSqBZUYL9DEGnqisWAUCXlfL8nL22pBLGL/PWImrM+FKBOe
AUCMg4fZdVrgjLCCcAwj2t8DDySRanqRTdgs3dhhXuCO/YJ59BgdkGivLgYESACg8z2GCdn/Rfu1
a69vb/Nc/DTidm/ObYuRDJzkAFeSmeOttwBNqrSueBIJOx3FGiBptYRsvMfYdRdRAP6+doFWQrNf
t0VMPibJEitsR+h62XibEbsFHJcUrDn7Ss8khm9BYjLreEd9ghK+xHmlTdWfdAFoCmvHua7zf8wf
M4TNekFtWgtzc4FvZnDrkaNg0Y5n5ly59+SP1nzqJU/OAu+sFoxnijQ+Hsf6SB4g3tjJDkxpoC73
/He7iffGQgjluMlOSqIVX36lu154VlqM4lXl1FeqGk6tULiFF8zoVg8bb1Opgms6sYchOv6ZV8lP
w4G4UUF2pMivExbEFrFwdfNDjW56qvphPowtkWcWqxGKd6iZbcs10bBJ2wVsYGmEwEB849W3Wm3f
Fw2ydy/I9AicxAJV7Re8Kq6g2gW36tn+I14ArJncKmKUDulCZoXQOpjx8AoT856pe+RaL0arHRg4
JdtUIx0glq19E262tcCwZb0N+FMr1M7sgMKyrPp0sungIm/ZJgngWMMQr/pCkl2QsgObOMuJIf4t
KxVGIX8J2lWUrHvXUs99qZLtgNH4Xk5w/RIqsnEMyx3LBhobJcEb2HZ3gLWcrM0Xg8YriZmNqPIq
a5QSBjuSg5+Bxo9dnLOlzwYfcB0335AeQp2FcmqO7VOlmHLyHv0t0mvjac4l0qmguly1lyKatnNn
f+h+ah4T3UO64ZQ3z+3DtZnXx78fwZ7sd9QrzkEwpmIn4wX5groZ4ydACe4KXUl1woa373zm4D1U
nLXRv0f9xCakSk7jJLbKMP7g2X3zS9BGBsbVldMRZW1nxPqsCjP/Wbhxds7agjy0kFhVG6aEMpr2
wns52qS2BSmiUw6obYbIU7JsdnA91I55JSPp2RFDsTfjedj/8weydUZI07o9KyFmBOCAt30v/T1j
tubkDKBtpCXvnWc2hwpjYTbDzCsi6Z6iknPT5arv/u4Npv6CwS2/IkEO2jgeDlGOq0Pm0OOmtPoI
c90mG6j/TvT4y85/y3b6UYZtT85dts+aMCJW19fPHbFOYcS7fcKED5E2Pk86UMyq8nTU+ppz+vuP
zMwlbwKciQSmqIvdaW957aDMKfNXGU/apXRL7VLQXUMD1LOtXJTCcb6MIltmqUrVALsiAzBNX3+E
U1GeDMVuk6+tYfmaftrVWB7/0s71WNvwPrKCsJY0isS83MKuZRwbhgaZEKK59vogYK8CeyxTzhoC
t+Id80q2Y5ae7fEixYFQ3YEyTr6aHWw7w3gSPi33Aq0xmtJ6w9G8rbSJ0bOoug2QZHNlaIVxiolJ
ySMNhE7Bxsx0nsssfs1sYAhlwkuqsZn3TyzAen9jjYi98lkj2Civ/ujzdO5Mow96s1NPo0sF2jNC
NHnLtw61JTjEHTlD5y5z+tcmwtzhtAlm3Lo/tcyscDUlGCtgIsNgb05NRPyW1dXWpoy0bAdX2Xiv
QrrP2arUMUtT9GNJ21/NvHkngSG/5S3Jemrez4R7fixfojQ1dcNYG3RD477Ow5wcplo9y2U/QMw9
Clx75rXsQizkzWue8V+c5cDwJKXPWc2MPFdFCrawjTi08Nj+1q33MXbVOVogOFPAUNTf/J2xmy2h
NQlc8cX1Akgh5pdzR1AK1v1UpNU6S2LG+F3crC1CihByY/Ihka7deGQO4afKd+4wu8FshPsaFRTD
BUBVPWp916u9IOkdfYNAvBn7Z54zUIFAGuHgTVAas47mfyyNS8tEMPgr2+UV3VieOlZ467pad85N
NR5p9soL7SzecI5VHyN7jbn9dWrRITg62Py8BcGPqg3MIcIh0gPGAw44KNganHZSAQClgJ4CZAo3
f9IvqZfrvBG9ftu5sr/Evkk/3ZMfi+OQKnHUPqTwU3yVOcu5xVPYpcWTJUT+FHJ4MawK4S5ZAiYH
g6FBECPfVlO7ndk8WMM6QsO9aLHGmKxrp8NnOIbxn9iMnf0QmlcjRytoRCHKLzJ3ICMQGK03+MqH
QmDKscYo4Mk4zCQ1vlldRwgUUQBy5s+vch9mAP1BCsuD/iupnn234s1smYzRTKPYkk61FyIhWagp
opcp5fDLbdSPQkxfXWnQA0bc1Y5eXK2YWVDWxeU7Q+g+CFPvgYqbcjyW/QGrAjLNVOqBFKDjscBu
MRioj7yBV9CNThJoUw2iGXXeDYYBLdJAviwixR9t7V2SbFKvFnm6yu4F9pPUO9Sh2Z5b06x5FR1F
Y2qvurRo2yZSXSZhbZKGnEK8cvuh1um8o/GOZuKdDZaxGbm8HOYupKTxKEGb7cKauR7WSB2pegcj
YOggKofjurZ4wmsdodLgAoGafLxfA4c8MDvchvZUvrki7Q6ofBk8RmzjdLPpiHbxz2E1VKdZf6uB
2ET2ONHMGR9FpD9nfAE/NiyGglG/At13SNJKI+PM99euiwVQGGKrVWV9KFSDGqGoQLyzOUSbCc13
9DcVpTSo5mvj4yhW0Ee7WB71rj/+veM7mJYsbqYa24C9TLyHD+Jeh3MmMbCj82BkSprcynDZsDaF
m24bxZyLrPhVOJW0d8NobzpGAJ09JLsRPch21Kt621W1YGguh2uXy6dReuNJCvkN+qGNM/8AfQkS
lds0+78PoZowTvB3EqOu42OpeYsCg5CRzH2My/dw9JIQy6M+N8+o8Yo1R9twM9zqZz/5b1HN0nOM
yUrmTzjHRq4xgF2Gn3Lc68hBQYhYNzrGWQ890nkCHc0wAyRLx8ddfZOOO5LcS5wmeI8RdMuuWuY2
XmoHotDOBPNS6duGvuakgY7Td3ezGjm+Jy6bZpcejww8j4r1mTPM7Mt97+zlWbaxrai/Rt1CLV3W
jcpjTRs1eKjCujpZClEiJicUtYU6liYuExKy6r1omcoyos53xDRzxcLxZFrICcKh4beGeFmY+eBx
1KK9waCIwWPfMdD/U1axONglJBmCiJuzcPnbqctH3evGU+vH9wGryHZywLxWDeAFpeE77pmVSDUN
q8K+aLjqLoZlfDKJC3m1I+jANK3jr8NZfxlHzCwsIuXakUSaL3ff7D5Kx2qeOngrxBa9lSYS17IK
r87EE9RV7aZk6HQa95ZRTAjV6ZSmZX86jj+05UaHGHhNirIhfscBvOj6t8gy0U9aLFwT21fP1JbZ
tjTwnRYRHjI0DMlssuQoTXUo9PmSzjBX0z4f9rocyNp2UJs04q5Z2ZltPzrBxQzVK6MnlGiad/iw
YwTfDBP951TnA6AyBSdTGcdMZgbLgCFaD2ZCLkmfXLpRAAaMrV+MGNxD2HXHqaEPnhdEVQYLgLWv
xyCI4YKlXRg8VTyrdkXRqv2Qy05bifI9iWEjGFiE1rUCh9PDHgmIHiXQryUOhJjix9zp/rEfG5/b
C4Jl6NMhxcX0qydSgwCQaJUJonhp4IlzDDk8wrxDD1T73/DEZ8LULp1Xm4d60L6BoqAi6N6mKnKe
HT18Q6Ikr34KVE5hdQRIKGiOGoQzJnHWYFIAEhA4fkzw7t47MorA6aDWwYcCFdbZDgDb0aLEb22C
aacdkEb0k/EQpKv5nswOYQbupq6UCQ9BvlFuOBG054pRzMZWn1Y7VWDdgE5kNjM/vdpVICkKjDnr
cYQNC5Bs3Fpall3+/iPS9SJgtkii6JBy46TOCYXAo2URd2kOjNxOaZgRTTyTH2yiGxqn8GGMWb92
FmiXSO3vmfHFCusoXCmstQkrO9KOcnvva/CI5EB9iNaBYsYzaTJNZPwjaMx2vmix9ZKEDibPhHMY
zXXrjjvSs+mtbMtqN1ATobrziUdIM2seDKQ3Jhp4XbkX3pAvGecE90zvkUphTVdbl1+iTSfsVgaO
rNg4FaGCbFO1e/Lx2o1dg6oiNLI4hYOrdnZnXl002+t5JnUsR5u+KWcwJJwCazts5keYmfcmdC91
WTQnvXO6mxs2v0XTxp+NjsDCshp/jzLo244sGBkq/Wnq1YF8NmsTz51/zZBJAG1lTCU/My1/pyf1
AEv5gp5s7RtFeaw9/5RkDn7nEeoK4ZfNXqZ+uwU17QVMutuHZXG2CwtosT2/TpjJVoatQEmA49yV
/DRUdMbry1iDlSPw52A1EZR1pZWIZZeCOBmODdPTCxgCdtf5vqjgSjWDg806/BM2afE2m/MvUgUF
027GFJCc4K9727kd8eOaYg/Dn/sSGxESGtSa1mYa4+FYlnI4Dv1i6MWOExj+LyIDEXpQCQVdrdJL
JMx6PxryVc4dFaJwuHegwBpVgblOAAGe0zgYkqINNC18mZAiYslnqF4tvixha+M2RpUYSMlxlTkv
c5w8oMNE28iDoZtw3QMUygKykKp71PSrmdAT0K2gkDPegY1qSVrX1VHF7VtDhMQODvKMNvulcagX
HK/pd8RrRqexWpioIc+aydJ2WZdtZGKZqxrx5E12HmQCX330tvlEGNF71KqN4VH6xt17bybXbrYZ
D7pq447Zc5KAa21I7sHPjqfR26euyJAIxtN6gKBfUypIg/eIMy5RNSUw0bEKhtHHLJLA+iFVhDF8
Vv7oEoMtW0vTJizGMa4KN5Unvxn8rY3SfgprqhkX/0ho/yy5OdbLh0kp7vxcLE7Kgk9ZEzBl+S+F
Fb40+C4zRlaWSmFV9Za6yL78KHL3Sc1C7ZCXqjXUmHpv9nihzQS6haz0t0kkzYtp9dcezaG9VLnt
pcetvMYf3yAQdbN9qBE6JTgdkVYhnEp7+SfH8rAtYqXhSegPvYrP9HAhCZmdtjIY4Y8jiH0yqL8X
ZxARDAwY2zi6Dgnjnlg3bk3U/qhGBoU1MSGZ+9Ul9qOMD3LMPBIsUF50csCj4ejXrOlZXJj4ftrp
O1qc8ESzvQnyQ+CCD3cfSvIh94YrNrbApOYAzGYhI4ohtcLy6cylPRneG64JztfTPCLKaZT7UjTh
w2lNj4/ls1cfk2+ti15chkMrSR4mMTzwPtz5VumC5WwPDsKqLGosxkaqhfRkEzLDJn+Kt21bVQF1
L7gjuBTYYUr3zvx23XjWTZO8C6gmXSoMnq3Zq2E/Y31iR0sNQtM7EZ898gXJOlv3cGlabyXdfp1U
0SlG9fYv/qUa6WJwixblJyLBRYIPLdphhVkZu9FWh4FH12+vbZFc2uedR+RbbE23slRk0QEYyY/q
nGv47k1a6nmYvszMwFsp3gU547XXn7vCPOjzHxG3JJamr8TavsoISti/dMGEVBagY4n6ZZHHzLiu
nRffgsydp68pi0IzB3Yckp77V0Lw/9ULiWT4vyQSi9fyfzkhn6viq0y+/lsZ//f/+EcZb/r/dnXX
tHwclX/thsh1/lHGm/q/Fxu4QBPvW39tdf9xQAqP/8TS1nUhZwkDlcp/lPHC+rfD4tPz/tHFI6v9
vyjjme4tRsv/lsiYiHJx9SElcuB18LNQ4f+3miNu1bhkQJjs5WCvtb1H5YCgZdBD+yBlcS4yY4MD
jaNs8W/bVNGeJPZmzvK1NQ1y58FTtBN4OEjjJUOG+IS7GDW1WXyaqU0mkTax7LRly1mCgKbIWhAG
EU6mInTfE2/RdKmPVlIQGx7E7yKj4RUOuId3yzXYILPx38zRN6REgC8qp/sz86OPJHQ9swkN2rnd
ODqBxZKYR+Sx8SWSxpKjOlSbfPJfzdE/zAXveIVkbj0K+4np4XPhSkGhXgWzCalXpSnTBnShA5Sn
TecAZOXv5lT4iKOGfj3Bp143TdttS9gpq6ZKjlQh+JkG82WKLYsRiys2fbSwC9o9yA1ny0GqNjTS
z5GV7tI4stfSQTXSu5kbyPDFV8ZH3iaw2hVD3gjUyQYcBtTqJtRXkYuIv58BUc3WePR1NmxWau/c
gt8wYxmHeJnDWVfdvdYqbHB+GsRu+myUyaGvyMkcHQNonSGoatRqiJ2G57gvLzNHJxNut0Vokywh
GImhb7XwaNeDAd/W+2A4E21RsaIPIDU4dIiDi2kZdA/+93iMTdGfpwoDQ+JZm2ECR++UVxU3Pw2k
tOvchn8UtuKlbxBydBN8XXsaPjvzj135FVDH/p4x3A8TFpCJfTI7pABNR1qSM0a0ogiEDXLOt638
qbIuWk9GPm98/3fWMPm1x1riCvtUtRWuXTO3AvSzZ9GwRcg9UJdTrT+k8rt9UlKaToLDeSCEtTO9
6qQr64BtUKxH1ryBWQwb+MbWQXeGeNVZfrStikMqRLxPMvogpSNAauqvCPIHi4JF3rOQr9rsa4Jv
wx4TnGhRxaQzognV+18mwM4gFV25XvD1bjzNZ8s4a7XhXzzeGHOBCKSzlAgAZFITk2F8irLucwzD
lsmg9zzij4tCFeKkG9yg7fRHn5AZPSQDISgmE1ff1hk4AEJVJpNM3Z0Yxo1B7NhGMLPXB/+1BIA7
9CADmdYD9karBZTDNCEYlhq5j9nrujWwuwmNztCh8o1VHoIpzLazhPlttWGxlWjGppTmRqcIJcOC
WXpOrkQ6muZm6oeH2S95nb0w16P8aWhRuUt1IH4I0r+GUg8yQPLQlNlsm71AwAUSws/mBwsuY924
AydDY33orcU54r5lc2wexqp7q7mysVZEwCwHQCB5clOj/BHWDzbNn5D3eKAwrIZTtjamcD3mpbbu
EwQzeGiN4F6yQwi013zpn/OHNG3txFyXHqkWe/isRNkVd+lvJ2bL72GuqtVMiIDmc2NPbNU2wh+v
DZk0LNMZ/xFMdW68rzZ1CCpPQFQnguzsxfWJmOytrf0Tuv9gmOv5kGHpxEZAiEtu/qjJPj0jwnW6
6jjTcfuqTE8JKfFpinDVI35y5sKpEjqg3livowZPNndgpdpSPIgBeJrH6DZxMu9RQg3bmrF8iol2
XSp42A10N79yja0cNNgPg7OfAJG7VlnTXNkEm8G8ZVMoGeKP95GYYhTm8bZOGD5FCnN0SA4qC0mf
/skang12FpgQSdTrcv09wae8NhBfwlpkHwO74qJ35JaKRFHr47/IsOriLgS0HsO8Hg20uIDR7hMd
XE/2UED6ZhdgPQywfiZbbWJPP4LJrslMCOokppcT08b0uaVgGPVnqX+XDsIvchNxtSd+IEKb+UOO
vbMoXmeG5Leyzx+5lV0UtozA8OJfTgOcyPFjFF4RzS+Jfdy1zA+BR+WoDZixkpZEBZj097Y2zGvs
aUHTTl0AWh25UiLVvZosYu9GMMWiaDnmDcZ5yK/5fB6dOzVaTChK4FlFgX2BC5iyj95VbgRaxtVf
4sT9SMNaP2MPWJYy7h3li7H3TYVLS7Y/7aZyrpkXqnU99I95pl+LQofhA8A+gqOMh9VlgtEHex8C
4M5D/xrlXbq3gXd5nY6SsxdoIhI+U8e6asV2bDqKoWel7Eygm9CgXDJt4r4jNTqwjXLxBxHXxQtY
b6K3WFrFqyyZymsks4eeT7ZP2tRES0XEOBQmAQPc1V3Bq8eKMu88FfOr7lnVxZgJhGnAaeGbcq+W
bD4ya4ouM9tVnsv5xbVjwt7ESNh4+wEpMjrmRhxYroqvjpcgP8nvcP+oPAmY3IuJZW3ipJ+2zXwf
yod2g681w1W4JIMjtvEsPsck+qFXU31ME2ABjPecwtq0c9a+oXM865lKrj3Y6Fy/Sqesv4T1Wk2M
EbsJD0hsc9q3y7xDSdoaiwHmPl1GL9LbCmso3mAQnKF2pAMZ6PoaJZs4lHlGVex8E8mSYGoY5B7S
CoGODRuosdFdpnlp/NzxnO+1xty0XT8dujm1t4iUoeOaZD5WpqN+uA4zWxVtIjkPXxGx2WtbJhkB
ZqRdWsTt7fzWA63dxP2jauw7vY19op8wNtQl5GVF6QfUqokgX1ZVSXkWwkrRF04yMNQHwRjzl5cd
m2iWj5b5b9LPbFtiTP3Q7cgm1WN6J1k+qRocVNuRnvf3l22hc6WgQ6/b/2QbEwqRBkNFGz7WhQm+
0qo3nsOh5SOIgi8/RTve+p9+Fw7nWFfj+e+/icra6LbFX58O1XDTh1wrLzTFriTI8hK7P5Wh7JcM
+BrR4fkmw3r1mpjkGJZarG873BGVlSKXcVEtHLGGbn1yIkihifRo00jvy4ziI9E7DBZmjVuDmAOx
xTIhLpjg9cS093QhS9VVfFJXhnfUcEgI2ILVLdnBnTiQZjRlGj2lqCCnFVBedaA12w6ojlMhlLB6
v4IUXHJ8a6kJFUrigXGh8FLmHeTs70w/H0+AvD6w/PEKdXepCA+RmEgZQOonw+qlU2VQTIwMtPyt
4NRiHOHEgcThuDY7bP3QxerUJ0bNtR94nNgV0ZjbYviUzoMAzJspl9BMGKLMpcMsDAPRLpNG23kl
IcbZtWBkS2gapLk9+fYPpaG8wwZZGiX88ylgc7yy5iDDpwmniWfGXWN4WruUZrW5wBtxWqCBqsLF
5M3ikPV2F7gW+AXNqrjcHX1l6cmPmDhulkLGb73N9C1QbGT/RN0yMwDfiPjFcF/H8ivGDTJ60aU3
VLcS5nAeZHacvPxIIXcOIxd8IZuIOrvmPZkn0ttJ4OM2Z3s3uKDxw12jPXoWXngwtiXOcpVp27Zm
baNJm/UJwrG4u7gaSRUTai+OIr6ZM9x4FAdCeKVaTbgkkPSSA451R87xN70+ImMwX8DoEAutp46o
L1TOo9aulmDJWP6UBeoHRJ21fxunbj2BrkeZvHYUQ2JvCJIR2DqCZ+b3Wh+AjGFLjXqabSY7SC5O
h0KRYU2XsNZx1F7jGxoFn8tC9VhNgTv2bB4IeG3coHcyRIaMaoq579dplm8Tn+hts7P21dB+2+o7
NciWViAHqNqh43J6okNgnIBT1ym+2K2tWuqxZuFAMxdi+gWVlC+csE+MEAaZwyV3yOs0kErBl4rL
4ocy74VPvxF6IN1Hvd8ZToen3xG7tnpDgRRS2GZ7vXqbynOLHtWdcf6B9BxsFhIkSkQTWbPGKjlH
SK/HDNDbguqFnCIYo+mNv01r98oQZYUXKwhd/91R6Y8ste5pnmgbpqDEYvgrNOLzLi8KtIMSn1Ai
QS/a/pG/RGPLnkcX1ID6t+RHNHp8xdB46M1fHfseWzxKNEVZR2aS2cMTNjijrZWjwZloknW08F4r
tWt5MJeMKpcVu6K2IdIklcYO+enOwSMA3SzeDKa9blBXMHk9xSIN95YJhmWpuCNelLSM6mjQNGgw
txGKsD8pcrqCtB32YRUTW8jEfwaCvsk8aiuZIenr7A1Mtab3X0wx392G9WqF7qDoqCQkG02U0vGT
7bLplIt2n/P1MDjGG6y+cCWmmWvWmi9swZ79hUuV2tNzPtc/iewxgjDzWH+pcIkbKdKnxNwaLGcx
1BLMwdsS24NT33Ui7McyF6ta5HetK55ZZTjsLeW7M1Fw9VTHg7ciBiFZx+TzIlMXJCdGT07kDRs3
65/yZdmWOwTEm1+p3VxcNT9Y3Ue8T9bWAvPvpfloIFY8esdZTgQ291ObBWRHKFoHUM5Sf5ha0W5L
FuMaX5H0G5XCi0GDlG9EBTqPn/xUwBova3NEvUr9LtJ5T1jeRCaFiwKu+EOzx83GY5iqztyRm/Md
Nlhaoaz8alpn5yy3mdugtPN8Xl8dl8fvUPdGTfgWJf588p36Z1e03UHFxZ9Yal/zZCgi3lDp6UqH
WWcVB6HZSEbCnMPEqc5mV1ChTeW7ajULX7IKMgMwUGdr9ynz472pLTI/zdH3tOgzNokYrO1km2hE
Jx5FTnhzuEGxWykoaYFowmwjob3gQQH7JUsbicWSB0HaTe4pZGcOw9qkZ/rhZM9O1AQuyrgW3Ow9
S7J74XLMSLfalqXrbUnHpeHIycStfY0S8SoMwyPerBvJKCVN1xFPBqm87AALbZvCAScGLxf4XRTJ
L2qgK4ZGNsB7VVX5hBI/wAvvSXbFLh6o1RyPeEFIHebZyqwPv2DiQiC9F1qEMZAwdQBRzzfN2MAc
DeMr7q59cvLGHS+Ymf/u1y+KnnwkUigi/7IWT1n0UtXPyj02Tolem9Y1+d3KLzX9itTdF09Nf5vQ
rkyPoTzIt0rd2ega/rZFM+w4L21CsRn9aOY/Jqgk1mRkRaA8baKASpDoolNEt1I7CE2jhAiFkhCQ
z9Q56s2T1n3l09PQIr9kIlNVr2k/0QXvQSjwFePs2S5+VA4vwn7vaVdm/o9h/oj7A1wQP8dd/8p4
gp5/ceWDi2ZpIcPniTObqPvFpIqvwaWR/x0jqY7pQpFhsSx9jbKPInzpDRE0GmFiY/sV+YQGXuxq
TzZOxo5E+15os6P5MTK7cR1AIrx9eFSIkjs04w5CjDVtc39JHkUGOyFlQi4qP2x11MZ7nW5qAVwV
4fnR9vZj/BDlR+4+X1R00og8EKfSPpAexSLaRzpqrOrxfSlTYhzUhNejcgdutV+Cbsh3WI3hdZo3
dnQq8A/o43OeEf2bPhITWS2wbGbcqDK2urGF/NpqnKG80/dpeJrT14U6C+C6H8Vqq9cIOEdEo9ZX
gUVFa+O1P/4Z9HODFavxD8p5NmQbyJqZUfglrWNv4XjYK7nDy9gCk0XsutbqZNPUu8jAJ2xieiC6
tL+527xn/rIzzWM//Yj6LzjwvLyq1WjcPfZh8n2yeI6hSI/eKUouQn0xa267X4n51MEWTBH7F+aW
mbJD9iBHTHka4NQIRSdRs5QavzobPoX/cxjBa7EnGZ1uwxQnfUOoqJaH+TM2nlsPRhopJx4q4WS6
22JP5gXlmMXK9d3OPvPoHOY/w+QGb52dabWq5U+WOGW5C63zsiYyHzU37eAQhXUovZOBUIBMkbr9
qRdnx92I7FozXgjxAE4YKPG0iMOEjcxeczoyLrK0W9TahzpzVo61VuZRs096uW1HDi4M7Wts6Wpg
ubjj/HS6AIQHvAXO22LX0zuw1neyHyllL47D6LfNmIewKQ3gauGg7z3V5TaPTj75YOJXiuuAfnbl
+rsUJ8Ec5AOK1X04Ht3hV5Fdzbo/RL13lyMk5+YlQyo5w9C0EVRaH6PGDuqP44XHcPQok59ayBV9
IDN06yxraVw9CpVQaAfRhsgOfgzWAZi75hytlpfF6MH4oQC0v/TkiO6dU4joaOWta3/n4QAnMXFO
mVImyAKqWwjDyO5hcbGfEMMbvweTkqFudn/syTcwdj7cdwIj+uTAKztE/MSkhgHxwJ66g4deo3/l
jtUJsHj1izfNfeZn6P7VZQeh/XBrGxwDmkBGCF75TSSgke6S4l5Rsivv5lbPrYWIigBFym2PqC2Z
7QmeAIn/4ftHHrKIFbm7dYtXM3xvtT+x+u13ODcheG4Qoigj6KZbGH9o1nMpnv+2gZjj8j+tf5uo
M5ObPdyb+qz8c+U++dq7jmRi+C3duyFuXX+Ypr2y1n6/1j2Wbfe8pUxFISAvZXvUmFufXOctm56I
BuLnjcUG3oQdssBE4hdRzjvHmpil7D6b17C4jumRCepYngAOoJ9v17LgCDvr46cT8ZrbkwAyFl+D
WZ8mE+2cvTOhFHqByrdcZQ7ABFQNP9pjZaiQeltevCrFGbSMj8IrPdjTtS9PWrZ1xTMCra2nNg66
+jr56iX5TKeayyeMO+YQbH7dxY+Jqrn49aWob5m8dv2GL6j3z3m7J4qUb+RMb2QiDeNNSz47Vhzp
d7qkrQ13Yd2m+v5hMxuKOIeNrQqRP33V0Wc/3Dlo/oel89iNHMvS8BMRoDdbmmB4q5DbEDIpeu/5
9P2x0IvG9NTUZEoR5L3n/HbOL5l5HpL3PD4s871W39qKQozd2G0QUI7LLome+ngsucQGoKn8nxHe
Z+vBGZPne2zJUnTogptafVGu5Awapz3Ha2gx5NlWAux0WJZHJYSPgk+7rX/rcLMeyIjDS1ZC8c3s
EYwjA6v+6csOUkxBnSDMD+hdJlIa4nIKW3UfYSbYRqruA5TJoQ9G4UC7czPMyVlOvwuJxEsiSO9W
8wi9Wjur6TXPX+chxeFKEu8m6C/5ZNrEJHq5nlC6/m8M3/rwohaPXNrJVNDp7D9IYYAtabdi8eNj
zGnaGIA6CgosCN+wk/jDLDcqp4Mvhg5qjyq+K/FRUu4W1hJF+IyHJ+Q7CRog37DZ6R49j17/1NNz
aV+y2C/SS0uzFXWKgEv2qGl2SDBhPirbav5NdVcsftTwJc7fuohuFx4cSHE3QN6COpZaYvJq6cCY
NtZ0yQEPkwlLRnriUlbGDc+PC8xLHB+AI1bpg5YelWZXxc81I7+wyBa7E/K/dqhFe2O5c3/xyXQq
Uq8H38oyohyWtmq0N4eTFBzo48vjn5FU9hDczpq/ERug6acfeHyd66c53XDtmkzj/Ep8BUvpzcMj
g2UVuvVSzMO9Ou+DbDeP3zlXDs9v+c7dl4gc4rqP+brNtrPwpikko/sW0kXUII1nSPi+Nkb3h/KC
2Ldzl76gkrIT0vYPTfvo1wQEr6x4HWk0C2Y/kC68dDiYFBPhya6cvwZzm8lHyiBTc0NYYMCcKfxg
hyCDgGI9/lKh8S3R5gnX5h+Jxb87LC0iaQ/fUIjkhkM0EfhDH1ngg6gxscvZmedVAfZrNhNoCFV7
KKnE4clxmlnfS/pMtGOyvtyGX+hIA08jgwmZU/BPm4naJRTN8Vq9h9ezwEC4UcTvcdpnCC54IEik
kPlhI5IO886t42e1msjVRWOU3PK/yqjAs/9EiEcSnG1e1NDgVU9pkaIor3UZrFWqVYdTo+5G5SFg
EqUa3Gky3ZNmtDYF7BJC4ro6Wskl1ZGkcIUmZ4MUC2O4tmrFr+vIwy5FojnRc4IBW4DOehjBkdWc
bqKFwXmkU/AzJW7O4MciibDPfwbhObY8ftWNlpdC2lgl+EWbu1p+H+lik44qKA8MuXiqp5yl820e
v5B+QZ7Rbbvl9kuGa08l5DzRhFLvOx1t9GYcn2T96+0PDYFdt+tFby3AahzgtHm+rcU4KIvN+J9m
nDBH04PsQw7yFCvBS1ZuS1LqyC4Q/bhhDuFCFEj3b/+WaBNOJD/QPMNiGHGulR61jJHmKe37kDw5
itOCbvPAabBDGi6vrDyiM8WF7hShW4Y7Wu+3OJDxLW76E84jIXJj4n6WXbCcsLXBLRqoYHjExXub
Z2i7oj2sS++vgHNumz5/VlGfyKNwAabqAmfsKULDr1+M7BaOuzbcIqHMqfIK6qdQnPrpRJ5LY5BS
oW7FYUtIFbA9AU3XRHkmGwoEG/qt9qafNLs546B/VNp3Hr/pDeExVxFbcuSVoqeYezrA+UH00p+N
g6Hd8fZQRe0Mj4qlcLUXZ7hwX3phS2cy9IPdsYOgG8U8/DGm16R9lPKGv5LNjCrJwyC4GUa33ld5
D1SG47tifLX5gRpYImNjeEk5J/7DLfpdogAvJHaGxF1hox+XyzQhhXnI/Zem/GCu62AFU5W0pGKr
VfBy10Y/4oDPZFf+U5ZHor+KJWwV1WBt8kcGJrUOgfqi19cppjLmGVRnszuWDbEnNm16ylFnrEmO
ZnePl8ug/ktitw6BWygBISXooUq/NH7F/cncNdgFfKSHJAw5ll2zXrhzdCJfUj+kykcl7JfkGIin
LKa5lbjf6zL+tVQwxihAwoRSBhF1sTNhLWfuKg9l/OXJkLgKq/erVDmkBXQxrvJXVjeZ9hxkZ3ix
6XtxNIE/Fm04JQSvE/9jVN4WLXZYmhxVfI8cyuo4ZW0ukZao0V20nGPrXLKeEZQSQsdab11ytPAK
0TmiXUxiFCBH3Fx6t6rdaL1P+bFd5UXbLLthfeBV/jE4IWPhtSvfFeRShvVZKz7P+VoVUlzq5D0U
jkTYQ8j9KdapEq/Ic4d+D1YREAJgbRX9Eq7oPGKtjJzViFx3jd8rPMYK+9Q2mzbZ6Mv9MQAXXj57
g8+I07Ownop4NaVTzCNT7db5qyU4wTiwqoDrLxe8RPyZgzt0tRvMiFRd04Cf2NBm1U4nRnftMcOF
IFOaBtluWKQIjbVwPKPwSnq8ea90YiD0TGmaJJoq+IflEVDvhQ88H1/kkNfwUAkuncW2Wp+rkc24
+ocm1SbQ3cnwl8svcnQq1Zex9ENjo6r7UD2k+2B60bjjc/GdV7LNzhFMXqifxfzV0mlUivdZ9zDD
vxyCp0g0Wx4/8NTji7/SPtKvZZMt5Wly5iDYsfsE/Ki800FMsBF+qj10e3gA2p0dwe7ljy4KnE8t
fmIdDenURKxWekJ3qM1jRppEzK+FydpuiDAKmIgLzPPLO9AvCLb/XTqwUZjpiFhfHxOubKeHblZ/
A110yFN2xtW0fhI4jrD6lSe+LDXckl28RC9CAdFKwUf+rxcyh+cOsOASuazXg0dIiVf2roryk5kY
yyiXs/O9durSrrxpk7fK2FLHra8TbbvNrGfeljyI0J78J6j/6fkr80hZ3ivtJMaHTnhHiNVBup9W
4HqfiHcDmxNYtMucw6LqzMstJxpojP5ELgHa2KnbLY4WAnxRv5bmkVt0Mj8WconbcyE+LWUneFQn
QamK6bXGe2KvJpGNtBE9sf4JwZggNhw1B94fvkidhYUGjAfi7Ka3Ijhp00OrPjQCeHrQI7av5Jr3
HyGd9bnwu5a2ztiJjfkIkbc+OliLRhJiaXfJ5Ou6AeUEWkTIIa33KtEcQvZxcmxSi7isvZJ8iNnV
HD15/NaC79gUAYELlwx6u1UFf9DhPpK7UXzK9Xlwv2VoLJIv2Fbf68DTBN/Q6Vw6SuVTBlhpP+Z5
Zz5F4SjK+yjwGaGZRCt1h2N9kbyy/MK5K5ZfyXgW9AtxkTZRGIhN4/AWMmNUTUUt1UYLrD3PlVDz
+W47fS8Pt6r7S9o/xXiIQMpYnrCbwlU3rBvFYYneyvhVGn+xmNgtN7DojFHopc1XK2MkQePJR7GV
pFdz+VgAwJgiXEkDMc4/BGNn1bcwe6PBD4+3AI6OiJtmkHWAhh4ECrOKvSa8r7gYnhji+0uPpvhN
syxeOL/wdkiB3xH2vCi89bwiKxP1m4FHW8Feql66ZcPLEzHEGNdML6mufMzGm2DtSvs7aDb5vDWN
Fy1+jbNTqu9L9cT5limvUXsz8s+qYds/EO5LO94UbE3zY9bBc/Gec35KAaAGMJ38MAWWb/EmapvC
2i7yN9pf4C36xUBv5MnhHGWIDC40h9mdgR8VZojjF8MIfmSOoivMLqVsCj7Dyq1kPC+f2pxt+UiR
xVbVXmPiGNyRsGa+J4lqYnOrYIbOiLM/z9qLtBybal8JBy0mHAzyYqjXmUtfg68c3lfpB+xk2lC8
3aKI6r2x3IcULFLFlmQbHRKfsZKTXntRmtMYgPdX/LSyywFBuk/9Jyb7pt8hESP/0Mi+B+EfmcPg
PPcQq5IBJ6CQvSYPzwSLmDp/alwq1VkJ/abaMr4CBSWEBM4NPYNA0BB1RrVnc6jlS4BrQPvXKh9i
/iiaU5Y8y9mTOu5HVx9/mvS7I4Mjji7sjzqvQuNodJYcAQjFZ1JvGUsFa9vOt4Kk9HzbRu/0bYX6
Jkoo2qI6HXviuLmY0ynIzlbwElPlF9uy/L6+9xakI0fViUW7/dNX1S3eay8MDn1OHUhxnBpvWMM2
/EyW3AxCB+ZaTnK/6ffS4IPLiWCQgVsUW3aVxdiU/S4ob6b+LMVDSBCsK9xrqPb2U0lwa2bqRuJY
Emx+L55B4oaMQx2dtFDc5sZabflRZE/RS4GQ1YM6v6xSKYHRBnulzRTuGATHm3txPAE4QRERKbvu
AW882GSQ8Iv27HjbIXtGy8NKP/GyEDDfKpe/V9H8IKQdbxaYaHdVJ29qtg2Lck6D0gT0ldqd+lqT
NyFkgSPQmBcvn5nxrRkUt0k33bp2NSDj8KAWPGGT3fF04ryaptcogV/IZVTsNzX81yMCQ4GOC4Af
mb+EF3VMoSOUi8HHGdvXSGOopg+SK5AiM3S192l5LJvFxeE0OuQ/pRvdGzaj5Y42ExK1BwZedxnj
+9xyhUOryJJpCzBhk/JbKgAQu7zyFfVY4woeqMB6ZkxhQR0QE7VWPejeZIPxQirEnumSE8QMiISF
YS1VfNFpbWLdWm+i7e5myL+Jg4AHM6GD1ZMXZRlesvXlhlroJuhr/djTVIAjXLpW8yMUvdH7rsUt
HYEA8iD7fYMMjt1f3igGNtztqFBB6JByWVx79n7xWxhfh/yUrSAArlR9fJFKryIcB9CTHgU1IgSC
6rQCX2GPVUubPuMJvWEF7ZC8WU7rNvJl/XVSNpDODlF15PpZojwJBBFv1qGVTu16oRN9JwdvmnWp
VUT8ZXIs8337NTSnqn/no9IHcHx1LxO1YlGaWL1beLM1ipF63g6HKj6CWf51BKDm87sakSTjCaxB
/PWDyFpNXcNhVH8X4dE3F1P70lIvnv+FkQm486tuZOp47rn1nQtfeNT499k1HL6xeVf32+6g7nQi
8WU+UQv8mm3b0wLs68SyImG3BpAv9Y/skXR8hsC3lrljxprlGx9DnXkWraCs6fi4Vyxf+hJ4JIq1
Sbh6kHefE1flYv9ebIIgNwkbCPGd9BUgrm6PfbLjKzPie1ifW/kkhmSdsDJvQVu7ao9BpWsOIbvB
0BzUYkOnrV2zrW6DHRMjCzsXIylmBILtpiRwygHpgoqcan5M4XcYQFSTeTsLRD9mfH6kuAJWxQIF
lWQ+AknX+XVAfIbcPcW7Jwgz9jzdJtPT6RjT9eFZe6rfJ/vIL7dqua/8EdmLP1o3ZX5R8ReQ8UfR
7V0EvMjiXzkH/hv9tMVQ+1XJZ2SxICAL3ZtK/KF+kfck+9z3dHIuNnFCpO9AUMOZkrePZzPBAXA0
tXernwmUeE1e1OoazW/r6UPlrFwesHZ7Yu7HxvvaiDGlJpJ7untQ4Da0DG9Aw+tb5dIYHPuGyx0F
YrsJvGXe64FALQd3iPGhTxdk8kPLWE50W8KMilqNSE32dDuhv0/2motFvWK1o89ELO7l9KIKf4Hy
CIJXZT4qmLJ6pJJ/BGVJ5Y8efyrSDHAAjPKWZX+BDmV4/kfqpXUFcgCAs/DhCQdmjHACo/qIi+9i
FfkP/5CB2pETIwf2oTP4yUtP9uPkhusFxxiFmH3kUs9ut8UfyBGzvqBeRhHNnT2xaO4pXrTj+ER1
IWqJqwg/R/uReBaAhQhW6cF1KNLQnRASdGJVLoKfsP0nTs9avMzKbcoFr+VRWe2guLxgtq6a/p3y
33LtAMCBseLYwG+2LLyoW1zgUaA7xyJda5t/lMJpnund3WSUcTUmLEv111Qq1C2d7e9Ncdem96W5
BN3GRIagSL8yYiehJvD5VHCwY5Vt1Ze65fcsbyIywQjaRxLkg2A0PiejS4rX7NDXWgEEHNXyyo3s
ol2kSNhkRN5FfkUxZ78GesHHDBYjfXGi1rAPDlN5ylaBBj3ESWiyqj1M8hw2kY+hMXfjzfhr/Zs8
zZE6zksgWEKa2/6dcpIAtdToi8V1UH5ELGY4rty4uMq5xynaf1HZgjpzTYENyHEmIBLfeQtAtgjf
Uv/eGXcm3oZlJPLENYvYAtG4C4IbSRvJfNXZ6pWBUUrzFb7ArjpSya04Iry2bOOQpj5UJ6nrPahe
ssIvr2TayCKQU1kwYayAceo0Y7sVgn+xdgrjHcJ4ngjCeIT+gObXzo2rhYqZJ3V4cNROXFmSdTF5
aYMt1AxI+zUp7v1kOTRZZgQW0MLOX589CA+3W8g49QMKCOnNFB45x0qSb0uPvo4q3lXCkRhJe7DZ
V7pToex0AiZcywnljdDJtingTULuyVnC2DDRizOJD3KYbBVlLpozP9oRxwOe4rf6qV8TUA+d8qM2
36vSTES11PfcRhJg6NTzRXa2ybETvunk+Kw/uAR6Mq7YL5xfpBHQs87Pee8ajeJ07LohV42ArjBB
W6I0zb4uFk8Wexafl1z6bFNpA9KIDmMrGd+Z+i8Y72l1JFFdLT8rQ9yo0xkXdhAfaws3LJqg+wqY
iGSrdDmrNdFycv1s8vecGEmSEpsGm9Qhy99647c3fqrhW5TdQT6hcnRKYU/SGze2y6cIiuMKnuFw
TNMv4vYpySiIN3QeAR7b+EeNXvP+dn8bkpuKIyH1JZfwr8ldWPL0dE8ELG8h1ndG6Q4M1nx0SmtD
2rL05DduBRN4r+C26/A2K0rsYEtk5fxJYXlRZ3Hg0mdBHDi2Zr7tCNaTf2h0HliPajroon2ErdBG
yBE4fzEBrd+Q4QY0E8WXuiLcEzoF2zB5SI8iBlvfk+prNIRUn8L8DN8BWD2wLPCXOhbzEmSdDMCj
MvIb3Xt8N0yiF4A/Wk900H/bIaDj4qXxbfVkBwPpeRgYYqY9EYt9t5G5CtFBjMQb0TCTXUPAzsUn
XAqF7lCegw1ByPpR/iA+Dsk4YeDo6LNvYrH5eOPE5TrwJesDpADi/CXIfgggPU4hsojiLnRXkC+s
2rvuMUN9M9xyTZq3CfsaWlKnt8mhkX517G4+p29HxQcxfshabJWKhnRTEQgWat/klfEvM20F37Vw
WDqMq69E1DOmc2iIh0BlO60edaCCq3DN104E+iBuqsbPEIYkIwNJTJ9rT9RBY5fKe2b8M1rQQPHa
sYXH2iYfXRDj/BvA2U4+68FBfGEbvBpN4UrjNogvLYJta9H8EmF9sxBEzbka8UM1/EcHR59JHAlV
lcvesZRnGfypIV0HwXa0Tv28smIcLHlP5A8qY5xvf6PhoQDA+6vqJLAAY44+0NqK80T//n/ByK9o
gpKd7mfj478LFbKxwH/7U/GcldOPUtHeJO3N4lBZu5CHuP+L1M/Qhuq4sKITbMZf5Fj1KbcvFjKp
JvySjCdSSDRrtMOEfMHlNlxjZkfiLWgFbdjjZeFTS/aGRfG1zQY2PCyLYzvjAojvcUSU/UWxB4jn
9zz7B47tCsg14Mmh9QVQiIsy3KSryBwB+oU+kdq3TaiQsU20NZ9qWP6xxa5xM+uFMoJpO60nIWng
bciGU55YxKj/GKLO/brLtxkC1wDRjSfQdhn+M8MtzKjPxKXNh4m9m6eJouKEoWswcje3P+f/uDqU
NSlcrZtouwWkTCAQjNJTMLnM6b4NaHAyXTzL3K8SzQxh1mTAuW2oDgJppbt1eJVoCCdQnpRV2ZnK
r7F6Q91iK9FZYEQxuAY1l6YGNjFiKsZtxDWjV6CmuGwQp7uCwfoLGrngrQ/fe/kWz591+StjX+mn
T118abApgegbrt6cmdqC4h7Dkw6IAlbwTSdmpGCzE4uvUNh2Lcrj+KhPmy7/G6QP4hGIGwochGaA
1n8tjwBxFE5ff4asMMBZsviu8utpWNlxLyytwieMgB/QTrEJmqeQeQSTyYY37Xeu3+QhxuC/I2Bj
Po/Vq47xsWopLql+sSg1lq9FMPunEfUJ33Xdb6A8QslV84/KPMc+JWvGy7Q1d4H6EIp3meDKjjBA
4mzXOoxSQyJ1nziXWYVKPDDA8E7Me9/fyumyIsJYU+1VZaOFr/JA6Un0M+RfhDmhNiLDkYqDrHzh
k+JEXhG3+cMw9vF8krWXJfhWqks2P9Y/2hI+TRAGmssd0iB4CBHJRneLfP2ZpU7aIamyM/3OlkDN
s0Dgl3JAHanjvIdehyJNw78p/viGqdV30gZpHstGLu+5AHYdEhCia/mR91a7nURcnJtGCTyFIwqF
Qdl9YiUHpeL6iR6k/C1UNgARrHjHDB08EbUAgiWoMU6sp1G8sgsQ3eMR6Dht6ZhIfUTt8FKMxDtB
cGosKUiaka364r7YjdDx1n79VSL81ZAcRfTVo2r8bGGoF7FzMuW3RyFmRJ80VkDM0e8VvC3vkIdt
+ibx/WI0QqCdRSw4B0Eo4eQ3GAQIALLjrLyUXes07XmYvmfW6dlf9yOFn9TjMiQkwJ2QgcJE0VYR
QC3MswdElMsH/r+G6WdAcrIuQlklgOSCL+vX9erWhvMn8jgVhpxa07R5DctrK15YvtX0NyJsUkxe
o+XOri9FH1PzyJAsrfBFn9/hJAXcRtiASJMiRnG2Nhla+63hjbB1e3Y4uGzCYlMu8ZYjgbu1Jnur
GX+0ZnDXnwWAFf2aBGzZX9a5vl5RW3oW4QJC6g8o5kKCq7b3UL61UJoSJ/PwhGFrliNmPxSwwvYb
uFJjIuBNHAn2lseGVbIARAWVFdGceSaRgyaCV19ozxLlAf1NJXatmhDDd1+EljiyYvMz+ryJEuBz
pD3h4kXzMFOx2+fnRnipZ5Fo0Y+AfBKi75RTN18CZsX2XRSvonApWP4KdW9QUOaiYLYug9NDpd/k
fksCI/Xuuw6IBzbXThq/5beE/1ixJm9xyaC2c9xGuJuIojDkPzl/NOIm+KiFO8oog895mu9pRxGD
8aIYG7JhFigH4I7YPNT1WRd3a8p2uVrwaVM2ODJE5pDlMcyP9XxUc3/d7SLLJjfa1eIDXZOG6maz
j5vawwoK9kZs1q7OfTnFqXxiEKqre5ry6KK24L2TyFbT3gz9EmsPA8lqmsqENr8q5kdPzokBJHkN
TS9zoRFDB4JonaHQnU3pZ4pKxZ02dbzL1hfrXSKHyTW9enHJcW4ccvAUol+PofQtRL+d/IgN1ptr
knwKGOXoCgZRMJERBWC+qBlCoL36I0LAwxERkpj8WcKaA2G4mrUp/b6Cz9q0xcWgcJM2ETTQcBjY
JdanDC0WmIeXVbwluxKkhIje7NgMPklxKQxy2vyyBfLEJxaPe/yDSyyKNr11kTREcAlDKB2zd5NY
TDt20wL4Q2TMdrHOWuq+K7azFW1G9W2EYDJfItzX07Gb7qW+zfUjyBE804TcDKmLtcOME9+LZaPL
t4R/vuRrPC7BOCTIqWzsybFrt/3iTJvZ42dBb996fNt8nuZusnbCdwWUPe274ZUpHsWNrRGJzSCc
DiDonB3WTLRxyQA/E7Zp5g4pDFwm48rHChtYaWwlfAWUuhMqwVNfsAANjC4dIdNENDaHlmpBDhAN
19QXvjKMuHRRo6YTgDVMzPoN+kTS/UC3l78ATdSIVOdOQhhuUIqlGcGS6jHGZ37EZDNsk+lfe5Mk
jSFdddi2U9IqrVXPkU6eLG9mYwZC5GWu9wvsCtsYFBM6qwepP+gqTwaQvpSfmBiwGvpxQYUlYtuV
4BpZLz24mOQoCZ9B/T3rH3NFCU/ae0Yg210L2IaI5jVl4qsiSjtxHtYGW+QCOoQJ0xalw8zjO2vT
Vq1Vexh+DRFr05HDFesNL+6w1XeD5tfMJ7buz141PayZDaA460S/wb5KHxnzGbS1wuZBzDeq8M+M
KhNZ4RrcRLTeN0dFfqYsQ8tdGX4TThit2q8rn54dJoCIEQ2mEiNtr9nuWyBmvn9EdlH62SigbtZp
VkCQ9cyN8WtNw1soEctqo2CaVrcZ1QY/7QgrRw42y6WnJ4eWIQKKbt0rqoX5h4EkS0msg88WPygL
zMur1byvA1f1yxHXxR+JwZJtsvsVvPIrDD+5nMLQGtOo2U3FOgJTHiYIy+glCXn1WO9QE4ntZ7t+
KYb/Hac+9xCKLhLDd0h4Onxu076l5lJimG3ohhQgLewC3aeffKvBPwQSuCgNaMwzSvD1Al8ha+fb
gCURa7IlVgStPTb6d0O6YC1/KCnkOD0//jjceQz6zCd2sX+0+VlEmjqWd2Jm7QwNf8vBCTHlKBF4
jxO4UXQkYxWo9b4SR6aJowGxuXItDcSHrB9Gh/rqW54dLXNkurJZZs1j3dNaRG7IOprFFXGgGIVp
7wkUdEsg3esx1z5rGVoNlHP1PxPwspGI2DF/Y3EfFbeg+5xh2wuE/Ot7Ypkog1iRalqBfmbS5tFR
x+qDIpnNzPe4Aa2YbfQDiuKFlafF18LBLru4o/wk1UnOYdbW45TYVp7qVRjCxj53nzGMx+TEy34l
vMvgteKBIH/RXip4VX53XhtUdN4E6gOHEPX7sfqrS74qV4x2qnGdUPdo/EzjS49+xHrlhW2LL3af
WrnH1QsoFTYgQ+AAo+p9uJLuJ3P0Rd3TVL++ZqDqyFHVV+zYTqj89ZsRVLbEgHUO7Z+aJbWNIKLH
1oFBKinOu2XRqkUWJdA/FXL0GfafHVISnWKkVXxu8etkfUqa1A80/jJcm/zUVbTM/hXFbx+oDLfI
7ftvk7Q0plvmN6lVne6r4AzeKbwVbzGSe8yh/yRIqCoIPcMEXeF14PES3jlz6tlu+m2inClqrbt/
CYna5ZmlUjkyK3C3/io6FCgpQ9x+h6G+TOJjZf/jrVjTDaGBGo43CEyRKmE9QJSr597YIDLU9ikn
icr/3eOh4h1axRqATNUu3Pb6uxZ+5RCDIy+wFQMo4P6FQnGE9JOSH5e8LztTPGHYc+ap+tnsCzDu
y6ptmFoe1fHVkrzYpCyKHJEMQd9xGTAl8ffzRmxynzp4gpxYJsBKCRIV4tVQAciogOdsGU4BfaTm
oFnIHIJPU/pbCvYxHw2HTYkZKjQQl9z56VR/2nbbcd53yzHFaz1m5yFaB5AiRhX53ta7VPBTjiTd
xSjO2l8/Ovxs+W1lXYQCgJPg6h7e5w1VAHWfNR7BevgCcCOgr43fANTGhH1T3SCm4m02K7ivkYY+
fiWL8wfZvdKTVgxQXuyK2RWKa7HsunRf8x3K/7Iu4B+Rqwmc1hXXWDxkqLX0D5hoe+gOTG3xrSkl
N2pSdiroeST8YUbK43LjQ5uSY+1xm87bFbUJ+lcxQqFBCqGMsrvdRhTbR9iZIBNC7IIonLiFQuNo
lRBqnM5vKRLd8aHPcHsua0A7sDwF6BYh7Fan35lLeUHGJTQvGegJq1jAXuYO87ZBSkNgueTrPbIp
pg+mrnX2Q10+ekJ4hA5dT330rg1pVAoY0HCvloORHlvKqhyGw/k8VCf0Ky6wsgi7C9wkZN8kTODa
eqNltzfpeXN0rUIC+EA7DPAvYxPK+nf9Ty7Yk3ed6YvwjYtL8zT3noRrnDxwJOAGHmdxKhyluzfe
4ozVyWz9NvEmHjGuPsxNmkFg5rsqnFOZn59to4UHL2L0OaQmyuY1k78j88YjOck7MhuIttE5xsAw
bRMU483wiOwYjzGLoQg5mt7W85SLa0CsMP5F1U7mmGLRG1yC2YDaTvQf8WXz+Sm/gvVlNq8W+b0T
RIc9FNtOIna/+xqQ2AMfR2y8Wvmv3xD0EXDeTw7QByr9ABgRW8AQmBzvJla1H/yXPuwi68nsca/1
x1UX1xOPj7xhiJtTW/4oyCKIbiTUSFY+V8i+T150/tZgQD1+5+gnVwThbAk+PYJ9YlRYGQjxHjVE
LMl0GsioZsMVfFloIfSj4ixaKDbB17Rip2kXJSrxBiHtoeNbrn/hGDmDDRqj+RMLIENxqlAKcMka
TwsxV+QnDOrZIYn/hdZNlmb7i3QK5dqvAWeHoD0FP+wX/U8oHtKSsdfk7wDMWzjrsNMHhMGpoPtg
xMy66DYbhjwmxjEV3TVqAdMeIPd/sB9YCrsWyZescDaBBOuySuGCbVUvbflvfm3ka1lvRshLngXJ
I2NUWk4aWv/2vUG1Kb8aDjtedgfFaAJ0R1/5aS6/CjfaaGSwIYzFmjmlNw0BefBjWT0pK6YNJ4bL
g1P7nynsGJVlvqYkQ6hCCOMiQogKrPXMZ+khQd7OwMxcYP43VmniFbHapeEJE+hWQt478FQ8TaW5
mt1pvqY+qk511/qlD4zCtY/V5cTMEEhY4yNCzLdDPfC9vZKDQJjEJ7+bOJwCghrNjQZeWBJhwbId
fUXUa0mf/6HT1rNDtEa6iB2gmcMswsNdx9doYznyaB3JteD8utGhhyn4LAmnyWXUmKpLjeCVmYkh
QcsuUwAs2aB0zF64i1KgoVwKnAgEmPAcu6EnA0RWwOa2SrpGVCcSteefscUqj+8CAAPpDEEULnrS
bqP7dChg4GD/3rIMbMz2kLqhGy+4CX6t6iu2PuZkz66cxfdR2tbCeQWU+G9WM9jryNkdoZRLEigL
1UkAcpoT0w1mZdrV7l3xURaHcisicvCjf0R/41V2jS9TIScXxU3yE/dnoXiCcRBpOH/N8Tsxz0v9
UU5PsuFArmdGmISb8gupBseNgjgNML9+k9TACY9EUVFNQD+Ia1q//+3+IPKp8Bd7RKbQs7lqN1Co
M1SBfbfeQjYt6BsEflI8Z15+4ZaKN6E6zemWAU9HoHYOhg9B+5TzCWp9tiMzcOfwN9E+hbx8WONv
2UMRbgRvaFaOeRT+1skwj3/F7tL+Y9iFUuvZwYvkOQBECeOj555etDuaYZUgFX0fxGdFvogDfT4f
xJugppl8NTrLuififl4Cdrf4CnvAPZB1BHxcRuVjJU9a+q4ixm7yvEnVYDDKd5iUHTM9xaL/h0qa
iNyNhlYfWYZ6SrncaqidkNevQTTU0xBjApLmrHirwG4xv1rxhW3G0Iji8EcQJzSBlUtORohjSBle
5+hXllZNOP6at1o9W8VuHX6m4raKwJAbDcN+jm466uRO+LLmQ1aLdpc/Y40II8xpz2F5FRjvaZJy
VbCa2ji2w1sr7PXkbmXnbNGARnnzxjvwIg4BKOGtKmzWI4CR0YK1aWp/+i7Jeq737QQkQRPRnzBe
p/ZNQd2nXur0Gi7cfNtqoCyZseSYzR7cUG4hJxhmp0AQ10MheYojA95J7TEekdsEm7C7LCIT7tEw
773+iKO/OHkdoRJ65F3AlzwijQYLxoqr8u/BLZ9zFZOlxyvELx7Wv0Pn/Y+ks1qO3djC8BOpSgy3
w8zg8Y3KYxAz6+nz9U5VLg4k2faM1L3WjzD2HBhfFQLFJuF0Lk4j+XDFRArPJjlw8l2H2rMQxwvF
bVxdTaZz3z8ITk4sQ050J0cOgcnZo87XXlnDophzkcCSXyOIFTbqOsd1YJ5i7VoPDBHRO2h/ogZ1
+QkWAK0Ta1uP+c0oFdjhP1NatdVWQfQMzltM1WjtZC+xpsvVxbWuPx+9aczcOXCF8VkGwM3NL1q2
AZ0F1cXzXt0lXO+h9BX1X9kBlj/QGLen79z8FhSSBYYzQntZKfKAMkCdNkyEbbEh7CBwtpqQWhB/
CP22ssptGn+U+bPBZJndW74aTbmfcv9lZfa8A2NXmbWbv8awxHOukC7lLy32TrE9LStmmXoHxERn
9jpArI2mlcPJ83i67bnj/RI8sYDeLtFFo0zGUIi5pf7zea+JCEfZdGd3Ip1QUt64ZqwGSFtBaCGM
8vmnQ5iATeBrgcV2UA9ScHYKmHvOAgE2dwjCN3V1yqN9lS7SbOMvmE65APol2AZFZwP2uZyrRWAk
erfC6yAIcnSbAlnR+EII1JxkKJPqbuMCFgiZxpTPq7rK9CuP5Zds0vYyg43WT0WKsvweh8w2MS73
BBB845F3TrTvgFFHUD9NwUAHNqjOxIgBVYgiuUQrxsymZ/SnrMCPjPLTLntGiR+F5dZ604kMj/Gt
1ZDUEy1fg+GFUFGexAmPI2z0D9xeDhizj5IG5C3QUMWsCvM9WG8NsECNaNmSji3vjJE/gF25HJHT
FlNmX8JoWa5buJE+/fQ6DW4un0j8DabJ1wgrXOo7mN1q0vanWmdQn2B/tPSFXqyV0CHLFRlAgFmh
+mNDQIoyUYpkZlHBNPKD0BU9qWgCLp+2TlRouB3f/P4CdnC4UNi1yWPmOeAILVkrJsZRdU5EmDTN
D5GWbfmRUqlYr3ySK4AxkffBj5okMyychvZn5u8+pWL5Bn0wVaB5Go6GMuelgsSRS7B3xBklLkVJ
fgzuyUx/vZJxJ9oZ0qYpsK4gqcFbuCCn811MBXzhXT3uiZabsmqXA5dFOCOApT8n4Y/YgS1OQZu0
DQVi2OV3jpufHtgoUkgF/STBeArjTOQ4gm1PWxAhby8xhYOsu8d/CovxFDCWEjRDqyJu5oOsvSrw
HfcGlZqSETWw4MtzOhWmNkd0mNaUIEHMEBFGL+TUsgFOyDcbbWMTj6i9S/QnqsKx/NHWzYKdckYm
TslvXBEB928McEqS8KnYg7s0r6G8E5LCPCIzHFYwqY6udvGHo5dQiEqfziaSJIZlDqcpZDUy0qk/
L0nCm2COUDc1wiVBcsxMuZv8fpcmipWKFBKZyOsp2GLTi68lj871cAEZy0BUfevcEBY8+W2Z/nFR
IxsCN1oUK3/d66c4vxfuNnIOKDX56MnDwfgb9dQydTch5R5dEjfjD8u/Bfp3rd5GZHv6FLAgqFfU
9qrfMZvdDCFLgt1lZhIAUoodk+BoxpiLpe00ImSjGJ24MSuI8Sq1HWp/NPLYd2oLuozrVqNIhaUp
AHitRIU097tOsVy9VJUR0yCaV47xTZE/+Cp8h1ub86Xsp0mBLHYAzukfBQogvmjohzlEEwMMqyCQ
fwfQpzQXh1u0K4+Ep09UfxZZkH2zDhoPbxa7FOTAylu27W+X3wPWD5uM7OQWWsjDjTPiZLy/s5CN
1xPnE1N1KU/0jF15zppN2gQgFkgbIkMG9w5eVvvs9Y8I4qglzLgrbvbwNAl2lEmyHn8Tf5syac2H
mZb90EKPMI+nNQVRYMQmuHXuTZ6ErRRqtqAuYiWeL5tVNMgpCbPHNc8a9RoHNTtDiUD4M2it7RfK
CnGguQWf7LVjbVLHI43fuIbYF/wcN3H+EbVHcb66KP+Ic5z+Sugp9PjLVX6jkDPJR/lBTm0zB+VF
xbczy5UBI+T7R0RQ9bTXcqjgFrV9O48ti9Kki0YxvNdfrIy2wjPGhBKrg6eTtXhJe3g/SBDrigSX
dDGOfnpHSHyUQTJrri483LPYIelR4P/0Z4tPLtVWvONzmwlbHIN2ecAHCPvM1QfMAV8gcEGdW7fY
U6G2sIaTtJBxdM0T66XGf7DzZvgkTsBDri/rZ5sKs2wnxSiomolDgC4DoMv1kVPyPlTFghqvKcsL
dtW76/74Q7po8RAirtSlH935C7K7RyQCNz+fqxYuCH6bDNomQnOjNJyZ5GezoWImHpWHmBq14DOe
MrJUpx+0ZRnVfkihov5SwmQLQVfcHwAvGgQi9U82LlHniC+iLnDq6SohOqTDUCaSABx+Sy6GbB4K
Bz1Xux9wXkfkNhM5BT5pottls9hmnIE+Jwtcazkn+kXMYGm06o6cMJia3PHx8ic6eq/Jl49yjUt0
lnN7kwAG2G+TmM30ajszGpI4AeLpuhfW7nLqFWDx3ktBtRv1pAJmGB/YaNSb7m54y6Uvnjaf4dzp
f2JwFwfAywfItfPq2x2BtSvihXjrfXKWhG2EUK2SPQTJ6EuKOOOpmM2plQS6ry2yfZ8ouKUplxHU
ozCsQBl3K0Ec1MG7toTD1E4elSfyiRygDKwxvOrVKGTzUIcI47BDLk2KmFrrrKekG+JPs9zpN0Fv
qG0EYWme++ijF2QJZ62Ab0XbWUy3DwB+/8WzzqsL2GFuYWpMWL2SKzz2xeWqFXAXX+nbs8D06j8u
Kx6iYF6FNDHZ6lRDpRJh3hx6sA4mVLX6MCkhXHrrSn1K84Dg570AMop46S65deH3hEhIIdOnQZER
cSU6EsIWri7bvlLdAUoJpkAUHJipu3DLT5Ume19Dc0niTolx69R46Fzsv6gmoEH784Aco4cVnvjS
ZgT6UX0MfgfJdS/dQzulZ7H50o03sP1EBXuEXJshWaaKhzSpmaKM86Djx+H7I/8Qf99KHBo+0lKI
LIaNWvvlP+G5wwsG76lZGzvY9gZQZQcqpn5SSJFIzSqzLBQP1bJTC6RxW/KoZ8MJ2JAmQBEty1Hq
o06cRVNzjNdajnKeh6O104nJ5K0Xd/2rNb+Fs9oMnilmPz4ZWdStiJOC1/ORO9zsGSIhVjMwDlJc
+UkdgN7q3KInyrKtOAlKiySkeYzUxR7eascnEWGLtz7Tkl7XCsWS/pboWDFOoX6Qkl0u/1nZTRNx
RtCd3kdU/PTUeaYxz66/rZJTxV7P8klCSbExolua4P5dDtmOkRmAOpBZR/kcE7ToEa8wUA7v+73I
90Vxboxvm3/xYRzpnuGBVwToVbKL1AgXmIAnzrTRGLK4HfkjhGtK4WiJsQRv07W79GLC2i8E+YQI
lWuC9s+xJsBV8mT9kXwC2MOCgAdkPR5tIlaDIYgboPI11nZy18do1sGPFXAC4YFuD5JFyolXxXPL
Kjgoh6UtS1TCOehATPoYqZwPp65EXkLnsFcw25Ny1cPx1wzzMsNVNv22BUrO3RaQICbeH1iwAa0t
gi6KkxsoRG68qYLEhIgkhrCX5WZkByLao5ZVKLlGJ6UXCW8GaF6gsIs8SIUzyg9XeTXaJitPEPV6
fsExYzmviBb3nlbKIWTxaP2JJk8duM964bFd0umC+WyY2hBMbvfETQhwDCL3ySZLmhUIIxPjEf9w
gc2Zn9nD3BxAA6vqzTClfxpvYwSSO5QobjNIOppiJs5OayqoJAodSW4rtmITckesQhsaRCZwxtPB
2JtI2+B4KnWVh7tIXhvSgqRf+TEaK/J6TZvtF2koz6Q+flpIQeNVusbNoe4IHhTLESbjgagUxJ21
v7Daeu0EF5oWJnYNk76K+RGpb/BwzcJ1zzvxs8gc+Qx3dgsCiiq+zWPMvbPWfrHuCetBxrcs5mHV
Z1GUXlK+ihKfsflWSVfip7qH7R5waHYBEZkDJbHovZ1w4pho/dV8rsXNDO3u3AIJAuJ3DcYvLA8z
2VvrxVcj/eXhDTicRsQWLYcHUG4gFVRgYoEM5l29dy2E5Ycu/qIgfdoS/1mB2WDXFKoqi8G2HH6Z
Tfka2Xchds2vPGXh0vYSJSNtxdXeBkAsNKnVF5fvI/70Q5QyILHtorF2cfuXF1cVtQf5WDxbZH32
+ezE5U1IE+p1gh0ZtWBhzRlFRrK0dPBCovLh28cbxJxGeMlKpaM54dsngkK3KZDMcIx+9fgFJ+8u
/cP0DpLwU/JvGto7TZLi6yjNRxfsc3iYaOmUS13FZrZJh10E6KsJ/Slcoynb1G+ziBH2G7ZciNmz
JDlJ4o7CGIkcMKV770nehDhOFWkD5+yQ40J0NjjyIzXwgZDuDtPp4Ykn17rALJfTb3fIlXegMVY4
W0n+KtvvRgN9TEskSiT2Vha3KTn3FhJSFJGe/22TJ8Y1iTTlGovruN6qxcVV90V6dRESuAR+CUrW
46rt2CvSOSGBaO0M8xeg1csvABk6N30815wDKbDItkTWozGRvwf7i01yypWTuAB+3+bwEapfhlzP
jPKpwRwQkAMsOexaQv4N0JEA8aqAPb38T3yngfQke3LaY/MgeAgT9ZrjmS+i7jcy8CeOioRl3ljp
wSKhwTb+sKWP3Pkz9S2nQiY9XXQVVk5lZPrkk5HqGhMOCEV7ysKDSZ1LW7PRRGSSLKN5uAgJYoCS
0dDOo8wJaNqx1pbxzuovndkl9y+jBOBAHA69xGtwcQlRYkO66nihQYD0NsDNEO1jeLPTHX9FwEAh
esSWicHWnmpIyy0jjTYjUcrywWFmlr1SqnXE/gsuY42HrNVYYiKU8j9BgnIcRQfzQ2zvYwRncb2F
ZSD5JwV0DKUWwUg4rWX+J+Y1tb0KGRMHfKBzoO21+mYZfwGMg1+fIVlcj1gwpIT2iUJt3z171R0r
GoD33BWVaLnEn8tm577IvBOKFJBFiAmugij7ctu9b+615lQCBCU/EZmmw6oqGStre6ZVwTRRfqn5
mtvuDwLNacy6GQY5yhxCfkIBCSB3pi0jvYiNt63oBQwx96VIM2sEzyeV6KxC+tQqbVJaH73xGsdy
bZgakspxntroQ+IbEd4YAmZA5kmBfx0lHxsFmvDUuFS+iuGg2sUlWDX59jkROaJdLBrpLq5+8+DP
MW5qeaMIyPkbFsMMjoUhsp7ALHUC/nPcLbN6iYOMY2NyaYmEfQNwFJvQA1l0DPiBvYjBCPA0QKyJ
+DDjh8p7U9vgkgjZpSe6uYOoltwPoV632oc2XlTjKfx8IyeWWn9jzRILO/twmHxK/tsfHt2AVWsr
Idrm5eChVFEHV3bKRICTDOu9cw0qnEn7vj9bdCAnXTe9w9YFfxUa0eoRB+e0DMjN+NITwp4mOSP2
lbhwxCCY+lbEW7t/qBlJJyVe0YQ0G25pfZXLT4AF5rDFqAGGLTsk9pn8EXA5D3djW9vngitaQ7WH
BxHlOhezdKwvqvz0qx872vnpHI3uruuWQSuQQ29uzqTy6jtn/i0y0RYFfX7ctSoCAHyNRnAme3tm
4yxxO2jzkqtpraibjsRyNLqkYmHX4D6bKtzVX2Rs+we5O7hkpFgwgRDhCCQWdvdR4dnkohL3MmgB
Eq2FnO5iepHQm/kEfHo/qtUDnmPM493ozTNBgt7kpCOAlbbak6Sg0sXs9Zbdg5wf8px3B2Bd+rbq
j9G5g57WcC02G1g/HkowFvqAzUecnDuAxK7E1jHeh2ItDatWvSWY2cJyYlBYUM1GEl4vzEyz6oXO
i8BNwryypTMXKo9RuQyYKoHZ1dqZKmo7cyD7UwNaeG+rW8zNevSdq2+LZaJA+sifmpI9hs1fJcIm
nBNBKIe7pFqjZGrzbSgdCMeelJhplVUWo1XntDSoY0AMKL53LXCmmr4wgrWbvqrGmQyOt7JAsYTg
t3b5qqQ5H5wYuzIiB4TXHDGD9BSYFW6HiQ31oLsH8Ul46iuxttlIwCSs/7DPgnJWda/KJH+T0cty
tq654+sd/BPeB7TKJUq1EK13DS9hS0TYRXMNuYWUH6Ro3vQPC3ULGe2TyH3doa7T8zDLp0q0LvJj
qrJsHcUvEAZPTUaQNoPoVe5QYoQHw2xwZCBssfrvfhUAH7HMI409ASdPI5IaC+lU4dlAHa8QOj7m
c9+GX2D7p7vyHMPmnMDgNI872+EBSb4kg+DEaionr0S/JGTG0pM09fTvtDpo+XXUP30kbCqauObO
QIUWRPog7i3oZgxCQb3QecGLfT2TqR8FIKEoQSNa0yG+2eBFl5Hojspvrl1qfP1UWIEmuxiRovim
AOBWOX1qJ5irO1G7E8N4V/I+xU9c74aU88r7GIqHitZR3LUqD2OqobA1kK4DVbdw62gTUMZxmBZI
vcN8bWVHA014sKSYgqEBkplYQNgbfxsmszq+JjJY7fTLsUPCiTjJh5LRm+3d/XTCPYWwxN1t0drN
iDvwi42uX4VwRQ4+xGfrdJiPylsdfDkJ/kAgu5LYmRmJrtzsn0P+VqxNQ/BN/C7VVT9QnHwfumdS
fUjpb1i/U4NbCL5hKNcWt1PoInc4oqbCfbSti2cGPk0fw79tUVFJ7N53BbnFzMfc7VlxIvnQK39s
PK1pfRvBkljeBz2FwHl7yjErtoY+gM5+RvqrRdskN2852wI4cIGnwas03X2LVMTfUHM6DfUdJzea
1d/CprQOE+nCIhxRXdF9WI2nKjtK3d02aHYicCA7x8nKnrCs5MdI/2tkarexEn6byPvu1tyYk+cn
yF/X/+n6M2LPUXyk1qZ1bgXGFhofQFe+eM6KAkmytXQD9kY+hmojwCEDnQSNHSxZmr9ATzGIpx3V
QPEMUZYP8aFKN2YuGO92eIoXEevHAI6JgVkhjYoNRAe8td60oE4k5VHAtLb6D9/MKB8aFDWejWpP
xSOxUApxg23VbK8ly3A8ytojl64a3oaI+Rg5BuzSQiEc0ZgnO8P4yNJXPO4tbY+hsIw+Eo6w3D6j
uiF7dcnEoKtL00JgdGrrVd+fcgvlgrOI8jsVCClKCNbyiszt/61YECQc9km8Efh/zfGkGwvR+BLR
PjJv6k87I3jS+hQySJSkjblALNVRXEKkk3TEezBgdWZicnahci07godeVcljJ3Sigovk+JqPBusK
a0QV1is1++nNd462OQJ8m2fzpDn1GRUp295cCSdf+KnhPsbtS5SuuxTi5Mjf9+1SapdOC9FIigbK
4tw70TFPmOX4bX1EW0/bCke/Qjspf3BdrW155amrTp+k5VKT39RjOPUpIAkb1Q4BuwvZpoHknsGr
ICyflOhfgMpDdfXLrF9jUhKHNDye1f5m3pXcfSC3QIbB4W4IsqttIUiFragW1cOq1iEQm0cT2sUy
jjg14ndGBIkMIg4AVXj/kE3H/l93AA4pH8m4Raf5GNSloTKksDMsmvIzQX5LLHd/gKht1Q0NBDAc
awS6SBngnaY5o+mdxp+pXqw0jUFk2ze/jHAISUF2+WGD9BKHaDE7AIt7mHHRcFeZXrAAayIjg87K
b64HP7lZJP9I/zJXom4H24qmKgTvVehnm/s3T97nPMQm5LDV49J8DaAZFhnXSnlGPJXIq1QWcaoS
bZULlpja2ltENIatzSo+TnXvr2wPQhxAIgRybT6nf9fTUWBgYfqy6F4QnqaRcF56gLXkZXQgUViu
sXyO9O1d0vzmGgRcfdelCLA65IjUTVC7Sid7523nJw1ptbSx6A/yD4CaSbTGYeMHpIsda33HrJRU
HEIYk3Dx5kv5S6YgCPmGIxIfCP+hFgIE8EYaQNz/5O7WZhKnkKEERZK5dmpIn55cD9hpJrsUlcq+
DEgkEpgIrz9aRXy0fJ6L0Tz2xAuhPM3NddbuLFq3x7vDVEDKQM4U56hcBZD92iHjwaavvdsA8Ofo
9xqwMR3gTKwzca8vaSJuogx3ZDwbqydRYm7yFg90QaNHrAFszUlLtONTU5ES56dA/JSV4XMDThNZ
rOWASaTaeQUwxEkzP5zqzUs/pQqRWkFxQNaIQzXls2wwBSyb5s/DZM2w5MzGGsUySgdct4JNTb2r
xqfjO6deWQ8LfeF42OUztEMU/VqP32+Zv5/NMO5+dKHVKO152f24cGCoJGctyrlO3nbOhvTpkCan
BFG189NZf+JnMMm0cAtvWlXnKgNmnLuMiLdihuYx+xZ7Z0NoWHsLwSol9YscZTnf4U8ni0gdyMpx
eOW05aCfe+k+EuZsaY8h3njeGY2iLe81TTipgUS8bSBaLpa6twG365V73Txi51k5iE+vmXzw3HUe
7C3Aw2lJhNwaBdukzn4iru+xuhT6XNd+rfQv1YhnoLNnUdefYXF34rfq3OSJP/eaM40N02GhTaPs
JcMqCJ2jia7B6lOmrQzT6rNp9hrhNcHWCllLF7jr3PTegg0opfnvMdJ4NIhcoML6pBkYMdadT6jm
DNHyjOAXTlmsLKM3p94alAIZ70ZnJtDqpfEN5UpmDRpD0oCEYdyc8yJY30BAoLmocugLMPcW3XfJ
Je6+g+GUqT9doK7r6lKXGpQycUCU8OjWV9ztxvRQwdTG3HojFEGu3OSrif4hWf+7OmHGvKtIvkrM
p4HesF8RJM0jfSDkTCuvdrZrWR9KJ18QeENIFjCy2FPU5lvHsDE8RfZL3S2r9ljHZ5kgsGwnA4EC
ZtkzA+tH6IHpcVa6qQhfNhi+eCmTJfd12B7aYTdW6G1jEo55pcDNZGKwDhwBJjMYworg4ht/HApk
plj6igob1/vlNEBQ9zsi0ugBdRlUXOyQ+m/LzDyCHnYQj5H6Im3AgIakvx28bxtFm2ZcYy6YBn9x
hYjo2bpQWt/UgiqQdfjgu3mOPE9/xvyL9dMQvKVkq3JYdEQM9tcWBKWQmWaJWtCR3Trpj+Secmpk
R+RIkF874XVVMe0U61bivrY4sw//ZFTSDfRomhZkby6aeKt6a1t6qAY9MUusGusI15eBmqPhBYrP
hPxpDYp5EUp7HoNjBgTMkiAyPPCZCidAJxPWt6NHK90FA6GiS+SRcxIn0vbZYXWv0q2l7IiKK/O9
lZ+bCZmEaBGIh8lvanWB9c+xnFvozWdhsuAORSdVd4c+PA7cL3JDQQ6zI0Q1aXcfDRNjVtyq6mNg
nq8uVnlxuEQ1dUV2YAJIF6HREUBVIV0M9U4/kNUcAr+cJv2r1Tmwxm9ofhHaXaOWQZ5vtxVOuA3p
7eYa+LtrXzQsTHEppEB9ABO4A1kJteLsXN0Bf8EqRCDct2fL/bP1/Yg+Ou8Q93FiyX4/8fOjWi1y
DXECc9dKD7dOc3L6HdmaA8Q7+e2gmVH7jDzOu+pgs8irdEy0wdEErc/TGvnQU9Nond4k+kE4sMdy
qc6TObZnoVnwDhJah1CICtgvokWSLklHF74ZrX9awKwRERRTJDEZqDNZx912NFeOuTLTk1LsQ6Ra
0slkg8sRmz8M41MZLom0Tp2tQX5XBUCqVNTRF6RB2QRsoPnDElgfGAmnqfmpcApY7kvwZcT1ok61
0o+gOxLSMdGS/VhsIkwlMdodVu95p53tr38f4HDFUjun/y9097Jz7dovkl64YiR3j7Q6VZD3IWVO
l2Jl0qOr8DOHvDgyVs7KfSrOV4DUpSIWmVeCk7FbWAYeva3n/4jEuZJkgGyT4oF0tA+vkpfouZ1N
VaOMIvvcsab5vEmOfnXJK+EWMjcNVo5BpbL9u7J/kc3MagSBFnJvcaro9REaxA5Za2fMyKRXEWOr
9aDpOJYVAhFpYXJRHG96DaL8UvPCmLvEfuTPPiY91cIxxH4hE7HHt+2TpePTR9IgYHF5LHudtAwM
Jyn/1drZlHv2Px0N5XaLg4adFYsZpEpJJqewUCfbyj6MPfLwGVNpxFPlLtH+4Eriz9aYEGA3AvXq
KVudhds2TiblVkLPh1CGdFx+3swn1oBip2lrbhRzkwA4pMBjDbhZ3tFPRhyhufCSdYbbzd6JY5Ta
dWUBPfNRD8+wWdusR/2NrMhYItLegFbSoAHGgeNxz/ySgL+h9Y9LIuvPEA1TzhfZ2uW0PcxQHrfW
yxWLOglQ0E9zhzRkmVzZrXZRg0eKP8jCdgfLGJxI7RuCQ94sKvuBhgbZPa8jllZnuCjBjXRpB9xU
9d1Drn6JshZOoIZRhSyBBrCU8KekP0vNQY4e6FVnPjgzMVPRFllpYJ6qqb/AMm5gMDemg7vy6hlI
nb+oV7Z+8Fm7V7o9D6MjM3tC5AYlsIQykxXALdGSrungoeOK0BvCE3G4Io42bB+JMLGPL0gzLSDS
gWnMfiJD545q4pNuPOOMV8lCDhwd4/iGkIJMX5UIUJdQAmvnC+IigoYnlYohmTDhf3ohn1c6OjT1
AsSKLS+JMRMsPPfRa4TyHoZmRQxUhKKpK1fWXs/21uzOfmhPxnlGACNcCWYZ6nOWbQQWvCFUQ2NY
zzatf7ORvEvOrHNpVfpEZBhOASSDs9jl0ZSpALPqoTSAyh810gdvBWmX9zsx5eNElXjbeON5OMd2
Iw1bYmp5GDUy9chPM6zV45OqQHId5Q5x9ilul5lI2CKVyLnHyUK4//JLl8EVrbk13r98EqNzAxni
1SEym1zbf4F9yHUJtYWItJDPZDKR2nO/P5G3gJXVM2xqn1HaEGwv2/rc5GY0tJoqgwlz9IRVckFu
Hsszz2TrUDu3aqMzlMlTIx+c5RkRI3kRnvHMeEP88TsKKdYTPgdSPnHDubOs3w/+Ji7ZngUkS5JS
e6wsxA9LrScYiewQqmqInsdbj7taaZb82iTSdMlzCPd2vEWC7hJzYK9shE7mBefItKph3HYeGnkS
wRNtExBAbFBSeYDIAI+X1UNYgfTCiWREeqQ5Scr8AiDEMSr/juGe3mPkMAKeRKLSRcsx+UgJvHOq
bTBshAFZKebCzKzSLF+dA23DIZM7iDuJsOFxLe8V/lx9mzCky9RXFqwLG8diT0M9MLBZQe1zVKnt
mS6OfLhkTUgTNlykCKaAjJAMzgtE8/9LoxVGIr69noRRgtTzufTApdyWy/FGUqSHyjTtr6VOXIm3
D+p37yxb4ZiFf/TeabJQ8qOZUO5NhPMSvykS9duYzwTw4iYziRlf3Ufxs4PUJKhAVZYKvZkse+yK
BlFUQsw/KLfG+BBerPAzQ/Vtj2exzVnBQZqFU6Xde8isPEpBHl6xHpWV7d77RwroKh3pKy+LreXs
ZGMZhticCcesBwQXl1iouX0wmPD5IFgA5r/XvgPnZEI0R9YrXPpLkg7H4KeQONqotu+lv5hMv2xV
NMQ5Igyuctx7ziWVt3pHdyBbHHG7B3lYO/JMJhRiEFo/Zd/U7z0fQ81cWpUnYg+z4VzQ5dPrxzDe
U9Oc6SfEL3FRT0ACxPUbamte3qL4pJ+GrzqCMPAooRLxYj5PazcXvsqs+kqoHVQZ+jk1iUPLEBiA
9hYMhl62rFlghX5SOlYIPaSr+AUbkgQSeTnYT48q0wDrpZogYSEVMVohQG9KtI3DyogWkvrQgQIo
QRHAS7GzkJKxCFn4HP01fXKTmiUQ5VkbcJe1T90nEd49htlSI8e1d7BAYNtTkLsRMAie2MbcUPbR
nJGUlz2lKJraHKIAkyK4QCBJ3OcJdspgWEKNcZWC4CybYEVvsFaesTf3bPR2+SaHTyjh7esoZpUW
mtS4CB1z73yLFbtbF+R3VJ96081T7Jpv3hL33DbbNtkr2l3YhkFsvWhr9htVJ/55Ru/KWP/qxUdj
vj3UDhliW6UigRnowygWgz43zI8BMpXoO19dirUtMC7CvaQXM8nbl84BentZoTyG1iGmQMzJin3u
lA/AewttgEcaHyQwR2jxyIxFl/4W3Z2BKL4y6YY1uadC1xsEf7VyCdxH8juGxzdNxN0C3WY6/mYt
a42Qs25DyhvSdcjnJVNHBeymNZs8mVYOLjAZsnpDMBWJkCARmX0aubShAanabB9sx2B2ZnIkayQi
QBPNjpwe6ShZxDykfXWR3T3pfkLTRcYaczT/WIB4ZQECSxcHjxpfhRjlNJVXbC/SoYChc8wyBop2
KOVnKr1q54aD2QB4UK+p/6oIbTVv6AwacQMHOMvRR290m5aHuxytGwENmKhp63NcbFKkM8QW60zV
wzurEKE6M/gl77ejb8UiyhE9j5CGExHH0GPxf1Ez2occOXDUpGjBj5On5QUHMW/I0RvCn+wPVKvd
GpB/TsfDAKbV7BJtWYAwqwyd35W/0XOksmi74hXsj2PsCZeks34j/Iqw1wLRZsU3zyURHEpIaLH2
0Mp13YjcZCNetAk/EB0jf+XMJn1WXcfelyniR7w9wzp/kdhuNPRHrnOCOTtY2XuqiFhNiADrVquE
6t4sT4VDg4zjPvYAkcMsm6ps5CYZwp0jArhQcS2iNauCi2qRhT44ydpBrXndUlI+dzYhEEAXvrEX
humo+hSPeTTnHy+6OcsP2chqBolB5CL4cXkkxl2Am1pwoaCALbbWTg4huBlTgIbAgSQrwSyE2q9a
X5KORQcKG9GSv57luyA9GNYR4yJVsXcPVo55ZtoWrFwSnl+LZYX06zJ4SNqhdtEmdtDqn3q8TD3I
qQAjFIXXRDRIOlIkEDllN5hwLoBeRfrTkoOk7oDktODuG5csWpnqppCuVYa2YmOgdCE50t7YCUIf
bQ6ujFuRM6MKt3n7OzD/JuEhblGCp6yj1lcZcUgX656aINrKxIalKV9lkhIj84q5+ixKtFoIU9K2
9GDAXuI+SrP4UhW4Tuqw1+jBoF06nJHhtjSJlMpLPsRZ1nm30rAPlRT+NWXxSXMJd5WX6jNDUk7j
KFxHzIpJKv9punPyk/GRyARQlQohDeD5aoh+zJe2NRdxma+pez4o1mrQs3c3fna0Sdp8uVpPL5cn
HUyy5MfMfFYJ8Wh+u7TBc/zC22Zk3IdJsi+ZJAO5gVJV7ujFpw0ufmJiuouNkpTYVaSF+N/SiN4N
TJYF6RfuuOt8lcsUG0ihrxzIlKblgSsjDs1hwWq9QP8/VQNtv/f75tDKzcFylKWX25dOTWQIl4bz
d56jDdR8Cd0MhtA2uvj9uJQUnbhRZylHjJtSf1ThIpFk2JlDMpG1aGtz0bNniazNjrOmlOsfWw+h
Gqyz5Qhuh10ipv8c4ZuDbmxIsrUV4Bcl5A+ZuQ/qZOaXQiUpdiCLzuwJX+znYUaajDUssxGdC92z
ro30imhJ1yuX+QgDDBVVq28OY6ntVkpC56A2bDpZ2sd+usvbgOKwcRUjE2wQPige9yYswpB0dK85
vFRIf9Rk0eTasmHnLAh4DXR24yw6jYl9bx2sHq1pnPKx2/thvjQ8gn3RI1uxMusLUZuTs9CNaA1j
hI/S3gw2esITwYSV4HtjBXOSjxj3Se/1Bw9TEGmbO4MMATkq5rVFpii5j4LGyELlXDnEsNFRRj3x
IuI1Cvxi1/FoMJgQoKfSaVksw8zCeEYsEdH25BYvWpsgLeiLUaG5XoiASrpoFG5KBc+33e4U/UuS
/+PoPJYcN7Yg+kWIQMEWtkPv2STbbhBtgYL37ut1oMW8JylCajZJVF2TefJrAqhSzGfPj3AB2LhE
ENTwtGqWnkxMfSoKiwswplJiaQvS8d3/mcuSBNmKzV5/uEYh03JWSxFqw9CmTUIZGEsW5TZrP6iN
7C0s5sZWdPaSt4K+avTonAnaGM5ag/6BYMjJgU4DWqvB6GwzUHVYE48TOrEG5nMaL6OWDmcA78pa
vUithUE2hQQXNnJnG5Qb3qeHdqkkHUwgJewRKMw/x6LDKrx3n2K/LdpVGIt/NoYrTuBApzem01TT
2p8OY/JeTvWaF7oiZnOV2MjrJgrd7sdqmCkxJoku0j366pDh+mCYSqW8RJpk1uzWOT9c/ArD3I2G
j9DeuoIMMDaXxNZTEX50042iO41fCjy+LRlkykVkx2wCGZrS+mUQppuadAfJO5Lg9UjIAPjnMyjz
dRnhsXMRIow7C4BbkK5qtJ0WgxAt1Z+ZKLYci/PbO81cG6IQNBj4Lupq1+JtQzs/vzhFQ5vknA/m
a0eGUT/LL/kPFg6lSkQfOktaEtIGWYyRaDIGSN6xe4zUVC28vRH7Ndd1ly+DXlsZCr2tP6wzJHgT
XgE32xYh68ea8RpNJcLsAomCGqlKQAMZ6NkzATAVE2UKBKqbKzW+ShVyLfQCEATQPHS851a2NYF6
FX58tCqxSquRboMGjsHgqnTuVcEeTP3mgI8dZhgG3/CZ7mU36XJinZvPEZAefXTNG8jhDr6wGm+q
oTOmExEuYzdkpjnJGR5ShwLtugvFzoVgHFIvo79q/qz0U2IlnukUtcE8mGXlXLGyvxfJa9WBnDUP
MLwekOtrOmGAQJSI2bemmBQzIhc9lxgT7aKmNHTRgQ1jvQrA7TWfTXpwAaANzLtqdnM6t3bOazUB
kZi6u+07/Z+MGpQV0QIzFq6mnCelqVDRfnTiKwxgiaa8zU+9JMWUVrJeGQO2kIlwgN44JNVb4+AK
Y43QN1+9/9oNZy98TrxLYb7kxqlWb6J8B1ohq2ctOfHlN2kvxUCVYtOwMOZHmlAY1IM1mAH6j4aW
YODv82Hd1hZXBhKKwd97nc966sfqwQD3vy2itXmCOs9E9Ogl4Z4pXL5A+CmfMj6UNL4OJRt94zOT
zB4S8VxE4F1hjmC1WEaQFPwMs0FOKAGyjRyK+KB/z1QLlpm2cxIQpUYX2PHILfqcFYj6FJ/d19Rf
XecjRQ2dTP5qNn94lkJX8mVDVPkLjUfbCsgWzNxChrEQkxpcjkp9qpqpPZFQRBtkf32LeNJB7SDe
a4wGBeAQ8SviP8lUqvjIkIFGNHMPPf3CpcAVQDrkkxZfRAXT612hqp5NeMZNRWDXMe+JKl/GBmC2
9N9uwhFafnbWszM8eCd6vCCsjEHLxRqBXGqR2ftBfwqKR0qQLvCj6EAErHDIEeIJZOtN4lG+GxkP
6eEmZTMbX0V86SBq/WuNN13Q/mvrkIVgwmcE/MKljzNxqJX1xkbPNpqLVPkLySagoQoNS/jROiEi
WgFHDAOpznuBo7JhW2DLN/4RQj+sT85nyikz5FQtcmPypf9fip2g9cNkbnJjtzJcm4FzyOh3bbdY
hozifEi2cVKzV4IYOXz43YwGTP417IENhgo0hQiGCUVkoc2fYCSJwM+3Q15u42o554fQiLhs3JFV
XBhVaTFhKmeLGDbajHRL3hvUaBDL/9yU/qE/kXMzIqHs1/ken+OUrmEzzxW78cy/qeWrcrw60TFQ
Nw28Hpr29qDjXsTVY+W73IPb95xUPxO4Vw3sZ8uYwhaP+UueFh8VtpSAl5x7A380knUhiLAPJ0JW
MXVK6HKjdNpGqIPQVRh0T4kOSl+hULeezahcmt3V8vO1KW6a9ayRLmkaX8J/OOmXCN5ZlU9O9v/R
U4c4wR3KdqRQBbqnZvgs7PesOrduAP/IJmiD9vDX5ATJn1RG1NufEZ4tEknnxzJLf3X32XC/6uFg
+JcC+Ix7yBDCCJPp4m9SFevReInjoxbtSt7fOliZSq4dE02E+OsYfvuvsM6Awlb+gfdSySPTBNZ2
LGOag+4dieLBd1/LQ4XdMr2X8zWrPi36vtF8iOI9TRHZ/vE7e+Mxt+48IeP0lnPNZuN3j5AvLT8A
/SbxHYXhBBdTP1uyJqCbtGRj5w7PNXVASvphbVonySKFmX8jOBHfda6fCGd75V31lhnVyS9vTvud
ldtykBh86VsUJj5C47OJa5/NVFk8G6HLE/Oc5a/jCA6qv9vNba4QhI4Wd51j3xTXLE6XTng0xK2z
7w0zlARu8a1zSDfby7URnKPuZlC8j4eopJc7k5DOv1vKXQ/aYrqGzEd8427K96oQC5s7NYkvGNrY
J3o6u8BLxelV3cfwO00/Rbplp9latxR9N826PV2MZocDzzQOOmkhIjr4+oipdlO2r0pH7HhM4qvM
965/Cxm8QbXr/UPFqrI7F+XaqoEv7Fv7ZraILPXnyXn06BdEdoaCXtEySsHwpr7kGHZ4433x2mT7
ujgl4l1NZ324WxwErXrmKyM4BvA/l96v4dlHMSFm48acfx2TXrTOvjrWum78YGgChl0Ff1r3wlhe
jCcVsTj9V4BFoCQLzKPDsg7zIkuUAMMhs8s+fxTiQbwQAtiLE2FBwnc4XTWwkPPS4uHIXcMwyDom
eH2jdeGxrrCP7LbH9i1lI9/j+KGznfWu1I3xxrcv/EUVX3Xv4TCKlTYjyowTHWlCcrWrZ9c5hxXM
oaewPKQhKv7dMCGJ3ALXk+E1RL5IZIRnXiJbLn2dKnzDJcda3EX1O0DL7/snJ/kC7JDwieYtujyy
XIaCWovTs7sThF1kvwl8zfIn5vpLT2GgVi2KBRm6S+G/+Na2q9CgrEssS96nVn2NwecUvToSb6p2
9NIr3cFyQwUSwjauOEtz86fgrpF4sAbUNHWOlqePVortVh582gP50JR6pOGg7cyT8xiSU08HGrN+
CMVnHL7k3avjPBcjC5hVla0wA/njoemORvJhsZ3PLkF4s/lvkLLNQMFoT1b30LlXom8Ox9peGgGe
hIViLQVGr7kU1okBS82kGAMhMlMECZ8pCkrp3zwWaLV/iwT1E9wN4274PzofQP7MN6JMb1bLB/pX
MCtDxMhHbyLSBXPb7i2E5QHf2qscDoH/adX7QjAfyz/G4LvRN3bP+Ls49cM5Ii6m20XRBZ4xDbzs
t2TUYa7mgI9/56epvdbtKTCORvVGj61D9IyiVw3+JmWUZX537Uukb0pUk6w1vEOSsyHeKeOF72pS
fNfVDlneIMkcTf/lSJAIlsBJQqoxw5MXhdlGgLUTTyXOyZSzuIMNCc4WUvvCgfOcQg9jFLqkLCxk
sIikZFb1Oz9g8/CgaJgVniL7kIkNR1trvRRkAKBftNO/ijW+ImOSDnCBEgW0Dq+sEHvCkANtpztM
u1CkcprIfl937/ggmokZ194XR4aHHq7qKHgzmHFTAf+re6zC/JkGa9lG6YKOmkzVnWwJHDV/rTlQ
gZqmR9sXw6/V5ayy50R13SeZ3WwGC8U+jB5zm8aL7aovutQAnrtkDDsXRh2KUbciL8NHfXXMkl8T
R1LH+FdhLLTVox/faO9yyp/oGqVPBLVl/rosZ9NDGrDVPsr4biW/rWC9r78P1ndhf5f5X4mgP1uI
nlTBfdj/OPGwwOA694et9jNnHqb0YV11t4xXuGA1VYjGMD+8YVhljP5h6gg38ZKSJZXsfLlPm51f
gzLbCAJ9XOBVm2EiG/7WxHcpGXa/hd45eanIXYCqqMO4Q2JHJZ/9Jd69RelbfHOL8sv3wS2HgwOo
ZmbMQjK+FkxFFMvEIy/XcdZADQihdHjiKOz+8dCE5SvPQGJeNIxZ+cvIXC/ZGvZ2zAhHfajg6MKE
pkap9hV/UZKlu3q2sMbWJ65j6o8K3DgiXLLRIZPx6ZQ4EtjQsI/6xwYP+oZBSpDa8BeR+4gYEHFO
jC7KlZ1NviTqtKYA9qHtzBEXBQdjEhSsUWouBB6ZESm8ct+2VjGurDFCD+J9dOn06jnGS6FXDJlY
VhrTp/S7mXX4JLkEDBTObZqdR/4k5+YlZuqmXOvUmdhGewk2KNrXpskjmyPm+PYrmwpi3NkxjDhv
SHepLA/OQG1Q5EcfFX0q2RJLYHoaom+kAAOoyjypro7rX49Fmx5b253dWKtQz2z0O841ci2Uc+Rb
8UfQ70WQAhplGNsk3pppfRh689hrMR66f5P019NYrDWGlJ4bgTBERRlCCAnfBp8WxcUMiLYAR+vG
tptN2hFCURXEV9tiWXQ3CGTbyQ3Pwg+eatk+NQMEDm+k5T426T0AKt19Nt507iiOmhCQQKyvWkrT
thj2pfrQUQykI3UtfKfW2GQqOaVEspcZ2hQb4TChbk538TnrBc263t0xCBTuZQyGbcporwmBiCC1
GlnqmDCAouZTz59m+a7CBROTGpfFxr+SJaJmPOJqhAM2vsZRhnNnOrZoOMSAabI5etOzSoLllBGN
lJPIQ55XbI0LvWhQJY+7Ov7qcIUxsonJlMDqt+WjXOcJRhV/tsbl3wEwZNrRAvtK/GczDCETFKqV
gbwu2MT8oDQnpJZGdwSijpF4aRkIuwDXa9249sgvc4j8smkNbYqxAqGja+BaRlZRkzfTlUD53RXZ
zJxHfNDMYg3qRn8APeGXEztcAoiavrvrGva/NuHcqZ3+hsmtS29aNW1yRVJZGxxNMe5l3d7xJ075
cESeedSTkQdKXLKseaIB3lik1OGswTUKKWIgpx5+Qh7ddLL9Sqm9JmN/15rfQapt79rP4HVtOd6M
IDl0RbC1yNFqMPY2iXksreqhldGvlhB35czy3ro/es/uUHyWPTG9Tv8V1dm9EHx3qEux+feyvfba
cO6FOGfOdA5jJMackk1IzB6bMM+ZbcLm+F3Dd2pJNpo1+PoK4UNGClJSJp91VXCIsLYYiGSgoJF3
DzLYQIuOZK7zbgKaWGmzJIe17GbqrSlZHZ0AnX0yIVgJLf0g6RVz/7JX8WMM9b/ENAF/xd259v4G
0d87aT3llg2Jtls61rTtSf7O7H7p6cMFhxmqCB3amGkhxKO86HjRaWezU0AFnSMBtVW89PlO944G
ftZ9R/GAkyf9NP0jcBm2W/YsgbEgY9Ye0U0CXon2aqjyTqgNTGjzmAblvfUwn6WW8ZaPcXcwLlD3
uU3L/C3opwob9fegjT9DTzAKAsVdCXbuyJXpMZX3GB8mbfuvKudyA5FOkhPOVsZSHX1/enZVSnbD
qJ4IQETYpFn/clJ9wwZHXM8JmpUE7JrsWwW2HCJpNnBo7la1jaheFlPBqsayq30RvZmEVHkI6wEP
kNeittIIt9bk701Z7aoRci+0FSSfTREdDFraNkH1hf4klazbZbqfQpt0ox5an7V1oFN4+qkjbco3
cd/BIClYj6Cu4h3ayFrt8j5aTgVO+6Z60keM41EI+CRY4CzZuWZ/dAJY+bq29EPnXQHlSvx0oXqe
M7Jv9b7eVE5LZCYO4bqjC4uOioZtVPkerM5NEODOl381uViSLYEM9VFa7XZssT61+l5Er0PHl1tU
4ja1w7se1uR80GpH4UUX4rtEpJsdpO+jLAQiXA6rMml3sxSAsXzLm8bckew1APJD/OkELNct9h1R
dQ2Kat+p6XsiIYFn/OpZzm5ouStnBJvDDW0Vy6zrsCvhjUcNI9LpVGt83vZ0tEL9YAfGoXWheyjo
+hQILtt9K/rooV0lMJZSZCrhSI3tQPrpj20RnctI7XuQk4NAcgsaAeugX4yngWFjaDdbc2zXWgCt
yc43EYSAtPHOdDX4s3aBVp7nv+0ApXZFRIpwz4pDne3WvzTs5KthWiVSY8g37OqoRiPU7CdWgJKp
ZwkKn8j4NVAlokiFs2hA7SeBuBoVYJ1LmO+TcO2bZ+KT+d/Q2sF/6NqrkdNGM2dpzmSBVmCPlPou
BvR54M5H76c2X6u5jUw/c23j+m+F/uzaT3hrRPgYlGAIDNDCP1bMv6vySzGOCuKOITuDLee9qZxl
wvBgvIacYyGsyVJoCxdShxcKOKssMCFlYQPWBQ4K74p/tvX2PQd7oD5a8zrD622fGYq+t3B5ddnL
PNkMvJtHv2CC1hjqa9fML8hiMlqSvFpX4M/cz4DDtmF2zoadBjtsyTmEZWKqpwb3GFVRM6JvP5Ge
hSefOugYEjwRAM62ShDE8brWPvghZC+ELzJ7FFw8BX5bl5jdZuFxSVq1h5j8mI5Pbrlq9e1EO0vl
25CwbVUvsdjycdTJXvMvIvisrD/DRF7+cK3P0ro7Jr0r9F4d5a55N9QP3/c0gHj9kYK1DNxXmG74
jqYazdhxrWaS3CkHSliGagmivx2YljGbd9bIxjHB6KyI4/g8oPKyQ+jjDAoyDAyaSxpLW5D7xwPu
af+cFi4hfpQGCkfjQlvHmt2Tqjslb5HDBOmPX4QRkKcxjt0bzx3oSINrTJ605JEzO5YdhhCFL64H
2VzP/ui3mrBRgwKJy7qcZ21Mhe3pywSEWTBRI7LHIsZHkx9ujBiNfVEaIHHyq8VXFA4cy/EyzJ1V
QhBPxXrO0RIyqr2Vfx1MFnKxt1VjixkPTThvLrpSEhd4itjnDE22sf1kHTWzc7ZaO8yvZUe/MO6Q
fpCIxoKYbI4YB6/pv4FaJvUBJGwGpDjYg00emLD7kYkWqVkEDgEa2N69Wy9/w5RLUWcbBnnHYpRs
BwNLp2fe/mitELe1xGflW5E8acazH6XsKD7T6Fc33kRLQ3H1hx3Zut464qiQzjmSH4UNHCj4tsar
TC/4TlghUshPBVRi9TWj3Qwsbe1paK8ZO5iR9dX//TadnEzfA/WvFy8ZsL+JbqmDg5CUL1mA6/uN
MiqVP4H+6hjwRJ5jjmpxbzu2MA2efielRUJq3r847tHlYwj9+uBoP0lDnPBLGD9NtM0EZUzmM0+H
lIdQe1LTI4BNzQAlMT5jlg7B9Bbk2F/hVLPV56RZRI694EJlZs7mWXsjDAox+j1McTdpUELeBpay
EmEfj6P32eb6eooFHq5HhU6mSn4H0lk6waGr/uzUZvHH6nvUMHIuNIugKmakRfJAB9+geLGdjyjh
pU0BEE3yrBjKtr+xC+EeaQfrTOwuiOmXqkmW7PDWuePdxibZzF+lNixXM4OsEauAWmMevdWy2NoB
GsYBwpfoyIMFmhSjPkUYa6wmI1wxVcIsE2Ljwf5nZCuvMHaeRuoget7B4UoV7XK0/X3ItMnvrcMQ
FyuHfWqhATQjB9XxGEla/TriCu4h4lrRQBII/6yebfh7UeqnPuifBrZxic3Dgvk5JcFzCOMdPTPp
RWQ5dZKV9T2IOC8n66ysYiuQb2g+qnlKDFeEa6mna141mePZOq+olftyk0XOapIJwhfxXihYJ+VA
cDjkO7kZe/scVHi18pANyCyAYCUTPAdQLWSMUI+xb4/6g/JgWQTRqinvdhiTykiqXYjmRq3DiS0f
dmXfRmGHwDehgdZ1DdpgvDb4FaKBJ9z0D2V2UTI7YoEGOVJqa2fyXvhXe+iehIriOXUWk44qwIAL
YkDEKmPY18RcQQqxLahwgBBSgEyTgR544ABGHpmwMMp7Vm1YcIpkBbdoUcMFs+fRc1Muc0ocarOw
OQ4kwERZf27UtEpReWQR5LuA7X8nln0zrvre32tMgNDmCuBSFT9v6N2tAuFpJ+1Gji5QT1bspn5p
maVNfrryFhX5JZZvrTQ5rkaPfHW6bAdIJQ3Oyi767dhje0GR0Xhq3YGO1JG6KtdAvDThwjk5Dsp1
dt85qLegkZuSSRAji1E+RyLap6Xc0pe0er50W6LfNPetrr2lzmCSOp0/BFXwNYm2w1TvQ0n+52LS
jg4NnUNZFbN8HJmBeIB/dGrJgOD0355JkIXipJ8tyn9a/KoXTJ3iYdnji41d9kMYFT2FHa77KmHS
FBfItJIdnOks8nlFHbcIi9nvEtEWxm9uSUDxh2K5P+IUdduL1b46bIlyf1c7t9j+trSPjp4/1qlm
xFMV3yO8u5jzD7aI1+ZTGJyCPGZLOHW8pvpc2NpDRdWO+Uy+ikmizmp1mlvDopiWHn6dgZCU/GYC
lOnWSXTpQCok6t0YHpX4cpOT2f3a2XZQr7q2jsyHJMEz28T6taq+U7mbx+5j3u90OjlTO0b9EoS5
L158iMHlk93Gq5RkFVF+x+zMVIPgTn624jibjgJw6ShAdfmV9SjCbx4bDRuVoW/NkpNg0bT5ynMJ
XX8PTXvRM8qL2c319rc+ezMxMK2ttN0rDd+coqB88fTnWhML/g/gPawIe2N5aJawJdhPZYYHMT04
guwF1HG0gQ70SUoSR+AQ1GvCi0gKr4gwZgs2/5g0xTzhjqwnPRqMeeK9VQr9udmRs343vesYwdin
uGyAfeNAZAOBFEt30p+W3bgw613DEarFNqt5tU7YRnZ4jbRzLdD49c0+qEhhiWAbBAEDXLj7sCJz
yBiV0Swr/HvWwDrMec64D2uvZf9eb0Q2bQbPXPWDjjZ1WBdFfdfMD59j2mXwCqZcef3C9CLUX/XG
K8115/hL01dr0VjLLpbrrijRZH+YI20JXBzPO9fq2TfCf5N3TXIXqb4L5XNYV3gPdOlzqJr4HpLv
psXwFvPyWeUNNXUgaHWrJ8yHWOrkksfWldGwPia84XOpgd2DjL3eIzgFFXGJjJRNLrhJWPVkk9BY
Z+hc0nDcpD5D++A9Q+4UIasIrFcDrTAqq5L0s6nMt2PjgUexV0MMnwm1hZrIdxwHAtsR32N2LUqy
zUjUIKc3NRBtZRjW2VzlrOE9jsdOZzLdoEL5G6hAe1KP5vMkgls9sPvF/zav2atu5BZ+adgQZZI1
iz2t6tFfDEVN7B9GSl5cg9miJWMyYeusULQYByPhUaa81hahwT/gqqMV3cTqpYhQv2HkoLxrtEPX
gRP6KdiQ5QbGm/TPaCi9xfvUtoQnBUuUZvNAtVh3lfvPogOfBqLrNLUt3GnFnUUu0LGB2+2QNFoE
7bHq5UHWWCyMdqMIzhhT0KFWIVhusIdJjl0ckgTVdlwC0wXk3DtSkJSpsz0a+1xkJ8OtL4oXTkdc
RfR6rl1fE8v6HNPyVAAFm8TFErBhXB6Nf0aJL2K+6O1EW08t10zNqKQazknfboqWXKVEnAMvvJed
eJmdR6ZC5GhE6iATHgq9wBZCRL1xnp8AERnbbtR/yO8++XkAzkxuK33kQWtgfDlg1tTZEVDv8nLf
T851sk6+F35NcX73GUylWv3KvI7Jcw6JvwEp4bc/IBvDpr4nuYWCAuAcP1UT4/c8GGyb9hx78JWi
mRdQnQPiq5NnrwWy5aFbTp5TL1q52KLiaHhp8xrMCdVK/5YAbak1a5eM7MhRRCGrwlwYj+s8qC9G
WCBST+oDD9CxEw46E4szDUmyLd4FQozZZqBV77rL7sruId1OB1HEOwapKLAQrXvVVTn0mjY32FhV
p4pGVEVk2TnJW2dViDMC86eW5doOglcrsF980d98dnGe/iAA4JbwJo0aqC2Pedo/tTEczhVJ80jA
63ePpqGxmJIlzsEe8YFF8UaveNV5dbbF/D2g7MzEI/cQw4jx2dOIcxkM2qZCJa/uFG2kRWXsWH99
kO/0pFyLXq2r3r8NufvCj73HVnA2UUQFJWLBHu2mlsCqSyn2Hae/eB42vZZSno3XU6VqTh1UvwGG
w6qAvIiUOzS/w5rksIrcIFc7Folcy+IJhv9SkgcR87BF7Dnrsj66ULHo1OetWXELUI+PbNHMtsRL
fDOn4TpFWMWw82kVKvIZbxoSJo+AiGF8lAA7YUXZccMJQ53ybnpDCkd9Pp745qNNfNOxOyeMN1lb
rkZS5FubZm5y7zECCt2IwLnGJ3zUawlQ0cnuaZBucJZrwfjWIFKIQmuNxpVFL7nyfvWYGOO3AdGX
hnEcY+9kN0ziWqbE+cGfCAzvYZhCV3TAijoDwh+TY7E0vyaaOYE5y+/1v0pPVqK3t1FnHsbYfE4C
fW239q4o2HqS0QroH+XBOlXBQzTNGR3EX5BbSzNsdg3ceLdfd3zdOiLUYbQnTbgrUYqEaLMi0sVi
I1lPdvMVNnLduzckfsuuTM4VtY3Kj6OXsSBi4cFUFmb5zsXKNdoB49D0mndkE5T+8zhk2pKC5NI7
R+EJIuMV4B9B08b0SndaSmaypNFFm0N6llH9NORbYmThSA6+dk4zIKEmgpQvKYetyfM7pTgNgW8o
tsaSaNyYyz6bkLhM4lj22OJaHSGvfcCH/Wq37t/w5xJsakjmUdaJzaiAfsGEb2HJS9U7t3G2bzb2
7zxdM2L/YLBfKMPyWk7uUff1c66PWDHHTTMA4nJIxs676yweKOmqem2CCZ1dZQZdLwNJZUltbTr1
VhT1NeiBMmDOFl7SrGlG/tUAA0TgAyl0oTKa6wY0gRi7Azjh1p2WnSVf8worqM/+Jo/rBTMJlG/T
Sp6zDNm1pF4NMCfgW4ktdFFNcfdQqqkUtQHaQvPN7qr1QOYBtxXrvshZxLLdd+ygYdiLMQZb4xF6
josj9tiIt/6tLekiorZflul4HFgJkfj+WTbkxNUHmaVb26uP5tDtEhM6MzPLzo6OVYg0syXMXZ7K
AY/eUYTokzL2V71NQE6xazSovlw6mkL14zDHb4wFeeopvr6cS5DMg4J1QdM2Z/8lQbAYjd9tka6L
0VuAkjOHZptO+TpGOzUqi6grCVvABDNhLLrKWet6ty7Ar+c2H3zKrsuvN7qF+CUflikE/nTY0Ezu
alJ3G2b8DjHfNR05PsxjSTCVTldWYljI43cXdGKNAQiMqfwoJRT3Ny3K6aTQRggUyUG45CNeq8Rh
+pcu/dk4ieKvrBtwC+8D2Qz+kuh5D79eA6V2BDM+V90Fg02So3oaUZupgj0TF3DVKeYk5ixZQ4Rd
fjYVqizkW4qm1iSdNVM4NgrYjhNjMDbzCoOtoDlKya+eQhzUXbR+dU24OjoXduPBvCmxDiJfRSRJ
zUBkyndXHTMW3TL8GKOvenrr5hFRCsbQwegDz49f8zPT2mVOkcvVhUsvZ9+Yr6WJrdM56KyhVCWZ
zzBw123U2Q9DhVtNPBkOSX2VaqBpUyCGpiBlpzXIfU7nsEEiGvJ2wofg0YEJC9ZXoRXdLqtx9HkK
GZDdArF2YO0P+ZtbyXBpmdTr4Ws6OV9m1LwnIGGWQldLd8Lw2xglPz8KPkwjovTKxEVVZPy4MkZR
KuGf9BqvFvCRESPmqC3jySmBnKWSYU0OaK7kV8hjmzLQRZCd6TEkmrQ4i7K51pAgg1Ih2m0zd900
R83nCjOsQS7cFJWnRqBqN81blYQvWWjBS5mULNYZ8SNmIoytAnfilQWnmkD0LWN0mJGVReyLKTsH
W4Rbh8uHNFSKSQi/fhATt4i0anB6l9F2vKxdvz7mmAsN1yK5Eyuz5lpfZe+Cah0IcvSTh3DJrNDi
9hto37JLnHUsjJU0MCszYFpIGoRMIRtwfpxuhoModeRJminIDkDbwt8aITwu6l+szWTSSw8xrPpo
3OwSF9ojtmxAOwE9f34M++YY2eU26QuqaAchQT2NR4l/K0y6HW+sWEcpNY81XGXj3qPMh9Bh+B0o
uujuheGTK9JVnOLVnxyTVr3RWZcgDsDzD2gSIWCvIWcQkrC4YUaPEjygHPghgXJ3AZ5mQ+DYKBt5
SmNwWA0oe53Ajd5gbG3YIarA+X+yLGJl6gIoCAbuEB1Rrx3JfdWyVg2LuzHYf6bzRCIHcEbNJvon
uE463PHIee2IsTUc6P688ujeGCk8puFzSIlMYJOcbzILMpoZ8iUJyocZFdhQ7GFjJTxcZt0fNLcz
N152UE2UHtLW30iXMXLq0mMFid5vhzQ4lgXoFaV8ZONLyb25GAI4n5EOFD9LCASbkmQtxhDQhzIB
v/vdqqnwKUom1QtztNpNxVNUzolHdvUVtG68CsJp1qCn29ie6TXQHwdjmpbjhEfTmVVO5HKJVvXr
JtOGlSyGn75MvxuDSA5H1LToTPENxvR69FyR+r1LJkkgV2L++mApS4dldeuzszXrdK+XiMRc5oel
LE8iLlmqt9BwVQygK3YbaGE4KSQLgYX5Qgn9EzQ5DpZ4Qt4gPrMeiXZfLKOM2VsV2N91UfSrCiSk
bvM2tfC1ekglYiJzMSWeok4TA+5NjHbUY//uRO+4kx+T2xoY1VP6J4LQ9Ik19yj8dxshQD4F31WK
ojU2SaqLEG97afpWdJGzNZV/zHIWaQ7wrHIEvFi5ztZnxbLsMho607LuOoQ5dn0bQbZo4QLWZ4w2
bYtG/0W5MSWPckI4NAbgFwc1mdTD01n2zHTqrsddK6iFiBRK1aedwGjt/UdnwMwNWW+KHJFlJ4LV
EBLqofHcW43zFRndIapIIsgmmyhFjBNG+df7/t8omAcM1AWqQDxXxrSlKAeyQMFKds81rdbS1ZHj
e/qHz7RnGJD0RIaxtMZZTW1gXFamty9NcOdCc989uHkdRJrauseSZsK0/V/OmpQLi0FFfbPxmohu
/BFmqYE2IV4Qapbhgor4j7Ez641bSdP0Xznw9bCaZDC4NPoUMMo9JVlbypJ8Q8iSzOC+RHD99fPw
VE03qhsYzE3VMSTLykwy+H3vygOsiO0FRqRgJomeR82dUU0/Mx+bcbbQC+t4wW3dXHLgKT8bHCTf
fBxeAPxnHWqm4qsw8DeiTgjit6kWtjpK1hyrim8SbGqCRLlwzWJb6hLKpxhfh6jdScKs4tJiYUM7
3Scuk01t8N4ODZoK3TItPEZ5fR14BF1rarizPCXKZkA9G9cBWqRxP1UehOacETyxiJspJN3CbdSd
9N5SQRxAHBM5Gq+67pDaCBISMqKoHY93oyUBIwimRyOaG+G59rZdKDOF3dIBKTYuFHDI0l8U7Qs0
7V0Z1oQCx9bJJVI76r3rmneckxPMSRfx08DFQ+YnqayWwMEhdbtdgu0UM8H7FvxZld66lrdQqfLQ
/vVOtF62cztxzntwI91RltYbRB7Sum+R1RWMXeCneBb6EnvXxG4ThLJHD/rYgjEUiGewsPUUvUi8
h2OL932dhHIjf0QacWc0nJykwXeK/L1LQL2czjwWDmYf7TKslN1CJhNxPYiuHK9+81QCizYlmOry
lDWqI/WL0qF5MSeRarGtLE72FlednGMasYFerArpzRj+zDQixcmuoOql16IBuR0WCkHcMAKWt0ic
Q4KcDLgQbdK61/eREvqtjwpM+92jRu9DzhLMkhfVr1XcwYIJADp13wX2F+TAU9h1FCxGe6p9Ee9H
Y4keFBed73O6Bw7KwThIjilMTq3pIctLqh3Srj9zX2JWVBjS9JqoM7mkYJALOGcV6uYhCrcoAJ4L
29w4RhJbRCUIZ/XZQ/zLsvZacZvCjuUbldL10Wi729k2NcMm/ZQDrQWz27LzEccL+9ZuOvDi1pJH
7jiYsolLPZ6IIR/g/YssgXbA0OTW1q7OA77uOWj40L21M3VGUfeBrBZkVZPjmJOUq+r8x+CC0lo+
HkPJ/hQkMZJesKGB2weM5tErqmI7YH5lAK8344ixKMr6BDbCeSJGtA5SeyO7qKCgGFyxopsWxSJK
6gygvnUb6i2diACJZdjhMZzj0t6a/lNWMUOgN7xKTqlWk2PTw/PIznuqEPkPoiKofB783WxqshDC
h2QK1oLxhbSBAba6QLKhtP2aCSYjzxlzhNAo83oUtczdy86tzCvGudzLSH3wkwfRaI+DDPlSroJr
v4f9jaHG+iXvNlykmLKH75kNpO1KiW/blcRsFWdqGDAbQmgNlr6dXPkZL/APg/yyZm3Dt06g/wUw
mefLY1OcypEEeaM/GguByhKtGftsKr39ivh1gQeUUXGw/PCFgYHUuJQr0Sspy7XSZyefI8A95Exz
E31Pu4fCbtcOEIKhVI9vaBymS0P2gJfDdOMip3bIzZbN42LyAs9njI3QQ0YrU/UsQ5EcfQFmmQ6R
f8h0Aak14IGIWu8U80i9sUiNK8rsTVTyfu5s6q7bT6V5ZFq5y88wv9K6kVxpC6kj6XNTOfNNV90n
dcynYYPT9BPZakFIohQr65DUmKvchIpMbBJ2CiGyVCl4IFGYU51Q60uugDO3HAfUZoYLAFuur0fX
e9ZxSRCPh7c3rexqnRW5bmDgs143+BcnPOlz/TPI1hLGEp7BxUNB4i5wup08Crd5gXeZfcY5KyOH
Z+gkgGL8UIQixjXgXNwYvLPNp+9qCKmViYW3G8b8Nu8MsFWY3rn5hBeLuStJ4R2KThOe0fcUwYBP
N/ZPuijSTe27DfflhKtq7D4xL6KOXbAa2bHY5YEy57jwHxpj3ushB2lDvXfQyBqG3mcrm/z7IEBC
PNY1tijWkKgInUPcM8HZoG0Nh7pX0+FrsmTFNizKV024PkYJvpui9Ifs1WcgzLy3u5slxyLUMyhf
+RDMbDgETRnJHQkYUPYsk525tZbmbrIC3K0iD7duRiFbTLqIZkPM4hKMaMTUJDQIQx6hwZ3PvjA0
9jgReEto3+U2A7xIyFutWKC7AnUk5sA4raD2kv5IG842FxZJLg57b+9SqzxmmwaZ9saZxK9J9NCk
GA2ihTXTysSu0cOZuPZ3V0UYrTsoqLyKwId5oGAd8gTrp1mlcB3dA17S2IQH+pfYQ9+dqvAq1CGW
wGYpt661q4L5dVC/rLZ8q6z2zWSABXGEk6VO9WuoEsxtho8/0d6zIy9ZRbo3aa/UBQacR6PZObn7
e2F05TbmiZBZ3UbRdmomMgxzIyKkNOWhSOtjqTVJh7gMsH7WFh44O3L2M13SWB6vtCJ9I75txo7c
VrI516+PNWMiMkNKO27GtRjPeCDlOcK8LdHScUSar26sU7YqLdSqTVYxbh25ztcLqHKzGtx7rX9S
uf4RoGGyl/DaGYrt2MsOvRrDCPDKth+osAxrJuR5dJ6mBIKcFnewgw9Phg7hWvx2ZfTLLydqCWdK
KVWKBAhAklwMqm3TdeQFR4RkoncgcO50KH6ipPzVLO2Tb/f7DHxpU4wPlhhWdaQmGrB+qSYiDBS8
lk4WZAPFugdOGKSFQ1+3ITMlNYee4AbUJXokbrLMcJL44z5KyPKYU4va8B4CNiBqqXdvaHIbiahs
M1Y/NbBCuwq6WGeGtDUHqYl3crMmwIlSlbvK4u0NMnzNeegdHYunyDi6E+2zyTHsQwTXtsAnFYb7
pcEZh+jrdSqrX6oGb1o6SBIkky9hrbGceQdryij7DCMoDzDHtIqPf32fSZMdNc+PdWlfROJeYDA+
MKhf95LJ2hWshWX115Z0VKribYaLHNZ+d5eMSjv7nfT+nW6fMoACAmq4yOZleG2t5asSqGJsLIpx
/jyN7D5eZ55rgaO7YizTC1xQ/uC2Hu2Axc+aZsewrbfRQiZABULQlxJNSSQPhkTZkp9+5a//srBI
h7J5msywIZRjLIBFa9JKnm8bx2K/dcdDaFEzIAQWvCxCc2DbnFb8LfCqX1p5HyVq1jRVr6qMSK59
kiM+Ts8v/G0kkd3VKe7JBpkhDy7IX8hOjoKuD5Ntq/RPH3tZpfAPtwJZpvKHj7GxnnWUqUP90sfZ
RPfaDV6Ad18trJiakJYW2kDVQFCJGslUjPIvWjzcVTXjpuw+YOg/2FmPOQJIJE65x/i36XusnQRo
XHvDkOwIeCUWKPAoiLdrmntvsBN+DUY9pJ59NnmPuZsBppakFbi99nAiIxrKpyjZlT6PFrUzPq2X
AWaEJo6ObcTi0oxhuZOSB3ewXlJGXvDt3rnxqLflwGcWheZZDAjIluDDtqQLu0XiOGeVnH+aBC+p
xK63SQz/JE+fgiio8rvIWS7n3imv29G8ltFzmXjnvKo2BTq12c942k0FMCCm8BoOtKjqebe0bOLF
1Pzuu+DVSY5dLO75ja7zBIPi5CNsI6EY/Drd1/PE6NED0Yy58yVoI40N/N4S1ec0mlcUkjg0awiO
IkAclY+kpi8Mg71Ipm0QMySLgWFbJTF81LRtyTX1Av+1Gz3SVIVXb3kiTdD7Ljwmjy54Pc5cPcwb
wa8EPpwkO6roL9IGxITrfE5I86EKZYbnWJV8sng1IeBIN9Uj/HQXbcoh5Yo3s7Vt2dmXxomRL4yf
rsVZ1yUsQ9MyH/2GyMcu4GrrGzZ/z4fi7NW1LJg9pjRsrxK7aHj16wTm7Btl/bAj5sBKNawyjjga
Oa4pHag6YuppoGayDcgyzmWn/r10iDnK0mGZl/ri58iJEAwc60ncRhzqOCZ5Z9qYd84XBVa/crdQ
30KE6EhCZxMCnBfE+JQgom2bhoeGDMypwTlVyP1EmoNQ9n3lIRRvYou8pImyyt6Qk9KQJdvYcC9G
zrupoy2WWdBJq12gmhhh4c9CPy+SsT/PBY45l9ADgWUVNyj3moRDrUpC9TUpGlVXI1jgnm68+uxM
lDybBO2RpYMTq/U2KbkcCw8sZMzIK1IJiNFoYIuA4vBErJFvSYiAsZrHH6EbBOeGZT/IwKeByLMF
pauPlV73VXarB+vRcI4d8ql9Fy10mxPwc6Xf19cTdL7OBJ+XXTOxOvNTEtT1KZqC67avV4H1XVXb
wTmFwNzI2rmeFWdVo5LuyHx4tDo6oZMKkNeOLVYFWqCKhHRaOXvBftEcX6KY3iIbbasftOoqqsMQ
AB8bGsLfncy4PVKXtOO6J7tj5MqE8rLvyDvItlOF4ayLqLCox8+lYdQzcXvfW5iacmjNOqTrsaZu
psrR46W90Wevlw/hPNRPFWI0SPweCus7uw7J+jZxyLHC5WEOnPjzzq4oFVuaN7AtxiwRgtkwos8L
Nk+7wM/IA5/qwu4KxQ2faPMEDBWyz4ZvMna+y5m/paTDotwFmxqRwgb7zBFIEkfrflCUZkx22yMr
ASxamgkdl6TVMmdBn5Q6utInoM+x37QSFsqC/rzE3Ve1aheyU5CxaVYFUb9BugZ1jkxJ4iquXaaZ
OSaVoBl2MXelyE+5z59DlyxxMjm6HXp+zi+6RNvce3FQavYWt5mdyhm+tv8NnrOg4SL2kaO2QhQd
lTeGbt1wdPZlUx9NKT6XeqEWsOSEj6xdkgePdkmLizetUY3K/hgNQUn1KG5HB7mvU33FSTNupol8
ZIHp0CXoUTopxM+MGFaxEbdOXdB12xwaGSKNzTWkZ5VeF8SAEKOMo6YJgouUdXvIvWlLTkly1EzI
CEai3zl32m5J3kTWVcdkyNdfmTWZVeuhSQTU6Ohlh9oI+sEpeEDaZblbrUp6aoVVHoWP2K01U7Fp
CGALgY1p9mVUnsMPjFXV4JCaExYfXFVEhC0DZ3+1bObEI3xeYoJL2PaccURxr0tues3h0mkU/NzZ
VAEN+D0mFmZLTihtWVbIsEbjFpdEd+SgKVdhxwwjqplCAJVrbN/NPs7NT7tnN0oH9WNRQ3dMqeWS
YCc6AKRN4+a2xEenWmSyyYKsYJ7ncTO2NObk1qWYQG9C3Yojzx74QKfaJVSHd2W23Kaeg2s+Wc7k
vexwU9CLWkUfWfhjakmg9m20G02S3yfpcCnnkBSr2oV+Qc1bBZxLS7XKM4vyvXG62yGFkXFKLpvW
zYhDqR5UgabdjVYrvRLPxs8Ok5h/9JX/UTrsS3GOItOb4OzJYuopqxkzLkw4kHIhtk5C5iokA6if
ftsxSemloIElQNIRRdNqtevTbQZRd0iiN45Ms3FYvbDSAE71Vb6Jwu5NTjy/heSo147/qoztXLcB
ejxXo5hP3XeeVfvJI8BTemQI5KpBS4VkrrDUW5sweeXDXoS63tbRdpTIJ33W2Lpj0KYcN+RJFo3U
3yjStxLCFa0OvkCFhLevzxYcMXsPGp8m1Ou06Ofjwha24btPskKEWXKekO0hfyNDLAaCWMYKJfhk
0C/Pz60f94eMe/Uq7NtTLmOwwIjtF7fkfRX4z07hm51ccjhH5e1UQm5Mb1G+GiBcN8mS7SLyOSYV
E//oe7B7Sf+YF6hQsWBM9UwqZvA5CSBYHdX7TmLamJP4MilJ01LBg8br1VfjagleaZ3HJKaGPsMg
Q62h6mKe1jPgRz5RvekyWZNWzyrX9cCO0aNbspbGpuDdVyh9Bn9uD+10E0fByBPdJgLfCyliK8Nd
364sXlfEh3kBOJsrPBVhXrbH2N4N9Xw7R3j66so7+W4/ngg6uRvsH2apaEEfKoT4NQ8QzFhAAEG9
JypINtxRHUWdmnIqIg8+JgJs26L9DcGY7URiHeXokgEcga2yD3lHdgec2YDFaSofAk3yQoMJAH89
esr5Tnmtf0ZFOZyWufvKUH2QZVpY23lkt1POMwhsh8LScCIwCw9G0mVob+M5pfHCV7tmNOjX6SEW
VhDzPcX9Upthn6LsDghuMhHvJ+IxKi3GaieU81KqptrBOlqBH1Hkpx8nKtY0CTO0YtCMHaBCXQrz
lTL1nJ1geLBo6dh2RfSax/GvRHfZjTB0RSSBik+p1ZCAglCu8ChEw0+Hiq/mhFcu2KfvJPulqIGG
BhZ0XXygXSCe1HWJb/Cm9uiH0Wc++qeM25FzSd+NdNX0dkGcp4WOHooj2PbRdenxb7ihvFYhqSZy
TgUMY0DokWUT/7Z01k6V+SWcXcLqZyKpa/XRDcj6qnwgdoy7vbBlRIj4dPK7a+WNyf204M5emGYR
4hU8p+gJSnL45gQnTFlXd95ol9tJAVzG+AHO3WTwD/IEc0GysPLNhCagXhvJSDgEA6HepvGOQTiU
W4mCq/DIf3DdmNChCpAabMIPSGn1mw5TKYQojqj8zXcYIrzeHbd+oKe9KOvX7iNdokMi8LBoXLrD
0OzK+XGJ0nQXIizfurybYU6mQpLSF5dU6XZpkC/xQH7nvn+nOCxnqp6+Zs+jv8nCH7TAL0eO1dwo
iyHVIhEihwDK3eV71QVb89EVUuylry9eVt0s+DuXHmodOxP8IM1i3i8Hm+gu1Dmp3Nb0OC+3oWZf
rNuF8LsCMdOE3tohgLFOHPEUsdV7ilIHmcmbvGfBTL3x1lgk4opVkj1LZNSslYaOZ2bFHkkbEGbg
btbcEMv9LFdkG6MeMTvFrww3OGIH4uh48K/KY5SiCm1mZEBhqgz5lfaFf2TTUBHurki3y5lT/pgF
UKrgoyBisnrQrrhtF8H4OaLEWHeYAgUmFjlW+bp1l60iS9Vzpnu8V2+eDGrOQIW3XDYk33VoBkey
3SPemFoPpzJ2Zu7p+6JH8r5YGGhM7JGbGiNTN4SZrjIxO+tiwgKnfZv7BgGpOqNxJc45rgHUnRDX
wNgR946CO0oo6/GQvPcx71vp5BVO+Y7M0MwhepEkwVxyPKCYo4wmrfU+6zg+xkWDTIQlx0UM/4nP
bi869FNtC+JpFIMo2bQIP1mjm2mkPxCVWOB0yWFuzHPektCE3XPYlh3/NWr3uYM3UVpXuyGovlsE
xm27bNciUdsiq04RW/A4SqNS39hqT/9wcjOQLs3J1aFo7ElJ64B2rPTQJJw+kV+Ox0yZO28IOKYq
H+WkH17ipETEboBG+pbYlrmbbnI3WI6+DbmLE9m6+vbHv/39P/7tY/r35Ku+rwuIxkr//T/48wdm
wi5NkB3+6x///v19MF/tX3/nP7/nv33L9ul/X/74XXd/3D7tL//P7zx81d/fyy/9379p/Y3+86fz
G/zzN9y+m/d/+cOOp4mZH/ovIqy+dF+Yv34TXsv6nf+/X/zj66+fcpmbrz+/fawbxvrTkrSuvv3z
S6fPP7850v3rzfrHe7X+/H9+cX0Bf367rYvPenj/H3/j612bP78J+2+OLwLPdmRoh44t5bc/xq/1
K67/N98JgzDyA05ZR/ri2x8884z685sX/s2LbMePwDEcz/dC79sfuu7/+pL8m+eHrh8JKETPk8L5
9n9f+b98iv/1qf5R9ejc0spoXgq/S/Ttj+Yfn/f64gJbOiE/0Hb9kH/IFuH69Y/3x7RK1r/wv5Zx
ShrAM67LcUyIzBDW1jUDgTUWEVa25BSvCPjZawfQXEaAvrYAu58ale9NC5wiTETqXo+bIehaCJNp
EPDWIFluupizPzt7HaNe4RWRgByMj0C5WP5Wqaew+lsfwAJRjQawkC5PX6OpZQruO2EdTUAMrl11
26yJzG33GgWBf05m2gTDml4+rwQ+J5cC4p69mn1cD9PJinV7XoMWXStODh3owlUdhC8W7b4LIz4U
GXueXe7aAc5rIugCcIddmgAC7rTgFBlrOk55ezIkGPnD0n9HV/PlSRKnLDo5Yqf6rAsCtMKpOVZR
cZsHPlzUNL417XJM0Bf4i7n4JnrwHfMjxQ/tOHD+dRY7e8oTmmV+5f2kg9JiawzalLxKjfG0wMCN
gnsqALQsL6Q7CTU11h74NARgRceYma+BTLaF7wjBLmdlcoeWUGyR+RFpnPW7irCfOqtetarfwqxp
r0pgcRU41dZdqCHu7eF1wIa1r2ibgptcziLywXjtZScnsu3W9Lm6dwmg/SIEPlmU2jH44uaajk7Y
/SizkK4KTkoemyRUuGO3tQb7AjtZIPPG+zy07pb12kZn0H06cfw0WdVvQU09Bc3zrzY077OeP2dV
9Luenj8UZPTFTTAUdki8ncZcp1ri+7rhXFcjUscFKqxjzMVzso+ilW2xJ3xABl8MgH61RS5oh5A1
gvWOpxgD7UQ4ol1eq5Znr90NVDw6bDJFmSwHPMmLTbpQTTVLIda8q7V5BH1Vecjd6dRnizgpmEc2
cjjzKS8zWhLhDxiUJchIlV+NQItXto8om6QxjT58Sb4HDQwmLcLGkNs21g3YZhjcg7igml/yt0Es
y7kIwr3lQQhJlwBvi5e1Yf7dp1ZIYNPyq5JoSoxTYbWpKEpVFjeS55J4nmZUEkv2kF0ne3IiJJn6
WdAdSyjl5+4m8dLrhuc6+z9jUp+Zl3GZPjIwqbuyXJBIexMmh8XNru2l6B69uP9J5mS7TNl7DoZd
rzn+pRXRd17N5CG4KNFSQle7qO9eS1O+LmQVtjZ26LgusNJN5UtXxi8MmZiM5rbbwtmey4c2GbDU
qhhOIifxuJnrI4WGVFeMc3UCY82+i8Gl63LcBXH5yC79w8XAS+6FwDGHsaQwjP15bGdXahpYUzHT
O81w0xGk4o79E1L5fLukKICFDxaT+yMVTxRAjH54FnLBT5mSmCbD6mT3aCqW4GSNXko+TQMZJy8q
66ggjQ8w3rSwQPxe+aNmv6o4osKgGKiZjvp//I8xDUHwq4gHuzfqpCA6ulX9bCqFrH4TxThJHHrf
+7J5dpL0q4hzeuIGSQAqsu8mi8JdOAJw5rYEel1ngDIufqJUOjMdIZtkttvhRe2dgKYcpK9X7XiI
ueavuoniH28CKPbFHZbOpygc083cJ0ThwIz4C6g0ymN/q0r/p8YLDv9zVwO9Wzj+tD3dLE7Nm1fY
7z3984vlNbv2M9MgjGNdEDGbsYArl+YxnUBMocTvu1+Bz+6eurALfX4OQpOc6Zs8efhQYk4PYZxf
5LSKlegyrprOjSruWFD3TSJBaWWAQtSKj+WqbglDNnlEDOxiWqFiETYmMXzWDD6A1k1+w+R+4pJL
ORN6XJW1dya64m7U8n0gkQVtC4p+NBcpaPAE2W1keVFu+lM0BI3U5jeNOTUnWH7qOpAewler1Ou3
SizXRWNuXaqn0iL8wQMJWY+P3avgXnL4/XvhU4OTfSyIQbdlRXtkUkWElXj2b7clMdBbY6M8WAiL
Hh87BK236Bc18aHso7cQZHAT5AjssjLQu3lVP3hDcu8uOQGgAktek7n9xkug+IBTljMxRGjO/OxV
+7wbCyY9UdK3iH2a5PT0wzBYX6z6GbSjple446+GqAlHdEvZGsQ3DB1S/YW6AZQCO9eUv6fUvcTi
6EdT8kgF/CEW8S8PZ9q2G1zCJjgzTVlcewydmGZa7wh2dJzLHkMx4L3VFzflWAJ5ebrcjkG8nJPQ
vKDEsXZ5RUWBboIfzVCSP2ewQntt/YCnEUV5YGFIt8JTW9f3/VcyNsm2LMZgZ/UrhD0Qd++nGC9n
17xZg5tuhjZHvyapgSE7o671zwmYABpvWNWgZtu0CBgIcKtLVCYlS+VBCfE6O/Kh16s5YWweTN89
+6D51Djv3djctVN5JkYU0cAqbRg4JYCY7RMTrtizNxJYD0lKuMxL4Rzppr4fecHcm8ONN9sfbd4d
fV48AaF5uqXsHNPRqmZU1zn9PC4ieU+Q56BJNSntFw0j1xibMO7oEYKddNiIGIfPLAaATwf5K+y8
g2BTQlxEY0bmxQ3sIc9ddY+MPL0royeO/vJuaim7IlmyGms4JR8JC3BZdGxEx7WKvgr1ksUepp7m
iVVJqeBBucudFPFLVOngODWXuXPWgmf+pT5i3YOSpP/ckFkipglTYUDKZIXAAdbHQ1PslTeiTg0X
2Hgps1GeW5Pu0/Ze9FoRVu9voZSG3Wq5zS3i54bme+YNTwThyQ6gERvrOtEQE6iQ/wMfw1ONHmrZ
HGU8kR27xgNZqHV90nN/DFX3YOB7NkNCH1Kb/jIR3l8HlUYSR9sU09gJ4u6qVNFxTAS+DVjoK99d
HhKUdTuqpxxSTyVBo6LEezi4axAJNgMHa+MaTK7ZUN3QuVidc/H0QKuTCXipDcUa9i8ntT5Jxr3J
w+He9etP0dFo4FXI5zDJRqBISB8ea4Qv28osPcbgQ95WcpsDqJ2AG+4rPo4sNpifMTOjysLJi4BB
BhZmjATucLIpW4pBTqpwh0gOmj6xsbI5PuNt5yF2CziFhY8aNESPoLObJXi2kpFVMFS/o66mWQDt
CAt68tasW5+dfS0Bw2UYWqCmY/+YIANDrFBjpK+XcEcIs4dBu27vQ4yeVL1SP4NQCTuW2M94aIXd
uacRptaP27VNiknQGrPLndTgI5NDJWtJt+6Y3PHQ63ikoTwLktk79FXC9u5mn3mhcFLZc3qWHVIn
YzCIdtaI7ydwCIgGYG7HtypFfdE29bNwCCPiMcBs5TaEHdUodjLrs4Zim3Xw3M/ggR3S9bL9RUhZ
4oZI4rIc9blek+2JY2tRSmZe/Qz/al111Av6lf24zErtJzC4KxOQJIIbZlk5/5hQFC4Cra+qu/65
T5uLluiEc1qiGHig257GKr2LW/cN1g4/eDF+LdVZ+SaA37LpRIyQxAWTOtYFu7uVcYO0GdR8ks2v
TU4LAZ6DiYDaa5Ll2a65fqnw1DdFCTWNdK6F/DpTOnft5kG0g44jeiMhX2OAndM2mYpW8BC7HRpi
m/C3yQGAISC0d13+PwXSHJb2UljULNjVSAEqbM/6TPLRQA3sBwsm2200jT6Vc2C9CZVa5HK4g43q
fe7f7QwUvLnYHtHGMXL/ow+lMMQyQgiHWAl+erlKenkdovOd8h7vGq8B6yma0C7ASJZMVBsmY7pr
+/jDcUV5PQtU6NgJqR+c1KuXZk8zntCs5VCYe9KqOjfjQ8xpaJmT9tVadL73g+w51v4NqtwKgs/+
mL37scMePmnSihM9vmRsaZy3Htj52J5Kv3tJEnQmOWG/QSROMsPvrfzph2WQ20CzJNlw22menyZk
fcqybG/5Q3iq++TRTIwtV2R5ExGVDtskTok4Mc22dHE0evglWt/ej62zRgfxfo8xn1lb4iCpooDG
WZLSxnG+KAGejjT4ZhRRfmd1/q4VQ3UvG/XDWP10XqRz8hpIxyBoJyZn/+xazep5568hziVjZGBU
6tNp7w/57z6696L518z1XiO67jvwdR2AoiREuNhujO/CyqCwe5LJGIQ3nc7okyiaS9aQBxY1oGAy
7J6V7mETW1qWI3LNBKGDpqIZKhFPlebhkC8JVXcZVQazxa3a47TrzW4Z9QmTtHsleqSiuF9SAsYh
H5h28Hi8Dwgac1yOpgNPmktiKFLMVrYhitqSbHouJSJDq+5Hv5+vQgigK79kZh/HkiJzcS0zc1xK
BA4KfPiqvvnrO5xu/LIjCXp9QC77uITzD6CijR25r/P6YxbRkJcYwZYJGLRAIOwM28Q59O3U7Utr
F5ORA9wWEKFn52Bu81cf8XFG5JBgtxJEWMIoWUnib7TKr8Vc94eSZp8EASryE1vAdMFsV2TE4klq
tujj0TDPPgJDn1NQyLt6dOSVqFncDRzVEDqPbSfUduQDvRppdlNWd2pWWau9BuM2QTThCZHHggYd
dF/0CJl6eJ4lYQJe2N2aAG/AXPWSSxSnkZqhXwyJlRP2IBDBfIaTZGIjKmght2WgWzYuUDyUybuN
RnKJLOxNdU2hC/+5aXKGIHrKEdl6z32fvWIsXGtPrTMpCZQQKF6Kk7Q3PpKgvP8KZfs0G+QJU0lH
J3UPxg8eJkyMM9lcAY7KqIg/J/cSzPp73lX4FcRNHrkRZy7dmLkkgBobyRzUzYEhzWXs5ITOrAz7
2JXdunR6yfylWEtCeoxkrYO71w/oKm1N9gUgweFS/4gBd/Ahsu2gRc00BVeye2MZjbf2WDyiU3zP
PasDPz+4C3mXsRq8PVTfIS6T5yl0vmZ0i5RKZCRE1GZnR/VHHiBzcG7DuEy32vPTLc3irz7SVPRb
5cVCBrMtgugQL2QH2PCSjVmefd8n9aR5c0o87KkdHxuEIxRK+kh4bXJKWuoYu4LWDiaGkKT/sjf3
LZkbpDT1n2WZWlczY7LiCoh8cYV5mAsO2SJrTB5tkGNvOonlrBoxuyWcUa0maNmA4V5NqqSe0Xh8
a1xgiL+0HOQbL87VKSFEMczjDy+kEWpeUJ4TTTIsAfLISznW5Z6HI1G9UDB+1r2ahEFyBZJz10EZ
573VAYL1pTkYm9jNOpPo/EuFpCTFyJsF1E4Ekg6/Kf4hjEFRjoJzG0wtUToNnhRSt3aFurZKbA8i
IOHeQnhK2TQourpJBP0WgpUJVZHaiWsWdgQoc/Y7XtRThrU0zUexdW3cB01+lFMGD+BUjwG7Yhgs
p577E+M4rUUK+zBkCC071kuM7WGw9bmS0W3ZzzTrzLdAYTfROBGsi+4VGa25qMFpML7eqk5B7EXt
ndeBYWDt3qX9pBhg7joLlsj6PySdx3LjWBZEvwgR8GZLAAS9FUlJG4RMCd57fP0c9ETMYqanSyVR
wHvXZJ5cZshzY7SQlhmWm1K0Y609y0a2MSr/qjQYQJFIo/ogVWFs9mFY6uu855Wm5v/XLbkBEnVG
wWIlTUQJiKxC/f/W5pSOg4X5tSyVRzLs1GTCYoU90KlxwGcBWrWUz3HwQd0ODLKA7nYyC+bpJ0jy
3aSeOg2vPUnRlyRT32NrwJ051Kob82Fmo4aqmfQ3CzlRMMZ3fQZrKYYazgScyKVGLz1NpexoBJCJ
ojiCoCsRvOPowzL8bGNF9FT0+auMJt6akL41BtkgVWm5farivEp7aELM0NFUahcKfR0FvjGTEIQN
tddlAn71Yzblf2M/VfgupqNSj3/szlFlsD1NJhhAY239EbiE8+vLUsSvUp9/pDIW/kvfGaD1BHPd
uoaYwuYReWM6SIvWBGagXThXuuIahQYPHF21EE2PCaeQnnS7URYvbUb6GwUiYkycQoj++AzDHbqD
0mt8/SfyqU4nOuhuxvtakJfg1JztvEGr2Ahu3aC+aUb2Hpti7EmcDREE6djft5XxDLWI+KSKfVBh
qiR+6iCtTHrfTDOu7AHx3kE+NAH9qeA/i4kOsZ4Abk7s/mu2Z4tU/C+TFw4SPUoST42N6GdGWBJc
RU2HqAgQTqgtNH7SrxKNb1LKzDTAuhON1VkrFCBgifTUuekX+hiDxqT/S6LYSzL9MYjdvWYfsp6Y
bK6Z4r0zeMLgjDpza2SgSZepAgayEsCNgYRJeesGkGoiVst4rEDzjjyK9O/8SCn5raoF/UFAKlJU
/hqFXoGyE7H/aMk8Qq1w7iXKrI7zNxsna11POSChKETP35Mvky7hqyDTihqg91xjwVWl9jBPChJx
hYlgJhdf4FAid1RpWRprYNeKnmxI0BxazGUdzUQ7hg1io/virSsRrbW8rKsUJG7Ex2pFaJO1pSIe
a47kVOpulcHtP8K4boleZHmwSzT5Koas0IM4wffLEAcJabHXoQuuIiW49D7DTlFmesYgHTgSFzkE
lYq0S+3cB4xV4gpwXUa7adKJEZakLPW4v9cItNM74SMrmRJNRQGyUJpvQzOvWlzu15of3p0ysbdF
I3ivCGtxSWWa3a2SsZZgLr6VyF8PFhM6K9mCnkiF1MRCh7GNku8llp2gcvAuzIaSbhm+gW8U+FeY
DJMZxsuQCMOHrmcJycDkfMWGCbOC7IWyAuOQqpjg+xEHQoveUWi4E7IqlF1VpRPoRKbH8GsrzJYc
MpoANtMIlgRMqScRHvjD8p5iHur2QnjOjBjNrjWgC2xBUgtTvBXi8CJb7bCLeIGqcsJFVrXbOFPz
rUloE2PFXHaE8tW0NAdZVZ0KKz+xU2X0YnGxSJZw7qTwrZxSssY0luRZehNSzDHcWlKPUBu19Z+c
kKFaa3weaYkLpMkSYk0wDyAZi2BhEd2GCsyNyrDypFGGSdMt14OUEXWpSd5kIbUV2HLr60qM36wc
tlXfoQ7OBXQf8L/xhSwiNv7mpOKCmAZAxvkSj9Q1P5y9RFiEliunTJqHurxFUnHrNXkvQpzgOEJx
lYvPg1klMpepFm1UGCiMMkCt5aKJeGQZPcxFQjLTzO0oqj8IBHIYeuqfpBSoP7tqP0sxqRtY9UhM
CnCQGQR/Ti1RhH5+78OYHs804QZlQM9GxBdbFljEMoU3iem4a4LyooiqEFBUhUCgs4r+bAqtrRKI
MvlbAIASAaFOzXOe5+OmYQ+GHYxSUxD6ry40WRwEH8jkS7cUOcFVFrGNjqDOVwyP7L2zXlrBPgMX
hcqZcb4SINZVFbI6QDbXhX8wulylgsFznhrSfpSvVm6NSG2lwOHKZFbIODyJ2mhHNneJUnavEyXU
4UNeV7P1T4mw7XQd8tEYbM3aZ24rdOAq6zbTHOyjmYBfsJtg4JLj08GHsmglrFUDwfc0KB1F22Ru
85LBT2OMQEnVS9lxSCvWtFOitoOJjcevWIypEhADs6UORc9qoNxZY85H2d/4yOwkoMT5yNWHa8Pv
qks8w6xG0UHuC283jitT0MlSjBGHRyr28lmlPyQzZuSNBowidaOyEQNz7YuVQtuEVg0lby6fMbb+
aQG/pcLIaQpGUqOiPCcHFh1lnXf/RKke3TSOVFLPsFljxSIYyklxtQb0AK3ks5ySS8Xh0zgmWWRr
kaVDf9BJBM7I8g6gIFlMnLvArEkG4/c9QI6k022eE2tuajHxIpJTuWnjec0mlUpxqR4tevAyAnlb
pc6ol//aWfkZeb79pGJF4n9lsvooG+OGpAg0DctylCnsQNBsR7O+myXtvWoJCSgZoRk0k6YEMiVT
nk1uanbZAtdTCjhB01zeideRHJMRj414bgx/ivpeIbBszyZZYuYh7s9JclaJmKiwMMrmh0VINX4h
0b/gQcBqqsCh7skuOyVMSo09ClVBv/nVCcFIvxv0ey7dUjpWTHjaXZFuRghThicluA6yx5/lLejZ
KknazTTvUzatrO4VFg+Jj7lkUwFOKUPVUpIYwqaEThb80sjuC32Q8G1Vt0I/zh3K2it+mxXbBQYi
H2aIJW6BBT3FgQQSpDlMlVzFf8z+dgglW8XtPPmnPLo1DEGH+wRNvfrsl9yT6SdXyY2cF0B8rt5J
9ujUhz//+epTM96j+q1Iwo01f+oDyzz9Jhj7ZN53vU3CxGyByNj7qBQBPHiheRiDXeXv54g2ZW/V
77V6EwmR0NH/zFg1E4g3fm/HzRZ/pR6/wqFaW8q/MnnEJPgYyaFl3lNeRH0vVz9i8TSkfznDo6JK
XD07Tc3foqERr7N6C8q/WH3mms4BggBJOrX5Zxh8t2hkRAoIgVzcZMZAyvppQuQy8EgHH1r2Lfpv
svztMwLy1Ycs3ZCQrmWGlfAQ+aGRUAK2g51BSA7Qt4hDKiI6JzF5zIjSGYnUabA2T2wJCNrhOFkJ
4sCIjjTx8lNCidJGjwwVEMxT5sjErum/ufBARqvhjcRCQb5U2O2TDNSOp7a3qgWAc/ELHvCjKQNN
tyv1kKNpEux8l2BfDna9Aov8iJAEt9dAL0wy8tqI4OFtwN/n6ok/mWg7wzjP5rlnQsQgAIE6DO0Z
jWpVob0tSajKbYHByjB8dnSiEqKTBovejOjOr1hmE/LF6S4y/LcQIwZc0Crja3o/FJL6viU8SUZD
IzFAmrHjNsycDHoPOd6kGgszfBWt/oVagoqUR7r6GHtrkYWvJEqpkNimlvimZdhuCcYKbyiOMeYj
FpY/Xj5eAnNqvWrGmUVmPJk1BCoy/F+WZ+tZem/ld8SV+lkE4Jlc0vozwHM6GoeqwPjsVvjqqNAm
BdLQOY73fXSqpu0gvaXBDS4zHjk7Fn4saJA+miGYFeNVG9/4PWsVS+37RgMQEJNLRQBWwVQihKgi
yzd4xBUwp9rn/9j5hKpfFx/coHKuZd+8IiThZNVdKj/N+D6Kf1n6J8m/Ces8I/6sJ6ZsDBtS5U9k
M0ny3qRcpwGla8kVuyT71Zgo+fG4i6XowcUpoZOcvk18ESHbHCg5boq8Qtc/p+FiMlAnFnRJD+Nh
nf5GamkR5pZKvyLfuN9Wg/iTs8MuBlpAssgsMskiKHEoV+h/2iV0kWX6A9S4+YbediDRjI+RPbHD
R7HY8oxdwixxjp8KOWg5hnAwIato+IeexI3G30VdGJOdphI+5k/EZKvr5Skv+SUt7yX4ZpJ5+Lgg
GYawDWX/ICINliFnqf2vnx6N+mFUf2R1meKLhAkQtuTAkLgT56dgfKn+V81nETKhHq1XOcj7grld
5/OFnSiglCpEWPdXHneGdWBYv4WPButRrgGDIWWufOBusY14GYGKKxknk0y/npNMN8Mirkmqw5LA
3gRRXs9T/DW0X+zgXWZbK0oCFXATtB2m3WVI4J08olr+McnEIxJcFECz1GTlVcq+QUoRzi8ITbTG
xFylpNbGK4otTPfLxvArav8W1V4KfVquvpGGt0yBNRkXH2cPvnyWQXgTSPGDgMWw4NbCGqN7IXTI
Vvhecw73KR7YbVLmwgeSQtPRIj5fkgLD6F+FHoT1cqG4PakPvG443opSdK2C5QZXc9CCWWoUt+Bt
UqmSBLTPKQo5qCUoYBse/AqJDvLuDts+XWMIAqXAp1yRc5jy8VV4s6iFdAgOISIFMhFH2I48dqhE
BBeDr5PE2TZKZrs1ECGjoAUapDVEDYcY3x+TPO1M0FQGpVPBvh9PETcbtlNSGlvllRStHS7ZjUwb
WBYh76ttnVvVJ+ORjFraFSa6AK+ZTzhJ8YGu5KH2ZARBKCX2RCMvMuYL1vQ8whIkiRD3mi3Rktmi
QscgY8KYKLTEi8IBpdNHQCJlSDJlCxID/irxnk+U/d18E5rPxMyoS7iKSLYMMIEb94G6S8f3snxz
MgRmeTxMZGIO7ACz7tci1ADPbnwetE+F97jofyc2CHRqIIsXir3qTmoLuO1jUvciGZyVshXmcMM0
z+HhDxJp1ZLXaWHNLawPBUNwQdPTc9GKHKAlLj1oL8xKvnFV6RNPCYPWDByXBYNFIcOB3IP1UiOk
cYqtqeHf0Z2otOwWClXZhesBAIDChKZnClhHvCjwQPhEiHJf/h4zfVcQcfCmLB9vOwWulambluy4
rGc0S2Fc9FwnJVHG8jEYL2p9T6heY0op67fuPsyBc5rcu4LVuNwb7EPRByU8WgkJqjxSGuvAnmQo
nPmT8eaL36L61WSHsOT50QMeiQXYhUqMo9lnjNxxOzCeowxNwMYRX00Xk86V1+JPYBfNPh6/R80c
HLZRIi2Zjd1VhGAWRPNV4KpgRcJQJ7Vntvgq4bKUswcEVXdcYqeE8Fkze5cHmbu6xF+L7Dt7atFO
JK5W405tkEXAV8WOgZAErXpOvK1KzG0ABrQg9rbTtUu35OBORA2hp+cOWt45ed0SmNuWDMAI0EUD
6IwCL7DU7QoEEGLQc7rj5cPtCcZgUxDEKxj5oehI9SrFnUhQLxC6TS+9N/L3DFilZeomq6VnjdHe
l8Q3cH+7YuApmkYPLQE/6wAYbLQFrDclIcEa6EGstSLRwYYE5rz0RgKFQ232ejXxIC54QUqhIxNG
l1lXzJmrvB5+h27aC3D7Bm7sjmSEGT2dCOWX+Bg69ZMZDWcyFO6FaXg++8mA2GOjT24JMchApw4A
Ey+V76pyz3K4F7cqWUI6fHZDa06t3JxcuZSOA3O6TF0ACgQu97HTsf7TZsOOfERWYu4u9HQ1h+wW
m+txXEZqMUI7sNQZOgPSuEoCnjFnUrWj+J6Jfg7F7r2SiYLOMvDADUkPwd4gKlpRW88MmfeayqvC
ciUm1qlu1Du6yJOaax7W3CjNvjXy04zmVJXbxsIdFwp76b+QagbvFKapSHp1QIy1rKJUJtZ6XPKt
aQKOqiBdBNaiOJo26a6tq8+aUOxKg5dHSDaeW72sbxXR2Q0R2uDrmYLFx4BobUlCIlIRlJkSuo3A
f50Swo1KTUeyuJztg/lREdQtS18SI98MeaWk8HveVkR6F9W3yB49Ieg7Bc8EsKTo/9WE6zXwGp3M
WmdorKyFzL4D5oGPdrK2ONqj+R4RVIY5hphA+Q3MltQcgC9H6k9kcJwXYGSaQ6+917wumUraQsDo
QNvPRYpF0zORja8y1gWfgQp195kTcw4kzkGrDCGGh85mC8dUZaRY4H/U8lk3j9JuJXmS/MF8xiGr
BBfZrc//Qe2EwNS4C7pLBobxoFoZL2K/y8VzrFzZrRJ072XZOVqzb9DtZSwR/pXjFcJTQdhk4orK
Iyarz544iI/Qk2AYreVjzKUtYU2YlZMVXXSXyZQXNCdeJW+malIHFuUIStF8unmAogkIT0+pYKJb
UtBiKMGjkTeq8ZZyACMeX3XKQ653EgPSZCvlHtBYpHH8JyIHEH+9Nn6WZC2Ka9qR4k9JXnh2Wkgs
5gbZwRwT6vfkrsSMTt7O2ayORP06IUgkG0wOjNgVmbfakdPFtDzONFspCTgnSv0nZXSCGLb3qvTA
xEnJ3dgtnHHYxphYoNc7c/LN5QWT5dQywPMjWoejgrRT6u8lMHk21jKaj2g6ADCzY5txjeH2rSP8
ysy8LSdvSu6Cb6W/Zla+yozPhOMC4ikjg46nAq7tOD6Gea/7W4KIQheVon6h4jf1t3rcZeHHKN/V
/ok1rbHeMuEj0p/0R/XstiK0uUdJOZ9LxxpD38qkndmw2cfUcOM7X4faJUuOMpLUeEe4oB3pe7M4
teqtLMuVoc7rZjqLduuIsLHU9TSeq9Lrxf3QP/ljiQLYk0SJiwmurFlr07kzt6KDGJQXgTo928Uu
GdryOvV4cPJtFB5GtpQlHu4cV/w/QbtXpLPZjwkR1r/QfzbSLYz+KNYHCxzUFQvnpN0g9cePQP0d
QOZaD+pw/ME4S066DmDgjcNYNK+GI/Dc/5aO74rGKd6SUpGfjeoImopz047SO1/TbjGegLTm/pOK
D53B+LhuHRbFcMAL9jkFV3ZX/gzq+9T+q4lGaR1JPWnjToj3c7XGUG/zmBPA2JHk6l9z+4Ej2Fa6
wW0bkiGorrZltGu7n55CzWhvEcyJHC2c2d9j9SiTMmt98fm7hoQS+jpK2+VX4SXrAeFy/Aa8OsX3
xZlhuvh+87W2oi5lL+8Tt6AWr36tOWZ+mSlYAWFRB/M5GI68/HQF0BX9X957yG0CisXOekkdqVv9
taHLlbEo45HTwWEMnk7iUl8dNIuF8oY9Di79Z+u7GXWivoQfcdd65Z9PkGfF4mjJB4z6l994C7gc
5fLKuCbAolLxLKUbLdFXrON0LJ4p/3WUCRll+jfXTx9gT/jKm6/lScvHwTWj0GGaQOXOgsvmn1KU
lNWnXO8jiHQEvGirX1TlNCbvuXqZl9/YcVDPZTFjp75aw7kJLiHOE0NwsSN+BfWRloi+iSyRyWmq
bdmcQtJuUFgOh0LcL0Hu5chSEh4LokbgsVC1JuHPQItRC0zbo99B+Bd5CXE/HxMVZqdc2uJn+QE/
AI8/azibGhLLsbmV+aWqttAxWMZonmmxtNzX9VtTXWrKpnfU2L3F8bJthCfIyhVtXX+kX+QnPhH2
YCfdFb+uM0sfhX+U63ckN+j9Vi26fSoXjqJTmG66zhvMh79ivKU8g+YIctTn87JFZ6LTv031ljnb
OqUtrvxtKJz4FMLp67/9NDs9mZC6L1M+KGzj4/QeKH/+tO5vxIGjCIUQxayVmVW7j0hFaDDuu9Ha
AFKXRpBId9GylKGnpkom24G90nTzozepv4acLzr3XoeAjYKbYq/QdxE5a8TRobmO1T3zaYVeEEVp
oW/b7lvObJzTVnDtSK5ffYmVi7SB5oRAtX3G4m3K3nviVF2OVuTm64YFlVNg/qGzTJq/xi0dbOi2
imJD0Fi7EuU6y6cZ2e50ELQTqbV6Rsuzq+giB/WXXkkMb5jb+SxvZuCVIjpYlod7I91L/qHQnkrC
gGszEvhhnbTwFUo7Ec1H7w5Eu+3jwkPzL/Vn0iaYA70Skl3HcJePR4sPvhD2UIIE+uY4/gnmH8iK
K0GFxOth5zbtwJHpxV+czslV8Ted5SxyVH6A0VE9yjtbO5DsgKB5rSFHnU0VLxY3uAQAl8Zp+TSV
BwU6AOqhPCtsd/vxAYsssrwvnZk4VZtnbUtPn5yJ81z3fh/87spg2yN/Lm8WlIKF+P/AZ4XlC0m1
15eXpnYMoHKBd7rwUwc2F3q7FtN1jgoTWFS2AwWWc9H5mhfVnukKDvl2s7DpcXgndjQ/K21r1aeM
kbK1os5ZhVcGfBVtLzEAnyxo2BaXEGWk/G0odry4LasgcrKS40hyJCDeH4RUKywQ69lcjatvE3f8
UTlTRjcQnkDJjcT9KYzRt4L1TCzyCy4xV05g+9m6OZgrYBFrVB0+6yCHYR29FfxcxkYXyThYHMQo
sPgkACEQmKwn59FgClIQxq692vTS9SeFgsd46QoVkuX07VoFVdRSzjJr9xCc/H8a0lAlmv2zwzYc
0VHNkPfapZUFlpLVXpScYQpwLKZvBhXVJljDohAauudNqdkQT9gbBWv4RVy+nAbJXm8hxbs07DQx
yLlP6Xg1ykeLtAtBFa3EN5ZuZMqbQv6SQv9kMoXrNNKucXGSCb4eJkfkJVe2tflEwThyYuSHNrrw
ZqKuzxSylaIn0fMhKc3Au7jbeD0y2HCUGp3xIZDw6RbZdjYOWnyCT0EwAKfzfuSi8Dmw8ECmx4jX
12Rvi+DTToR8FWnneXwzcOyl2zB9tU/qGLe2XB7pVW4e8nArsBkmB6O9s5hmCgi1daKeYXohIqjT
dwjMq3KXhxsQpRMmhewExZgHckSCcVEofQVxH8r3jHpHzjeDssFHQtFryR4PY5Kt0Zv0xd4kxNDa
zTapVmTxTkzIbcDwttHzghJME4y/xrizjEMA6CDwnQGMFjsVG94Eq6BFp4dJqKJUQog8c1BVKu1s
eixeSNAt/dCAL2AlqmwUvogP9MQTx588Bf7Kfkf091m/xmYdOAb2vqrdK+25I0BJR4XR0GKRmmXX
5j/F/xnlVwuewYzMHVpA1lG3bDy3aw01NnwnEWWVnO2Rj9T8DOlHRmKGXuwqllwuvN7gl6tc17wG
gA9Uq8htIkcHAhj2X+bwgglCEcSgjM2Jqt54Zewh8Mx6CwidrnxjiMfxb+Q0D7+a8S7MRyN+TQ6p
Ltl9KeLmz6C5mrCGsjXs2lUMmhkI4lGWJrg0Zz1/57jU1N3ywuv+h9gx/iCBiRcKxDbpwhoy2xiy
8nLz6jovi8+wq39Z4YGUV3G6qdpnnyw1ZCWeJvGSyzstOOrmkmqtTJs03wNMtEV4XFxhTckyn4SR
5BXYPdce6WEeE0/gMuR8neOa41U+IjakTAfS70y1RzWIffjkc4wo21h5QQq3SSpig3ReeiuD8TtN
Qhy0VL6vYTqa5X3klz32R3M8mN1FifedumFC1S2hKuuWN4tkookkmFZC2cbPZtFAA1/pr+ABaGE3
crXVrrVwScTTwg7iA1T9NUaLgCjMvv+w+itu88mR853R85p3wMK7f8voVOg+kvmnU9kGjx8smGy9
O9H2qPKjFG7IFfAo8VQ65IXws8mb5XJQlNuo3nRtn+jv6gK3Sld9Tq7HezV8xsJ2Jh2MQmiIz81w
4sClxlVoUWQnZDMP/nO6+MEttO6ET5J2h8GXjujS08VLB5rBxt+Ni9s1fIksTB0muAza8/O8Iyi1
bw9Fs2UGDVkZN0XmcGksB9AUnYf0vwpZXshNuyBF7c8n0P3F1Hsbdqkyu2yNquIpBWTMEA3vzsKp
tEsQCG+w9KDCnIh18zrhnYaXXhm8LnGS3B47k8hjfH3VtVR+VXYAKXuCCc9/jPBZtu5qcZILHM7D
3i+/S/WSQAnhGkVHP7gS0Us5Y71tZH7XIo/uc4x31Y++Ihq23ooGDd6+0SiVcCWIyj9GiYM4Uu51
K6zvYGv+Zdq/IjhZc7YqbZo1nEBc5Vbwzwh/dagM+M76XVoyyL+CdKySw2PZkh6DdlMrVw1HTZKe
J+qhbjpE/ckKf1ECiN8qN8Qsra2cjQzDDC4JtaGTcDrzYwYtOhYHVolNiszirDfeSEk6py812MvC
d9NwdXFkFjfKh4ponuVQMQpyw++K+M4VleuUo+NGbbxUf8UshwXhttwyaAaabKvR0bM8ePQqLhw0
4SKjbLJeBfEwVN+L9y5mMjiy1CnVmzoqWwKvK+uSDDCRbziQMxaE1jrSPYbLHOVfSoaK2p3tgcbH
wZZMYUpczNecearCN5ns/MaBQUyaoMOhIc9rg7wJZ3YLlGshnDtyzMBlXoB3sz9ho8ODJDJFxdvF
RuJRGlgW1nqM5m3PtKrtjln50i106uh5gYatUHUCliPeSv4ATunNSsLa9Bq5aDutNz/9TqpH136a
7Zq0qDjYK8rfkP+hVepZLlLHasrv0rBlBC6ueods3LQ5DtkOcEINlqD51qr3pnsO0oNfiBLs5sQL
64Ok7CISt42AtL3qyO5AFS8R2gRC9jpMS9MDXj0tEDkXK2J4XC17ZuV2Lg+DsfPlLxKRMfWgGj3U
DkWa8tO5PMfxQ7ZHbgvODOUq45qvSJRjaWwPuNiH5p/cA55mMS79DdmexrjTqU6nxLFqhFrDL/R8
V4G+BIiL7sqeoQglq19Bf0LacWL5OTIFCTa6Z1lbObpCGmeifMdoage0J3boiPyB0XLgS4XqueeN
5T5hLZZ8jUxil2+DX4cUuunMtM74nouPQLgM0lUj9WLizKLMx4676pkZS7OX4ZDxF9FNCgBmLQ0o
8L91k2QBB/5a9p3ovA+veWRClRRuWNwSNDxLs6bISyZVZxMm5WWrP2nYgSwE5jcqp65/mjwdhZ4R
dfM0fdQe+UNgbZEeaAqQwXEtXyf9TJtPkexMPo0RX7FiG1hFb5l6tDZxeTQYLlIGI7jQEZmylIkZ
a1VHKpjC3yfjL+9lPr4JDOjorzXjMimO8GfO6+QjizD9bxptC0WSaGFH6w6VfGpNZ/7LzA2biFo5
8iZI8q4Wt6Z/5gzgVJgwaEh0rHRf5RILUP3Iw94w7yTamuVx0Dd16aVciYb6XjNq1dDw0MoJGb2s
9m6yyRqKsz/u+WJ9sA70zUQvV1GCBn8dc+moN10dKGNjHBnYgK4w9hNNf3nqGElK2xIeLr40vZUY
nn6QCaIrOIFWBjkER+sqwGzsgDsz22fl5YJD/u+LL9zZZ5C9xdMxzH6q4bQUyf/x4JMBXWZij8VD
G4geYsGU3ywuGA26z1LlsyXvKNYNb5g2LbVNzSGzYupBmkTDWwrcRMr5mISdmnmReYpgaPWbtv6U
I+QsL1V2q95rrMfXbGfVmRMFuB9ewytdJPFRmyF5n1nK5ZyVRvo9bHTtzBaTEFB0yQsQ640ck+Uz
Z2ERmTfMLHYowlTErDlt8uCu9/9avlfuDVtGzcYQIIR2YZObNrws/nGA90wfHmKy7VjLTCv9szNs
s0Uy8y6L35TsPUCobsMdSiYSmzk829vlaRbkfb3rn8Inp7mWblrprDQUmYqHepojGcQjOsDDMtY0
YBJna7PZzuk9lD6oFaRpI0f7qTjk3QXdEqvbB6hxW6q/AYmbCoMSdiXLAgP14ii4rXJd/mKR/UE8
f/CbEYq7YR3YFwMDHZXrKJ7RmPOJMHJZTtl2jWIZ2dWngaCnbT+5BiG7ZdY2mNdLOOAXTEXsG+gM
KFWdnnUd6WJ2xMWSiTdVPcflg4FyYaAsHS+YDSPhPE3M4zwCpEoPOZXvAGxeRkhV8s6wTleOpXUs
SJPKP/wjXGqsZGlorCWUkc38GbOPleo3M3kJ1tloPXk61v1exMlBhTyg8YlIyoKAyquShse4/J3U
iE/wqTAqSZvvCiunxbTWqg/6Ci4oN9YntxRKxRe/dj3YLz1eeho20XqqXkvnPDJvozYImTWiJcNM
KG/RlXGs7mouvWz8bOJNxihBSL/i/MuHDlVizOnog40dADfeuE0/Xrmu+WLLzUlaLFyPB80O/l+Y
0rDwE1IJAvG8HI9EM4fFtST1MAkAPj2S+Yzep5WcRN7o2KwJU4vWJRLJ5N+UQJPtDsvURQt33bIM
8I9Z9NF0K5ZmIrWO8FXzj5Pqw8w+ESezjtwX1TkLv3UUVmN8zBnQGMFbg8JdNX4EcUuivc5qL2SP
QqUiNkdRvkXO18jKEn+d3VSvxt+Tl0kCxrlP1sudoM/bjNnQ3AGE5kAnpUF7j/yX3j0sfVvJmzb9
bgOqo91InnD3KQiIf7nIw/9m2SPFmvip+fcQw/kyHUik19LKK+o9qHZ1cGfUbOfxnv7QNReZ6hcS
MBhRDQUldYXIxcNtmw0RsO47c/ki23fMICrPX+CEFet5npuIo/9USfkWHyrg2cxOwSYaOKt7Kl2f
uYcBileW/5adQjdSDlqPJX5DrFcmSUGIbTjmqu8hJB2ofGyt7tKWOzlEbZO+CbyuiHZt7I+d4LU1
6sx/CUwcHdqbBgkohiqxpDQBOVredVsIjgOpNNmaPKolPRaj87NHg1+tMUfRcizP26R+yuU9a05F
/msRnkCgMLLluyhCMmP9oV150EZEP3LAN5zf2uRC+uV8NUaucOacm3EqcO844dLzIGFA4xYwzeev
L2W2IYxJkK1z7o0/qJlZqzLeRLhYxp4qPbplUAQare9fKLsoC85GeItEnIRbPBBuCszN+U59DCIC
i9mFW/8MSNURTwaKp3FMXVUJcPOSgaSSzKu6wKJwMIzhhcEQXa5u7VP67VqnHB8wFALmmI6SwlnD
zzXug+JjeRML8SRajPDoNRtGpsn0ghFuN8FJBWtFy700CVwTPIjc+QxyiPtACYnZiLzxD6vawh+M
fctefgCZqajOunlYROHTI7aI37sjVSaW4TxPHBpIfLf0BVlGiq0rGW5pHrKlJECbUHZnnauqkKGx
kWPzZsj7KgewtwkxOopy7yx3Qy/PDOG2k3QbmTeYbu7RHeYS/K8DTHCXnLfmhnTXtShqSxw5GS86
FZqhb/RpW+qPvmZ/xMefZFelfSoQtZt1Wp5M+W/5JAzlTRke5C3XX5HeAHLkihaOtIScVIK0Ze8j
vxJhz3Dy+TdG2Lyuk1+shKG3JYPGI/gNlE2N5zVJ3+f8wOcGgdvuZDYAK8IH8oMxvFfqOpzWVBa6
RWHtScPJrE/4HlHxEcZoURSzj5uSU43JF0yesJt2E/jMrqxtEzN6glFIja78eiU0fA3tA7v4GfFl
Lr4H1tWv7ywZHB3lcr/poRYczaPVuE13aI3fDOL7W1VdMOKb00ZbYVDkTxOHZF6JN37kNoMwkQEs
QpzGo1KySGlnHzTXn1l7H6c3nxIuHtEcULzm9M5etRk42JffO+LCZbZXGCJqz2/DwJrZXg3tKZp7
Nfor7O98oPGdGC+MuJSPlbjVFr/eMaSRr4kVlmikU9odIzj7pAbv+4mk1ulZz1+C8tHpf6jy/X4n
+99KiStkxfRPe8nzTe+fyz7H998ZDys6mzckKW5xj/odaKq2+i3xGCFx5watVUQC5hF6My0b+SvL
Mu/xP5bOa7d17VrDT0SAvdxKFKle3W8IL9ti751Pn2/uc4AECTaStSyLnHOMv/Z243I303RQx17P
AB8cguSG4k5wPlbqUf88b0wfvZtMpIr+MuWvdfzUoIbR/js8IQr8zQILkja85izfTaQS0WHckZit
G+XYY9tWbjMpd/Em8wgQpVad0ApLWzYmsBlhpYxWX0VFqxgZy923wgUz3kiMQ1+P2ADzcN+qzI0h
ftW7bYBEy8TRo5vtGZaQQKcSx8JaIkz4t/O4I9KnhYV1oYzIJiG6M7f2dInU39oihBna5+QMEAff
S8Q0xdE156U7kFgdBp8K+QlGRRhslBE6XG60Gaf3axjcGBkWGx5DdHCAw+8UmGlyvKXq2US0r5/4
uaH4AJbBEx+T17hTGu+F42XAJJrzcvQktYT7tDukqOlS+8SZSKwkNiADwuBHRd5Tmhxd1bm1WoA3
f0p3EpSk5nYIPLFcw3wWOO75OrT3HiYiFnoVUHdEF/wLUsxKAO2ATWUNsclCZu4+gM0aDLeZKNR0
0Vlp6l5Rbjprpx58SfU/mk5q9Ti6dHf3R5ndl/s79rhQjP92GfAvg/CYIjmnw1UItIOO1LtqV5tv
ZOuD2xLNPb1nwTsdfLXzdKQPKfso6K2JkV1sJ9lLF5+ReYvxtUW8NO8Mv/ck5OeIMbBv8Aq8f3Po
Gn+oAOHMydrH7NULG9WM+4tovC2SJL1512UKiNRvY/4QeyHORKe5iL2zbv61z5QTxADSWtAKNeVF
a9gheVgOUnlX6kPW/BnBGSyKtDWdFD9xdYu71h653Fq3tu7Qb0p9txHxbjCxAj8AVFlUXUvhj0ob
khIOnjLVyNLxeAo7H6IlkcRfDz+B/G07B/rcMLn9K8wzvxl2mJizFgewK+Q/oH4JDR/O64QiLeI2
EIkG6p6QExcHi/qex56uXar+FIT8iUhTg/KdBgxcwCUxAIzjMrdYxARIFV1SYp2dj7q519SDTbAi
JSMaZpFjgdMdJFHLH2b8qo2sduYPDBWxEX+v6FGtD2f4jo1fcgbJ1f/tmbFIg6E6k/sL5t5YS+zI
/ry1sfxL9HdBt25AKBmuiA0akLAb8ur01vW1W4GxWXA6wUCfbv3AztRZx5mmNwZ+rHroz/rlbEZ3
vlN7gZJjNEpE0013ymZtVX8WnFhTQkEftbz1/GeiiMlAWev+2rD190jvFBsiNiMYljrLK2AmVYVu
RBpFhxRqnNCvFcO6Wa6CC0teOulJE+AS7gizBNzEOSaB0KSMG9TtJaCsCT1YRCGvCx6+sOZVNaZ1
qACSHlpaKV+Yg2jjiuVHO0CsVNtR+lQiGGT2h0LkSXJRJSUH46dJ9VCFcaAgMXSYNwkndVYzgVAw
kqLsrUhA3YKrk8UVKVvmKfFtVNptiFrO9pD1g91JaGFtNJUQzgnNOmvLjwO/sAmS/so4SFaEWNoU
n+B+N7btCxHPVFUBcDvGoWP4jq8Wfr3FODkMfDVecXPcSwS3rvK1VR8AV0x+Flwxa/SnDHa6yDJh
wwjITi6v4nnPyOnI6xfR4FiO5NzwElQBz5LPlx8+xL0s9CZwV+q8E19+H7y3pKDFJZtsNIJQEIIA
suMcVKoJuGqnxALUYdrhqjadT3k5atW9ll5K4mb6fVB8cihomq/GbwvcRsvklZSu7ABhVhH9bBb/
yYgblNhpP8lGYNlDAAqYKVwvOGi16oodj+Ljg5i6ot5YU7YBwgCNxdu5kCkmRNhjI6xJfPCSoJsR
kh7dJW4/o0i3emhu5NgBHpe2lb74pGz7ekuIuiFIPQStcEAFWT4axnpiNDsCkrkKxJZl9s66OGJM
AhirJPMQgKE6zEz0WtGQqu2Av2FB4MygISUFZfRd9SxfDQ+V8SIn6B6+68YnZJ1DgnNdqFcA6+2U
3PqIdDjx2IAoStbuy8YNpJa/pnKrlxORTbrBTEGjhhClZirfESro2u7XmQ9sNyQ+0jCd4Joa0njH
X4Ejusmvjb5fwHQdmdvP/GF1QK1k8eIO9qNLnyHXAtSBcQ2za6eDuaJRxcsUWV81Fn0NQ4oz/xOy
qLHfcDqzP3ultA8YeXkmq/Cy5Nt4fkzOY0aWGA1QaewD15QjALsqwrznsnY4EQ6z8tY0BEA2P+Wn
Vr8aFdIQkDRzYshHHmgs2Y6yW7cAFpNtMiFS3vKkcKdrE8EOBYcBzGwAIS4s+sylHqzsmgVfBrAj
qcco5g6qRRcJotQ9vSwOxmKyuzPq39OtEjzEYSp+UPdbbhsIHQooqHxtHAfIEGUU6qocjpuzlDdb
L0k1+lZB5KXy8g8T9AJ6SNoo6U0uYeTJdU7fdOUyi5JBpN2R/ezIRpCiKxfOEk3bUPtSJJytzVcb
eJqIunq0KDxiAnDk8RELPwF0v41GAmSLvHnmcgCwJm5W9Ih4VeYzpG9m4xTB7DfqOy/xtnbOvfnR
IM6YicNPQtTjvCKzzQ+ZzLxx8QatAYqEp2Qyw/+Lim8IiFbfMj1IAZQSh0sm79rp0PJDKOuemfi7
FpCdddBCli76I1glRuYF4CfdvNXjD2+ynLnYqlVpnf1Hrb321s0ICl8mmqXCWNfoDKNLBgw8urgJ
CfHB2AVXZ+XwDqfWIs4FtQoaXYIC3GgzDBTfbBoXoLPzR+e9IYxWamlW4rZrt5bBbzL9YoiMKViP
rqVxCnPIKJ4OjYnGWXrXqtqfEEG2zTeYJhURhb/BJvTiYhd8G0JLeejAlvl1Jsj8kL3IlgRe8imh
L7ZCPmHgbrEnrHsp31Uo/238KBqZ2YPGDQNDMG5Yg+jDBaREmvjBGbiSljeiWFQA8yvZdIs7eQOJ
SLzkUPqLWwjM7ZDO7PesyArttAnT4cRoKPUnu3/r+KiLbHIaZYrCCu1sjFnaKACAbS2tHd7ipDoW
C1qTH7Jl0ZNLzTnBESJxc2bT3cDsUFE/9fPXtFeIWf6szwwHyFC+zc6JCiAjfUQIr2gzwjq8F6e1
mnhcRysa0iRMJTjUnadG1BBRlwzrIVnYTvBbyq8CHVIaurlIxHBKddPr3AT8dDItylwKCRal8mgN
gIC3saDvu/VmFSSacMi/wvrMh03rhb5WXMVREEUn8hybNVIbxxvmvUqIRXRTY1eOzgJiw2Mh9DEo
I7eKtmIeo0nZB3eM+EezO8xEnX+0QMAmXW5htnfQaNvFm1OgSODLR9JEfTxKZOH6KE6qfTPLXZnd
1aZY98o9tSyIa/QniOZHrToQ6LlmEYouut+gOd+q3ZGPxKay6dVTzhHYMk+q2VPLvgNiNX5rrjTx
PTCErzGzzdWHovDLzAlecRVG9PIizo2ufDj1Ufxiq9S3PnnexBWQ9bdcvnXquWpGGrKXXVSVO2uR
N+lCwD4ugUotvZG7a/VcUnqlC0IAap2hCUWgEJ3qv/Nm8iidyXGQLn8NKjLL2LXhR6i9NAie065H
jvwpa1+Izv771YEroXh1SJiWZzoUcLZ915hTSLCQQKbjABoPbGmy3ufuFmMyKvMXyiQLn1eveu2H
P6KZWRQYlzqvrN7GTb8hbHmFl4TsLOjSS1XJ9LXcRU9k5VxGgIz6PQmfRc+5j46EMzqf3gpe9ows
zKnBJLogdVe2TbGp7dey3SvJLRqeGq74MuzIlCC5h1LQbpuwagxrtExa7IPQrtTZJH1xYqlCnN/R
Jo52ZcHTQc3UQmVsfxxutDlzEldrySZFz4WuARJvN4R/KKv+WbeeKW9JNLNZ5vp1lLzWxa8ZvYTZ
x4xTYQE/GsaXhObBaL4xPjh/ivwlz+cGnUL1Sj4QasGtTbjrUw/9+KO3b79YejRaQW4k9WD2OLfz
vUxvBFPq/eTSLbCO0ZcPrezVJpjC6tdgujNxpBRvXACKtAfu47DwIOOw5R5styZojJeYdTMlXjp2
S/nLsS805GbtRYN4x7aM2YXtTEaI9QgCnPGqbyQ7tdlpUP6o5BGq0iJl8dF7bLDO9GGoOBKgwMTj
NdvGXifbzLRD/rcoLsTGS246SnGkkJSqEatszDJiavKsLmBwlKs2sNDVpy6dBGblmOigxLZwxcVG
BeclaDdIMYVcSFK9MCIThtTQmzjBrOBLNl1U7atU2D0QabBmWAxXJp70hiMwS36b6SYG4ikHQGwG
oIcUF/AnXKzzV61fF5NsnE3FxLSgZDg7SB/MQwi/Vuu/9XK1ircC82Mtk2HNSz9wAhZMPVi8AUiZ
ydc2IaqkaJ1U3Ew2ugu+Fol1Fadj4Ks5UNIB5WSj7i3cUTAL/a/dfkL6OxjfiXLfAv+31NF809MQ
nwiqWnX1cf4HZmvpDL/Ne4M1Qaf7GLmaGcEP1rk7Q6aJJdJsnxGfWIRnE126DpcdGVRY4NDGcLn2
0xVbaHbXehwdqDvRBpJ2y8BJHoMFIWx8NtC34hAcasxliLHNPfdMmOwc9Y0SNk+trwGmIxFpNtc/
dfWj5ttIo7FzIhkQkZHEj3caNKLQSVtA56IhBUX4o1Y7FsEk33btz4KNcoC8JQtQ+3FwI5vN11je
w3hrlFvbDTfURHIjFoh2vXRXTAiLZoCe/04zaoZg39uNhFkv3kPF0Y7N/skwpLzU9iXWryEdIEAj
ntx8KwS8ZO1/RKpR7smJX/cwBRvdrUgiasCp+WM35JCBH1BBuCYxD7MOOd0O0huGHNzJ4KoTM8nO
QFaVl3sZS3B6attrquzH8UgYMHlJryTjnIL4NnGs1tXaYmGxGdAdXISM8qWC3LXHEAaJroB3H5fW
m8ZXbPyrDDY/6vDiQkN4MeJ8fW3lXubl/L1/zibyovBTLEJsQUmx1Xxjo0tekBxbydMIybXZpokr
8SIAPCAjCFG5h3nk2IItK21KFD7fVOBn9hO2vS5+q6v3PPsANyxEZ8M6UDZcfCZ+X1AZpeGj1HBN
JrMLSXsDhKjQL48MF1nz82ri+6RLSXuhNDr+HsbvXHs6RLrNG/Uy01FG41D/10LiJcYXn2RDuJR7
hBZ/2OEd8MWNrA/V3lZreMVsI7+DYhjStomeZN2sR5Vi1EfE91HHvhyRo/xMhl8ZMT0YUK49avPa
M3jzG3EzbTfdc33DoQZo5E3ytuy2cnMjNo50zZcZ8EPMio56Ip93nbYPRCPcjdQTi9xc+dXQroB/
CTMQmlxyeQlPliMURNH3NxWx+FvMH7ZXkKlo2mTAZfE5fHZQtAud2gFwGwFAfG0fee8NzluUvEXR
szMf0nin7XiWGQ0vsy95tXGo1GOfY79k/CIDqQF6N9k4ezgdCX5H31TKMcaayr02bqXZr9KrqV9U
+T62pAZdq+ipOUfArbLei6Djf3XtE9uFsW7LGOvC0arJjuYsxa12ln2n1gJXubEOsvM83EkXse33
yjpqpPxBeEIrYbFc3irzxZm2qNsM48UA5DKqgzF+zwD3tXq18r344MxjY3ETUj4SfCv93GiACneF
43mKflWo1AG1mLMJKnIS4CXWOMNtVK79m128SN33sGnofuPUpcAs50jR2LR1ntOYwNZ0IRZOPy10
GpOd680dz3a46kffSU9w1C5eRHRIE+narpgYUxYz4JaxAqS4TNkWjRRPuRFfBRq/EA7A8KdFZ7Wf
sV01mxibvH5Q1YsT4wjYa0TEgHB2d+JjAXkfCejEor7we3Al+Ggm/L+lu2Txr0rM0yA9nWGLUFpo
ogsAG3v8DXIQZuNrAu5HC6hPpM1wUQTGlzN8KidDXzmoZhziBU8yaa1IWqSvtBBvyXrhrWbapHOR
2wnGqNwI6r7H04WEKpGedFP9x3Rbzm+5aUtK93TSmU+VLInZBUWpyoEhYvG8OfouoVlRtrshIWlj
+qrZH0AksfIef86zN9I2Ub4mpKEnPyPxP462xZ24wSRHAukfKo3Wq7YlUjHjA+wKXVjrMJtGpwJu
jHGHXLO2OSFE5YWZCN/QkURxg5vymf9GpsZYM5HtEuczqL6T5TdZ/nj/KMw4hECfar8F6qUYyJ29
ChsYIwA+UhHanm0F5skrlH3JxmnAWs5WDF+XEtLr11q2jpiuQyEmpVCL/BUkiTs1e6kbjswS3XN2
iftdaRxrAlic4LxoN3485WQhkUdzEDs3GUZdGZ2jYH4rCBqQCLM+qDATXGiRwIHqNx2myki+Hfvf
ODA2Y54pN2Ti5jaZBKtlOCHFHIzPouOqlt9Ii6JPjPb4SNxdiuqPzYkQAaSKh8JHPq/v6i39Sler
O1lac22VVx4XmP1E2wsRv+Gcr0p1reSLnH1BIiE+F90WVnoYge8b6TnLTD8S1kguFgWdcW2/WNKO
bE8c0ZiND6Nmo4weEBj/6MZ+pJW6XDepq2sInzFaTeV3dsqYm4N1R6xDdhdHwJy8D8GpNT+cZmc4
mCFd2qYIsAET57MVzbV+sfVfAI6Uo6fnKULdgqJ0bWR7VgXhQPOhuKl3cgs/JiVwQMdbZqda1cjA
2aX4DUoeIwABcrqlDKxyIa3XyH1rx6JfeoiO86deXtVnwFHrHJBKzvENBG+lKexJzi2N/9rsoMWb
sPRhWMLyLUfgv0wc6DXTMYgv0lT6BUIQbeuH4hksjtiacfbqxoUkn8hP/AUPfYf0DXE6IhMXiiFR
IbnVwQsbQEv5XjD0aRNKs9EjEJLuLYzWRCcqyKqHN4QV3IQvaCNdTftyeu4FlWty1Rr/xpgvmC7o
XvLEhDGnRwgnt/+VkQYKGGP+sfia+gC7Nuwl42zKrxxs38WTnnrMQH6n/3XAAALz5PrAgd5CiBMm
CouJAj1St3bw2gzfTvGbgssb4KObbKYpHvQEgoV+rlVY7ebx2evko6MCIOMlvRHPFTFRMFgMqBkW
1MG4enRC8eUOLDJs/FHdxcRb2rdU/afYVzPHV0ycvk3XjhRQaRWDXivnUH53mmdvr/rtvB2nI+E6
qeyPy2lwB9iLuyy+Wma6gUADudjSx8dxQ+kpHkWA/UjxDV/VnvEvpJqgbvTgsjAsivI9MtyAFWzP
HjZZ9y58LmGOwj8EHzhN/NQgQ4uEEO48ulBG7W6wKMM91Mk9CT+GEY7ApC/qBn3IlXTsRsQp0Qb8
G5sLpdYbpo+EGEZOqvHQmP/ZQgIOJggw4PtHAduMbIprgN852pGTsxu3CPWyZCPx2wuuKc+6fErG
d5ZAu9xIJgEcoIJgLuXMppHtLJMKPdbmLaiFphBLzlUo9W8g62uz3nYbyowIJ4FWwphMIx1lbUxE
iMwbTrBScaMbwvi+O2Swo8Znyo0QyYdpvgqJY8IdF3WSm+ZPaHg6qcm9J/ECXLUsaE7fqz0JLuy6
sYPFhkhMmvdk1DSNdZCtLY1IU1IIfTKhat2ya23fDL9nJBWxdOJKyfJ3Nb4DwCOLZ7vErZgz76zi
+mF3CAjJWG41vvstC3Y2feTxpZLuffQ5ZGcaiDiNjiAc7Xbctrov9oMyc1F6DfVJXaNpL/xC+7NZ
ZcruuxvhI5tDRh4RU3y7NQd1Y7Ynq+fD1V4gHTi7RR+oEAE7svdB6PFKApTnmQRnX0XhLiJ0X9mM
49sI3DUOyDXCi8iy0MyzYxILt0/JyyNIkwJ611I/MzhEgxNwInug5KKuVu/d/KW2H7rn+AilhGiF
bH6ATjRWQOQJLZfGfmjQL5qUVPLXY6eFVwYbvTVs2UsdYr7chuMe+MOSzniNAbl45EiqSFqixJFT
dcfmDQ8WQYdNh5rYS7Vz2xOJxcHlL2/cRWL4MUGnS0SKMkVK8fDH4IVLuXxPdvy/Gjf6rQpjbQQw
rgjIsNQ4SH86NzeEyfFXmJiI/M9P83CN+/ds+CEzEPNACITIe4ausqVwXOq+ku51WjR+46eg2zPH
NzfyskcuuxE2hbGhgvxPV89IQ43Hseirfgh6SxuTF+bvIecNgxsSd1IqXhMX7gFp5HAtTHyr0jZu
V9QozexEyYOhkZzTBP+i/daxp48vYgMeh6tmXTEEipKXyNeNvy7bZ2ArChuF2KtzLFCQaUSNBDME
LrKWIniLFE6IZR9xxuEt6r5qbLiaP2GQ5+7lY0TAk/l2HjaTyodj4SqJqL9G1WaZNqFguVe8gRua
GGPBfugP6j2ExmPIfuqaoTw685iPCtMszY9TO62d7itEHyP6+35lY8vuNDdsaqPbO1vGhKl9xTnJ
8cwLgIiM/Do3ltZRBU/O14iNsuprP7OP/IlohxQCKQGy7G+7o4pWyJhokNOubDgyDCKeK2YNAQqG
0dHhIRCjIamObtNwSRA/Qv82STN3cgRJIDnn/WP66jJa4Hw9uTM0qO2O97kuPyWWy6H5VydHwU/Z
CAtI0F8xGOTRgedL7NZqf05N6sPhCLXgL/5Ht4mQYEkz10d1m3Qa2YNoLSEI76/2+MSiICHSSGY/
Sv3X0PKFn3Jpv1RyhAgi7ZnvbfTeDE2t+Rw0ir8sIg/YhYQLgGE3ofq3uKs2BxARwm38KQRc32ac
r8nVzp1LlO7t/HNi6m6rBG0DXsDsXaAOBWQxvwkjwYwaulpNJN7YwyH+yDwOXFz1A/AYJ38Wv1Ov
sxppSY6p0hi4a2LcVspnw+3V0l7PO6gbhDmRVBViLhcjp6DAkEDq1T7BFqwOwCr3pH5V1VepPir2
gdY6amFcxqo8+yqYuCmYI+HyXkEClcUnfLNpbmWHwVl2M24nBlFEBtUXDL+x67dKvy2dA7BYgUQK
LHX41WqgA4MiIbixRQFJEWN2VJ3jihVA0TEDN1hjWcv7N9Pt23xt88zUaU8dLY+G+Znb39X0VUCc
reAiWvDj2bUogacIfs1TIFgDXhrTxIs0nsQpz5EnzMIl19A8H+G3mGGISaLXR/WSiTNlz5nT6n+Y
NoVnZlJ1t7nF01+PTJLXlcijuHpwRq+11sLL5jBX3bFpYPzLl6d4S1CRpvafQR27RKRMx8Ntk/qD
XrphYh9xma+pU4+aA3PC3CFTGgDvwLNE2Cv9ZizUgSsxuwGMZ8pNbOmpznlHuBXVpesQEUE1U7wm
YpFRc+D/WPOPBUIivtThjR+RiTH4x60MTzN3++8W76E/IToBVgl6AJRtYh5kHoiZKw1JhYbLSXMg
/5obb3J8NRCBKzvm5RHjIOoo4uXNYxnD+dzFnJOA6LwIoaf+Trmc1xZbW9/r7K+o+BF1ErCXuMhZ
DB/wqEbkybAyhX5fXgmT7xRviX9iB2cfB019RodCldsaoXZR+ot9gNYch32EyU2IiyRafrYIZtbM
XiAImBFZjQ9FQkLsBegflqvwoQp62VV697P9KAkk0ZCTqxTyfUgNxgliGWRUjsaEGHKKeC6oC5B5
/K+J9dKTMBf/Rsq/wCY93Uu8lqB62H5XIBpqfO6nDykEpWUGQdZMiaX6yVEqZMk8qVgjxREnWZs3
k46Bjn8kQuvit4SKCBPULTIepnnR32XcAYp2yAmRSkgDqqp7xLOZnHBy1xI2ll3XHJzaJEyqp2rR
t3W3Tq5mfABPJDt5NXrWGniJnwv29TEVj4RPrUbymkau0cpdPRHBpbs4PJsAZutvhkcD+Ybl9dZL
QogOMIEJAkm+A+MHqTidp5p3KX8uBpt3viHlhVCKlcbRPZU+lKeIL4j/8yYveFeP47xzFgrPmVnl
Ww/jxnIBir0Z+n0i6hdMzuirLV1l8yOA+HcukAIUpjjTfuQ4m+U1FH2Xn00ZTn45cL6FBmI3ajFJ
/GPz/o+LsFzL+nbo1QpHcG5iaCo/aM86NytLm0g1dJXqLCXAFEq+yXWCioDysDCjDOHReG0caZuN
FAUtxwQRd8wFR7RbtGJPDqN712KNpslAVY96eWHVItaOi1RFw3uRUQcVO4IJxCOmw+1DVVYDB6xB
L6S1ScBpgsiTEnyEkAB73Tc3AK7Gz2wEXkU6By2pq4R4tQxiIr/LAujl/B2bhwzEFyGsvBPzFUrM
MOkvj7tcXULnkgavbfSvHKg5tr2zPuAVAKAyrgUoS1pRhsDP0i/8e/ppMbupBwM1aksHQMvOWqMA
Z7vH3ldrR4MvDTdt5eMlmn1k2/30TxysHbUOUX0pJFwfdFYUjIi05JJ9Gx3x3JqkClT1b6q91diP
38zxvbbQbRO6oS2fAZSZUfxqFtw0zZRntVNW1vwlFtXKMrxGvTnyHnzD8tMdfAftoV7l2GvmUmPa
TdOniG3LUnZEJOW2xw6A6IkX7m0s3gI8lrnJ6qbw12qZF5GUQJn7rG6jkQZ7oKBwXTO7Fd2XalkE
i/ER6QVXvVF2cQVOTEHs9pOZIysh2LvbFywmVH7wh3J3v/K4wS+JOC9t/DSUD8J5eOsClky0KEjR
+jvI9YoljwPCIMWLj9IyYXTgqxavgk1IzfT1HyKaPxKJMq5/ORHg88m09tr8icq0tnc4/Q3rEeb5
ag6B/cROmH+H8Y8mkN3wLUIC2bcOnnzo7/yS97eehlD6BEoSLMQfjc8Fy4HevqQz6jFmwbkjrCVG
vfLh6A+Lxcm0XoTO18kvuvw5kn9k+XVNcikxw4qnDSdq6CTFhzeKzZ+MM22OdfjlV4J00bLkO21g
9K7fzV8M9Tpp/W1MQxC79RjKPDStS4HZWmBJICgS45oif/AeipkMAAPdB/cTwWDUjlWYUFULGgZt
15J8VeqTdJGgObZty5W2XYrvHMLJoE9TyKl6oEMk7ZTV3MHIGBZ74SPdDfQGlnTvfKlIDWLjx0y+
gvo2z6h4Ga965mTZHxzgFDrZ8N+8x+yL9UjS8Aris3eJDoW9WTgS9Ohcm3z11ftcfle0viXoENWu
uijD2yj4ka04HRX4nWhEDms9gVFoZUQNEq/afym+/oC42CDrNrNKMQFupIGT9TCM6PmZtc7vVpC5
GkIP/lfcKIhhb0p1aOR1BRZjhVvpN6iZYOglC1zgmMkvm10hGas6/CkSh5kYkRSC/n7bug7A6EnQ
YA45CV11LfU/ZaJRjU4xffAjdvRggXWsX1LbV6/6cOv0S0mr+E9JGFW/Ez4mlWxv5x3QbtWWF95y
S72ZzUBkHhjKw6z2k4Tuy+3afd5/18S15XnJ90R4OLpJSuVKYSbfyEISezD6VwwfwsO8f4dbFx5+
HU/ztEICCJUc6jSsP4nbdYT5ag/pqvP9V9NPjSI4kH6UYisAYMD/KH3MnuaHTFgv1HgJ+jqJ/uLx
mjmHwafDHBqlxmDDJrQarA34UJtuJ07ZxGTU92PlpjpXvTiz8mjIWxAwE7GA6kPn8Y3tgEsbpAup
I4J5qCAyqm0yAjl0g0XEgTFxxxeVYC/aM1N0HviikNGkX8OK+JF/QHpB7dazh5+HTKCrZrK4Nn+F
9lF24Lty781SvIlx+CFoIyKC4YyBg++9x3nWiOjw6iGxdcjyQVMVHPvUPDtvcke6/0H6BwpPiEzc
3sPyh3ZK/ip+hWs6enn2W1C17gxLxJ/5VuW/COCQGNC6JJEldQlRMvAwMfu2D1ZwQUAH3VXwpyHA
yRQfneynWl7+H++LsF1TnQsUS1ihlP4ztV1If1TFpaB8Mionu9m35jOIqQP5s/iR6bfZtdCdtWYc
yZbrFzAuRis/YjtV2s5zBlqdM7Is1Cv2NkDvHEBMaIMEc0Rf8Cq+orUvpYC5Ef1VvLcF9MvN3I8t
396LZB+l7EzaBaynMDvjvdYPtfJQEZ8uQIVN1W0SBEEqT0i4SUgP4tllBet5B/5jCEdP1EfZbkVw
lYQYtcKd2dViQVqzRDMDQRskQnou/RCWiyCeDQg2OEemZ9lM++k5uxHAn5ERkkJ0jg+h4wPPUVNS
S1g5OI+FAauFw2ICRk2hcQEmt3x1Y4TQaL+Jf0iJ4QofUgs5J+p0kqD4/Yq5EqyF2jVXql3G1U1Z
HgQuTUsl8FIW/FNrXvi/aXknHRdWiCSNjB+kzj+U+lVhr2spEFiEJYyLOyNqC8a1wD14VPmD7XNH
YrVWfpWYM6sjjO5U/hktRk4f1qQNFi/Iv1IZLyNLHyydxRutLSI7k7IwE2sxYVDDROAhalKFMKyu
5OY1WViRr6hcPP8JMEEzo3eWcM5yTgkSuSZLXqs6sxhNOymcTuh8V+VPzBDZHjrzlPsEeBU76vG8
wSKIzxdcHFCMAvgqdr2cpWAmvKfgCUUqqHjCmWNIfq7tlu6E6x2fMPxadSI+Cw+IWW4KEfVMJMJR
MpHaeH1NiME+w+8hG/cIBxBppwhKnfUwOSy695rUDAhToLTW2pFDhSl/086H/oFv1GYNy6wrse2r
oD+ALhmYkGzOmm2CbEv6a8d2G1Xpmp4xcB0U5Xg0sDqUdw6WXn2JzY8is3cqX2ACUc7DCVzo99VR
l4EJDF/nCbBQP6n2W4xVxYF4vnN2p3G+otidEJrXZT0N9ygiivmfTZp20aoulV4bSqqJ92KhMTlg
PuZ2C+4U2xeNyy0ly6Apf2T7Io++pCDzdlP7o2EY7nueMe1I+pxXg90xHnoFZa0b3kvP6d+S6kEl
BUl43boi0XNJ4GHIutlWxWl0JPSjoJyEc9UcjcQ57xz5dflPxSVuFN25QBXNATIiDlXBjCMstURy
qnoIccQuMzBweYuJSLUb3LhYp3GCyKcm2WqyxQP2m7ICSqTONBdz+mgLkuU+4LWlBEG2/iw0qm0A
IIGn4vBjrM7qd1Rtidsgvp1rgF2kJBrPa6UIIOyIkWcVDIdPZAL/4uUKZThDnLccjU4MW9fe5upi
p6+j/ZsMP6O8bCkHYFirMmRe1t0IOQcUYpnOcu+zZecBgzn1ITqOACQr/3fBDHx/Abej5PJAkDCQ
tJpI1XQ7uskDO8JZdOs9pr3gihI804CsmekhHtThLyfeJSr+lfGnRAhc8w1ESnKcQX1xBZpws1a/
s30mUS1SngYdrs4jkRc3nr4Mss+7k+Q8jf6kmnsVT0Dw5mgPTXryoC7FPUkR/exsXLcXVd1gJNTw
h6uuNYY7LWMIQIVIma5L4EhcXDTrM6Ss3UJFJM97aZN4deKzSIoLVWx1/OTowTZS8FgQbrQDniz0
+oag27sPWfKESUKV9nD7KkiNkhLee5FumH0rZYJC/8jVo2wh9CFS40DROscvtBACJZomYHl3yOni
dfmpQkn2EdWgKxvGpCGQ4UuOj/roa0RD5vGvomFEV+5m00OY4YKaXyZYosWftrWPOKPa8iCauxFe
P05eBXA2M4zG0J4W67W8IKPVSSnrvAppMFG+XQbYETNcmh3I+ysZz+tYOY8yIBQgozORcPCwuAlK
HpUM7xy3JGIaxnLGLbAeZzdvOaPFDqQVHs5oEazZgpQwvVZ77oQh3gLSp8t72xImeSq0W5Y/erIE
4iPuG6n2DB536JyN47OVi9WIMHsmibZ65GzMlPtgnPvWixSt3rZi3VZ4KOGAXEIokKtP5G+y1LXJ
K+EuU/mcQEUs9gzhVOlU0L7ctenPUXj/DLR+2q495PO2oY+N2J/O5uyGNwm6f3n7M5j3aB1up+U3
iuhQwX2QbhzjO0dF27z8l3N3QB/YiwuIsdP2g4zZ44CIgeIHgMi/iF3NpuuyP7csVba+TauPaLor
S/k/zs5rR3Isy7K/kojnYTXFJS/Z6CxgwsxoWri5jhfC3cOdWmt+/Sxa1vSkALJm5iUTAVc0kled
s/fajLxdycsXdQfNf5mCo/0inK06BQdLr1bOSCTWcw3jdm5Q00lmop1xiWqNmtI6KQ7C2pnkxk3u
Z/DTLOCkp0WCFNtIyJz+W0p6WZWyv2ktduc8HSL0IhoUgUu31iROk1p2zNYC1B5UAdz/eGG68dKh
4s/piBXVhoqRqbuC/k7aVmRm5wQrUvmsN49wQdsVj6woLyYGLWjp8tCiP9e5oymHeLV7UMEihCj8
xuaI3nXRcRz1LvPpBTryLG+2u/XcbakIhaxM3kPW/0orKBP132NE+DVKXYeebKwwMME9UQ6cXG4V
LAJRbwURhfnPSoDNUBBesXxNvBKGZFwGgpR0ZfNBhZsy8woE5G+YHCHfZx1dQwAHehLq0HFzH7NZ
8k3jO6d8EKuL2sAg7GMiggvSDggwOIYQltB0rwaKoeHOABjuE+zRD08V+P4CR/DWeMoBj0X3pk4d
brzoxZ3GGbxgqxD/mEAGovFl34mGu3qayNlhn0Od2mBOd6KNqFZDcxFzI2LeINqvF/6YAVFx39HE
1V8dBhmOOW0zNw5iFjDwj7b5RCAk/eY9/TzOVcfSJm5+WcILnSsXnuBUy6HOGB8Ssaf5oJJs8eAX
r7fJRx1Rex583iRnJjxwfOZJgRdMhKtHFEEBLPZb71rhyHczdY/qtlXvsnY7StdrYEtuSo9ft4QH
QJXJSHaejNdmcSo4iwyGivrZpfw6wcvKDh33M8ALiD2EQ7e2VD8SqIIwvCB8H2fJhjYD6gMTLZ/3
4CQnORx3au8C3p1xL4gzUWgEBTmRzz47GO+uGolZ3aRIUcrN9Eh9hvykYUn1nfmIg1wUnFuGXh2/
y/4jjJYdxq2assNDFRxV61oXr1mJXmo9Qw57l91aS++prHtQfCDJynVuu/CqygLRuet5R4ohffzD
mL3WIZ1mzLeGyiT3ZQ7XqQe3odDUezdofmgYQ7ex3M49bRcEajIsa71iy0DxOjiO9YONWQOWOomn
Hq8JYIYEisTO50UUx5plcAWnM3ijOJTQCCCCA8sQMn0mPUE7d0bcFDtMMmHzUGunUTxJaBV4+1CH
xt7aZ8B2lPK2ebGbhl0WPokx2VjiR64/8nbqGvYqlJzzCXZCKlSytktcKVBqhmkD9hZcyZneE6vp
fOSa8ML0C1JDvo/6e6Xh63Lb4s4htTnU7wftTUdrUjO2w3Y5WeHCsV9HNoIxoUkbz9s1wdEQr5p/
B/5V9XaFOCbWLkqOVvjkyAcEbC2MitdJ2yJGDoL7mDq+Ji8+I8DY8VoXzn1AWcWnKGp+0Csaq6PS
HEy2zvAkVG+LmbmcyNAaNTfzkR6JkZIoqkvlxSY6dcCd6FLoEjCPKsJul4IDUYJcRhhPg3KZpq0i
XnTEMAmVK1WhSpu8DvlTwWkr3wNNi9t5f9EF/or286J6HJALq/1PbqjSkiKxz5AjqcDrK7Ig7BAS
WP4QqF/kdYNwrK1dF2y8cpWLBaTqHVjIBHVfjoLTUi8ekNtmOwu/POsc9qcJoYm5zvK3UVuN9kMu
2IkvWWTpcNnNztYO6j0gTL1+NcIHPX+cQHHRYFHWoVglsIfRy674A2x2Wx9I+St1qCkhwK/11jnP
OqWSPCLPd7p3L2AkrKaEgI5XGyyBtVRTt7cwJXCdZYe3D5QDFa6ovwbVZcA7hVKzQ0nDMRLYsDUe
BkKrK5AjFFaVFiM9hqvoAt7Abwe8tCtHvmgJW65jEOPYwiORw9CwsS76b0L/irjWHgOeKt8ptRCR
485jvpAw/C4JCiWKjSvb2KbqI0GRY3MB/FybR8pYk3UhQ5EKLF4qWPc34XbwlfQM5gkY7Fs+/kw4
8FkpURnqFfksWpr2mHnNYlkrL4CScIlk+VWFc5I+tfLnxFugsINPZwlj/4g+IQzZ6Wg7gpJj/WmW
1NmgVR/5k+RwwlimKUdPgCY9EJaiW4FYX3r9eW5bpEa6iPTPOSck0p7G4AEtteEjz4UCcOy0c5VQ
FjmKZqc07LTnWl3+M8Xcwkbfkhsmh7ml1YYAOx8dmKjcam16SZvvTt0TFESDhvk7CFgMHEq79sFr
9uTQ8LREu54P9frDKUhhBED75zfGxoGRAxLFg9V4njlXILGaudOQlN9rCmRJbS4alpXIPFHhGYAe
af1rGpnfkxmM4X+x/MH5GSKySdIn0J/+FJLRcLKSu0R9EROQr+Eh2il8uH6Xk2BLE7sipP3A9ioo
LyO1rIZDbm79dNhc9f7p9uJQ+mv2mk8hnyFP3OVDghR98D4zPlYPwn5ucDfKE437Es20XSJt4URO
nbXTvw9aR6EBeMV96lbDscxIk3I5xTFdtWytbmW+dtlS90iB4QHCBbazj+lu0Kv3ii1ND7JRp+JS
9ej5WQnRXsfJD7xfaYIYe03mjifmh1X6BwEDIsT7Pc93Pq0k7p5unTVto3NiwyeN6aSCacDEcdTV
z7kQDBiuil4M+8TcVgMRhfHr/NCxUtb5S6BQfgfSPnwkAqMh4LdgU1Gudvaie7G5Mu1lbk3Kee40
z4FcmJyrrX3Kbg37c73rdea72XF54jWZ4i3dJSY2ICLsaEjLpZgzgtIkzwaRIozhJwxtwD41iE42
U45DtTrbaeqeG54PT+SnIQUKuOsvEVp4dvdH0b9Nw16riGtcsQG0VQpxxD3Q6qt6fnf/VfbQTNcU
ebwS9SINsl3MhmHYm0C1D9OAToHtM6VNCiUOIsON3AYMue4+Tz5N7X7oVnBPnE8qrzL/LPNzHF4H
az+266Y5oLTv0QzWaMCU4yAeHMqgBMTVD4JhgSc3+tJUCoA5Zaf6acruvQ+zX9ohnfaDHVyomHTZ
JmFP01I0CUkKyj+IsaVNnXCOog8kBJJEuNI0Njo4VigbwQ6k24jQwSRw9RRN5i4ivUS7a0bKRe6U
rTEdtAoSHMiBSKaMxwxxeH3fxZcweh2RjtQxBYep+16Zp0ZBFPSQIXsA6JfToLyfs14o8yjNtRz3
M6ydTc9AQNGOrp+US7uiK34O/aunPjXle21cQ/2nEsJKR2hf7GNOXy5/MoguCn69qltN3cYXm1Iy
bGNo8UcvA9vymJQoJrFpUrPutgxImGF0wEEWg68d65eBDX0FlKVd487AHu8vmvlCrC7YVWAsbPXa
gclhMhqpzpy8AiLy1iKrm+czfG/wTLhzsm/jDZuMYEdKRLQgKcJg3tUPHikP6jEM0Y4SUyI3Un+I
lGeH6R/U7Cw33GpU9eqBQdOvR8I06i8RFW5Fv8QaN/Q5UlyHPXCgje49DPmqVcncWce9AqznKMPP
CT1cV7jDyGuwKIoF+z+8REWyZfa1nHePzmT0aCcuQS1WuSO23m1Yi0MoAnAYkdsiBiN6IwzfSmg3
GPf78hi2a2FxWjxgRrXS61CnuLRmqZ6bBW7B6VyyTx4fm/Sj11mIpcmpaUZD0etntxURQU71NT/K
7t7CwV5X74qxsodZp4nYpYJ5YXUXS0dJE51Kwatl4/fEGHXQgAPEEJfxPmKtBj3FoPPQwndI6sUW
jibHB0GuQ4dAEisIWJe565ieFSUig/Ew0CFp8QqH3WPD5U8mPs4l3KruMYoJQqUUWIPom+S6g6Bd
rrthB4zLj9xYXluHnQ/7Cw1nCS7ADoZYgBgTU4t5BN+byrUB+aHrDorxULTvqQkw9LGvd8qYcDp/
oWEY4Y5hfUpOCGEb42iir5FXYghokPTMnZDH05BXjT3JniAXMX5UxcGmwlxxs9b9sDemYzGcR+VD
mVO93xPbpX5PBv2kbkT0hlZHqoBNsHHDcD074zpnfswwGRgYuJ2nsr4f92H20lO0oEatUn3nhbKa
L5iQFmDNasUCin6DilECSX585o9S+QCEG6ocHfsvO3/BTtpSAQvePYcXfZcAyBAovdzC4jfB0WBj
GZ3Iz5R0O6L+LIe7oXzM+6eMEVMXkI3Gd0VCYcR/n4QfabGCWCt5ZsHOazaKTmlGftjW1aSsiI6c
IwPyGeJlCw6ySz24Tu2bCbhF0x5IPGjkPp/2jrETWb1AJ6vWywXiIaJkVMT3c8kXwLxpnwHX8DZk
SC4IemkQSZwKQL0+5bqCA54lnnr1fso+iNubdzm9sVFYnGasYIQth/51RVuUj0T7PfMfxvjRku/z
kKUWGz3PPmriHxcl5xWaRdTazepamXtNvyP4a5rnCDwyMnfD8LVFapWywrec/pOAumj4Ou9CcR1w
+IVx5rcoLr48jtlQLrRT5z+n42diRcs+pMgy2ITunU0Gcb4aAGolKRDwS2GCKLar+3G8kuyaEuAR
v/ME4GkT5NDTpxk4WOGKQxUCMxTlprVOAG3zUwzsBGfOfQSnobAJ0932xBqzIY39dwcpHrtR5O68
rhyIeCiVDh9GepQ977nphLqxe6bLkfKZWpO+szlHSrzV3h1k3rRmttvGzmMJaQuKjP6zyp4K2hQS
Oa36wLmxAAJJZz3f8oIX4pmrT8I9KeiM03I4w5FuMB76rykRYB4UZbrYD46P8x2XwJ2B2xz47dxF
iT7q/pPb2PYXae/D9FF11hRF2W3a4TXVL9wqWzlSIA18wB7HzIFqfcSOqbh5eVdS6/X6faucqeqN
VJ/sapV1nqvUVxC/LWer/MRUTDA2dWDEwlU9t1swO88vjo8tkDnA+Mk0yAnbJyY1XNYm0NTye6sX
+y59myhJYknyN1MPXuEQmk8a5ZSWBkMPnAdPnGQFg5p2CmKQAi+KtUv9nGIIBxigvgadBhpDKz4R
jFaleey7/bSeoh1/Ohke590XHxAGxcw6oaVXAtrf6uJSEZbcfWrjwVOeCnkenUNdHKzujiYCUNR4
vIT6pxk3jMC7qr5G9VVXn4rskvTLmDpVhqRxyRjxBzIivjTvyUofepa7YK1MGyDzVfGcxx3HLtpa
PvBeTCQNPUDj0c6vo30pqPhH6Z1ODRIdr3gPYD9NeKgpy8PZ/9FN23hCtLTh9INvJ1fvo/I0Z/Ka
JM1N1NXYVaFmhrKsoV7u4I1uWvloouPlLjOdJulOHS66diLgx48ehTetnaJw9TgiTPfcI103qKBF
7BT4G3xPAFGsL6k+6ixF4S4335JULrzePun1wMlwpwHHNrZm+cMAYe8IZStbKvPyrqT3XWCWY/Xj
5IXWhaheZhK6vP1Xp1wBd4ngPCIzwea7Kqv7ok+WSmPT+G63lFmt7ifwPsRXcee21MYb4F/rGOCS
UjVImH4Oxc/CgAvhNsY+wUE3jlixvgRCgMz/RJWveFjvf3TFa9tQB+ajU5I9s3E36WqhlIvXTvCi
wufTqQ6zmVxNmVtFhwbils3QBjMqLQ7Wdz6n0nFBg2KAkyy2qsbhIqYa693B1DTiEzaAujok8l2Y
RKWgY0wOU7HtrVNJKVrVX2LwIbD3IHYaq8R8z2q6WFQXEUM5MG7ZzsevQ/KkSSjqeN0Eu/yR7Dva
JlpESRYZvXYN+tde3zgDZ6HH+C23EWk1zDoBsKj6w2zZtChvE6ZjgaZEzkCgfk8uMWImu0K844Zc
slmxzlcIfz5quKsR5qEDE1BRoPpDc8kkU08nv7zLgSQpJkci5Uca/0BpxkGloGKBZI8qjEPyAL05
DHaoEspopdI/UsuEqWvXk+rVbxrDHdtd0b+Vc+2mQYvXXoEcGk5HkfnA2udRuE7Yv7XGm0cZbKJu
s2h6GvAco4L4acST4e3tdFO1G9JVWBRZVFm/ggyBhoHCQ+c11J7NkY1ifG0hzrBu0Vr21dNsUsyQ
itCrZZDplNiJRHdnQDfr5jy/+mj2Z519am4DkinYQBg7zsjX3nqaXRHqBlYYnBv6oXwyf7izhl1R
PudsTJQOkc/wPktrotolTJHqP0uDh669p4hvIRDvgtno+6zMmAzlI/K+JOWsHP3RMe9eJkxSCtXU
lunIG+6F/iTlfa5SzeDeaVRkmABJHi0RytFSEieyimdMgMeflU6DOAcR8kxJIhQgeakVcuG2Ufqc
Ts80q09TuvHNgqPoayPu2FOhmq5Ze6fJFcz2AfQKyj+BQ1Do21SdQ2vHyzSLzTUfF7fFskvqma2Q
OY78tCJfnJfWaGaQRknJ7av3f1QhpVsE+il1Zcd1CAAg0+kRzVo0vgzDjoObLc5Kf9ePP6vyzQk/
Pc4gpUV2gdxlBfaO+5yvkx/SOQCeVZ4cwtV5FbMIqFg34d5vTqr2RhlsrokRPf1d2+bz1z1j6Qif
mLMYkduzUmnIfjhrBkA6FIpF9EToWEUv3375j3/+1398DP/pf+aXPBn9PKv/+V/8+yMvRi4+aP70
z3+e3rrms7z9zH9/zx9/4p/L+//58MtXXv1yvHcf/vY715/56S39rP/8TfMV/fdv5wr+dYXLt+bt
D/9YZU3YjHftZzVeP+s2aW5XwmeZv/P/9ou/fN5+y8NYfP767SNvs2b+bX6YZ9/+9aXtz1+/Wfbt
Xv12q+Zf/6+vzdf/67dt9Zm8ZT///AOfb3Xz6zfF+oeqqpbq2FJI3TSExu/qP29f0tR/CGk4tiNs
y3LoO1jffsnyqgl+/Waa/zDAVlpSt1QpdM3mp+q8vX1J+wffqjlS1fG9CUOa3/73J//DU/w/T/WX
rCWeHiRA/es3zfn2S/Hbw54/mSksaZFDDQWTv6FJU6h8/ePtGmb+/N3/w0k9W3fqBr+5rWT3Pqvs
EEzJehriduMXhrnPnRrpd1hmKLBLtidWEULFdD79NDGJpGWGk9jzEVLiTLW6mkHGcc530h4F8Pp3
9/VfF//7i3W0v1yslIalC83kkzu6Lf54scRxq1mswwuKhvicplO16oKEYEPbhB+OZndo4xHm03Dp
A0hUtjfaSxBidNWSy+CVxWvX3HkyFMumoZo+f65WafWFVNV8qWj6ZvKti1+QLpfzf7NFDhnFbNE9
tIrRQAfKSVNg04berr1yo2aDuZeWsSqVVFv6fe6Qwr6xoxoPsK6dHSOBMD6EBfvj8Kue6abhLNg0
ALGileg1ZhdPBbPNzraP0k9LRxVQWX27MYIKPJp11Ic84lye+PswwNggtOrZLyGeaY2aHx1Hd65m
pTibSY37Rd3oP1h8R5K/II0ps0CJX5KWMj8RX1jGvrNGw4vgceytgzmoPstBaVNVpu3oyZHFyYYA
ZRbmvppMc2+V5GFUyHS9cKSG49vptg/IyKQhQX1BiYV8qsfshzrEOyT2JpEFk9yVcUXeKuFLf//Q
deOvD90WquWYmmlohmbKPz70agik4sQ8dK2rmf87h+ZmmSN+CP16f/uPXoz1vsnVnVdaBUnc7bnP
DAKVe8ekc0isuuepA4SIim2ND0KNjwKIOtiifTiHw6gfpsT6HkjpEQYzfP/7y5/H958GGAU7S3N0
qWm6VIX5x8svbeyJkx6hatOMGqRNNp0kgPGTpeOBZPeU8UKuxwgNFJkbNUHU68COMeMo1ilPCyoj
NM6SmGKi3ioJok30zLnIFv8fVymlrRqWVE3LUfU/XmWn19Wo50g/BkAdCnhZPy4J5bUwGRijHm4H
9W0K4UXibA3Lod1mGqdQr7ASUvviU1BD60v85kHI/pRQ2dsbHn7of3ONf5mqbMtgppwHvqrqqvmn
a5RqZJckZOfwUgNkUDWH9Tb13ArRERRXPVrEGvdrYEgqJLS7sUJxJpaHJGpiuvd8aYyBI9kBEoko
adbs6nRKFVYGI/L//UqFNk+quqkLVZV/nlQdheSLJMwXWaE2GyNjd9YymRM6R6ZrBkXRHoYPK7B7
cEf3QZHuxpqQRYv+8OAFYtuRTCXqHLO8UpKQZAAq6SzICxSDcvfvL1WfL+UP879tCU06GvdVcwwu
+Y8PfqiVMTIGj9m99n/2dZs+Zp3gRKBnGUBEZXhp6jRbCj3Bt9906jsqOULhiPpdiXmeystBcSvO
WIg/l06EbSTNjF1Wqai4SPfwWyf5N4uA+Zf5wLZMSxAPz3AybEOdB9zvViyZhL7haBw6bCEpchfG
oxccTa09aZwycx+r1di9dCJKnhqtYI6r4698pAzu9zR7fQCVoVbr+Ho432S29alN1Rdi6Ym1LFnQ
o2KTdxZ6icmGN7zX50m+I5EgqLH+R403o6WgO7V+jtMoy4AW2/6DmgBLwwSwNmGIUIjSaagnhY1P
DQxQGqSXJG5HNxM9rT9b3Dlxb15S8vvM3MBz5e00etC+bK91gDXMFOSUBjrnf5rKShz+uwmJXcWf
n7hpMZUSXu/MG5I/zad53sSTUdLzFGM2G/00YitDrM23BVHteagTb0HrcPgokpLmPFrr2KIYLvx0
o5qtgxGsd1bCrWHBnf7+ddTm1+1Pr6MJuEhlX6ILoYp5B/C7h2soleKZgrDYPOuCNWtwshWBT0FR
O3eZBmZRNbuDruquPUpAaULaO92K0UHGdffvFp55Zv7jtdiaELYhVcxdmqbO89HvrsWSg/Bp+BFV
2CqShlYVnic9HrfKSLFz/lfTqvpeGaKNVdDpaXS8koqpPlH/oEozvyBkXH71Y4Q+z0sMOh5JuJrU
0kFyVhVwGpR279v91ifpZNlamnT7UtmIrAj+zZBhVPz1oTtCZQXVdU7owjHmQfW7z2L6Tg15LYkX
bZFTGKiC7GAn5m4U6lYPcMuEpuJQFaDrEjU6GVSqCRyioEXSpvTkGARGM73QY2wIN2lhcfQmBm+1
LdzOI3+JvphVinyXjHBy2rbcAS6EqqoVl76AwYeb08YasO/yztoWTkm8z7zvIiW4cMMiHl0l9hss
bew8wCc8mvAxWRHFh59Gh6gnZrJPunkzBX7MeqsrD+CNNzqLYPDf9RFpskatSzjd1Zkm+ywajsYJ
J/lCBB/dpCcbnbB6uCDtQZQcl/vcMAhwb8JTHTEr1B4qr6THQ2I6ke4qFAdC2cijZ6fubSdmSaV4
zZ3sNeoQapecunDph/flgA0nSeGNVubKk3SmnaKHfam0ISUo0BChfsQRD5rDO/pMvK6vNAWl1nRY
ab0BRzGP728b1H70w1Pk1Wdp2WDP8/A5GGFOOQBLVL9QXHNm5PoO1YLbDQpJIarsLj/GDo1NJSNe
QUWaWQcgC5PMRtKeghLI4rdwpCOjFMpZdClQ6KjfmErANjCVd4Y9mkvplB98hmA7TQMmg8FHAh8H
j2mTvaRaTy1GxOn69ohtC8UKVwcHmTUsyLP325X0vXU0HDqePOJ+LKhpJs4Ixid7F0IZLqjXVUof
qCb9rObvWhIlwWQ+1J7e7r2BTpBJwLfHM09D2LPzYjLobCNir3wwmpT+IaGmoH5yRBSKI5MlaFao
ghQr/EivNtKn+SBhai5sjV8fBFg3mr6r3dtcH5Xjvdpo3TJp0qdQD6cVOGUNJI1J1bp11qMnjfsW
HYZMepyTiC/4sO0t30B38Eh0kMbHpnNWQwXtlTRwrHGVK+0wPHl+X7hxTQxNFYzK0TdRKeYRFuGy
rmmpDuXWgU2H5DIyXa2yN+3cJ2rtgYdRUzsecg4kBfQ/GrSywDLOyFj38+GlowsSiNlJotCZl723
FyW668qaQKzY+FIze0QzSbuA/CpgyoEHbc8vP2QnjHbRKzsVryNwGO3jtouMsPgwtxnLom4j2hE9
hWG3THM0GwpVTWWy37WaZuntJfe8Kr+3VNsNSo2Q7ILd/Dy4xxglBqmXtd0fJx/9CzsebRMmPgOa
Q+XelAwoa0J6bOdY2G9HSIXCpO6nGEzt8VkvO2INpllFMcht6jk/uy6llZMjIqmCiNJ/wBltNDIq
mdZLI9LHvKictVHbVy0a5XkOtgu1QzRV2fp29wtBtk9BZshkVhVBNJV3b5f5Wzx1p9yihF9IWS2d
nFqiU1T6yq4k/tDe3PiTNHZRgb+lNRjwWYUHCc6rUWhPWhSCZZrfP1zSoNtVgRgHkXKW45VMyF9f
G77nRjVm6jqEjm/ne0vTivPgr9IIyUMsvzg7HCItyVx/cFaZYs+IIlzsnmktzYKqXlwH1u63uzNY
UKwdn7b2yMQXU/PShyA4J1sziAgkDMLTbZi6BnXphVnF/dJTaSQHMY3NDv7t3vko8QE2EABgi09i
hTWcKly+vG1+ias09+2t9Bjk9BHG/N6w7VWZpcZ1rO2Tr3TDhbwnytMtzl/d410OqpKSLzLRKknf
b7f/NpNNnuV2ealdZeGpjDTv0qYWSZselorEs3KuwUugz1hRj3E9h7R82ztESbu6vUSW4x2coi7c
3wazlk/pqS7CJXRc0HC+Sh8XDzIpFrc3rZrPs3TtbrNzybh3KAGsojr6UZdVfY5YWpv5bIRj79TS
m0UGCknKy0En0qkRqtMtMHwjAWbFnQmzkQ662uR8u5QWizeHSFQEknCrGMqVxMpieWFFbkWQ7cpy
BPUoaM2Y06w8HKjHswguEhsj5KRkyvI2RMIISRw2AotmnE4Ln/P+bSCZRoD+RODWFcFaVvj+Ckmp
HIVuMpr7sAcKaWlVuKrialzdfozDB2LqLpfrWuumle3DWa7d0afjHreJ2Nph8jUipBdxH685S93W
39uKaRW4TzogKPYIlUVMQ7YLAbX30p5pYWjFA8LeZ6OON0Se29tmvizt8N6pqHr+9hja4epERbcf
PGTVPq85LPAET4DfPdgNHuZ0/ABtuPLyMXoKzekhrtn5mbFoqbhh7vNrTez9wlp3lgKrLZIbZUg5
lYa0kf24S/cUr+uVakvk3TSLpqTbTnZ+GOPWOUfhk+73zrEDR7goTU+/ky+CiEe8/lRitA7ViubT
aS/qEFaSqi1lBcFd84BxsWOt13JOEnZkyfNLmuFSh+LNDxKadyWoYyeaBpqymdhqOUUax3A+QrWg
wcuw0UOCjgKaboYxyuVtrvUFaJGpQbrP5Xkbc/Q3VQLiphnVHshCxwHo9qg6Y0DZq0E8KQnSi5Jy
aRN+htAzE5vUYWIfZqRACSR5JWrcB8k8hGSq468bbLeUDhngGp/UGsRyKKCu19PEdiYu2AbR+Gj8
6NlEbSv6MlwkKvKPSIWXq+C6SzF8O/qbEqlY1StItimi64D2aaaCV55Ps7cT+u2NMBnAVZUkB+4Q
mxmnRs+ggqfwoVjkBqdQq4sWTYpGgpVi3LaWDkMgrD7CvEPH38lpNbVht42K8SVJORtN9nQew9ha
3377rQiQkzuiVbgJ4txja1igFFZ7DZ6iXXJc8IeVqoxyFVLvWoHGfc0lVGHhxSggBh2d+dBcvbiG
+DtSVSgc+DwjYRqC2Xlt2ts+xB6A8AJA8bxOFomBOcrz7pPB3JZYfg7CrFcEfPXbIo6C+6kcvic1
edRZKoxtXPk/1B71oh7Hz23CqpXU7K5jC8FKoFOLDJoJmrUWuE2CgalL6KWVJPdGBcjeycSMADAe
BxKUJq+lS91EhhtnmIJbPYvP5mykupejaWy5+6j5LOvptmQrSGfJ0qGtZ5OJnc4Lapkt+xJcTovo
ztVGKBe3vcZt+Ma2P61ESD5ahJDVCrTrb6dQA5WgqU5AV0wnIF5DV+FFkksY+SEmEMK2lGzePVuM
8i4zVRd1AygtQysJyOqrc5L6ewsZgEElK59Y2ILUhpCYm0xF82Yl8HrTtX0AuZ7hKMff5u1yCr5y
B7uNMjczskZi4x+BVtwmYtURHnrq9lTVzJYcKJBzMqfezv5mAGY66JRjnkAliCIia28lVgcwh5do
6cJyio6eSEhI6kJmlAxumzFLs58dum80mvCQmQmHBiM7DHm2qruQxo7XcVoG4Hhbg426RtCbknl5
W5xMsDgwWMAMYU4zCuRaDXwlUVX7nI5zAjvkdoldEh84XiFhUMfzXHCN8Q3qnoT6DOZ+WTTk3A89
fX72WTWZTK5DGgSEPLFlq9w89OOdTj30ZFs9FFMI7vNEcqse3F73vGrNZTv5K86sVJLgkfZSkPvF
NiqNveqUTbBM5yWjaf1zWhBeqD7eNjZmHhIWCtZfdSawCnF4kdQbt2aLzbsbLKAmwehAJkKHhD/P
IKcEDGwxPSl2QnoUnerA6Ha+ByMrEhjzeR8WjTDHY2Ej9cu0rMCEwv6pjIjN6FAJa2psoNLoKPRa
yJ61iBiLebvbVyWr1Ziva09tyeMCmzEXn5tOUIvWgOECuDAZBGZCkBQPZdvXAItKwzhKKhReneSE
ogQ4Ym1NBfmM7rejqvFdDkmGqNQ8U4V9GLtqL/zSexy88KiN4oGG8w/Fl4GbUz3RFmkedN/9rhPX
yum6jV7PzEhHJQ1XHjzVQPeIqKgxR0aSzyPrKdQjXXeilbAb9EU4NqT1Qy/ZsbZF5p9N+6EsM+07
B4+1boGPbMoSUDoJAhn9GIBh00Y1ugZqHkezoJ5VXLTrNZVQgho122QVaNZxzPdTYLsZbY8xnaRr
tF3lVjM6qsbNSnveJMcvUvHIGBrtcotCf46Oy3daba8gSjejwsC7oOMlNDJixPHYxpwcF7cfSTRE
0rE13ScInyZtQjHoKUCX1OF5aPx6KWz9JZ80segNEeFwhTHjs3Xs2qWhdp8mJ6OR4gID7T6rBSaz
EDifar6bJdvK0htxNEOIDvUuW8UWMgRr7rcORvkceFmw6wqcSqknV34hjTW7Pfy2drWza4XuSXTQ
w88cdUBGB7/W+WEltMqFuZFJBKmOY6Iflli29RgjPUJgdcRTltY94sHc/6GbKmoC3KvhbA6Kc9Nl
TDjLMaTvW2nz+myYrIBeuNEzOGNpm0eukNbe4v2ClgEBsEKZ1fgIh4V/SHXFOIyYn9g/g8XU8CPk
5khTpKzEapr0CVT9om/iK4WLryjHcmuMNbYHSr/w6nB0cpjC5oqLy7I8WjTam22P7dpp2VmJTtlN
hfMaRLAVkjAE8lOZ/4ul89qOFMmi6BexFiZwr0qfKVuqkqrrhaUygsAFJiCAr58Nmpcx3T01UiZE
XHPOPmfjwSMrOnlsCo+kXQSGmWeGW1Ajd0FpEAw06nVUkyKS9/8VNvCVqbZ20RRjwInlf8Fov2EQ
hIi0bxKKFmb+F10jz3MFkx2VeecmgYGwfi6pDnErLQh6uyV7byHI2G45EwoDibE0v6V8BmwCgstq
HXywPKNjMUxnr1/NO+Z3XefJuVU2ktTQIUAIgbbXSWjs6pNut4CfAf8sr5+CUvsHbct/WWux1Mfr
OBQNvmMbwMRUQZJvIbBA6TyUrs/X4cy/rDEuKXQRTPqZ2XlBnu4jdBxYkTV+IR3daid7KMfVlN6c
phQDORNDmvn03fC7zDkLACVs2lpE976m0RDfFuBuYpgfOtlcJXoGZIZB172MAOsrCoc7jckMP2hx
yx5ScMyOQzgz48/XADDFHF+yhVNiANEUTuuhPSTYHgL/NYyTKwEu5WVAQBXAlbrkyAyKMPurWzs4
QxT54zodGAB/1WAohgadHf82vvjR9nZLPg9MX8c62Wl+8Mv/fL9hmFfHH0OZvKXewNQqSi4JeQG7
ErcPtdKPgISPg16m7zbefNI5n5Mqf6HAfJAq/T3HWDMjE7PbL3babjBoOaY99qU/Qcmxj0tEqMuQ
4L9WQ8QPVftviFWKIwX+GNI2TWj6k6z55Op+KiokjMyPiP10iL1wUdGKge+qKpi4LsyYyN7Mlgzb
hh1bx3KCYhKPyT4obP+9c/s3HSscdvyOqhTJvqrQ4hldElcB5aGUpsXDTHFfu+2H65OgylQ72HNt
vFY1cLqiM9ZBUKNymFOVZSJ6G01yTppwX8BduwQ8OXkSnaI2u+8ITxMxNLQld167HP11G1x0G4wP
ao7+DoGHtVbTmUVj/ZkWLqGVXjHulQ9pSrsD4tA+QJ+SuMwYbYu0PBf/0NLdUpHMsG/7YOd23aPx
3MuSlgEWA6qZJmx8As4d/Nv9rUR5sdeCzFSr+Om1mCh9RXpuFxOLnFMmVGp+nycx3wSK7mZBNNzU
JHVODlYowWTxs1uPssgQdpBhT4r1oB75thnJ0rxSojh5DVNoFc9isdtaxaY4SHDt18pccyYRIPrI
/POqZZ/0yQ828tNBk4pXoJ05KF3C9iPcok5yfLE9QLlqaX4GgwD1G7ufrvvqum3OARm4Bzs/qbD7
pYxL+sXKVi7ai90nrBrolXf1rOajFhPhRGY8einUi65KnwrCbqTLOTuERJWMmc2yVR4ajDhxBwYM
tSL1BoaHbk3+tpdrHGblPpy9B+bMB8+tbYqS2RzYjEMmK9lxK5BQAye+rhBBhTMyNHfiwu80KKue
KUDo1Z9i1E91tIq08X/0cDYHB9MlX+JeVgNAJ8SvnNHmtQzx+8cRguuGqWHvjRd6cOKJFAzNgS6K
j6bheNNdSgOF9tP2/dPoQ5+mHgJtn9jI98bfuW0MoJjxOhqWC5X+xhz7EYTT2e+LgieelrsIcKym
o9hJ2f10eVeLFEJoqCUo1jA4W81L7aFucur6MxwdhLYNLNDme6flZx5X/j7PXH11LQwX6DEAp7vk
wae2w1VUohHqxD8mm/JFhX6IcZdCg1mZPIsmvw7FlVkf6yIPbkiRBx9VxIlmlPvNlha0O4J44viX
NnEFBKgjDi9gqySW/lDFBJ1MiaVvGKbm61T/wHyf35LsyY4TEJEW99OEGr+3yl+LXvX62kOtm0wD
cdX6VDvkUfAKhFQQLlS4IOH4QLxlE1hcYEWdUQGghMNAZftIjFoUSrnw33o/IDM1GCmkKv/aRtDq
LM5oV7Avn1N930R2gt2cn9qPmKIbGuR0uUHF/2eQiNpgO3w7ep2T64IOADuxb/GOUrrrSrYIpMvb
wHDAIBQ4FqUN2OMWzgHu3QaoDGOMB0tQ1gS1K4CHrKRA/42VR3k3kkX9IPVyL9A4tlat93NBMPOS
CtICBEEHtb0A2ygbPjAyHFdFkzHQbtSMF6mLl+PkBS+jeApGoJzj7yLT/1JXvMz16EKZjd6HhRbC
iPFDBbc64HxTcoC3YYiicTGISCgASLjsY9TAFA7igOUWfBPAz8WTUl7zGFsQRO25zA5BT+ZqQM28
I4nbIS5XsMUg6cNBvktDdcgdv9zj9uH2Z38MzpPZWPyQdVBG/Cw75pJM0aKGGTm1gX1tsu7vMEos
r7P1XLXNdIvj8CXMoOOZrvyBf+Jb0RCu0bTic0CbdJcU6a1YWWMqXD4omwgSccm4jtp3YVS9q3IN
OnxU/7oQgWmkbBKxDCIObJPhYCherNI/5WNI+l1uggtR1e7edPZHPiBltcL2IYJE5JKoUXLYkZ1k
aF/ajya6JM5gDolGjO+l9t5Oi4P2PtKGKBYdaewK9iiZDJOsW5Bad2YzTcSP+bO07qvINOVMQj2U
MgToU5/DivM6TPu3sWfMBzpsaq+CAgzaLliumWkdf5LCEucIuJ3oOf0Vt9a1HkYEhz5BAAAmzPUw
k16M86IYr0NQAbMHWwK+wK/m/L8sk0i8IZJlWfoSxM/sZH442dRclaQobjBNhy6u2GgA6ee1PbNR
O5n2eRsQkxgZb9+OXfh9aXz/qjIp7vr1v7IFtx6zqH3Z/ibbz/hV5/de3/YkmNv1JSyz5Xn7JztF
YpwmSApd6rKi95V47td/6SD4A3kQ3TkfY+/ZixfxbHLWba2Dz3EyWIrKMvxemwzeGJFBUlIq5gir
1FxzD62t9oiRWMo4fIhD79jC6e2ifLhyOGNpHpcIPtyqEyFG5twzL9yRC3AwS1mdYFfJPMV2OsMh
COv4yFFFjk6QtnjDgOBliY2xvAl2W1dPXvCpqBrzlKza+r72mN97OJbzqa4uTvGz04DbqEqe4RQR
u1LO5ijWTXbtRcevxTdL5JNr38KEI2meSGutcmAyeaHaU2HZErpy6x84c6KJa6lYkB/NLX4v5cbi
MK7NaLGQ6mPzl77UTtWH9GR+osQtaGEWsFWtZ47OQkWMuSQmlZwgYwBFfIgZW18dHtn34RAICnFe
qn+6090PLqZNe7a2/9UEPwZJdHuMGxRMURXUJ+Ms/405vzWjObo0HLuBf8fKp2T6YJBkqOlWjPgZ
vDmdTlFqDqMTcFP3f9NOglSNQv24gMq03WyGvAOOrG4p8upklPek3kf+JTAZg+cx+be4HjcGgaKH
VFOIQ2nO7kTh1PeZVQ+gfJLq2gf8+KKyMR3ac/vsdqBF7QzG0Oq0KH0QOzEqvFJD6QgOcmytg2dc
F9lN/lSXs3yLpncaAjZgQi4ssnCGKcgJ2D4Ocdn9tKLBvHiaZ3sbKzX09kWavhUy6B7EjNrWlu41
XdwfTaFjAliyFptW/k/PxbS3Vs5XHA7hdZneyWT8/3Yq6n2IURn+10KwocmSGGwRhsFtDj8HqcPg
NQtBlTGP2KY+tUQwESawLIRo2z0iOUiIFkmbvUd76ctLmgkWgOtE26l6HmE3cZ76Ah4rvcNOtE51
bpx04qcwzddjm4JJS40g5s9YKJibBmTc8DMf4u67LsJH+sjwYeESpxiV1NNHAgHVXJGpEKf9yWpZ
ti1ew5WQfMaM1iGV7qKUPTfooKxL54exjXgKrLE8jgF4jwwV3z3Ji+4hNfM9JXmGN2JaYzbiE4u5
6blw9U9ZOKQ/Rz1YQVLIpIg+GX0fl26CRbMu6hqPtUKJZqB16/xIhcQ9uY5AMUNTGc+UN+j0/qJq
8i4dlTliElbiuVYsDkBWMKgKL6VkSl0O+GVVP/EUZ69REcKe8rIBFXnPdWQzxth+a+pmyFtsBc1M
5qlqghxf1oK1oCFdhPnWvvGjgU+P8Nn1/8fPSaPVcUErCO2KqQPTDJLtWoTScrz/EioqRq+nMIvv
WpFE521+1pj0LXEIpurYlGo5fKOIjM963ejHfB5XC/5XYxyWWVMuIKCByWAWC0FhoRSYeyzyEQcu
4P9O7aUCV5JXBfX8wPTS8slAjWbYSWVJZdNAuZYze17P7tbbm/064gKUEwT9ZXmXH5Mi/Kcd+zkL
7fG+9CuGpwG8tbhfH/GBa2jVWomY+N20iI9dMt/7JKocI1u/9zWEBIpleovMfhHsmi/l4M47AfxE
o0K82Z0g04NVCwaCi45BKzELY18wShKoxyL4to5F3azLL1nBsHtw4f3I3vvsdAS4dxrms9T8IlmS
QwlpMpLdF7I45/DRwU+TOT/lQvDK7AIJ7gfffImrmEO1QOU7cCvrDDtJpX+KVQNHZRYSvoBzDggg
uCrLB/2YludkVs2xtbhEc/r+Z18G4yMwajbJnL5xkR9zcbfN/tjoEvG6cKEvJWKpRLyEtTvBLWHG
G/7KWNVi91DZVUXhfdcihipQ/WgTQL+36qu/6ivD3sOrxhq+1NjOZpPftLxYUVThLIYTINbYM6mu
Ms+qp2FpDrlfQaL18NXMffDqGoalUdv97QOIJy1u4cjr/m4PzTDVRHekGGSH5j0dq7fYAEL7ehO6
GPZOA0ix61IPzGJzFUP4mMkOlVf7CJi0L2P8mMTLis4H/7GeIUTYpXcegtvzxBBg13ri3YtINvet
uT06tW7wxQz7OZqQqJGt8zUTj3sKUtmARcwqLttA4D32BdtLFVXRXvu/XfbatzhIz3ZS9ZeS5WRZ
CGh6AT03zTf87BGvelqFD/7c47lvkt+q4JXbhtp1gfjBBTT5BJDjJQvcD4fa9zF0JBmmCbS57Uti
aOqcPDMC+GAVUq/bShz73x091g9B3f31eolxovwPgkJ3ErHzGsihvXizvxyryQEeWkbhvhdu+iy1
+hs5102qgI8IEQFCH6zXeNrGxZzDNbpyBt+WOy3A0Mh9QWcyA26wE2nQjFQWSD+GA5DLpmOpuSZn
OYQP26+Sikhh2OKNsgngElEcHdy2dXfFnAfnlmHw2e/0z5J37cXxo8Pc4qWt10yqTFqXyGOZP84E
XxS9dQut6EPVwcv2FKDf8m95Uf10lf/dUM+DEkBsUVS/09EUhCTirxogKiTtn6oT+HFhUez7mCX2
hMDP9uzvmm+IT3OETx6CDDFDhssOAYZJUDlLQJt7C828Gu82xGkIAU2PyX3tIQJqI31wXLu4ufF1
O4M0XmnUewuhw6Fa9kVGY+pCGV9M8dkEmbdrxaqHGVg7Z0gzDiyplrutgtsutAqLz4Ht0KWs2qet
KFG9BZ+2AVA4qAgEdIq4unKRG0ZVrUk4ZCsWcW7Yq/Cqk8mDHc+fKQHjZCk3h02KuBVK2zG/XRfN
0H46UTQ+Yw7ZUVbtRhUlL5VwBkaTvDUWMdj9MPi3ooN6FdfMZqteH4KIuYKzJHLvJznlfZn6h2iA
wVU2uG/7mexG1NF+KOJD42f/DdDe18831xhfm3Hab99VFUXeORvSi2jg5ad99bIdV8sqZcnIwa21
5dyx+hgYfrDVr/3qQk4eWDq/Vatb7n27R74E9CijrF+OlNbVKpb/FgQKFHQWJ+haGIQ+8DU/N+Kp
jgEnzczU7Hg4m8oCZdpJ65xAbGK2T8iNNRMZUCubTMIM16R910lctBwyWOWjglDd+F8UWJcxF98t
16BeEC6i16IBSBq3A3i/dIBPHQlMAmt9GmqyocqOE9eIgR0zlZnAd/QmC07cTVy6qfZ82/qWxQ5R
zkxlTqacpyd4udTIjOuHngdrJFgopnfOGUfsk+QXydv/tv3ksC7tG9P9nSSoaPx/lba6+7Qh81CG
wfPo8Bl8qYYoKJTT1begrxmtu1B99NjBKKnh5ymbmMU0648kUIKhjWw0p6uShTsmPYVN/KTMuzv3
oNCoSe8q0pw4kRuKZ7b/tS7VDZk2K8BV6qoHzcZjhEerC9Jrty9h8Jg3mVj8MCkCyNx0B9O44PkJ
Z97+/noFqj99kzIAG4SLi4n9WkBpcuzCRB5Qf5i95ZXZo2tuRX7LU3e1TajzWMHYoGPLDtsqvxwo
c3IJkH0KrzpFmOstnTp6S/60/YkpYqhT7fJgDQnTGcmSR7WgyhacJ+egB1hQgR1I0E9MqqjomzLY
9E5DKilVtccQjLUoTyTzpvLRmmZifVrriorjEZ35Dy8t43OqrGcxrCAwv6C8QxUnTJmdti86mIho
DydWM9560E2QF912BnTkeiGDrO5SKHc85Ga0KDLRQPIgbF3WVnrz3RQcpurDj5TZxxocYpG1KCx9
CsgWiwmVMCmtffxTKVh5eC4e67CDMthP5a0IMa1pmMJ8zZgsOA72pd/24Lzz7tj46lEnHkR6PsbN
urG0lJ4ZKIagbMMb2Fz/scx5EmnLmqOp4qtMi3TXMfjDzcbjpTzN36yS5Y7pPtm4q/RcLHjQvOm5
5gcdok5ekt6SmPNahul+ke+3MjLdsQuCcz7P1mMBn0KOzsWWhCVs11ht+S1CGVSLzcIuRy1/N/E9
uV7I8EEB9hyZVJ8RhiFbDARnr5+qU8KhtqaR5Bsyn61oZ4co7KKFmLeuqJBYOGK++gKS5pQ4Z6QU
Lz2359Vtmvd8FEcJIzuT04MjSCTd7ile72xPX+cfEIJVuPkgKop5W1cRwALkY/unYnpFq53+r5zJ
S4a4/swil8ILNJt5jQs4hluLU63CiNzy8KOn5mnrgtOhPrV+QWpsG98zx4mfovzFL3y1C3XDwDbu
433PbHR7I2eleZPCnfL85GG7MavLYuXBaTvN07wDDtLE/bXqIqCOU3UTbcYkMK5ft+504gJjwpig
EzKABz2izYzFi/4lpAXE5hXE0K8n13aPzE3gn2zFlpqalv/jJbwEdktrlS3xoaw/mBt7l6E1UAgH
ZuyeTHGGphKR0GCO23GwiXM5vk52ax+E40+HdvT/RGlzGK3h0uYy3E0aqMIgZhYLCqsq83CBSqNf
M+7Nz2XpMUsudUTTfJrmSV08rGx4cliEZxXapzylCKmBBh9kugKmZIr2M03f/ZiADyuiM+4CxLg8
697JjNlj7rUv25NsN2BIFD8VY6xvcmnar1YrhaNvhx3i1+72tdgmOp6SfnjY/FDblyBYtjK3PsQq
dG9oqOArF8Axcl4xVITWwe0AUHURjFrLY9IWAiAax+xb2I6PVWa7h6RnFxkBI4U27R03FSxSbPdb
mkSHUPssFDxcmCWMIGSwjw1Ag6+ztbQt66Ab92U7Xkgl0CT7hhYURVY/WV7yztdISTv1y+4JRLN6
m6CGEuL0KnDxYSKGq6pXyJHHc3CjAxlu5KoSUVvWnnmIZ9jyjKpXxXm5Vszh2rVvb2pQmGk3CCZ9
Ydind0ER4lkVaBPbtdtUq5ita+UZfQSkJjm9xSnS+3Kg0Mz1VKAcoRyZa/O3VC2CSdKbdp3DMC4N
5lNZTNUnc3n/tv2neo6f2UNySMaUv0lf//NhzhmP3R7LMGzh7m+1/jZ91EDK0fNjgNiOTBo85QWq
rEH3H9srFqxF93qvLIjVpfE+Gk6gh06xFt4sfBEat5v9TE2McLhVzbnOsdGMOSjaLlwgmUbFfJsT
ZxdyFkD0D352FcRzP/2HPpfd78SfKip1XyFd3nudS9YkzZlF0qk1ph2xfNERzMCf1LJRdg9sd7Yb
f2GecDdFGP3kzEDUMhbNqlU/TEnY3byJSETbWZGjjf+C3PZ7YTxWuJOadxUyGOS6CHx0Vz4vRf6H
JUz5qNouOaoKtkvO6K+Omx8db+zRdCpmFe/si8C7CtKAD0Xk5GebFvUu9RwYIjkDI3TQVHwhMb0V
TB1E22IfAAp+NEmM+Epg5SyCzxo1Up8a4IkBAAmYlcycV/n3qsj8OjR8ezxX/URwV+L8FCUrG8Z5
wd4NWXn1Q+bsDcNx+kVmY9nEXqqynTUZWbNjXGHrrCRWWdwEDgDMyNgVHBMxPCNUwps8bTs1I4Ln
+5E1RFYUMOKzfdEGal+uo5FUV4jxEwhEo/hTTUn8ZLmaYQyKVD0QGjUghGumKjoxtyXcfKA/+2oX
Vff/QqOJ5V+/tcSzIsYgIAYKs3lzJiGjzYDOGpGRsaBSRikV3POl1y+zXv6zPIvLOmYi5YbuzveG
7FULaIsqAj5Nz225/dErWWMSg4M2LKjZJjnVtzLTUGQ9LY6tKIEM4dhY7ORVuODYulY9DANUpILU
y3QApmxQgTJJb066CrrD4Jh7b5qj69ICkFUKpiLSsh1KPdVmr+KKWSq6VE7h3FGuomMzhN0gIQde
G+zUYmBfuUxbPe6mdqK/6pbm1M7Fy0xIoizDl9nxgdwE43haXPPN5UB+7Ct+CUdeti/PytOJjhLh
DNPHnrR2TdeMNNVNSAeV7FXnYtE7j2rxCv5j6PN9jB2QQ4iDldP1voGBGwyXAarnM17PABJfs7SX
FiXaXZRbxHN6qAr8MHtyLD++fulMN80/ciqEh+Nkx0AwEggZLCUsgXxRen+ZPLqwsAaeUsGKhZ0V
csA5Xg8ZKrWpGNAwhaTvCHe+2nyMBGg6YBhR11wDGYBgFyh3w6i+d2OFI4cKR3vTq51oEkXXriHS
bnt0kXHcsbTH1zFGv2TslRfs9Ntkbj8UQAgGwF5RNKXXBFKv7uOKNGINSjyoL0mTqwMLeMBlq5Jt
u3q6uuvJNEf4ExBcGOdrt5z5HxNDjYeWYfSxd4LDHBtU2XWVEynEjxUztbh0KQLh7amZhrO9IKEE
gvHra0DWJ38jomAkQqXbVg7raIT6iUI96tBVLIY8gCCAseBnLGuTJv0bJ88IBavLJiGso9TcynGR
9+2UvBT2PJ0aO5jOJMX+LGH9pjkCodhNfjs24FU5O+c59D/zSHq3rducFvepa1T4XAFo7myAYVGO
gDqN0yf9Jmqvfd6eIq+PUVbairpdo98Mkzq/lmGDiYdhZf2GufYXUokQ5BqTk2msLoxQeiL1mCpM
zT9L3Uw9SjTwRXUhXnInImTxoRDIM9GlHTupfYYdsb/n2+9qWBkTcmZlTYRKC0hN2/PaVWyEvfzB
9AkT1NT9O6xG525UP6vRa/cIPsAKDkSgSpXfVOG+YP6hi0DwtJ1FUid7O0zFkTQtQq1cERHr0JaU
rQl6QsK9mFBtleqAE/hc5umPXrRYuNyCLEGKv2wYErwi439xAXus8iXh6kMKNBItbpuR59pQouys
RL6qNngKmJJGgnWKbyERWueQcvK7Exuj183aK3EOxZpmFt3+aRtd205Aclp9iZRmnhtY026r52qJ
8hdFLIPBbZ4UI1VgmXSSEByYI5fLLSUrFj1Q82VKJH4zpx8A+pJkwXD1SpYEds8uoWw4VW0k4ZaA
7y6d+bJuSrwGdYSPi/uS+CjPtiN2+3ULTYAg+8HD7Fn2Obb9A3IvWNWeP53TeKweGPu9tVa840sy
D6g/Qcd0Sh2Xyssf6775sZTs5ZMBdBg0DJRC79m0lvRU+wedpNmT6/0NqtG9SlX+MeVSoMtiTZE4
v1GztV9feRXmOel55NQySq7vaxuyKcu+vcU07jAMH26FXH4r74rBQRHhZPqIhnLGvBSnD36qrrOJ
6/sAOyko6eweeyGkWNkgVlnsp6T/5is+O3edCSLE+yUdzHCMsUelSYWOunq39SZ4FQm38K1btgqu
CsKnNoNEgi5yVyJsOxPso7hXdpgg/tsOF70+r4x+4dVZKULotSVXxc9sztQj/46N43tlFsWhzsvS
V5iVNzu+K0P/UhRqn8L4uDb5lxujRydI4GVNoKckzMAu/fkQe6g7AguIrknutw8AQYF83P5TN9po
dgv6nRHVfSDLiGy38jUewuI6zNl9mBhxC9I5gE3FL0tHoG4N2qNdGNKzGTVWVxS7t6Igk+WwPQ/t
6O23ChTJIzlJA5ReG/BQKgN1vwj16OL1ImoBxU3MqvkSh8trN4AecCBYhi6j47wtjtvOZLtiE9se
Hyc8+SxTcn/XEVPJKzny8lXmUmTjvYqQEmV8qvRwqOg1JQ0gpvTchHK/jQfiklOk92Eh+Dh1XbTe
OG+B3m3e6joDyb6VgUgf7mPZJ6dpse89XbBRXJesPcoff/mlIImHeAD/U6a9k7k971if5WcTJ8B7
oLhoB4pCThBUwRhgNw1OeYn86V+UpqgjeY7q2PZ2ybSEL80qbXe4I3PTZrdacY0kZplvk/BOTUlc
07Is0z6JRXeP5H2/lfcyabKzF7KrkyHY5lX9PXa+A4iofWbrTzLh+uWMicvqdMzuBjvmJrXAqo8r
RK0dQSaTP65uqBLk40LbhmQERdlUe+KSGO/fVmNZrV2fSIDqdo3d9ZjhdXGUWf28jRGz2MidvzTz
Ey/3XcqE7qujafXwxhKxP7Nq+IWgpGFz4zNHxE9/8NnPIdgmNQ/5ALkwg7aPWeaDqunQXZEFGQJM
b4H3+6ApN19HoNI/zDndH8VYMinu2Qku6GkIw6LTspeZ+TtUbHfpr20SwBZg8yKt/HkbUIzQzJ6n
dHxqJu3uF01UkDNZDlmtYriFC4X45v2bY9JyW6TsfRv7NxSNcr9k+r/tLq2Yi51NLsd9AvC+lbU5
KDeTSJuYWxWleIzWqOlFuz/i6kSCXTuEXFgrK4QjzDtsfyesPuOO29wue4IQMaDJPreuEWkiKbBI
bOUR4+AXL9cpmu11rgIzbduHuHF67hOAZoNDeOt6h9QyDW8S3uE3kZro2K/7l77q3mKLc3noze/U
sfDRaU77FCE5gmooxmNqlXthCOTM1h1/1zsMJCm1jtZUfs/6+i8rSf9Og4EPffuiDV+MmkxNqYXi
PVfvuP/BAddWfF9nv5u0O3Uhbw33rv2qusp+Ten9KgZadrPmo8UpRVdvT49JEH/3bc9cC01xpmyE
CmxVgKLEjIuNh02OEr27n+r8Y3MONEQubXyR1s38/faXUqzZyNZbG6wUXMSMUTrLVI7gtakY2/Sb
xu6NmA0L8dxEj1kc0titmvQRs9w191t6sH7+1ZsF/FX5oKHzBhSrd4i1RrKGy59TNBKlYBHgzkL1
l0mVvqRjZo5+1j8xYL0ufBCEAATpwVro/NyJ/AjPsjDx20F50s0U8NDgLzMLAUZ2wALRTbvoXq0/
t195OxVE+6mOTmxNSOJqYHlCvTE3qZ0Q0XD+kpEx9lT99iJb3RXQxKRgt0FO+HEYguQmv1fdPFwa
S/JiFMgiROmyDjbVz0w0MBsn+ZnE3QTC1kYoxVckyNjMR6CvcVp/4nzxz8yLo3tMQ3uTNmRBG3Nq
Q7EL3DB89eyqvbB4f9ju1bZvCA63o2e2UukDYwRAAmGneftjlmaBe+4X+9o70v+2PXS1mesD38J7
xc72vgvBtPux04CL7J09KBZJE1fvOcQ9DEJg6VfRe1YyXyjL5FQSdoWwl9+4sgngAyHpUMkdROos
5GB24sV/EEtArTAV7wg3/yAA6Z9GNPpNGs3XsCJLfRksST9I95lZB5RpmHKchoQle2CIazj5tnOt
X/GUZT6jsV9LaadF5evVy8eyeuW29tQPWPFNas3iTgdQheS2C5E3MNetk1/b3g9ROr/KuXnNcU+c
8PZIwhmS+C7JjTqlXukgFnYxkvaQ5ib33vFblk6t+8fORH7Wrp74UxqCdYLhmb20+9IBM0tHaKDC
hL9SK7puiIe8Ebe6YxSycMKisEbPKFROGsLogVVcAuLbkF6lc11zqGJ1t+wKw9Nsh0RvzMA9mHNt
bw4WMrY2ORspyApL5qVP+eL8cTTp0ygcHpZu5kFOfc6jgLFVxpZ7q0TqDslxSHavTYPj2vGfwp8R
8grzGhG0LlBrbwVol/XvURt210GMCP+QefC/614KT5EZxA4XKNhRzlVJ+eQmQFIG7jdHh/2NBull
nHvo2HVVMXZrp3PlQbyeMEqcwwVRuYPZ+4BJvyACVkNmmwIypOqqu8/n5Ju8iLXu6sKqvXJb4SrP
CoVnwSBPdqOXcPhAgaRO+Fa8Q245tyBiV1loYBPrNmwDMdVl86NJsJ/mXK77JnN7mlSOpiQPmfYU
QBX5vVkyIh6rvpdxNF2WAc6CQEoQRkYe5tzHdTX2fG+j5ieNTAeGtUDBKFcOptdjdGiY1JeNGJ+s
sUn2xg8/tlWg5+X/QsSe18Iff2wLAcvwGg4O4EtOTVJVePFsvN17z6oRCQTupQyr5LGHUwIE3hoO
Tst3n+DkxaOneA/T3yLs1XnxoK1vQ7taOgwh/fHTlPxYbBPAwhJuO9ceuZI+mbCuuMYLIp3GX+Ag
eBz9bVs91cKFCdzU3zYXvYNNfGs4gzZ5CpiefcvZ5a/XWec1J7NuBz3J4rSaS++Il+Se4SyeopX6
xUmJ3oEtq8NFApEUGLsC1X/VKLdZWKNe1fnPOC/LUx7gyK71n+1/Vrnze+IY+6oob6uiTx5rD0LT
mLoAf9txfEB/aP8GGgHFXrN/bmueFHz2UxbQzotueDM4H8hOBhA+s61Fw8zBAXVYlHaJKRDj0vYL
TS71eZCIFix6uLcbD7HsgC27mPvX0vPFYzAU7sHoJSBpL7kpNPwPScb42UzORPe6PyXs9B+wt/KF
tI1/6/vovmAZ8tAJI+jr2M9VCXTVzAbMud3OmNyGF6c6RfVw7SVfsK+Md2NteJs9lb22lnWfeMxw
uoqBnBgG/Tz7/OpdEoLz8L8lPdySzu28vc5HtjPB1DNIQ6bZeTOvJGKD31/3HAprTP+tGdkNIK+A
+PZ1H9VLP56m9Y/k7h7Y5w8wBlh7mf9Rd17LkSNpln6XvUcblEPchmQoiqDmDYxMAS3dofzp5wNz
dqa6emzb5nLN2rKrujOryCDg/otzvoP0ZztFGmzhbK2dRfHk8tY6OREbgkPlxgDns4GIpLffIIjA
fPgmbwBL8Q4IVplazcqFQJFlG29CsVkBnUSMCDMQI1phIpBno5UfzBx7VxLiyQiHrCVjOS+9+rVB
GlT5kXnlx/ZH8TFM2dEizO1oGeqpGwLsHFxaeJKdYxGwrprfukDNd4HZXb8r5Yi5PUUt5MXYiKH3
R6O/68HybRONailPfgNwI2dIOKTN4JjYufPKnYwP106BYGFrYsXJ9ur/LGTDP7S++z9Al79S5f4H
5gxqThtDB1w9nshvdspf2CgALcap44Jf2xJLhyxd6vG2cy5lNRLC4lK9hH7AdNtmVjkquPfdbKZ7
f9TWqf7DuPpfURb3//+AERcA33991P8CRtx1n9WPX3/lIi6//w8XMfyHcEM+ds8VYQge0YHi9J9Y
RPEPy/GBDkIjE37gWQ6smv+LRbT+YbKTFTQklrAcGEH/hUV0rX84IoBC4nqO5dB1e/8rLOLf2T+M
ngKfR8H2wOZAEfobZCrHn95FDaErRTnON4MzeeijsQVy/+P+TFWC3KxzdnUPYL4OtpTbH38Ec4FC
HexrPd9OczPCkiWp5C8f4v/0vP7L1yZcx7bw0Nm+Z/Ip/g3gZJYG+5oaD9wfGzjKccQc6r5NSAGv
C1S26WwT+Do6GUtz7Z/DdjBuqq4zsPkGPeowmg7Vi5yweMf6Ny/T8nP7J2iSL1yIJ67gx7v8x/8b
aKhuRVpHJkvRsNFk2UpHrE09oMKoWMWS1azMZZUXltu8mSAQNIb7mBuCkKnnASTXbd99NsWEb4dd
C6EhRxAaznONsGzj4yw8OG0GKlbKmKFiR+zYmKACWJqJdDblvnDjtW+M3tGZko4dInIPFpBbbyjR
e1hNeHasMbn7/iUMY3hHjungKmrFv/kQvhFafyVH+dTKFh4CW1D3Ain7O8WqpvrHSEaiy/e/2oxB
/WI5Z+Tzmvi1f9sRlwkm74kG0XkOMutklUtiKlOwPyP7UprphTKV4iwj5FxgF/9/P0Pi75wtyhCX
18RiQRGaIQzQf+ZB4Y/ws6RjZYqz06jX35dtHNeXuHH1pbY7osN95CtmoPhomVqx3C22g0B8Ugjm
KFMxW9gK7fo209DptHQULskeGUg+i0cMDl9h590VqGS5nrpDF87+RRjFvZMTZxg6CSFX5XxKMrxX
383BGE0CtnSxySTYzMSu4rPMdH6LAtR5NpkjfQsYdU/MH8ao7mxN8fq7em8TTWJ7heElbbeB6aS7
yGEd1YQiu4Z5mNy4cUFCUWZvpNPDe+m1vvs3H+W/PPHsOEM+SY85XMhptXzUf7k+3MnF/uphgkyw
eyDgV1eJpmMrKf9qbunj3Ij7CLP2fdclaBXRst8xMPpttgQQ9Z68KXJVYxsLs2qPnOnamHVH3kP4
wZ8lK3UmMwu/41etK3mxJumQLtIuU4fcW9UB6oQavP9//ziYodoHSjWaO3Qhj39Kpw70lWvcMWk5
O0kqlnyuQiMfERNtA0FtFePzd8Q0DlnYVMxILPIdQh8iDoPF6FYdWDXLq+9h5xym6q4ry8dUkxrp
gXu4XQYQIcj4IpisI8V6fP43n28Y/PPDypXsObaJftbzkRU7pvc3nGIZpF44CUpP6ha9mSE8rjp0
69NkP7S5A6HVgklYzsIm8E1uIjsJaffRDjrlCs9TilV1bVgeLuPG+ggIWxIR4+tG/OhQz1MpMo5y
AVaQmaO3OHj8SyERq/WWYW+Gxvrq0OohQ5jZsib272R5kbUdvU/sVn1f9yeNl5XIu3yfVyPthjkT
5d6E3Xlp0ZxEzySPYgvkd51r9s0nEBVPiWGv/M40SNUT1yALnoeMzMPc+GhNvczRbKYOXfbcKXMf
N+3R6Zf6iyRlppdEIUDAabZinLcQlJxVmnRXbHiXNCFD1HJ9hjd2vsZnrl15TcrxocFJQMxie7Y9
1OJu5GxhNX4VWcaPrHjEMf9q4I6h408M1t0BU4BVF1vPMu8efetRN0WFZ4q8+cKyVokmtEnY2UPp
4baar5KmutccuzK3JkiHv4cxdV8sSAx+abETd2mJQ+s+IB2FwNw0BLtYOZT2Gv4BxIFLV6lplxTY
OLNaVg9VRTJTkF1FfjcFhtL30YCktbQEHvRy8KB5V3wRnAKLJwsFSod/F03gbNO5jPW9bcbIX4zP
sQTIzRrgLs9n+y5rqv/8Rdgmqd/EataNTeM6lPrNZjrit0t2nkuT5SKq3oSxG0NizMYtvo3mzsdo
s3eYS54tZFo37NXvhbCC/diLdC96omhQQxrE3hXy1Ur076QIgp9wC5A0MULy7FtpWMnd9y+hily0
MHzKcAUhCiA/JewbJhWidaDfcJnWJRnlfMzfiwKkJM2Uu7/c/BXv+5JmBWEmn+b4ZxMV71nY1x+p
QG4DEtV9iUqc4SCl6fmxCdtV6p17gktuzSWasLLKJ2iNsN7B8LEAOFrsLZ4Sc3h3+2a6tZb5bCkC
oMDOyQ8ncnkM1T+lA+msXuu+5mju01jpXZtiA2/hMzwbfvjCyMLfux0UZhwkCbFa4HlCJR46oTRx
yIywkUDctj2KfCWccMOEHgSPHRxCrEzrMhBM3GEagJtBMIhE2H7s1EwaLs8Q4Qvx5+Tb9QfDmId6
trJ72l65Rh4aHuuqB46kut/ffyezoBF//g/Y/lE1ukdtYrQhLNkxGLwsv9jGbevEZcLZIVzWKLzj
bUpOWuFXDz0gETsvq7vY7ttz6+Ihb6skfA2jW3yu4dZsVLTFjYP+OFR3ilUvk8d6XLsTuAJH2gMP
9gLPS4eRKZ9rBuc/vwgEwotQGCEYqCfS1Xt1+e9fJLmLNwAFJR0pP5yBJUVs5+NbJLG1o5MEs1sx
kzOGNjrnLmKjsCBWzMeSkif4FTKTb9BGLYqljI2LH7ovRJcYqfqFbK7bTWn+wISvu2Pk4p0EIraV
nVhnq7XsT/hj9ZQMX2kLZchWmphGlxdg/43RbRpXHMEerL7/Dn9PtGncebrvF5luNsiHbwV3NohL
zT/+QbXuSaZKwVM0l+nDjM9X6HbT9bV9Y4XZb1na9lLgwOxtxWudJo/NbE44ZN35rdGYcO1oFiCo
F5yYaaJOKDuljoOF3NsKhvnGLMtNZcisZEY/Xr8nY8jGzP3U41MKm3dTjb+sTn6l9ihxZVKtWGJx
fdtmgfuVBy9qSlRXsjo2U6euGKBwOnX7cLLlNTc2plThtYibK1sTcsDDWt0Psanuuxn0gR3ZxJyD
CzgibYx3zC63PpvTI7OTaq3n8kfNJXwGtGUf7DGCjHE0Z6vEYU7IRzGk6ZsQOKcNxlyTy0BoRRB1
8lYM4fwBslhVTyxdza12kJ2p5W9zVnYUDIF/Def019Dz0yu1ZicxxQeWFI/m0Myn71/YT9uAItvi
xcHes6kAbJynrlDrDssZu8OwxR0wV5thcigs8MWqdZai/cF9+2kGhGJpQ1HpeYDQ0TC5W2+sCHia
Kanmzh2utj/Xx85VTNN0OVyRj5TnOCxeB3Y619ro+6tfUrqnLt5vg5UUIdMJtJplVjfneH/aDF2T
SfF5Grth2s8J1zUbmoy9DlDjlbH85ffff/9VUGGJA6q1neo+JicmBX60fGsR25lz5752Tjt8WhnS
9SAYd5If6Rh39lk07GGalPi/791/FIBvdxZXFm8HInTMdijVQBM3jqZa5TLalTA28RXN47mb826P
hG1BFDOY1gyPg4IQMd7j7WBr+0Kl0+2B4L60UeU/GMuKLywCsdx0P7+/T8Cch55N9L3PRbL2JWaZ
MPW7Bz3kYNnaZG/ZCljpwiZGXkYTWfUkxeKgJLfFZsa8SwtCmr7lK8OsOPT1cDRgM0K2BcnbziML
FgKAnqKW0aGVIqKJVRLtYj9m3Z7gZSk9p33EjYaXz7p+jynnLS5spoiyS3m1kycE1Ax1+XFmWhMk
F4QdoezBQ4PKd4XhvjokCz2n1U6/H0N92zVm86CC+CS9vj+npbfVWdy8l0N+FMPWsYfnuWqCozsF
3U4FotzVoAFXUOPJ+NWAxRqjqXaJmh9D2oULb2N9jatfqrG819zVhGtNU3Hf2U2D9NiUj4ZA3VVN
8U/c693u+7eXnZ0eY2+pPtiDsc5H0NLa7SOWso96xpAWqrR77Mt45wToRGhv6l0f1A8mJemmH7Nf
gTZrtI53uNqmu1Z5K9xQxJPZHDml/KEz+6cz1smTI5i2Ja67jtteHOU83HboLFa+1QQXv8jrc4cn
kqSccxEn7S4e/fc0Q4vS2OQzA4y7r5hmQMg0LfINq33hdFeXi5TtSTOS+wMJWw352QxZwgnMKUmT
sl3L8Wanj7jhssT9cAG6HkYbp5cPOQiRtGKpG9yBoAnXNVvzcmLVn0H0wARCaVp0lzHJ8mdwpBc5
1A/SMnhZRqk5LJzdFJFdULf5S2bF4izprlcK6+AK192jlzkvDk/9ic9u0MXOmyKxBj54at05JYyG
Je7OHxosE/N8YX1JmpWwwP3q4SvknxMTZxxikifODotsaTB47I2dage0M6uxiYzL7Bnb0KQn9Pty
OHudn21TNc3bZacMsQxZnSbw0sQY5PburvdVdSMFaBMoabtJiiNIMrC5Pfk9fXxNeyva2aFBEVsZ
lGm2cWqcYNrX9Z1JqF4A5ueBwTp4vhYanEUP4/SPLIdrnq3fYPIc+LfHyEzOloMfAxUDnUJuIvxr
uQXywVjQCR9mzurVKeGKFGxorgwBfAL4HJs9DF9Kn4xEZcnd1DjNaYETK/tbbrbUbCapSD0czrG6
oxXhNuzsadORPwCOL10s9YW7qWAxrdMpevRYthI1Y+3ihuhKL+w/RIX2W5TFr36Ob10Ppe5EYdZN
fbWzoWYRvbtJm06sU2Xqm6n4qcMGu1Ji4k/ST4QW1DeADoYN1CVwJNN0k87Fucf5I0seS3/maQ8S
lpmstZ4wnpAEH2I2dJhXpQ0SD98NbiKrfs0KcD8Dovd1nlDGIGXBefbROeHI9xBl3IfvdNackqOx
GlJZ7nQx/wpxBeNQMdcIQF9ECWwky9LulBjNpTeDB3s0kQY7UYNkqiQ2ILxEnfXsK6b0I+qaPSt/
8J0+8iHb+91ziGwTG5/82FGtzdZ7hbgR0V32ls4gI1xMXru50UcnIKXKjSbYEC4kMg9PHr3pAChq
vJf5j9HrblNUIHdz/mWQC8Cs3J1g25gf5nPPc38TjlOBtAUQTChJpiMOb2xafb5EAyyICF9e7yNT
diuPNLgJKP/cVOCe9BfsqBvJBoWlDfYdLwVoMLHtm5tlK1bQQiHdLhqRLzKMaZso52rNNGggKQh6
JEm4bCrBcanIy2DpXjUYXf2iMm+zPLhIq3kS4dCyHHFA/YHJLlh19wOPs9NNkt6IlKUKBWFUzSdQ
29PZ56g3PaiDuFFWmHp/ZWm+t2MxHVzlRizsCbPyw+4kHTzFLcUkEIMa/nDwnJbu/Tw1ejf0S4R7
Hf7KZnIz5lbsTNjF++rJtwtnnZAbEtcmtuE28TZRxnEakxbGdoVVPnrLZtbrfBh8NIsjDjgv9jYx
LWahm6c457uNgNQ2MHLOIaAGetys2wwigwHSHctyIFqsyZ4rIwofQ9Q8XmbKK6hvEjo9FRLQ/DWy
8l7JGO6WlzC2m9jkmSGQp6UnyjDTrEYTErGX8ZLkxpqhsAHUlEQprXmEQ46jlWNFBJ1zeXtxdM1g
bZwQjyHvaaabDk0p8WZmvfdD47OKK3BIvl6Foi1PhUQIUIYjidt99TtltrBpkMad1GSwqUcAYBSa
28BBj+xGD1XjPVBUmbZRfwKKeZjo4Oy6eNW1/5ABWVg5k2An5QMpxkUJIxQPnEawdpEFg9hSFiB+
RpopaJN7bNgMA5V1Tob2Rx2OXI00VDyT5EYjIl5XUUcsL9EvYMj7/OKFwQif5tWpQ7UJyh7BZVRM
N4mafrRA9DkQ2gOifrlAkd2NDG5FVrpg9qqf0G2u8VyTgaYpsT2AQiAOSuZCfOVrYVHcIbudHFbP
PCGS1RofK4Qf4q3rc41XmxRU/D5BVh5ISiBE2EuApikyKWr05oHnw6Op2ouVwRHUeQ46ARTvPPIz
Ex0aU8cULVQue+V2cYUmWLwzFKhXtv6Q1kRMtlH0OxUbBxSqWA5FeIgl5MzR1YBmSe5qRJRfK9AH
Tf+aezGGoxFEbqDFQ4AllPa5mNeTXYlNYEf0tyKlVYayAUFErPORpMuZSJIVQ7tiZUOCWlcmnwGU
AQbfVpptbbZuBdgRnCrusC580ruNEVVbMN1YQ1rsk5IWnfZ507H0X/cmIXjdnL51WFeGoflSEVSL
3sDXPljtmt11uGuo0KdJlweDkJcgHN8HoI2x+DWnJVy97+3dymMpWHduvY68R18ntDBjhjIb85Tr
lPOm8dC6JaN96MVrYSP1FdCR13kg95lJ/donZK+36QBAIIx2QJRRjVrJ1W/mhxjpEblvVr4pPY4E
UANioyPOMjbfSZ9dYred1kkeKTBYjNhFy1WEYmUbZ5NeK3j4eDi5uz1DHfKF9tQsATPU9xjv4UZt
rMbbmlUXrL05SsAniAPpG3eelzCBZN2QBm10zMg3wjBaPI/EGHRSd+ugYO1sAvTYjEQGoN5aWebY
XDq5ty1L7saST30qQ9SoUp4YDQGTpwkdOEhT2653+KgYVrFZVEGSbn1rep1DLvim4rPrycF1Alq0
tE4RDqEKDFCS4Sz1kCNm48Z0erXtLCqjHPvTVlDWjmxWsRkFO6voBOcp5v8hHeDDL08lsoZpCyzw
wy4HBOfFR5VKTHnVIruCML8qWveCDHlTDuwcAu9RzZaL9RmUpgwg+xHOZEu9TcRyoDE0d1EnjE5A
Dnap5Dp79UTyZRo+iaipeipn/1H17UuCl3FVDRX0KWy1YuYnLLRv4UTEWGLHXA0Ru3Aj3QUkLgVq
9AmGAKg1i6rGWm9+2Yy+Nm1nxRg8lrLOZMyNp/wRTzMxy0iJMw/ga67oHfSSe1OBs8ZjTP40i/K1
SIMBw8+8cTkdOPxjei24tJEN0QRjXbxRE5SDsmrPQWY/G0nkI43QbO9Hv7qU6ELmvrI3lgHDk5hr
40gMV8v0yeIdmvuTnBLS/+LC5hvE5RQ53KllGm8Jx8rXPKfmLjf5M8bw7ISZOiYx75XQ1na0ZM7+
lVa3xT8bCzg+/PkbCdUnRY+wWIeHYx1hZNKU1WeJJ0rijeFId0h1cfi369rQWzHpbYkxlkqfcaDL
0T5ixOoVceQlBx/KzHGl0Dk4C2+ymRA9JRAXUwVGGoeK28zvbTDemw3TlZiZLpMY8SBx9mJbPKYC
X1Bj2O2WehOTxr6wE58wT/fiRf2JJYHgSMvlPkhRMwk3nVYem6md5Wn3ljH+lnb2KbQCzTyNu4RH
qW0RKgm327Q+UxL6PXk0nJrmosMw3AUx3PiCrbzKY3ctu6A6WVDqAe8DSOxjDsBuxL2qYQ6NPbgJ
NwMKEvm0YnY0bbM6AHhudmz2Y9ChXVZgKmrf8ZYmqNT6Qy4SNOBVvU+NxMaTr9fDXGbHTkIytdp3
NXUzGaZGvmo8wiEtE/2EYR1pI+cXp3OJkGiwTSGRBC/KASzRKRKzlqQ3WCCTHcKvYDX4W9+IrVv8
Loc6ZLVPmgGbfKu4n7x7UBwAeKT6HYPLWCkP/rEdb3oxfhmiu6U5QOuxpey9JUJPbZKh/gTG1W+7
wLml0CCEqN6F6pL07ptsm08f4u5q2nljBN1VbrPE/zHN/E9OUd4E3nwAiXPoETng+H7qW/GDauya
03tysQ+F9yuSNwmbgfeGB1w67jaIhxcpInNFMM+5LVtFpcA32U7VEysea+VLH1DYjLfA1NYSovae
zTmgeYv+WGS/YKNf5xZBWYa9CitgJLbDXDBWDjM2mWg6G8aS3o9mdL/kYLG2jAkYhXXOvLa6zj8g
67brsphercUERMnwpCRti5ghPBUWKRPRvLE9gDrUZegb+TaJA/mZuOhMQuuJERjPHef4ULbQa/C5
j0ZSbhOPLzKbk80ouYRAOJLf2mPjBfC/YWjS5uazquHPCXN5MdI7936oq+YYRTVx4AXOaycrnpSv
7ozyIYMVufZHfBMqJOgiCwZxiFrzscirlwKww6qYGmLIkVLjZ9WUfrQV/WJYNV3pbuJI/chb9eIT
h7JmyLRcfi7nyvAIq6EjuNwgDbj3djhGHS6SgR2K5SCqNIoFf18fRwl6rR6s33AUSfVgCYj1c+OP
cpezUJPdhMSrzdkPu37P9Bsk5jjEW3wrYpVO7he1zrTrki/WSWCVSOn0f0ixTFo85R4SxvKwbPEq
s34BgUFdavjL/ZrdgntI0Xizg6u4XYggiDjtC0rzIpyi27SsfykdHRD7XAxz2mWjeFHMz/l6GlgC
zugho4zg1JoRqkeQTFNZx7dRYtcw/JzhASOG2CT3s1n3lyLuxb7lz6rZ3vHdlmfgLzgX2o8RGjQW
YHlnSqjDk1v8Gk3GCWb+GdGeUpxPb4ivxSqQHlMM9vSYVt3yZmRWvgmBhGYKm3THLBwXP0157cD5
m+35VMrIeI2cfOc7khoMawhGpxHu3ID6BWWdASptl+SMgFtHXWebYEPDggSTiT5dKVawZzk8c5ej
eK6DHdJsxOZfSqbPoO/zq1nRX8Vx/tJKtHPafqmCDKNWMiMEGlCmZ5LPpAAIQJczpTsfFQinRP+S
tLSvcBfumGane518uh3z1L7Lc2D4xBCxhfAr6PewwlPSZRh89LZsz44HlEWQfzJsvVSNX2a2KM4x
YRYxrs+qSx4jmxdHNsAe+byDR98vfsoALUFb6LesiE7IjEmIHU9BfbQZK65M5Z8nO3ubUDbB9XmE
JW8i18p3ddqCDsByhGeSMtxF7yjtfjh1dXVFae4g9grgTEBe4S1dzwNQ0WSCiWURfNBJBH4xxn+Y
K/VMoQ7O0cn7I+qRbNMKHizHd/GuA+YJPUR5CEtvB988ev2zX9e4GXIN0t8DN6jikMlCQLE0qA24
TX/FiZUBnot2QY/qgpXxpuX4dUncXfaMkfvmxA2AZhfT8hzLnXaN19YnIjq3wcUEo43MO/ytkIDd
lLPxbFf+bdEP8YmlO/7uihahKpy7zrg4fQ8OlwzvgXi7ZjI3En9ME8HUJqSlYee38vBcbUo/fop6
HGl+slTM0e+Yscxoc88PMEc7g5NFUKma1kM5iLfa1dxFuTutJVnJRi8WG25Gpc74LArFbrY6tP8P
2Jyhc1scQvxwr3PN8Jk69p2koZki2Af2D82xbK91TpwLip43hNl17V2slFwdaMLMyhymWLq6CYhw
2IzzCOnGGne2Cl5zU/0o2u4lDxrkBKgNJaOj9RTYcg/J4L7CnT2lCi9AhIWlHKhOpjE/DUP25OEr
oibFGkIWe2uKCLNBBFQMjsvSPzm5B0N3IUYIh03fCGCsyhAGM+wqV2GH/MF2/GFjZxU7TxwegJyK
hbLs4tHABLPqc2e8i5uK6Vim+XEh3NdQWLKKQ3fSWQ6zMLutKwIlzBmJrj+QqzQ17YZl7ypntEo2
CPprkM1AdtaxD+6sMNvNHL4mCWzKiFSpmpEEY4k+YzC75GxmUPFD4og6y35EABEfS4NNpVvETyHN
2EZgvVnpGeCNy5LPUgm54SSXpoUD7x0hDu8vdBpTgtwlU3BjcsxfLAZ7pFEJQIFMGonUme6bSu7j
KbpqHxKh05a7jIh0RH+Ud1aqXw3oaShNmPlZEukx7chVGv6HZ6vfHA0EsUvsvgMjrVVYWm/ASRkU
qirfZtnJ8tkrT0SvkpdzbM2n2Se73WAU4M0uHveify/0cBYFutlxXpUZofYMQiuuKh0BXWOMmRMG
Hulj+mU3hYUKt/7tDYS+94ZJuCriaIzBV1mwXw39AtS1WloXzzwkePxh+4gVYjaINnnKuVkildQ3
hUh/xw63sJkygkNESwYsp1NKKzYlyrvRDYBPe+Llb8uhAIfS9HQd7FKi+xEr59CxL/NrxmiVhySg
iPW8j+X4kZnVth/Z9gWiVUc8dSc5F+XW43E4Tv10rLULftlNiTKJQPjO3t73Y4oUvNM6sT/xg/Gi
mSxfsITj8WLVUi+q6UNb8ZXM6gcKuIG5BC7g0OyfE94MYVHl+fZsX2ynOMOoy8VHwWb6JSnb+1bi
Fhot091nDC63LYzITe8MqFdMb59PKStCCKUi9+3buLaW2vhdIKI+DPeRyrM9SlUMTap7ouJ3uag9
sNLSw3vroqdqXB9BboeBIK6M29gM73IxEdWkzz695DYuQyRX5FywWZI2hqwYk7LslPtYue3Jx8D5
/d+ThmvCo4M0u3slL5ROzIXYqFgfGUOpjmLuvH1YFY+kMz3kOWTTeWY7ypZlOwaNtbVCZez0STOS
R5jKUoxYdPjorNJ7ZDldCHrJi2tvrSKCIGT5SgVVnfpxOJauiSCdJSovb7bTo3GoW/0JChUSsknR
rlcscfAAueVbLtkD5/YtHX07hJeC5tHy4h9JI7kDDZI3POQHwI7kpu+sdMcWO1qFSYASqnF5IksK
FfcXLfdGWkzwGYXUxkPrvWWxRTpVhMpD9UQ4THGx91w+dDONdmEnGJp5j0nJQMjzCbpfdHyhquSN
2XOTQ8ZYy8B4UlFUbIOwHrZzMBJRTD8LZLr7RW4kozTcO2nMVjFkIs1vf7NUUG+t3NCAjQZj29SI
ILBQbwL2vYfuqcmT5mI34SEv4PMX+O1QoQsOk0+C7e6DycUvMIw0Wx29fO7xtjHC3IaCN4V8LdQa
1eTtRdJenMIyzmPw1so2Pts5tIskWkK42v6uGNFxhN7PUlb+0e/kZxw+JjWmNGSlwbHoPPOCjPpF
dzyXqQhG9BnJcIuj5iHpmHBIszffMrt8MYR9UzRNTW4WG9/m3qXuggoNWZFq+WdebZLWe5UGkhRg
Mo4LLNFu9MnMRXaGbxMn/VcsYgq5CAEcOCODGML0ZzmvMwwsxGjjueOzPHH/nIvKUxsz56xOJXkT
s/u7S4LkkMCh3LL1WBPPADYxHW4rIQDe1cU27sf7zoQr6Hul3vkY5m7CLjo1/dgdXDLqwwIFgCPu
KjUbn3POiCyIqafyUsQPE+jMJQSFBbF5JCJhOILGJDhpmra98k+2Hx7L3lrVg40wwpWvXsXsWJOf
Y2h1iwiO2DscQ1VPNkIQAxlniQmqrWIiDKtM70wXu1YemNUDziHAAV5F3qo3KiZOpMgatB154SCo
T8KL8jnKHSPWIMexa0mfSM3KSA9V8N6yYjypmTwYQXvV2Mm0qfHqe9r4DUXq3pqT/ciDvTNbeZPp
hag4trwbesmp4jZUE/QKbQvg62jo9bgwfKHYFfo7GPPU5NMHxxVBKIX9UIUt9wBWWBIlhQO9IrAv
Uua3eaH4UjEbCwyjAq5l51EGOCbjXi/ias+oaaUq8KZN+Tkr7WnHJCHayGcoeU9zWHzNVixJmhAX
whfcDTIn1FLMiNf4ktE25VIz3F9NfqAOiZifzXo3A15Z5TGkRyPAvkROCMTXVZEZXzBh0cUnRDH7
tHRJG1IVzAGBSawu8hRFBDZ9XvTpIcFNyd7Y3kOk/0yJygwZOzGiiZnW2uye+/pau/1FQkbYOGaL
+AQiN+vOr2nK7ufaMDcjHR/CYtpB04Hol82gocz+ol3q0Djsbk3DPJlZf/Txt20MfIJnQ0S3KKWu
ThLv69yj7PL0W88Puk5AcIdv/tLLgshojX7lLnYGsqrgfpQ2RuOlVVUyf1FK37ZEb9U1Myl77J4N
fQRQ8sIxIVcBqETFCvFYSTJxhOrd7WRyWKV9AI7q4rrhsZhY28qs4xqbL8pq3lMSR9KCDBIWfk8a
kuDRbbtTP2fhAULOzxbH+sYiTRhCHyHMQ+kTGOi4WI7i/tWzwRcCnjFXWRoka3L+kORF6Gti6PeV
yVg8zY1xlXgw5AI4BYbhXoU4F34Ur2YdMfxtMGpJzE15w5mEbOuG/ncdoTVbJZMDXd1D2mPOJJCx
JYFZldb3wixugi78pDjTq9FriBkJS8RGFF0EQHIPWNoEmuP6rPWMnUGY+gaGgl6BZPtVeGDy0g59
YRe+j+2iPVsmpyi/8ULRPfWI8ip0MFxGC16uBHgvfeO+86y9NyGDxB5O3cg9hoTg6DBGYtxonKTb
vcZxyEMbxpSpfnCYtcf4BB1MKmaQrnl0SONxU8Vs2Qg49ddlqBK0loJ4+5ugQKpYtsYPiMETUGgy
Rog8ZrgT0Qlwo2HCHVbjWN9ZjD2jtCLQpAY5nzEcOKVB+sIPv2L6BSLKHtzrSIaGVRF8xpQcvBPS
B9oPWHucvNkSVGVNkNxYjkYbluHrbMI5P40pLynReuV4ET1yAE//KlPrwnlMpgfiTN6Bj1z6r0po
sjdj55D09JbKyraxbFuq9pIKMHkM3BimeVP9CEpxnzauuxkAO6/aGSFS7ty2RvYwKA0DZIQgjQqI
xA9D53tGPKVp/AaS5N0zkbVaf1+yLi0MCmnFRNgaarZTEAsiAaKOtKISLnNXcnOoRIEoyaJuP1eS
AhGnoB0NvPC+fc7EmG2UF+/o4J6sMvjUffGLFUyGlbzqUZAs5lXrSB/lQipw/PV/cHVmS40r0bb9
IkUo1aSkV/c9tgED9aIoqlHfpHrp68+QK87ZN+6LAij2Bmwpc+Vac46pB6ByKvnmDCUzZJMbkKHn
Ngx/ejMNAPsfk/zUJUjGCdpdTKy6K2jLTVn5Qhu8G221JTESbY/pI3RNhmb9pzWNjUNY0baR4Bh6
l6C/1iU6xKCLyOyHZgSBT2w1Xk60I4+rpbAD6bTUpF+ukZ+zh3b+siHLnfu+fpcBxEEnZPVWTNe1
3r/FhkBtNRenlvtdmcMpnI+rHgrqtdNOGCCrI7HjfyNlOpu6b4ieONahfwnx8yyRuPzO22LLPBOE
R41ECXh+ZxEWAqyGbpq6DXH8Hcy9ArYjsDgomlZ+pZi8eBcj4tyK7Ie5TzKBciF+k85/+ZHQZtTJ
MNjYFe3xAChha8L3zQksgShaZDur+/ABeq7Ra2MRLnr2IC/fpWZxHCLK0owBUuPo2NMDCC8ZyEp8
kfdCd9o1DNERdrj6IusReC9ZUMQPNScN70St0ffUTAqfTj4UQ3JGZJ+4p/CrBru+Z0vvwu+xngos
/5grTMf/xYNob33yCRZ4+7VFidJloY3JX0VaJQwsuc1wPhautkJ2e9QIVtsMdntny2ChS+a3yxIr
WZq/RidE1eLyQMNAprIcUHvstW6ePbcT6cFhO/vZwEOF4edoQW4oKzL+QkH6iXtrjPBPC0d3wsOC
EsX5S0aeXXEjtE2LwNgq0CoYHOcHNocVY18cnHMTWc9/WfmtemTWH8RM71Wvn8CrOAwgIT04bvCT
kV7vheho4/bH2HiUqkOK1F4l0UZWXr2CIMtEIyaHxjOTVWxKNLXJkRYU6akuD01l//RCSk3sSLt4
lCGEgeiczQ3xJo/Fpm9awmyc4S+wQ1RxfvLppoHcbZyJX9geKo+DkrsoPPXtWvpXXQXaFqws5UXp
rWHq87hJ+Z0wPIIsPn1MCp3AQJdLy1DAVkNcUCGJn+3QvPhIEUXlVJBiUV3RBirpgoUPcgk3AuXT
SuP5JMINnf44PNqOMRrWknp9R+L8mQtszantJBt4hvMImbbrqFsHevEk1cfa3RiAvvJALybilT6e
8/BaG19FM/xI28xZiNhJ13pb/WH6/+BVS1cN+pulpIDm3yDX2nrhY2vIxHI5PErTeyFE7xI6ibPJ
Pdp3eWnvCxMnK4lEnOALPd1OkgMtI95yxbJ70AKGXNStBsUMxrqZOpFNXbg3khh+EHdECAVkFblW
iwNwzLY1vw/FYbhMR/nppRoEOFa/otPf8qr43bGBk3bk3iqDY3rr9Y95qV2MZ9dM5mGEza7IbMd0
mg/DKsO1cJsrCcu1W9yNhv5am+VfWkG8ud+1v6eKQ9eMC9oqlppzoQps24626DVrWJXEKyfhZCz8
gpjJrr3EbvBXBtU33cJ73+oTzz3a4sqc/IWWmdpOnXUznlvDfrIabTkw8I3XzoAsCagO20hhfdvi
rS8kO7dT35hotcus7e+Ru7UtGZxcV258zuRIsTneJSQX+X3+7jjD1ajtcOs2PjlmEcEyKK7zJORR
0dNVCq0l0T6yPH91C+HQdZ4494w8/b46xtOIRgaLvsNfoDKWVaVOeRDMYss05PzU7Coi272Korg0
jZ1Rqh5ZGWfK2sNH7YFQRUpw1UnJ2DF+Pui89lMmiZwego2Xk5cyCHq+plLvdWV+owJjaQ1JPx2r
nPlrxtRIMouAZ9+uI5I8GAXROtVAkA91oS1Jlzl1qOWaLmr3GumT3PaMYCpxG5IkXHpZGJPhhSgn
jlrgK4jE20Dew5wEs8nnDFFI55qjvbcsI17hAedU4al3GvD0TCce605+q4bkEXMgWsZW4g2nAFUG
Jtgqie9Ysu4RdxH1e0UXcXrzDXPdlcTsGgPdE1xK554Z8qLzqS+mglaDSoJPUjTlph+mS1TGjyJZ
Mx8lpmwm4zJ1O1aucdAFLTeJT4Fahc1VugDVmng1alMGchJaBAaqaFm3UwmLLiXRMkce22rgTpD1
k73ssPxph1pRPdn6+Gbwvuigu+cShsjxIA8uMykAlOXOrBSOYFejiGEfxHFsjSGCfrbt2jLBcCaM
gwwOlF7efgtzklvwOPlyAN+qOqpQtvZUR3c9BvoSX+QP2LrRMtZy2t5JYS81BzlALNo9GabjQdr6
2QpAfgJr0xRu/D4Ov6WJvKWcD1aV0VwbwaHLZTy58CeovfDSgZCWJ8ccvgxn6HctPrcuaMZ9bqtP
ElMvkogGMmhz6uYNxZ4zinNpde3G1WBUs8qs4xEaJFKRAZNK9aOcRf1ofJdtSOS3tEEaFjEhk25L
1sO4NqZsPEz5wzLzftPFvNBYDa6ykt02cciaMfPfNe4e7EvZu+1Or3UPgNZw+cGTPpNygKMQf7Hv
xn7HCfqtsYzXaapIj0godIqm+WhGbztE1QvBYtaWLWHt9+IR2t1Hp+DkUtothkAr90oyX+q6YEXK
wAN+0t/Qmr7okYfLKGkuadG/uH68ZKXINliI/KXLDQkDlzdBoXy3hVj6FG1LvaeQVdXBr9oP27G7
M6oIj/DiOQKI6FZhFbsim8w1EPAeZVQdLcM6undoh/n3ce2mOnUqHlGXEmIxWu1KstIvSqoDSrLh
g0oKwxgbWRmwm3Y64u0Y49w2B5Ss1eIvgzeWqShBqGV9DIJgZGnGiKT6u4hodtIuyk/ANHe9d9Eq
ZlyyxX2nf4dpfpOJFdBnpsvYketSjdW41BgZki5daIsq1T4k7qaN5RTfXkh5bbrxOXQhCxamdfJo
puzsgdH/ZIWLgc2YFhIpW46CdW5b595HZt9ULSJBMqMJdaLSIGZiUVLFOjEUgpqjamvzgHVAh+mT
SkEnC2tgg5SIcnUqdzlCgkDrmT6hMQHMa/4yG/cSt9zSEsaKxbQjRxWKxBIhGtLTlaMolIs6kNt0
3rVxFSbQAxx6ECBIU43QPfYeeu4THJ1IdlemN6BQ6d0tXY/IWY2wnA6oQOy3vwY8rJtcK7/NjLTW
9K90LIiQNTHnFRhmzLORto6dsKWvT+k0l8+ZxlkJ1hpc5jg64OpnDpaO9H2tX9hYtDMoz/PI+X2H
Xv+dwQ2DJeI5mgRxYnoN+/oSNjZVoL4ss+GCOSW9JVNEhlZsHcwyfu20y+ANd6cFaaG06BgmgElG
Qq85Mzj7sog+e8Qt+yGp1lmVnGFGcptWIaGHaxv+RRH729GqQVXPkh7N/EiMMN9Sbm7LvFljMDyN
zJRTiGlJCZYaYSMsqfC9kyRlwpdpBvth4wqDUsd67RHODdUwwDk3vIDNQzfNKwXY32oCHkc5rSof
YaUt410UiG5lYVMkTEfxoEfZPQttZsExVrbQ+RGn5s5KspFGEHKv0Z3OQ2+C3RiGb6fc+tLtjsRF
HHqa6fO9fycXPLrRCeL5c/f5cIrgWKUOuG3ybkh5iR/DFNVrFw6dYbnLoHUheyKuSt1i33XIbBha
rsOwa09uRuZMnMVbBycbQlNn6dYRH4g0eA3Qk49yXOkgql1a/TTfw+wwFu8RWBxGfRKQWahOIyJA
0YbmSoOegmH7pfRFvrXIg7Ya/Yi+J19LGTf0+QgsrH0q0Il27FBm+9DKd3wPh8i4q8iGIVHan9XF
alDWJhVs9rHrnhXV+iyLsQ7lPBYou/aWhChmGabO01KgaKwBi07DKGHWS8gwPBg+VfIwCMDTrf8j
R/+ztDT5henFQzQ+eH8dqEmPhvGaGTsr+NL2Nm2RD0SAvgDUXTPdortTRXP8YP8ytPZiMEHhdC4c
Mc8JXrM0kcQ8U98U5k8AnbQbhK5twAspJEfRPsMruo7V2hiaYrWtsBms+1x5PHetWgDxjxN9kwXx
QWuiazp5EbtjPM8recNcyQuNHUxcivKn3tu/UxPTckyLVPOtlNAFHW2lbeQ7EmlGDvkYUuDu1YO+
q42yO6I8gdOb/1K41fdDZa4DSzw7mL9wTtwbKrxNzda61Cmwba39SZTm1M2z9cohOqAYxLrzNLTD
AwUyFKZxMWZvzNHw6c+zTDVW31VWIAb10JaYiurEzFLSdUBlivHbNTh0RXijFgpVAtOE8csuqxxR
VwW9H4+G3wIcZ2eGfktDpcHZUdAEX9e2Vy3jiTljXFCe2WnkHzMqTSz5SICh5BeC0DfbowOLmNDc
5r0gG8ADk1KXSAche2y0YtpMNTtD2YDcnuq0Y2wm4bo7/DCTkspAb2roxU9+mkUkWRFMCYfZYad7
NQ4dcmIWIT9tIczojLclLdE0GonxWwuAidT+IWfR4V6btrp5Lej20V8CrIaGot+UbfjeVvJvmKgr
Agx9iBHJa10FGQl6AKuC1iMw9Yaj6jlDRKTyWADIa8YaMkx05joNHCzjq+y4eXS+bYrbk/Db06gZ
JKdrukUDmlIsaapPUbjmuvKiMy1lB91UO7Kno2wc3gS13hI5f7jQXHU3GDdsfQuKNsbMN9x5f2LT
CvcWvinOwsZ2NGiu00zFfdj37kucmEeP9v8Ox8OXhnQMOZFrxJeENsjSHYVaA1pJLoFgZDsk4VUA
d7J2Wo61pZpdo5PlyoUn6aokdRW+5ERKlgn5U3ZX8L56SX7rO7wiTad/dxw0aR6FB9Qm4FVbHwGv
pW6977pUT8mtsJqzP4zqWPpNDaixHN9aS2lM9+mPMKo9sMWqnUZA9WZAJ0S+5DFNw+Lg5RoTpMCY
chx6jQczaiDSJ2/iP1niRHvbm0hTm4jaMm3kBXnT3Tn1VMgC+nyJaz76oZK+WUy9NYBENZtL0pg/
LMbieXriXgapmFS/0AUG+9EeTrbvaVdmGN+lHLDUzJ91UB5H2/AAupb6uY68YNPR2SZP1tg1GNrV
0COatEukWRVtnBDB7ZoOCApFIibX3UR8EQHFtYGSM0h3SOK9DVMMktcTVVzM+fL8qBN6cKg6//zf
1ysyA7YY8dMd6WpJWL8qicVnQsG/bBG+CEQ4d2tASZTow7Z+YusaI9jST65BAXj+Pm2qcKs8qgdU
6FhUQUKsMvCZVwSFLtZXvg/nEROXJP5Ze7axpuQXa40m6QK7jYtLMfJ3ejPzlwBaQUhY8Txn36j+
WesQwBHNJN+ILUcvb87n79qx34zc+1FF0Vz/GNPDTBkY6IIgHQtm84MIjV0fEbAa9Y58N0Brz1I+
xpvRzQTL8fxPCle4p370oO8a1XiHabA1Sjs/ODYqRFHl5vv/8ynb3kVTzqNqje6WVXszEPndni8I
Ooo9Yp9vHaGEObbWxdfd4miO/bYLBmRqwgM/KoNLmzXOpQPMc6kGf5Ojwjz6uWftE0N/y5LJlIsw
cw99mKPFn5z07DWEwCookYTY2EeeeF5YEgOhSDmQFf/vMnSJe+xiqGvCiSaofqwUpms1e0x51j1P
WvLGIbd6KgPKmFX9DuRz+l7ibk/8wbwPvZ6+A1S5EBRnvnhA5y/S6B5q5I2Xeit2VaMNdxsSyy33
P5JxGu71SLq5lQ0kNBixc9aMAksvZg7w5/fSzsh8pf38G8LW1rXS7GCBl9knE9wxR0Fxn6RDOI/t
+jt7ljI56EbWDdXJLk4T9VXGbIRulX1gMDsUnWdvE4weqyyMxFeEWRyOfsYqhc10MXrCQ19XM7uK
6ltqur+eDA0EerPN9x2OHkZVIAUORmJa/yOZ86vEsPOdCiHNtw2crueFBCTx76Pnp4IRAGiscido
hu203vOQQqFE9rLu3RvD4Ox6TLtspA+r1gIBFQodGrYkdNVoZP8wVBWhiSauSlrNOmzL9piZtjr/
d3F8bupczX9vvheuKdCI/O8lmOWpvaefK3TD+/xpkUcZC6a1h2YgLTMEz8pM6RlSmQKgA8ymrVuk
JZckauc/twR4y8hxoRcYiWwPxTjSqDQ8yazeYUkPdpap7INWh8JdPz8k5W2Z4addwgT3eNaLZGQR
ZIOwwbHUZX0bU+R3eTlmB7D71U2T/jcUoXIrLFcc3ZkNFWufRgk5Ye2Rrf3Oxq4teJabGwc2dCxx
j/cHSVV5skfyCnLAvhrNWX0w9CUBo8mLY9I7m5g5CHab5yRBRc0hw6280dPyhLC+/WOY9tnJLHkr
9OmzIPxzSUtHv7usb8jT3XU2TNrWsC8O/qEHf1yLJWPoTza93Cy2PkCL6XhWU+wSWovuGHzq0iUe
fejD6GhjG2e4MDIq9I1Nl0fjvsNCQNkQcoyB4Ti7WPagfpDbDcJ6Kcvc3RkZlXj2DMubUYHP1+F5
CXQkOK0aNtDeKT9ms3BnyDOKemNPEvi8OtKjfbLXhJhqgNeAupPm699ikeIegN/JBh+nDyYw9Alm
CoxCUbAiIKtbPt95fY4cgUspeQtNBP5YidSR2RUoW6MSjwRnEsMvM7syaLTWOY8kFZFUq2Qw8Ygn
+TnWoLm5xKIfdXw3y37uuNaMZ5GaeEe0vv5RGLhepzgnTdbQsQgn7R0BOVFeyg7uKOb2wxCwgXtT
di5CSLWe5kRHDVVF3zrRAvRqKS+yEtXt36UvypfIKZAP50TC+ura0wO5xtU0py5F3hbw55cspblr
bD/fGpR+dMqca1Y7SHr1tkcxPJUn0GUFK9mwj0szffBGhYcAQPYGT0C2S5U49KapP1ZW1kBTjBTU
/sKPT0NRKeSK1ldS9jQIpdkzd5JvlQy699KBd0tAx8FvLPNDgC8tErZUK7e7LUiB4lXYjI2YLERQ
ih9OQru37zI0L2n2aZK5sarrMt3bTfyIzAkExGi8VqKHHspNFMxQQGB415h27T4QTHfcpE8+LGqs
tTbW+QaZHDkTU3o0JzflIOpi64Wwg9KcT13lqt3UNztrAM8KbGXfT5yBkLuzahd4ZNq8w0Q1GqvE
cexroSx6wn1NEmOhqm2LEvySIvK8YCLhd2n13yCsyHmImRZKjgjEbUfZqSL8Ez8XoShPuFSSusGV
th6OUhpdZDeN9lsVDXLputi2sjFLTkoj+aqKHEqlbDiSscoZZSShFGvOeEncB+bF/pzr5GmnPTLR
LNHEiaew9sJHoxfamUK0ezM1MjBVCWvTNdZP4LaQoHQzOfbJbmhrsXze9iIlF7d3m5+21tivVvy7
byl+bRrTJaIL6D545QyEkKwTITa5LOagW8RnZerJCR+qcfy3+CTgF9oZV0Tj8I2mK61Ev69R44TF
iyVQnRemvkABNv6QSD4M00vX1XyUGGBWMvInfYlbM/X5llYwj+n3YZbo11xrfosUWVYZmOJUkWpA
xVjZr4ZKziHOa4RZYBssrKuOsnF7EPVwABuQX6c4TNegsVuU/hgNbNH8dUoTLRZ/5XnU8+zcQozY
VZl57wxsR3WV4xcqOv8Y9uY+kunThkwjrwNmIl3YqgQ1U8aD6T7lMlr3JIni68sJovYTaNIzNcx3
u7up9/jgVTYdfTmaW8yTGVWaY65ZsH0MRB5H4LDVTqEJMZfFgTaoXo+nwaICi6WPZKIuf9UGm3zA
IeC5QrWshRsq4L+GiKC2xy64ksnBa9C4/l6EubbEcUTqVt9jgBhrjNhh9BVAuHgtAhrYFH/O3uF8
stQ7k7Cb+aJlsNlRA85cqw5R0otbexy4WPo0Ui1wigt7RYYWyP6UDnkJVW0IAVcIWoLPxX8MyeKy
a54DN0VqEXitOD4vg0EoVudlOU0YclNXiYiY01caNEyr/0TDgTmsCllDPBs6UtigZXYNcQgZJa5H
OUynfr4MjVsfGlqdtg+dgXO0Mx7iuaWXEAYg6d1JjZooYDL0wkZfLwZdVgDus88URtkZd0l+yNH6
LGpT6jykYUavTnVssigobNx+27Sup8tYzGV0H1yB/XjbIhAkvM1nn5r38j0HfjGbGh/ADexzJ2R9
y6ddJan+nkvOENYHu20UaYrpiz/6zd42exqDYTVcdAjhQCh6tW3m9NZ/AYFz95h2GKMYUsiJCxHj
rg3Kk0IPcEcCTuIcPFAYwnOqZp7Lba7kgpiYBiE8gXHeIHvOYulrxsID4bfrHxQ0apNWU0h3SsLS
6cYTZhdtS8KRvcEA4tw7UgZoM89nejvisCnDlZRGtDVSuWr8bmdVpFHlPvVDjbu4iJ3lpEBw15UV
bsyZfvHvNx+i/scwr4DId6+Tbcz5sRxwQEeQUf8s5zTkwSrG5JYT8bnS50dGYOTYpfOnZtqF21GL
1BKpiX/kA4VmPSGjPY/BXqBqFnbdUvEVsMugvgYFaZdZpBvINIJpK0tE3zifEzDaMoY6mn8UFo3K
IXTNQ5zJ+MT/keOvKq2L7qT+6glqZ6r+cHHK7XALphz9weC4I8r50p+CcwzBy5Ppqeu/+ql1XuyC
/oVOpzLAqPfyfOYcoxSr2GmcM/EG+SHUjfcqNg69NugfPYIqQoWsV0y01YtFp9qQEswXVemCX224
yjRLV0oVs4oXr0iGAllkwY9sGmE4eem0c3XFk8oDS0MwHk7Pj8iTGOT37AWaZBC94PqSV0FZepUJ
qj6VH4fUF8h8/vfLyOMAM4FdS4eMY/xAol9SZYc27eacLPjvo65t9UiaF9kwGOOkYP4Lkhe12owc
zs500ba1istTPHNLsCCQ+1MRsOFUlDywLVY5MUzg9SDbamgEWc5WE3juN73o3COmH/j69LG/RuJ1
2evWmUf4qktXets2mAUqWZbMKyP/NNqtOhpT1V3duMj2LrU8KOuguz4vSpjnQM/+6Ol0szKHmTfF
pQdpN/Wh78KJhkNlo7TxxvIYyeZYxHZ+rIjpvtmy3zw3g36aE8GfMZxtYX3CNnsxNG4H0STJm7Id
3ozAcGegsrWtizbZm55trwYAUOiaR+hEVbt8xkEbbQpZZ+CpnvA+HYtSMDL3aoo/6HnIJY38HheT
9kX3k5mFLQMQ1hOBLxlmKlXFs5OqCi7PizRFcGkCazxUSbVn6KqvirKC7hL3cD8jc0CsYcTkDgpw
00Xi3z0CdfBso/UtnEkxMMQzHSsxrbTA09ZaFyV303pLAcah8Jbsh9CCGqakW4N8C31RqoQSOrHE
sRWMfGLBXl3RdBrjsPA34ajJjcOivQjnexoPLOAGEBhrSdlRBcQQTdGQnshsS0+yTb9YFAa2nCg5
lk4xp95PmLvRYbyNVA0tWTOFHNx6U/att8N2c5O18I+twQnQQnp9qPGeLqL5Jz2ZwspRP3JAc0fb
JB8rwm2+VEYW7rquA2SDeGqLZAhlru7gY6fVtHFAACF9NdNrL61LF6T22g69cVORkXL1hLw8QVBJ
N7SbqNPHY9Qi2ioiy9k2CTMBmdYw1qr8ocgkDPa2XbroKrpimc0ZpYjEglXnTf1S4+y0KNum25R0
TokNyC5ZZnc3bE/ldkbDIB0yzn5k32jx1K/mRC8jitM/lL79V4I3qdfSFCCex84KTUkTI2cvI1UH
0Xt/wcxXpyZUDo4L5lbMd6c94cw4SCoRrgTR3FdyEZytjj/zQIIksIsxgExfa0sNuvxL7ttw22MD
YFflznmu/OotDW3alGm4en6KwYYVLQ/p8zZIKxAgJSubtNxFK7E18Tud8RzTbje8VdHb1jERToF/
2kQKKzW0074JN5VsmAvLLugHBWyxy7DZEmBYX7sGopgZ4PQoG+9hWpQVDae9lZhc1Amzon5pGpU8
Ua7Jk2360X4Is1epil3ie9F1Ij/kzexDNqA61rYiRTJYiKk66mGj5pAP5vGuXLW6EX2iIgVMgUDz
Mg7az1jW2jqz7fzaO+H2uaBqELsTIXsaELcyCPSjdKbkpIXyjNR97qfOf2WE6cRmTwH9jzBkas36
7UlXUsC/vcG6QEqyTmjB4Ew4VnC2DAIUPI9pMarURo1XSybmS+J++bZG9VL1hI9ocpdG7UWIjI5V
w8/AQMjQhdMLLRXTPJBjXmaxBB2pt5gsbnrbMQWdu1qcWhZ0TLSLaJtXr/QTFkz7s5bjtLdDXMf8
HzsG5ZD0M3/176BlkAP2Lw5+8oItsZGzZtPL+p1gbnkcDLIY5nWaZjK4RnP6MU5gNZ4YqNbwrqWp
B8fMt8ODTCnVg1rujSD9o9qOTFio4fhGm3pNiGLHwJaYMsOP4rMX6QA4OPpWBhFbHaTq2kOVgzC+
WBFtGB2e3DZpOl9qIkW2xY29rpXbnCCOPkIMkJd4vshavgxWRYIaPBEz6Lemk9ovPAA9iKE5fwMf
X3ZQtaTlqOTv2iDJcEj68HX8brFz/IudJCFxOgrZrp2OPaaEwzk2Qnsokx4ZzKeAOah4+E0WXIEk
RR9Lk37zUVVGujEQHWyyGHTW04qcj3l4blnXCCZ1oHs0Am3lkqwK9+W/TzNFnKMFmukf+SzRO29b
MsbFyUMiRTgnBDbluzDQ3tpA0NctkBbeUKteWnrjbkmJQ36dIEsu5oKiS1QAiiDG9RqV73owHbQw
RhWWvs6K1QsG/+j6vCQjBYFMSvOIJ1l7Rxy0yPSr1jjhN8BWRrBB/cdI8CZ2WmLvRDHQZrO2YR/Q
P4JxBUUA29/Kz/FmSs1T60LrfN6Xkob7NLbdwf+j+qI7VKppPplQ86y6n06N8bRM/ezVc8uT1EPO
4VU+kfToWSi/VbUjurG6pflqcMR8Thn1r0I3eb+86O4S3j46dfeWkDuTTxowO4UkwA3t+tC6KmDf
scczx65gE1jg4XzZ+gdE4ZhxHKiGplZ9ksrX7X30VS8Rh+MlcabQ0wZrOiaR/5dOFZpxz4O0xqLJ
Yoz+THShi3aozUlXPti9rsCyAFrWtJTZENWwttAs42RpMD0yIX/mjprudmRewKxaLwJlv4CK+++z
FIOsKYhtA8U/fk75nRaq85XbOs3UIe035lA7Xy29IdiT9jv9NGyq1gcYPBJqRsd8zWKohhrj8yMU
AzCwzDzbKP0ytVHtK0w8q5z1PYfy86rhg1o9P4piBoXPj3pafvhz+7XVIFOO7ci4PS9WVKEYdFAx
zV9qBze9zHPZSroMKVVzpFjM7k026VfCOZkS1wBN2cGplqsR4ECnoxObL5MHYIBedLOkprj15M1s
rIT5Pxy7AokOlnwXzcAJiZGziC0QDZLMzn0WTgInDSeCpjeZ/2r9uXAH8hsQdBKPyGmq3XM4jY/W
XE2onmMPDP83CfHoCwbJBz5jjWIAREUk0uacjFTfPfN5IgIztbEVCnYTSgpWCOePwmJz7SiliRmk
9RjdnhfGttYunH8hJze9q/53cLB8RmSb3WwTT2JIx/6GapnTZdkTFTXAVynIPIqDOPuVoIWlx14n
LwozwYpz7a++kOUbEQtr1HLAp1Pfgx4m5QZv49VGeeakXYuouSBj0/sz1Fl+Mp2g/FhZLcUUglX3
LhtexHIA6VDMDwnReDeOV8F311GPVXCg0CfUW8cus3cVM7lHcSCQUUeICsFV6FOzHgYN00LtuII+
owUBZiKdAuRWhOca+UfagRvsUA6uIa/ap4FwwDhx1GeCu21phn8q1MzHigrBrqtbruP/fdbBXVFf
oCFzANBaz0K8VUo2Sv2k6e5PbMvIdh1Up/Te/DW5mPFRDV6Mmt5BaNyzSndldqTmODIS2sCI9fbP
CA2iPYrdc+OoIyQuxJhP61QrDl3aj5+WnjfLOvMYd8yB9hqkZqJ+RvZ+dHoTwQe89b59wIJl8PP/
6ApQSD941ZuNWhKySXY0REa2HfwXFRBerKMHIJJRvDmYk9ZxU4vN89POyGGoVeIVDBc8RJdpuh0O
7rcqu5fI7IpHX5fVttZcZNhVE7+F7vjTrIV9qRM7W+A/sy7ZiLspR1OzKyYke6u2GNJ1MupnZsE4
Q+a+qCrq+jaDZDg38jXNDurbYMj0AJsIMFnk8C1Bo+26jLcz01riP4cRsCC90Iz44Z96PH5Tn6o7
+Zwhoa8vLHflDoBnhpS4rF9qhwVGm4gAzAx64zSicCzPkHGr5kAGDBkX4kjnuZ/cR6yZ53aS2a8a
alZgGRuQQPqdul3cEVMg89dRXlseEwUHxsCtKmYZpPKSn6Jot52iaNRNpg9ulUynznIwHc0va+YM
x84FMmQioUMO2xqb0lTf2EJwBhbBnqXHPYSMeVfB5HSvOn2bChPvB0NcBCwCi3xQx8aRFku2nnDj
XonXdBmBLeGE9B8UAbCpHUdZW3fgDY6Kot20RhGdARxFZ9cvmJT+97nZxq8VTYvd80v/ff35URE2
zFQ0sEpe5vcbYDY27iZ9uvx3cWpA2470f5NX0+yeXw9lNzAkEH90o0m03UgT+jigXj6Osjb2fmuJ
OwzS7r39WRkoBHEQ4NSsmvHKK820ztXTBata9ULAKNbfxos+O/BIpE9ZyV7MvPyqqXeYvnY6cZJX
iCjErfj+mc1h/OwYhFJnCOBjhfdaxEh5SJksTHwVgd5a70bMBh/19U4K0F/P8yqSfGvfDs6mYG7L
44ZqrvZoGT6bEkqH+zHiibkrU2tuib8VD/jU7a9yFN3SiOkmCFmkR6QU3A4SLmRHr+556fUBzgYC
W17wd9oCe8JUvLMzX7ROL/XVUBt/uS+tbRAYhb769y84pLd1r2ME/7/vBvc1gQuYKEO6urwOzvSb
hoexf372vCiQ0Tu2w5KdphAldii0XJUcjlJUxcoycV12OH+RD1SkSg/mrU586+X5peclLULBww9u
5//7B8dv3oVUxMOC3nabMDxrkxn8D3Nnsh03smXZf3njwiv0MAyyBt737nR2EidYkiih7ww9vj43
QEUwIqoqc9WsJlhuAFwinXDA7N5z9oG4kryKsWwOrdqaaz7dkYmW/quLhvIr7iWq/6Nv70srTb8O
q2TqX+amre0dWdyYrFIZdnTzXhktq+9RM19QzHCFKWrxHDrZfZRikzfF8NYRJbPGqk1jG17fHjbd
Zs7eGbucZ7Q3GJt5dh1lR1TSyzz0jUOdlOgd60RZJIP0NJyi3NKpVb2bImAFRs7nzh+QScCR+wXH
ajLeyRy6jSFfVVXdk0hDWVnLHyGyVEujYARylKY3oCZa6COWsUUkzVsc+ctSNX719iulf5amuhNt
kxoXIPNLpMlmZCCYJ5HdIMaRX0wenMl9TEuLePIkme6paFQdyggy+MqyQsWSb1EONhsHVYCBEsRb
pfDQMIKOcqNE3w06wTsjFIDu6IwjWlkFDiRVO8J97jLdFGjmaG5j6CiAKYJmyY+qUd28rkbSVAXF
Mh/QVtd8QfLOm4iBSIItxVgMpdsvaCIbS9SSpKo2kz2NKh2y9/rB9kqa4dMbM5CflCjitasIkp+o
fpoNonxa/MtGk3A7WBiuy4o5WxCwRu789576t8U8c4k/mC4NkGLZZuUFxxVMY8p7hH0PhhIBxBRi
r9rxPjRBltAALQ6JZWwFTJWlkCWIkv5EDbO9ppjX8sgkdagYa4ypRHfHRRqsR4uldYMczdUqgJgY
XuyICRRPsm++R9nGpx6LFGKyfprDVw/52yJTteI8FEiVfbNudzV25KTDFkoB8tBXZvow1twuQvq5
hUkpbLLAu2a0b730VDXZqfSrblkzT1+MhgEFI+QZSf1tNTQ/pUfiCHNqALu5f2sUwz2pBIwUogGo
0rLKDwuc2sxmqFiqBEI22HgDB9l5k+8jTSU3kuATU1TKJrdIurXDvuSGj6nLgka/rNPyTVUBSCRt
CehFL7y1ZxIsMFDaVLRL6MTFMvDRsNqopHvbMN8UtV16ZE0tqzECHqxV+xQlxy4PcWi2xi2gd/ss
AhvfxTCFlyFdNxxEi1bt3dAKU/yeiKKjp0zSK55oLII2aty5+7LVr9Rgki3NyIUCkn/v5WG4b0tl
RdxhuxLkDGD0Ar82JkBABk98DWS6rE2jXnej6ezCYhUEPz1843cPwmXXFESVN7ACTMGvXGMPPGQ1
HgU/0hbJJPvGK2PV2KeA0K7azIlPHURG6deUSzEdlUMD7sV3esCttJ+Hhcx7iXoivkM3oHOVtu9g
7N6AcAwgFI16U5T9tS8wyWEQTSaOpYYyazU4/VdhBpARY0dMKueDsOJnBHvmGuIZ9yJy6rvO+ski
aq3r1ruNJmLl2iNTmn5jjjFZbW1VT03SeGWzCCYdtTCxkqUb1Wi9g1cimkwAxtHpA7cIgpBW38gk
zkifY4XWcWb4X3GoUmrMf5LHYm6cTm+uBjpSx4SWOBb1Txzn1kvBjTJ3je04eq9RillUDjQqLYyY
hz7UvyoONrrctm5+qKWY5jBgK4H5M3QcPulAeXMplG4yYsidoH0ooAozLU42scRncdAcN766rJCK
0T1pLPvfjKDeRnXkrDVoCqCiuN7M8mcl2p9eTBeSzJBm2fpkYhRDuQUt8C1wsu+9lUwgkAmMBHV9
GaDmOufTV0Gohra24MkiemnlHhjw68hjuSVkYt04TwX1g6sRQeD3dVALUOw3epCbpzD0EE4TlJnF
JNbwAOBWpReQbQx4XyU6bXvAEaG2SbKocjIjOpMkg3ZZ2cV3omEuoWEXN8jq1IwjAEdUNQBFyvi9
msA+Nn1EqrhaudKkgwTb2teq0hyazr4OmXkqNGTw9IhuQodTbrpjuK91IsCQd09+ZaYcQEFRGrTn
hmyqRRwh/Vbb9E6CDp53r3hrS3QYQ4kJ1BvbchXo+nqUmXmAfojoOTpmoMcnNc+ld7Kb29ThurD9
Y1xqvxRKP+usK3ZxlygHOQjvYPPVo6hDHCgG/o7KjmTakXcIvxvUyIDXfynAH0F/uceyFiGadPWV
K+m1DOEWop3bCBsOillpDl+1LgPPyidWaXKV66j4iKysmHHDE2nSd5hrsArDZVb6mKk1HdzuS1UA
lE3S5jEm9/tQe9dS4rTGJ1IsUZWiQrLoYLgxyMG+c65JCZFm8Ds0cNx3NsZNqXh2UGPy79JFK6nT
kGe+p++NSkn2mAxx8QfypCaZeyHwKVx7grAG8974JEBAVj+POt81TQ7RWemVX31SXwvcZ6TdEx8x
dNqvIiNjfLpfp178q2ja50yOX+SoX4wALzsWncJE/syMcCKdGnBvXBbZMSRjWX7ta9A0jdp9KQfb
OWgV3rSO/Rhr4domzBhHje9OkA+HB3fMacTXarZLHb4fTr2jw752ulA78tV6BOjDKoPU9a4fMBRA
iEM8v40GpTtESMJElNl78NMn2+kuNur/AzoFuOBeeEjdnoQKH6dJrZQZkelhs0kzrqUYN2o/sM7w
yvQSd/YGIwOhv+qtbour5uf6WVTxoZT+zg4z7VVM8hBkOgly6fDNJQH7sQuVVcSxx87zM4pW3NbR
zOmUcBe5Ekab3vDUiz48D9qAuDQ4WY6KODHnHqwbWJR0E70I/HRFvePDw7uOG3rXh9l3F45PpDTO
2qrTparqVJv1vN4KnZlHqXTqktRl9GW1tW5wN5/NgvV7Bg7KlmQIN0hG2jz9SYmwvbQ12laTDAUK
WEt3suMjslzBZ30YbeIvRid6aDGBef1prL9nBSESqW1uqlTdFon/5qnFe2b1qJnAIlB6hwuhkUKv
mvGOhsIiVraK0lDgVXxCqPFfbOm0PLSK/gKlLhL5dz0q3sK+/VH0FsoaLDkbirUdYubh3EkQsU5S
/MKR9ysysgfcUDgR6AnsRM+MsK1d2vtuSAZiL4sDcyZayOcS/8uicCH8GJJ8AYSI1kbQq3gqev1V
gy6MlZswdarLiQd4O4tzD8vzeEdci4M6znZxCJg0aMVDlCCKdnMXJBMwirUuOkRgFgoyy2yWddHv
05bqrKORD+MxEbxLk96BpsKz7FdxhK2c1tVDqIFDaCifLi3LP9ayMved0m7tylnaUownmcaoq6Rr
X62C6u14DRDJvred8oABfN0RR/Ncc+eSE4BSt5+4rKtLicx+TKD82q3YdL9qX6vXugnUoUZFkqMU
rlu32Bc6ZhWzD04RbPxTVPpbB3vsiF/r7DK5WtRxS75FYW+kRfo7RKVvwi+0a5F66hV8dy0Uf+fC
kDxoWbxBTcXUZxhfghHCqDTjNyw/yqOpVeQ+I3ZZ9J79WtO2W8WedqeAYCNGs5IdShNrN1QCnAKR
OA7fkh2NWujGBWQSz+i7a4qrNU1r48By+X8EHY0hM54QKnW2AWvZ7Uu8qJFPqs+gUgWDMUc4vaZQ
ELE6hOrExKR+ccHqZzzZeXFsHWhYPem8wYtuIOfttWufBdEuC509a+lNnrg0V2hl7vyYFIV8vNux
x0LepOY4bP7r/CzNJn8sTwY/z/bv//Ev1FTC0G1ISq7m6Bbku+n4X/LJEF454PcwaMuRpBnRAM4J
YtNZCxJ16H6hK3F4IiIa9LN1xUeNutlUT1kjHvXB+u5XS6GHBk0zlCdx2F/+659O/9+yvYRhqfwH
moEd0qYF+/efDlQMa5+h5qfzeW7EUQ+t30+8h8baYC7ko6yccGMRzJ3G5nDXjBplQ/hqacGZx46y
qQqoelTfTlgHNNAs3EkyncpyquyI/1BfR3w8eJGL/yaUzNSmgLy/faquUG2hO45tqKpDGe3vP7es
bNA/SQN6b26YwKGNL/i90Z+5g31Cp5XeuTl9w0qa7UZmWB+aGHg58MEUk+Qg3HM0rq2OOpwcNsog
7UMn3Oog+3aNGil+MvX4yXeHdOOjG6Zp1Wy4izfoHVP1jsVRvTcYu5QKBt2IWZsUC8gIaimANCYv
rWq1pyaLOrzElQ77wQpWVg0SFLMSMEiTOIM8By/gifCE4Ds9+vnYr0pcFEyUjHXjlfmtJuL4kQ/A
BNxFAoRSAPqqooJeuEaFMlGz8BjCPVyin7OwTnYht+weJk0dhdwVobXtKrBcMOTwPpWFEPx1Lahs
JTZ01lr1sc0gE8VESNPghbuZu80aBBv3Bj12Dz6GQIizIG35N3R8TrqyjXKjOo92HmzNYPCXQWLW
G/T05cEqFBj802YeglF/idAxbj53JUEWbKidvcBqoC9Wx5TReEjE6/mU+f3zW53AJseA3BjTG4Or
PW3KDAuwrjenURZYMHKWphqY7pUYMtqbtJm4B+g/yq4SNwT/i3IqJkq/E49Uhwj30ICd66x+4rYe
gKSzSSq4E42FMh8D22UufRWaMey1FimJTyFj3StZwhS8IYok1Kkq5Hhz542t2c/okc0tXqlojZsn
h7RSOju3Un5UUZviQ4b0QehlfpiHZhxeB9oxolL7w5im96a2yh21WuqoymWsycUaDf3cukhBIYh9
0ZgL7ofAgNiuFRGJBmD2+2qwH3RZIN0QJD2AnfBO8yYrEyAVTgXW1AyUU6rmzInVmuQY5lkPsiuM
5xCgoqtE4+OYZTqCwlFf+cyltMAnPN3VO3xbIFAMn4wevafVVJfd0g5JrkmoeNPjROE/8LdwR/Om
F+dYuOJa67l5q4aLE5vKxmpq9yB6BAWdJCKZu1/PktoyDqTRQHkv5HC69VyVJzzKEpWz5cMPqGS9
oQXiNYvRCc1TzbpMmZqlWL2Sw6zD5GFLBWY89oqfXQgUK2kfyp9AR8kyddIaT0ax1MtOO/SGi5dU
HxQiuCdnHdXQJSXKiEI1cQpZqfXLePqe1NO3I1u7vp3sSPLLX9siixc+7S1DpsXdBCsIJ2MkSmEC
CdBRck8WBoh1x+2cRK0SMj4ZY4B11S9CA3xhtjr2LDjWt8THLZBnubMK7GkNEybQ+ioHIduYVkvH
6eVBx267IHmhSivoslJgpI7QV9CODQ+D8N8rnhCoU4bTOJooeWHV63pJUIad72sRyb3uFkzNqX7t
lCGsLqFX4SXNUZJ5pUvHZNoXcb8hvwzriawESxWm0ChARVnyd1WMo6O4F4LmYn7aIjihofjhWXFP
M/vMpME8eaaFfDXJvtKHt46O1/nQjiSGwLgibd7EEjmw9vSmRFijMFmeqFm1Dknh2vZphgBD0X6i
phi+BBMu3c1TE7ZgRwMHRnBl9ViNUYOnSKnQeQo3+IVrV9/Rtyz2KRTJVcftZlkNCkzPTi1ukTH6
OyyzRydxq6sRSovJahE/NwFfEaU+5GaanBAXRpu2EupFcShzCOkmB8NBxWvm3dnABY4l1SDUJY8g
2wyHWETR12YCOA9x4xBjoFHVQO+AHR0th+4132cfEIGv4yJSXokb6GFUHcSAKAh+rNW8oPY9UnBz
d27aO9tQrX+1QZs+hElfXjJNdRa1YTQXFIzmeqiN8GR18bBr9fZr3lL5aDvMwr3Tr1KMmYNnV69V
9iU0kez6BmsM2SU58xMImEl7qa1m6q4o+Ra7RnsVtnvwAu0cEqFy9TxT2Q+ZkASKBAvVM5g7QM26
MJeiIzey6tC6TMH/JttNmjfTBzq1Kg2MaQphCtT/7fcCttAp6qBG1b7fHeS0MamgLZtWt9bQTHiC
OqW2o9mWPo3QuXcOCw6ygZgqGh5opkSHMQQacx+Sj7FSKBd8V9odiJ3sSK2m3KaWNy79AbUSNX6U
1ml6NvkUXtPOA2jqef2BRq3+kfj7P/8WIl7NoeI/8mKQIYXDfwz/1/+Pud1ZHWY/s/qvGdyaapnk
Ef/fY7vXjcyLv8V2/37LR3K3bf/b4KHv4mNhfag5mvuvP5K7dfPftqaprkuSumaDGftM7na0f5Px
I9DnaKbFhE/wI6Dcq4P/+Jdh/tvVCVAXvIHsV5Mp4j/S2z8+af9n/n9Ix9bp//9takbksq4xX2Na
adJZxQD2j2zjxPdyuG2aw/JHzXcRNnCH+QmpLyNzpyPwiWTPvX417/o4Oh/4y8tgVJwVZnycrb4U
JybbI4EEBTUN6Du7j+F8xKRFRlPcJPXR7VMJVAbH2XyEGCjxkQTZ90jZFtZ0jsjoZNDKhoCh1Jug
IuaGaMvqgXV49VAEAHxKu6ezNQ3nA/M+rEnBjpoRLqM+1laB6dlrpgmgBbxc0IRBwp8XYX/NGiKa
p1Ha9PXdGFVnY2TkrHlgjVhSe8rGnaLsUqGjP5WGs7WShlU3qvFnUyvd4xx0N0feZe61c1pxm89v
7aA/m25+/EzDK52Iio0Pdn5+TxDnh6ZvESJ7hjz7DcafaCyyNVF1YhVolkqMzDS2eya6iq6ckGbF
YhH0EDZiB7GmLXNs03nMDU6zmkbVYL3VZyYC/cJt3Xzf5cJ7kFhRH5ChQAdPqOmM4MBk11gXUAyb
+dh8VgHuZq9XcI4/90n6YmuziikpRqfRcdWXOoROZClTMW4a8jPi7aiLYTcPCeEFE5l2v09u/OGe
5Dgr5oMawaSWnT53eS3uDr3iea8CZPEiB+urG54qgnPAKSm2ebXCmnhiGDrbefi5cboCXnIVnT93
NabRH7OaCtgkxkoK07542tNIOZSWO947LX60iZx87AJyeWTSNdvGy9rHCKbMOar4JdoGFqhjiDfD
M/vTfG5K4X5ZVPm47q3yHb2+DWvWlKdslBW+IV59buwgrE6lFA0u865+R9dvb9Cd/vW8+RRuwvWR
YmdZENI0KVbbUEPM4dnvMnCOaPHtLyXQ45WitfLc4HQ5CkFCWhS2GzLGjG1PcuB90KzgPkh8zZ56
b6c9sAnRdBN7t/rcp1neozR96zTvci3dPo5p/y0IUGNUHTKxu/ShaqWiLsTeVJurljVYFEshT70B
PNIkL/ol98Poh89XkIThPFzkWCI+Xn3u+3w1HfUBT69sH0lBrnfuoQzSS6h31bWb/RqY+j/2zYIM
u0uo7DaOs5h1ZYnp0h9N6QfGoFPiSdg272pEB4fgc/znKdH0Bs0ATYP3t1jMf9EyVkGOE4216ac/
fgh76xK0znU+OF8P9YjEnvQOFU87Z9BqQvIj8PrPp+TgDGAPgLdEjXDtlWmF7Cbldwfcgt80zrsi
ASN1kTo8oBCWC20ovw0hi8XFbP7IJrFlFbQ+zOxMXfLXTSGCMI8UjYOQx7VIBaNCUxtN+qRyEaDU
9emjTUN6cv3On1ArcTWJgRr/1zzFoQeVibS+qB8xKJOAdZr5jHE/wlrp89V8oBfY+SJAfMtZyDRv
xirQP3RN8xDzR8NFB7rz85TP84ggp3koERDFQ/ME0kt/dkhrvU6jclqPGGWdzaO2rJ0dmW8gK8ue
BFQ+8vXsmjFyO7kIywHp3yVyiXv7TtNNX+ejQ2IsBrq6T6vXvHI7JPm6uecu75Mt7OJdb+uD2rsJ
Fb+IiDN2RTtp2sHjyArj4nB0mI96Q0ykTEhdhUsi3tZdXlpn5B4NouhnQ0dVIyV5DASqLbUpdn3e
WGlFd74dUa3TUfnYBxlmGVpDePNKJ74gg9rNLkjJ5dpN1+g8AmSICnbaV0zXso3A6ADw7DGYLuho
2vx5bD6/q53q+ue/M7/nc9ef+w0wi2B0yWfl94vqEm1djsJRo7sN0hxxnVFGyRk9W/CYDyjvwpqW
JayKElgWVNAQElC+bezeXXfcMd9Kk4WdNYlcQyXBQ4SQhX7tH/vmVyAat0RwaQQ0/7EfG1+4Nmrs
+Ew7fnktwXqzHcwbTYyag8Gi4nM8vwJ646Gp/imaxL1GLX1lkN8R+HkWD2qO/qfUZLQrpDC3Rl3n
ew/LLNd/be5K8DFY7e1imwOCB6OHW6/Fcob8iJnwfFTGQ/E4kvA3HcMEGdyQ7lya6d8mD2dcVrLr
ji3+4y8wJKe9OOh+UqaMx5ciCob1/LX73Hz4sLxIP1koIP78SkrdnoAm03je2Al9i6ID1lwb5soq
iuELky0WOsQsnaPBH56dGnIu5rUvJMp3qIvg2ZfT8B+nWdNpfXK3i/iiDRpU68g+yC7K7tCAkrdI
9x8NJ3hBOBueBlOJQJ5o5Q2fF/1oGd/nXa1VF9BbdOAm0xnzAT/2awJLctQbf+77f/2HwP1lFzSz
I+Icr9VY8reDeq8KuvZdjI2e9BB0WUFiXBXmHnlnDinUQUVdE2wKn3w6eZq43dHQ70Id3oCNwnbd
5Bh1fnllrw3EfSC1nmzdnyqgYBZhF5r8rQr6y5jiNZmMokIFEY49LtxSewzwdd0CVjjLvAy9r0jd
jk1VeD+rrD24VZu+qdlIGrhq06BM9ZVNGtBFj3rSvqqCWVGUeeAU2US0TkWZvVCznAoiKXHmshhx
Icwv22msTv3DbEjFDh8S9heKAUSy7tLC5bFHWk69mG2i83h+NW/Qj3UwqyMcyJ7EKK2iFKT7WPLr
dUQLGnV17GD9gE2aXhqOXh3nV1SV/zqc983vFRRbl1o9BYgPJlmnJNQcfU0mP6cX4fTCV8ePF9Oe
rlOzbx2IAn5g3NBn4MSILqJk2AMp4OIqTYfcYfU57ntuIvPRqIIRN4t+5qO0d60muGSOZoHbyhCr
z5tiCP09+nwE0X/sml91GfPWVOsfk6h29v388KbIdSp0mRw7DWbpukPr6OoIGjxvNxtF542YLKOf
Q2UY1ZNKCU/TuYYMIsRhQRhvs8+0rGN5iXL7jRQs/Tka0dN4Im6QBvLsCQwQqLrQLy31mnlUZwMz
17ANH1VM5nHau+qDGlCrvQMIvOoIUk5gIwhEn1LCYz/50ttCuzMjrk+tH/EEIArpLUi1lQ9zcekK
2a6qDBXsNpTBDzVMlY1vKxDDJ/sAnFrm4gxnPgF1rW5VTYS8z2d8js4NfF32Nt9JPvd/3m3mfX8/
rbHwoMy/Y2Xhl2yinoCF6beNXAMgsJTxugnEN7f0S7qRCsELzGtfc7z3W3IG8k2NDuLVyQYaVIRg
nzVy7V9JOM98XKG6NLwnV9hf3cDToFgWU6KkCScNe/abp38bqUJ8t21YyqrvEC/uNoitKyFtEnWp
OStZ4e/aKop2VjB2T5XSvNVdmf4wmvGrZwj16R8nEEvwRqKMfQ1qmHI+mryIHgpon3JcoQqB+JhX
w+9XEIrQk05Hp/Py0jG+T5eEITSS8wLK91wj8yWjTGWqz6EFuX9fDaRtpKWKrEYjS91G0+pMYte2
0G+uLdNT0eTZ1cnCW2DH6Dkmv/S8aVnuhWas3OZRbejJyqvqbhvkhreDm10sQwni+PNdH85f3gU1
+fe7YiCWqzJF5J0outPeQRniqRU5oE6CFpY06y5+5eKKx0+I8UXBylk6OKnKMdt+PJ7q1PZOXWCI
BfG34XGGwFRYCsndq8Pj/D1wYgRRJbS94/xF6K3iyQPilsdKQ1Iy2CJjEt8GSHB+4HluN/bg5rCX
XQlkykpvoR5nN1vNk2upPM0DpSFvMQDIQ4SyHy9Lnq6H+TJTKrIK2tHpSXLhqpuPKjBtlro5RodK
DAh4dAwJK2XKDujInFK383ikqrRg3VlAhEj6m+xgnZqiU3nUq+FjKGxy/dAyvrceRASCJczQSSGH
QFTqibJe2PN8kElr2KA4NS3DekQLBYtrZ+AHAIER2Sc4Bi592RA7XhLvmdfJd7Wuf6Ykpj7VsvCx
4Y/WfoBaeONPjJubaLj3YOMohXyPHA9L/DiMN7+Hq5FbUCNy1eyfhsD+ZQag7gzKUuMLTYz8KEtZ
XcsQqCKowXrXDS03MzegpjyPPZ9kylo9l51dkxcyRNcudcOlg+jt++j5l3zQ7efMrlA1yDLZqmYQ
fAmNbJMUgcvMoYiP5kQWCOxLapIia08D1ULdHLmRvpuPuRg8kCNMz84MWeqTdgg74XzLJEIpF47o
wa9AQfUhbAy6NgFtRLqpAnzH3csRqmoWgjET1uo6xIaEIKGHElGL7OLohDrOryZ70VoqJGp/DGNR
HjFw8rRx/fhUNkRWO5X7Qn2g3ud2p64DMQGE6INvkPMFt1odtiK2zMdO661Hqyp/qZ2T8Ddil+VZ
48bw1r4dN6uss+KcvnixrOvKvrmd4V7Afb7aTnwlCMJ+1yLthupMe+XKJGZCSftTpTfmKeuVaB34
UPHyMjrzxCSkzQbIMH9cTvs6dmV2nj+8tLJSmhUkktmqB8kJoq8j0D6jRXnFK8JdX5ougr/YfB2F
S8OtqrXtgMvsVRTqr8Hs0j1fBdjDRK2upcY3K5IhPTxmoJDFcZ8gEQdwg7cfRjzNf7HMa2IBMkck
V7MclKMiG0K689Z5M3t1wZWU/vjHGTgraO4UVnds3NZnVgJyiNaNc0cJYG5Do6PgQ2cFQklDmXe0
mh9698AcZT34qV1tAnIVLpGb1wDtCUYzenGeR52v1rcgrdQVNYEQ9i8lXebLXngOYsiKrmORpNlN
bsK+ZUU2nZ2TuHhoEN7DUXFsXuXrWpb52fL0oAf5yct5U0EyOhf4ipFfFS3TOYbzPkwD6pLbVbSv
quErzHHWVfA/N6SFiL1UEw1DWgolVbjRO/EcbRT4PxIP+zrM7PBqWUp8zMJEkJyIaRi12YAATXka
M24m2KA3wsVMsoiT/GIaUrwRf0v5HSX3kxmG5ToeS3lB+2rtlCJW955ZlQi+YRePQ4+cGWEA4p/8
PG9E0ebnkN+XLE/s6UT0Ikf4y05vOi6h3GxsG3AnARK51X3JgrQ7ipQlxTBp3udDpCA3x6jBMoVx
vJfdFzVtf5807/VNNNIOMRYVXZOPuU+VudqiIqDlvx3Py8RGjA9WI+prjzMCHJF7tQOhvGA5KQun
f9GJoLjFan6X9A9e4hoDVlrBIzKnkzTT0Tf03mYLTXUK+qxG7GI6mwFf/epjWQxIf6kDM7vNq8b5
KM3YcvWxpJ6OahTbSEPPy/hb1pEMR8vqaCmtvlYyunfjZOid982bcjr6OTRIu0PY/+dOw3mM4WCA
S7KVu+oMQIAw8z521KY+Xs37Po/Oryod8G1qt9/KnQkT9joXgObKkD8tpH/vnXc09ehs6X5MDi5t
uJWW1kC+Q68zVdDWhMlCSJDYthQa7d7CMGtvkaKB3ik55A4A/cEmbnS5NqbHjOqTf4IR6QIghAe2
YXXPPtTTM5UAHth/nju/VRUBOi7ODdKcHpmdTJpH6JXetAHu1xxzEuEwI1v4EdvcJddx2jkf/jzR
TXRBqkfLAgRvAcGKkzF8pprxgFJ2sH4e59Hnfrp8v88I7RAZTtt129p91ZuftqXzYPNz0gt0jzgb
9HTZXRd2huBkVRooS0Y15bLpsuTQmoh826KB9I5ntVpFjS83n2/gnnvxiyE7z7twAEeXrgwOFV3T
FabDeNOoCsbrNs1ffbwrh2hAdTAFxPQrnx5waZMWrU9giAZk1k4x678O56NxOI6HnHXlMrOL/ty7
hDjjT7FXs+lu3lTmqG9pNKdbTVrlPcQXrU+ulHkEvXRNIspfRsb0/83Hysz5OBM8+B7Lw3jhsUOe
XkZNY6rpGNgvz6SxUA38o+rTInVak8QTQTfAQhVUBd1lDxQilIPHPKyeGs9Vj1wpgE9Q1g0bPROE
kRVbmh/4xlvI/wsaZApE5T64WqN/+qhqgZj7gu0zPM/TRVfQMLMABXux6LZWh2uwLRMm6mn3rONd
PtkZSjMK1uVXv+YxFbR9f0YmKR5Tw8GypGRLWbf1dnQkMMVp0+qefc5y6jwBD/NEzy8fzDa3xQCX
2F9knxWvfMrirGvDJOumIw5lEklhCUw7nIYy9V0gYIjH5qOD6B+lEUXkXmEGVO2yOJZxSubE1CUM
m7R7tM1tTu1wIoehhHNhX56C6aCtPYfNuWFikh3gBSAdV49E/NkFd2+AXqIFlYpd9r1SlDOWY+sO
1ZlMF+nbi/laQYOaHz+GVm08WzjdPoazF+nzKBZw4/lzOB+dT8bBTT7NdFQVpIPrOf73zrJr+T3z
+vEg+RbgODB3yPnV5ll1/OEtKTQ4UW0bngytjR8F++W08vvcn0O6fZzOj6eVol51CoAG2L3Ec4rl
rBJvHEB+6tg9KGGdvuBA5ze1iEgw2lvRxnd7GgmWWUcfasdifgsPMtxIDkzd+WgEbmBFK4muaZNp
z1mpD2+yM7tzGZnDIkrESERNx62c0JzwMHvjPBuIR1gZu9kkN+9KYp2QXbo+62B+R+c6dIMCDb3z
E6FIxoU+Al9rvaJeKHp8muyaN2QvBWR4QKdYJqnDzz+dxx/e/DgM2OfjHf/cL/n5vToajqpT92to
W9qq9FQWxPOYME2NkBwy4SpoZzxQq5S7s/s4fwBQ8BquK2Dg8wcQZ+6wNZWkXs9Ho5FqtelLbTcf
Hc2p8lOR7TQfhd57VGLULHTmgo8fkdI1GnYkzTh2fv/U82/WFAKCqoGI5POApY80A7UQageB3VNc
lEEa9rSvms7u47Mv92SxQ8uGF3+bN8OEzcok2nDSzpjG/LGfN8AhJIHq41wUdr/fYLv+0czy5OST
cLVvRiCfeivAZrJKXvYUBF8pwpBH5NjdDqqV89pmzZNG1vKDL6ruEVrxzsHvbyVoO20jO6r0F7ap
Io82fPmjOW3mV5+b+TSodH89MO/7PGU++o9983Aw9Cdv4Ns3Q0jyQe22sUIrl9Q2qpPCRHTqDsP1
82hv+mIZ6qa4Cjho9kVtjb06TQvmjTLBPj6HLMd+A0AIPjpYUq9280HMmswULCN0D4VL+SiSZyxH
8lzhTGUCrjdEZo7VYd43H/3czPsym8mn3o0DEDHe+/kPfA5hhBD5EkVPOnQUHo08R0jMPYx9o12n
Ws+tHCzm0VOinIuGb5NPw/lA4RXdUYujm5dNb4LCiwC9zA8WjcS2YALf0eXY9ORxfbHaZDXXSzBZ
xCu8bNbJT0P76oyjDRc/DL+3hXiYWq1+2GIZ8NwECZHLosI3i2ZFuQnPZeqymi5lI496gkfEBTiy
TXwYMG6FENe0JwIrkXcOcibuIQnoMaj7yu8x7AUa5u0ephVHYzKGNnSZlQVIxxzQDpv5VUAM1br2
oUJSd8gprf0nYW/S3DayRtv+lRtvjgi0CWBwJxR7UiLVS54gbJeNvm8SwK+/C6k6pbLrvDqDykAC
tEoNCWR+395rswFUF9SRbGHBjXrqHdX6xqhsmsuxnW/V6sfrWA307fD6sW4Km4wcWGCSTZzHK9+T
gO9N37/OVfkdT3T1Drgx3hi56A9qKsHoOZ5484mFQA89we9aEEaYLOqBDjSHLnldrBLCdAsaL7zv
RO5fu/nPKsdfM30Q5vNEbuxVD6OPgoi6tsxUteSvV6rqCEbJv32VX/9d7s+8LV1Tov9r11U3YmYz
8aHojhezmFwO1cliudLzSV2jokc89tcLR8jdw0rNP18orOolpl+6+9vXCoRx/9EgzQPCaatpusN5
PN2FNXVWsQi61Dk12MtVfs/DrWe/qTNWCDNipQ5l4VVbUvy8Vbvpz3ltbr04FH/oUn7XKrd9rqOx
3uZTGRyHMJJ3ZHrk6z4jMClNBZmG0veKA/5MGl/14iv0IQXsuUGTtEBf55gvgzpSQ6QNCJL0Ak3R
53x0ouD4X698folRGOaf/+bzS4a9e3L81Prg3irkrWa7E6LehX472r1+bkrvlfC/CUYWquh2GdSR
GtQr1GvVdHlt0GMYUjMRD3PPxo5/UQZRegYWUCd6ce7C6touag6FDlCnHL+9qpk6/9erKnZAx6Ak
up2otEUP4C49Mm/xBfV1h6J3maqGmLrgl+5L5Hb5cfYFkjCMmDjaVYOpBgt/gF4GbtCZWzIdeqde
qSKS8tB2SzkJPC4uZK0kaW6ZVk7Gq6cZ8YaznFSvUa8Olt7+EM6bopfRs6ZpZffklyPNzFWlg4rV
TbD/K5BCMT9vt44N7ZSrkn1MWCIMQAZs98XOL/FRJeO0kHWXk1RFxlvHr1+Ea1WZv9OMV33pPZjL
UISk1K3mpWfhLv0JNagr6jWCMFOAr8srNSJwJJpBDK7eznPCn14vk+8QY0cn/67AppMDAcWuKcDZ
XvBT+ZqzQWeTnZCbpRzOn15norOLvU5KNpUbSbV6WeQNVXfF1HlrLgvCYJkVzNQ1yK0f16AL9DcQ
xPWNDkq4WTx2T4XZ1zvumc5JDYBrg3aL6MNns2e3O0cfmnuEiM6WIFmDndeyaNFITYE9cCOLIWcd
VhrPfuV8lUptYXa7sI/SLybgtrUNW/E44J1cWZXxrNT6Ys7SB60gHccpg4ZUFhT8aoB8i904isrD
57mRxZalETbp8Yj1Le8UBUm6K2ybkoLVUB+17fuGhMYrDd23Norm8+SV2gZiNahGbXgaU1u/1xbi
8rJ8N6niHxEvDTdqrU8zliQEq8RdKtrytYPGv0oiefMn795tq40qPzdh0p59G/HJUrNTpxAs7D0t
p0jfWv3O0AMe7LUex5t52Sb5rv0aen18/uiSx2N61ybTUW2o1Ckhx2HdxHFxMUdQI2EylN/d+kXV
9YSO09Cpe+2hK4jgJUiOr+3zeTtascHfzIpZNltRzn13+aPlUytOTZf6LW5UYGTjEpdUo308+lYl
jupIDRNlXQCAy5XP4bfXwG/Stn0YXTGfkBagXvfbS/7r1/p8jXByHOTCjJFP0B90CLhLh9PomsPJ
xXlXrVqzG079Mqgrxmw1ez+wD4KSCurL5dXqKsgIfSWoXW9YjpRsrkmP4IPrbaiqMV0GdeHj6jId
R9BRbSB2fzvvBOWW2yF+RMI2bp0BEAdWa5zl7jSenCJny7hcUAPtYD70+PY+rhLruzJ9q7i2To2m
azJxs4NQ2RmSNRA58/NLjlqN8pYZ3KuXIDNVV8yUSGJhvagrWuk86JNpX2bystR2KeDpjXCDQDZ0
sTrvyf+f8zhk3SoZ3u1qp769IWz0Q6VN5799s+pQ/RjqasHVj5+RSDR7FTeNQW86xD28hqTD90CW
L3EhBr0INe1ChzcgF2wXabIh/Jhoyv+cUxfIMbhNQnxvn+f92tPxNc+EjsFp2Npj/z1eFiW4z3Go
p8uhmqsjNTgLr7POsdOzAQ81uLARdZBoYRCzDZzu1BH1+v5YVf45nVue4eqcGjCZtWt9CWuepDXd
6c18+puO9L9oMw0TAWhV/uVFcmzHcISpe45uCmG6jq//6ppJ5Bwgxfdxo5omEutZjzAwSGI0h4nc
jCgkfsSOq1dQvWQ1coc6y8Bw7icsvQHGTec9Ludv/KaCHyVhP1Ng+t9j8q15lE35Y4wklFvl9IRi
gzqTSa2ysQHhqKZpCbeEmq1XX8QE6tl0svqjaZf6fgpCXnorLPM8r7OGgv5YOYgfqnTnWtL+mWrE
ZDRW8zVxIGm5czA9kP1sbP3ONfbOmOQbdF7jRzM6Q2XMG7+byxNFcII1ebB9dKPD5CnoPBpaDi7o
rbSxAsrShNer5Vczr+l/0abat1PxdZ5wxAG8fIhqUvooC7k3uFrZfNf9K++0+n4cL39bXFT5gkoP
Q1KylgVLO4rjNOQ/ZZk718nsSRRejgodUNe0HMnl3MeRb+/7xvghpoDIpDBwO4hG1d5ZNtlkEBqb
HjT7Om8E6+SQqpUC5aW/ToGD/f1q5QR/Ttlem8/q35JjCcrBS6PVlNbfpPD6r4XdfqOC1H+VnFEH
y5lCp1hO77qibyf+yAw9OROVPjyGNnnJ4Yw0PEFCXBGqffarceLuH3FxOf/v79NFD/2Pt6mt836x
0DfbjvjNlFYWFcHMNfz2j3deXaF/2xT6Q5zjCZjnItrXQg5HiZfkzKecwtsYmfd5bpk32uhFb5UB
lJh30w9ZQ96cvG+Wl5+NJWwkd7XiI3EkaaAHuN3ZSajbAO701yTYxn9q8DQC2ViKVN0OoOgJ9mX/
wxiGuyntzDeqggQro3ol8t2bjyRbiG0kBuvRrwkICpdcAL1bZQV5jv/+a1FOwV8+vfwqXMPwdfbQ
hjCs34TVBUAhfnickqnhrY1qQTdYghIrGLHiSqD0q0k6xDFspotuENpm0yO8sBkFAsft8Wvl5/T8
lnNqiFjdXkgfI1a7grX6eWGMXNAAylXXk6Jx9GdnvBpGqcMM4X0Px3nDNpDShe3ZN4QpkgOUiPyu
sAcfHQ1HSzrFx1HRZvn2338Jzj9uYTYydhcRu6s7aCoN79db2BBHQeBYYM2lJQOWJmN+4BPoEso0
UPf1SN8CicY0N83njG/n96uhRkRcNnsQJ6PgQPE2uJf1qG+nCOuPmqqhDRNYEjp+bDQrwb06l5fh
Q+DI4ezNen0jTU3bkEMMhsOO3+bRsbcUzOODi9/8KTX7d4q+w7cgzYHaFFnx0EsfjnNLRtLge+WF
2t+TsJYE96YUe7WWVSVxNVWL2c+rqrj5OeVbiA///ms1Def3z5zDWwUVhiXIxPBxCPz6e2Uz6GVQ
bNsb7JA3fpKaF3cZwsoxLlAkTWyHpMl9XujySEfy4UNXyCQ5H1r7qAb2GkTTT6jEEOR3j7ghpwOy
KRc9eE3ElwNjxfKq4JKyWDnZmf2N/lt38bjHgnK4M8PBocfo+nu3GJ0L0cOHyvYXFTJD2XXPfSf1
W6qiwWOik/bc9BEZw7Lxb0Pp/jTzDroY5Kp7eNnxjv/gy2Y6+ild5jvKBO5VeDBgDDMneNGz/5g0
GPOdZzWbHkrNIQ/7r90CRWynxMHqxpGgE7piKWncYpCLTza5M5tUNsO7aZREk875d8o3A0IqnJJa
792NUVddyFxjNd+5wZcoBSZl2KF2LUKvvh2iBGnqcqGw49chcrNHAWvmxOcdlV7YBV/QV5zYXefI
c8b3ri70E+Fs0941y/Y86l6wK6WA5G9kJPtVIriV9iC2RVHF696yorOOT2rHjtjejIUfvvoQxHF8
pv5BTYk74Oczm8uwXNQMJLF28lK00ruutM6/KC2JSOrgIhrtY0ZPZzpHOlKMKVw6OpT+phI7Uzj2
2g7KS5N0V35H3bXTYItogoBVyx6JZotS8gR6C2BnXGr3LODLRzV4g8L7lPqRWJ/q0SWV7VigG19F
VleyiGjSA4BKklh4RB+xsG1lTvzLLhviet1lID/dlOKS1wbxHwYf9qDTvbekS3GqBdm6nXz30TDt
xxSyxCV/LIxZuyOG4aVd7g4sbTS8csmLiuSxi+DjWm7Z7zWfakjAbGJ9ovQOgNAXMDBTwFCJtzGk
8Sz9MHrDG0BeRpBXALOL+CDkgtujOHTRJLcPK7JQUdllCekHKNgKrXRnA8yF8wFWn01on991np3e
Ngl+EdHW0zXJVlGO3jkzYvdK7JN7nefh0ZmKFX254KxKW0WY/JH45PKEvlwc4+7tZ78PWHeOYyuw
19aCEQyiaSYwavFBIo0/YCcfbo1mCglo9Ui9H7hvDkKzX5MOKoIY7eiPKbQ3LoKt7/9+Q8GJ9I8b
Cosk1zYsz9Op8jm/3VDmWKS91CeySwbC2kOD6Io8Git91QZdfKcGHRDCEYzLvl5OcRuPTlRSokNQ
+eUL1JJ10RTdI5w+7RkhCzZVPC3zZPPEmu8Tti1vXjI1eyvP283HVHD3cMjEpde9nrLR3WtQj17d
Pn7y9Fy7Iir2H/VJB62UpY+TH93abUz65Oj3+7wfxF0sRLTJcmk8JUGwQtGfrSAWte9I7P/odD37
HhreidJpgRuuGNAaYuBbJdW7cHpS+7TaPIRYKG5CiCTpVs7aO0/fAD3NEO68DuUHZcPgbphY3VN5
bnudaO/so0xtgs2MkCh8nOz6+BR7gbunEjvizfeICRytwd+kSw7d50Cc2oVyVcsnaMxuER3vmgpV
vEZk0Bl7/LT1px6iFsjwNStWn2qAO61hhePJ+2vwl7QchFMa7NKiN79N8QJhdTV73Qsn3WaWE8J3
SZP4pIbKA4RmElCx7ipdnKGZ/jmoKclJCLrtRWUa5/ZW6yx+lVbk3XhBKPfSq40nyLq40jVHW/s9
PZvAta/07aq9hCC8nsnt/vc3omn8YzUpwBrZPksn2zIN3/xtNTmQ1yUJsy9v3rJxim7nSg6vNpoP
eBP9cwvS6NqP1as6neeBu2n86TrGMlyr9XYx8DBSU8+seZykBoul0D3n5Rj86IL00JEH8yWZbUBi
STtdJfHuEAcgDobBaF9MRwQsNzQB4LTy1yC0AJ7SH6kOeOf2Rmi/a4Oli10UF9NZ6W+UZAeLewG8
xfO3SsbD7YTGgGOEmzDdoYokq7tsk9LANMFOjQWTtS0qLTyZtRmS31ZGp3m0yOWNwo6/oEYHAvLS
ew8x/DuftHMSSP1n12qQRkJCwpPHdGgR4nd2RqhFyJ3BTpa31HJ3sI2XEmMbICZwBf7kWw/4nTYJ
oIrLxyzU9H2qE3dYysp+qFur2Rpa+TXOHHG2uuHPYWxS55C1xX60jXajD/0eima2z1jlbtxOH3ZN
YDdrTDA8hOJI3/k67DE1NcZ5IyJhQ/IvNlYyuM/kBpMclmjTjZzc6j1C/4uNzxC3OotvXBoLQNvN
6UVUlAqvJdaf1dQ7+vtEyiv+dzM56bnh4fXJzDUZSOu20eI/rGSJkBxxmThJK/fDXikHuNfg6M+e
raXUKLq1QQrGM7eTbOe5JjtQ9ORHKyQ6LnXn8KtjPhmB3X/L6vbWj8zbkgoUTpD51WqNdutxm4G0
mdv3VTlgWiyn9CGdjasbNMnJWQZ1pAZIiMF+dpINSV2cN5Ecs+Z+yKsuXcx67r07tTBWfqlA8Okn
jcbt2dd29alYBtmRwKWm6sjH9l/XafPqYLHWtfBHMrtHk5oPURE6uGgEd01p8tga+fSWbn1sQ4Io
Zp8vUvtVRZATLKM1ojeA+ZNTRGuMbe1NvgQqQVPSj01XbOpMGjt4igH4OLsjb7PUi9XgSIJ4FVT4
YxzMFNZyIy6pboYHYZrxJSJu8siaEMs+PfjXOOfPjdSq3FcdKdn9JP9wqqi5OF5UvZSIyuNhOAns
IyevhHEY5Xp7h5DbPKcGouH9/7iHLHWRX3ZeFOwdy6Kcqduub/u/7bziITLCKEEL6YXaj0jF4eE1
uB3zfoKa1Tk36hzcGjrz03LFNnWUVERPLdSdyrWcnac39/ZYWnJrAKXahHNGYTTp070PlG7JCP5f
Nz7uF//4rg3dINoagohpuf94AuNxzal74zY1CaPEATs8VO48HdUa3gt685LX0XAZvqsT9K/bkxE2
VyAq3uM4X2XmC+rVTGIeIjf5pOcHgSzkMWub+ODRUbpRVwceqA++fKWxwcPeSz0i40HNHGGMhZcZ
M9q5isY7F7vCOe9iDc5SoBFV6L0P3hzviR4dnoqoC3Z0+miBWlr0MKY1/z5NpLaq3P6FZG8Y1yMM
hYjE8DwTz2g23TeAb9xyzXi6B2Ltb2Xn4yHzaGw+a779dVzcLmGAZTU+xLGePFiYZhdHV89ibkkO
lfm3qUamIKS5MVoqTxSpJ1pqcB/u2r5CAhlg7jUb/U6dUoNZFUctbJs9bE44V5K/+ongQ/gOSBKH
VTzQD3Ta8Vsx2zYrRywJueR3Bft2SbygHjMQXw0HnUX5x1JbpyTf04axdV0eJjQw2Cp7+TzL/tVr
O/FdT7THGSvaixUtUe6V0R/ZytAo7UKvWUV+RyZIk4GJtOl8XEA8HLPKiTf//u63fmUEUTUUvkHv
xmPDzftW/L41jFvqWgl0gpuw9sxdnTfxRQ2+Y8QXX6QIV0UQr52JGB51bsJ91kcDwRga0ugVnQPv
/HEY8L7b4/S9V+caLfXOeWCgKwLaHRx4hA+PHVDk9dBqzlmGvn3RcbUCCJyTL0Z+lxDmDs6qM+FR
G6V1o+YmbZ7jv//Ixj/LDEuhxXAwwZhkXpH5/et2GMeYDIG0AO+07XrrNTpx9jOy2lPQln8OVeMS
UDg45Avw5t5YaevuQ3eI39JB3E6RjG9n3sNrAivoBqQpjYDAAg9jU5S6MbB2XbKQ3pCWOMlNrHFj
IeOqa47xZF6AQoYLSdOvy6+g1qaNTHzv4A9e85gCfWeL3s4LusrA92uIbZv10PpcEGfZiEUhN9ri
CheECDny4TBhmfk10iPq+2RN3glI5MKovlQC5e7sWM1D22vzmt/Qn0cEeveHKXX+kHxQb2vSC1b1
VI0vvjONx3iR+rOFHF8cMA1rFrbx7YfRkbYFLA9XrjsjnvnWbZ9e21iyHVw3P9mu6tBz0/DRMVvt
YQ6bLwXRI2fTtLUHc6GksFBn66Smy1A28skID1oTohSqa/ugtmw8dC6VVYxHlGXiXFRodVdzqR3j
YOpPetW3oBdlvlfd2CEttVs5l+txqEEPuu6wN0TmvGpD96KTcY3NxK03qj2sht9ay+YYI4hs+009
Sf8r4o5rGpnpz1JzyY5a9KNRdLTDaIgAOM77CAsEeTqGdZKuZV21SDpkGHA/Aw4yscpzeAYuigvS
f+HwhGDOlbriN8WFugqyx0TS1WBDEgOsfNetYIymRYtadvAIQgNId6tFQ3urjtTguVhRm7E7fZ5v
cyqAuI6dtZmOGLPbvL9EIz42WGTlHs+b46Ce8lb//rlR2K1fHpSubaK+pH1AJVgQpv3rxwZrh2eT
xpsR/pcYxLeXyQ8FdxgV+mGBQCjsg5oS3no/S6LNLQEFOomq+TIG2cQCrEYjN7pvekIhMSFvYKum
rmVeBhNDlpH6wyVNgOUUPC7gizo/WcGbl1jHV9dpRDe7+myLlRvk7OoDb6NZMnztOpb0op6Texqh
Yjs1pKHi2i2OoCqHuzAGvmJazb3r5NZBzdR5RLh0wnKLzvTSnfNnZGNJ0wQkk/5HRv6pJTdS5N2d
TjEjcF35IOfYvO0hKdhW2W1qc3B2cedHEnRL6OycyniLdHjeBh7N26wJvmN5IWMp4WMdld73zM/S
W4X+x3bh3XSoGffq4jzYwVbvJnetnWK/8I5jqLlHHDSyWKk5dbdsW7vFu5rhGy/XjrD42C/anlCJ
ikQvG4KSWx3VFca2ZJbTF7fI3npd/1/rELU4+vt7Ao8cN1Hb4u9D48n5vWxNyWQK8njObpwEbVBg
5MEN2JRgS1msfLCXtOoh1g45SNi7eTklDT8/aX0B9xAtxSKyK2edMnfZQxRqzCjfZQ4b525uzWPn
5dwBSDkC+tE8EiiTbFDnxuT5MLXIUDr7efMwesc2NhuQdUWuE89iRSTfMbQlloKc3eGOtQjF3MIW
lEw8/zp15Rt0OfeoZjoSeZhXNoDnWU92dsvj3B24e3xaZjDd+3uqdS/KShOXHXjNHmlfX0t7Z04E
bypZbS0ci481uyvVpp+98h4GYnQvXHEN54asTuUjCYU5HoLYk+fY1qPHTJZf0OxXHzPD65B7tngx
1EUKH84B+KA4WETQNtLPn9SQsWEvEBzV4WtrZNCiqgkhTz3VmLzFhD+DzcJSF6AAMt5pTmFgzaU7
PXpNemtWEdkgff0Aw2MjlaV14ubxP9YVYqkA/f7GENayPDXEf6kQhXRmerYZiMb87Kl3yvcaPBBs
mB7wE0u3m7Y0SOjxcDGQufTDM5JvZeFXpJ1DumQpZGNG78VpdMpoO3R19Eyp94x76DAbRvVaQtO8
6ZrUuNdard1mkSd4fSJgKVRgrzvjxWsNYL9J+cjO2X1qRbkyXE1/GYMmPqd57169wQ3v/AlNhfLE
apJlMGFJ+l5aZfTo5rGxbUzjZ4YLdYXzXnuZxwSStlN3a9kZ2gumD6C5mVz5cyRPVZJED1SqI2xC
xvw113lcaTJ9dmTZPBMiAfXMfQOEQJFm7h4Nfvh1IoyAVFuIdp9T9SBU077pgx0u0AiY0F+4oevH
H+D/FH2OFLbo2v/7/1EW+X2/I3A52YD9HMewQb///pHtSVrJ3Vqy+vGQEU0Jtk6aLhQwiZtUQy8q
4lcbf959nlNHkeE727KqCB4qq//8E6e2mztb/9trK9MM7vSgCLfjwOcKZN3PKdadvTt3ZECj9wIK
bYI8C7EgwEkYiL4Y7EGuOpyUqG44qU8i281psISKR9oduPGM6gqMGTXVKGDfqaMSeuZhTJynhnKK
RZzffy60JqUeN0QQpi7AxfLXBeUBGNEN8luCUwPpOATsSPNaVU+lySPtpnTS/JzHxaO6RnND3PMG
7vcUKrE60GJjjwEybQNJ70mAIl3pWFWyTeeEF0KR8hNUWHGxKg89jY8wjSXRrs8L9+OUuggzhaTa
OG5vKmPG2qRORsX70PTHovbnp9yr+kNTuRQY69b4Mum3aLicr7Y/5Og4S+eY273JEiv6EZOp8xVS
TUdUX8idvnATwvTKZBFNrUe9qLEW9vGzM3aPeDvcu85w4+e+Jew76lJxUhdjzPU3qUjSw7BcjVoX
O5jdiK2aStcvd4Qk+2s1FWNokAcNMcHSK/dUZyhby0yzr6Pgb1ckidybfRFrMGQ1ZxMHROhKy/Bf
MGIGay/L6moVDhU+wzIvsq06/Dg7G25+QGf1MxDzgM2vHs5dPHmkklfC5Q4Q6MesTCZKxQWuQ1+P
1mqKKlN/KNyzmlDgnR5JMfli0wfbdTRooK+f6GIaJ245CPLcwP2Gjs7emlNRnQ3ojn8b1Lko/0qV
xXty6XPeOZBcjDYMXhC9iENEhwpuyuy/5FOsbayWrEs1rWMLp2kqEWgvV324T/rwkBtNeq+GCL3n
EXE1pBbiyWZXPpddqW+pKokd6gXvXZte7VjvFn7EcMjLDMNekXjvo0yu5HDivNAPE8HpF2A12R5R
VsXnsoiTzTSa4bbOOuK4h2y60JXUVykJDLcJ6ZcNPqpwNYzFKZ2C5qtOKt2qjCrvscm9dgUusgGO
OpLf6zjD+5w+S69I31J/ZLXEdmmtTgtR/wShYFyDJE+vnYHDtFtejqKiXZsZKcUEJPSvE0AjQ7QD
1SSHgB7LDI5mL352s19g/RqLB1Z/3roxJnyX1WTdVsCTXNHlj+zVb9I68a+x7+SgPdp4Kwc72oTL
FB2q+1BsSVBr1XKcJzlmg1j+YBP66M5j+dULuWg3Vv3aOvhSJjfoz2FDoJTfQuAll+EOdYlzUQMk
yvZY+uZTTB3o0jlGfRlkJFaN1AjzDr1yOqEx07esYL5IM8fIQ6I3wRBUic+ZzmJLC3ZO3icPUsbJ
g1nX/IZtKz2oqboAP/bGKMjNaLO0OrCKxbghfZ3orKBAZNKiQXDa+Uj4Q0VCpFVtSGaId0Dk6d/p
UfVqxg7refuSiLj/ZobWgZ1R9dYlgb1BjRee3AgjfQ8l/yawtPk7kstpqMRGy8OMgJbkSgSqfh2W
jVsn/rAc0a8JLCkPQ6dVd3EEPMbGzoAasqrvWLlX8MC5oAarL+qVSEZ8vX2wplBxHkCUPmXJmOEx
pG/p6l77ZXCah6HLxscxzajOmjLA78j5qSrfNZNIt7YOxc3E3Yf4oc7dQjULbhrDi6FQcY59K66P
aKr3GaVuEh2SfufRFkQOaVgHX7rf1WwyiAQxh+i+ldG1d0b/B6y2XURv6yvIGneVTvKRPJxC3tVm
kR9qkr8mt7/M0l1bnqweUO+kREbb5hHqOtsoP6g2yVySZJdUMW0Wt/xJg4xixM9ZtuCnk15/Lsys
3QDiwgqqAwnmeQ6u03YtouMk1Iqet8qY1OQlceRbebpvtSlc640B8rPRNAyAbvOc0qCgBjBOb1ZG
pb1uyUqLInH1Jq18yLjfEXP0bc6F96O02z+mWs9euL3hS5BVcquT1HtKqG3X4bDY4SPnGM2z83E0
uJWj73872SXzDs9Xup9956vf0KmfrDh8GixDu1pg6uQyU6ec1vwqO9gfajZpubOhamFtIuC0jz5V
9nNle19mxwwfZlMzLpaTkblnhl9cGEJrw5D5qTLC7hlJ6V7L0+iLbHLMtpYo9pAX4pLcS36LZ9/q
q2/Cxdlcx35/GXrs+nSI83UHIu0be2/WXoF7EAQAb4w6Ie7A9c8kMI9HNQNL3ex0B0lGV3rZxqHG
v6fDa79pubVu/X58juqkvs10013J2K5fEbgToTc/9HB4HtWQNNkLfZLqVs1wFs70KQjYJF37cRon
fZ8szNtEJ2MGSWHxcRRXqYbLDZmQnAVyXNKTvD4qtyzCEsjIBSjSDO+PGtSUID7I/Z9zdQSVFBY5
DZrfL6irVi6HdG0Nhra2YCgvcXw6FACn2WkBcdQrQvnkZfSnbxrL2sPHrGk55XTQOBsCw30xsK9f
6ovaPApunkxV9bFmO4FXvmUxBdv12V+uqqmqPqoptot/vBiXeAJBtYlAJ4fnMrTt99AkzVFiaCPo
yrXeKaXyLuR54sF0TxdyRabBtA9gN61MQYDzTZjuUyIvHt3F79/pwHBrPA17NZ26KDxCjXHIv5uT
hqDSawVga1/JuT/MVUi0MCKOg3o8msP86pOst8VTxj4ldOQdIoPxbkrw8YZNcPL9jATej6ujcA6J
md1T8Yn3mRWYKzgvzWveiSfT6uS1M+fpmSRc8jGT5hVkoHGLxIe0IWKcL4jBLqKqUSfQnwlOilil
BgW0kkZ4EZC5LUe/EAxvkAsQvo69m75DArQ3wMKHvZqm5XDDjzW8ZH5wYxIIxcoEIsOaeBRvh0ni
7mMamYN1ItrTPGkhKIIxipGJNzRxrWVQRz494cGY5EnN0GGYZKsuV4XfWFvX8rNVngBnrSPnyals
/CrEQsa3hdaVLLbCqdt20VJ5hCqx7iNywT7+6sCiuRNN3vHjPbFMaQx5R/WO8f+afl7tKTNTvm5t
dGdd/4Tad9h0plts42VKmzA5VgVuN3U1HWOSrxwWmg4saer4901QuPe9F8tD28fdqpSpfadhu6Zd
o5NtYXPPiLvgfiYchhb6eu4Xe3+kaVdu4eWXJrTJK67T6ZEAmGlTpr53GwtT7DoKQMR1RQ/YwJOd
XPxwge3nHg/62d22ttnvg947uF0gzzj226uoNayjLMFgslEIYtmwiUtDu6iBLLvwGozpTToN7Pfi
RAOYZoUxlTL050ZmzrthSfyDBjBss6HNcZ9HybZwSveSDpaJyFOT1xlAxIa2fbg1+sjaxwuPoUYI
cTO0abxVUzWwUptQOuiXz1PEVT54TlnuNREm5yJEUz+iWQCOlmofTGG5gIUVXVgN4FbCTZctNMVs
yc9trekIgnE6fk7VOTV8nlMv+TiXvLnA+bt5xukL1fpkUBZ98mV+Hnon+jK4OTWARrYHkrCTtz4u
iM1toi+CtCECc0Sxc4MYPF7u3hUz8ZsamPz91BfyqsDYQPTqnTuM4Y06pwZhgSyz7rvRq884mtjm
sL1NB/ZGVQhxYIWNA8hx7B5Z/a+FlcNOSiGF3iQWkHl6s72xUYcf89hBnaEOcxxjazgkxtIMTOE9
d/xP8n6+xtIWL9kDRjT9BT8ZGZchlVJ9CG56UUyvxP5Eh0HL/Y2x2H7nrFwnpd4hBSDrsCxjd2OX
1vAaiQKgeJ6fvKACQp1GpFMBez+pc5/Dv58zpXwem6HfZnj/uItGqXUMKtLgR9tlUVxKKNV1YW+i
XCwBI3Q+UQ3WfOBHz7qrJuGeZQ8GWvoBXdEy3DlJ1Z3UULXohtWRucQProKCbQ20X203JP5Jt4cE
oD15eixWty3xGYfUSOS9KFuUTabZfq+1fmf2MTY8BAaks8iQrOVSHETWzesc7/njkI8eCjSDRiJq
rccmbjlH8gDpPw+IpqtbKhTi2Sr5I4A3eFAzP6YGnHYjgc6p+9yOoDtSs3iq+TjvOqeb0c5U/aYc
anl0Nc15qNPsRwMq62v+/wg7r+XGkW3bfhEiYBPAK70XSblSvSAkVRW89/j6O5Dq3erdseOeFzQy
QalVFAVkrjXnmBq11s7S6lsYhWQel2SHN3GeHAgMnnGR3FFUtW3W6UTPhcWzfZNz6ADDJQkb0Q5Z
OrxL0/OfCquLoLmSnUYGmrf1WnKNtOw99BBgs1ui910FpFKPNd/XTI31EKj2paSPoUY57kpWIMOU
eCfi34alkRbd6ntOXujmq/JMXhCxilCmMduFnOOt8BAsTMGuGIAF24RRvseJbS1S1MYPddXZl7Yi
osmaLxSB/qczDNBVA0kxINVxsETzGk8extbhjHAB0tzm06Ac1o3jBxBm6I/AJGhXidO7p7kofzLn
gxxqFEAJ9Jml+tZPK9LEq5PY9amxacLKoaJ3w5oCkr+Tw8EufubwPa69Fo9PBJKs5bRa62QbZ/rA
TiS0X52xGRcdETlDaBl3fYiHZQtl7TUY+nDRtWrx2dMR6YdUDxZBv0ZDjDRKN4vzMMXOe24r1UJJ
y3FfY19YVn4BtpNI2a8DsKy/zhqKefx59zxMJ4XwY82ov14izyp59R+nuMDCdY6Ei2QxtEZRcTVK
eHELV0DkGfLe2olR1a7EzWpX3zHwrxKGsUwEcih1MMW6j9FNpKp1aqoA4f9A/nyei2AhGs28m/PB
MnBYauA+9qzJzbsokFH6prWRF/lZ50TPxNjj08of8ibKH7Kq0899hAYwNredriUPBl6ma4r04cov
YuiuUel0V3kmCFRZhkWeb7/n+IBne51lP/XC/3qxPsEIG3SdpYKmr9qsNffONLzXhZPchUqZsx27
aZm3hHjO8wRUpfc0LcQpxGGx1GJ7kPNgCNw10jltYdAsAUzfcdMr6mIfG4mFp725x/bHlIdesxyc
+laH4PaLaOqeytoc6EVV7k6mNSSOF297giZXEa6Gp5q+OPasvd22xYqbVPOazi3SZqQ0Cky8eYVN
+lbnaExHx/GeA/1NvqjT0fVGDmI3OawDgzhEQinW8msaUYCIInDk+PUdzWrXFEn02I6wCp20/Y1A
qD18HxTrv4Z9H3QHNer/+RI5lxISqqTjLdRoyas+CQH2TKu05kPRslehOSGzXrRC07eoxkewnJoJ
D40iCNKDddxmTbBQhLroMwLsyzJ7Ffgq3tB/h0svr8Tj1KNNdXvTvYB7I9TcbMxDnjnKKhF1uzEM
9Hjw0rl3hb137GMwRnI4CKTPTYiYIma3jgjdJme8i51jmNgQA+ZD4CO1qYUOoEHU4pY0NMTYudjv
eoJh1Y8959b1VonNp7FX0KTD1yGu98ZcS+9hL1IG+5UpOAGbqnNvrTY7u82w+xEZFekVpvKhJywP
AlbJ16Z0Lh01OdisRKFMwQTKSJ7SE20O/Rh1axyJxsI3fOXe6nDfOro2ciRMvd6mPR0TOTTm9m8Q
Qm2rxZmtn8Z6fbQVfunRh2pZ7YGms3eVB0dna2AQHbutE978kPrLehJE4gVa6700NQsGVn7hj0TT
UJwgYnwjaJt3gNXZz1RNf9dUruOqvNeECgOR5iDP7Kafw0bmMUlZnMpLMYFq0BbF1h5s0t5ogvBc
kqdI5buDUGqiS1CJ5NugNI7pNF0Gh9ptMyTsteJYtw8gIf/qxH0NSf7cYWOyjhF1JNNxxxvqwPFm
904BzCA7ypGcN+ooPtIJ+QkDAIPTJIC7Q/Aj5mr+KvmSqe9q8knZRRUZeASjm8STFz0TE5FHYMKu
ruVTHmoVZ03VyfyNSu6iEjLyQRHko+/c+Kc3Fs3CViyxcrrKP/v1Lq8L8abntrptCpss0VFoP9lv
zJQRPWCJN/rxuK3NUXkTbG98yiP8Jm+WV1tbozV+StxXM8PA6hn89T2Uc4NavfaaE+3kSB7kK+Rr
5VBYeLp5xz/lSM6nLH8XFXi+XdfqpGIRXfe7IfukMpzpHVcLgDAkDw9m4Yp9xV8t2guTTHB6Ac0P
OgnJgzx344ob8zxba0/0w8vL94yc7jKffEQMY3IkDxX6FIt7nIWWCrmqaNYtZu3NzNd4slIl3OHf
zVZ+OVD67ab66LkuTdz5quf55DMb2oO82BmZ8ygw8tNHIv9ybga7Snz7ujZBUihiUI7y/5KAqVvG
rQ88D2L73o+scS2VdvIghXft3+q7FpHS1nfqs5z/0uLJ14GI+dG4IXrFKsqWoSGCjWxwyENPCecC
c0fZWpCrvzofcu77JbNyDoHl5V/TOuCRxdQE7fZfFyozHDZpPBKkPH/zMhqi49irJaoYJQeKnw5P
U5pnSwOh5ismLh71wzSRNRT9KDAvf+qZstdD0fuLWtSYJthCLLzyHEB8Bcmnjxt1U9mW/cEtoUUn
rkXPJR+DNVp79RJDrQL2mNd7r9fds4vzYC1qjIekPaW7eLRgHtVVOS26WSEPY1nZCIMOjI0I9Swv
ywvyTM7RxXtWS1S4cn7KRiA+ATTEAUDoRR66ctzUltYdUS/8H8Fr1r/l8bhscGE6wqHHZli68S95
PNS+glADE3QwYUCxMecxNn12+KY0g1LG+c+N2nXiS+AhbzC84qPxBNKyNkiuVmSCU1SGgYRBLgQA
eK3Gf+e/Ft3HVd0pFRmyojkbJQ8ZQbztT0MhEIgY8l9UP1FcKHGCSNMnIFcz1GzTJsMhnyp7qSRq
tFeKRlzjTlnFDuFbkL2ozDdUi+jdZKjcmnFahpFKyylEkux6dr1DvTAeGv4wj2PZQe7hVvWghApA
mzQdd3zpSziX2OL5QJsl+zpUouu2TeY9K12n/R8yLufffUxbVVUyTXiPBctebE3/LUfxq2ia0Yve
ou4Scf5HE5O9zhbAlnH8xxwlEmfpDQ+eTTgIkGfjOdcmONUe/s4vKfgItnowCAbAm2oeqDE4ZDuz
unVHp37ypzlgyG9HknEKc0bEkFaIWvBX+l65SvBLM8HO1LpWXAMXQ45q+sBVYbI9FTmcUrVR7lbN
k22j+PorvU3tJA9T4qgng7fmlDpEylMSnwhQJC9w0CCPIl3AETsP5SHHjLgILqYCY6gDBfNSYfJH
uua/+ZNr7HABdmujqoM3aj2fgsjka9AmIauf5qd8FTs3fR2FRrPM0goEQkoHKAvT4YZ9CkmwX/e/
qncUDs4GKdWIpKAKHumQLEg56W5yhLmo2gCbM1YTXfVHT2v92/+/O23Y9r+taphKMJa4PDxNVcci
+i81LrTogBx5csMA87VBkH3C+MgQozbDAwYrnTC9JlnbNt2HuiaTYX6FGkSfKJ9WSekUqzRUvXXY
uvUZKNxO6g10IJp73dR+op3vsnXrDjfNIhbW12+S0WCPLm0r3/4dug22eUO86rOdtFRGHNQBPf3v
NvhokX+s+L21STvcx5ZAsj0llbHSzGRjlUZ3tIbE2weZ1mxnGg//QO5RfX9G/Xj7duoPggoa+nRk
XMoQjtTHyaZ2OijItnv6xh919OuGxRjhDkqs8UoX6OjHJdJvuuUBwidxLEiFP1rkkOpxTTmAdufo
JITc1OHZ7iftmDQ50HyjOUlxERzeu2lW2kUqj9jvJ0vM3Uc7gtaH/GzEjvafgxm249F7z3jWPmv5
jJJpY7Kl4kjbqT7qYIQ/1gM1dvOh7Awo3X1ylKPeUWkaWYq/D4eGdMjE1G8xi9mdzi195zZi3tLb
YiHzqjIM6h6xdYrjsi1nBV+qEWnK8lRXbNRjNO4K9+p4mvNQOD58lvnMEEO9qoSZrmo1OlBI8wil
z+3nEAjTIkjT7tz2rXjuRfOrHAafLD5bPGPOeWsLb8CcJLq9StuNGr9e35MMGWEz8nhivVetkqKw
VnYTBGcnq4KzmFiSFnp5TC1FP2nTVU1CgauJznplBdnKy8x0J3vplMmCTUtQ2VpehQqSgUYgQDJN
Hawydv8y8KCElmRiaRTRxqb8/tCzX1rC7883GbrBhyh3iEUa27jaYkboiLqfx/ISca6HpKk1sTU7
vxfLgXvK1py6QxAQxDTr17SlYPu5jAvyqctYu7PX1+6jYhqrnAgOfgTa5fJANt1ySPvxKkcszHUk
z+m4EOy0ej+EODi2f1o1qY9B15n3mNz0k+tHL5VOEoeRu9Oq1DuMCLnfLP1kBG+YKQ85PZrnMvbW
gk/7OzrmBm1s74BoKo0bTU5idhWvf9dchDEEpAxZWZ3MOYYR2nuU+g2OKNeCXDpPifnQGUXL48Qs
lypBeSvP1McaP1W5UHgi0Hyeh05t44jpfto+yveQvISD4BunCzlWvZbd6tiSzMP9NnULtV0YsXUm
xvYTbZL1EobcxJvCrPibYZjY6pOptdFVjQ8GUM6ThIrhkCrP5NzimsrhgHyDxqLOeFAbvd02xgRM
rJqAmiUAwAgTmE9F5qWHYbzKhBp7VjyEgn+fHMqomkpD0wJ5W1vHqQq5MR/eYXoh+q2s5LHMfo9W
yh+ziqOkGX5VHrhHtHD1pq2Jo/Sy4g/ZWO5DYSJs9Ly63HjUd9aS2FiFw3gyCvO35rCvXE7ECHo7
rbbLqyZTFcbxLkd5PxJ65ejB+cuIX1cV6SGNXuwGMWxVdfIOlT5SHpWn34e0xBqOyNfbCCsz9vhZ
nbVONe69PbJt0t79+AlmevsYW8QNsVEZIIdABpv7CZuIj906URTzVBW4imw79FbBWJunMdeJoo8m
8Fp5ZLV7O3J2qMs6MikMXz2Oo8duWOPxPY+c+SDP5CEKCGxED+AuvuSPjTslB9C44LJgnpWlQ4gr
vb4V/ZrknJt2CFi/5N1M/PRsN7AR5QV5JufkMBGVTsyUbvJv48vU+SDPqAE6S78mbj7zM/1MpIS/
bWmv86lmv79gh4NNZAhj/QRH1PN0fwfJ+pr6fUyzjQNVsGvnF4JPtEcqbDDH3CsFov90Ks6j5fov
2VSyVmW+TQ1rLyj1wMmPzVMdULOKHTM9x+xATn596swwO2d9ISAbzPNVMNg9Rkx8z15JUUVOGjR7
lkHaVGuLqEdt0ffsulO3v1I0vkE8hbU+9/gyvbqPqeqd5VRWpb99x3a2pWm/lXj5tqxfSZFX+7Y9
BZHZnpSQA9v+ZBPZvh8h8XVBZGbTMkXh+SgBFfNoMIrs8WuB1Yxf1yzQNc/4b79GbLmGteqQW+4E
XXiOzM8vUl6VJeG5cnFG/o76xH4Lh1DbsjuyNnKojzi0B7d66Q0H0Zj0ZJplMp0rketr/jB93Jal
edBa9CoBxJGZyPseKRA0qs4KL8NExSvu+wzFJheclHuKXq5ahXB4kfYu4Qffp2j1ua1b6WuHxO9g
l657kGdqo7oHeWDx+NeZvBCl3VGp6xbcB2nei1p1g2U/OEQH5LgH95EXfdY0jEn729qSDxLW1rhH
zvKk9lrobEdcbhT430qEPLvKGcUF17z1dSjR2+x83fpjwha4aGaHHV1eTWrzQienPny/FjsZL+k/
E+Vn0EXGVtPEZ6CRu3lQWoZCMT4DBGbjArVZsvW1+LdcAciHvzzL0e8f1TB5afxqRuMP6WMR5zwr
GuixctjbRnPM5swsYdpWzu47+Qy1iW5WzefAQ821FwOotrzKzhp/I2cijIyvMzhtuJT0mgpnoR81
ekLbLzJaldBK1ZyLoMRmWIXtHevAumGlfDI7ttzgnTiEhUnLpOF5yEiJ1PhWkIFxDUGH/z0jz7DF
Qm+pmoevL2a1tg110Bi4+orHMe8+3KFyXsldxu2WKAd5iOezMexenSAaHmzSpPZlaydsYEvcFd57
NKjeezqhOM2QLgLqTYabGLscr1fivU9V8ycu+guOpfyed5OzYI2CYZ9ix9eZPZ9RZ/Bf5Zm8GsdR
uVBj2tr/47Vy7vs7sbE7IC0r9hDM1qkZaeeCYvY5QaN9lsMIyPoibJPX0XZQ1cwHjw3e11mSpCTF
9cGbhm/6ZMwH+QoKfvURYfM6r6JiU0axdrLdsaJ5NQY7S7XGh3FUR/aMsf/i9U6+0Idq/LTMap2M
E+FgjtodTDPbEeIQftgmfNXJHqMnqysm8FcE/Ga0tW+WVZyrUDivOKphyA6DfoxFXVwyJ8qXxMu5
4uD3OSYZ0kvPFLqbLfpG+E1F2NBiH+xNrA2fE7EOZzfGCh83evWek/ACHsR/7sJEo75G2qmRlOCy
zOgpKBQWYWo87aTR00wFiMQMsYM0gcqrVkNTg6wQqGG2o6JASbpl7I49awpPe1FC8SsLDPWieZX+
orneykwrkMn50O4q7EAgIFh3O/NyG4HyAoxefJAjOU+R86+L8qwR4c7PO7GTr5BT31/+/dpGffeF
qx4AKjnwQmnKzGD8ozzY81kepTNaaz5FWgvxPWZrajb+MYX7dpx0rMJyKM/oJ/h0gH1/NWcaLSHG
2rFDYUhGWzDySTy/fPEH9V+D0vhgQO3qRre2ulnpgOwM40qa5uU9YqslMydk0kTSGmD3pwTDgl0f
8eX/dZBDFmL90nOLhGcICfOAlP5MJT9fbpo/aw8tW2Wm8Z3NNrviIAJ426sUMd30zFInv0Sm6OkN
uynWanpcQdRaa+GYeKRNg/geW+wLPxyfrbQgvTNpV3mhGY/kRYAniUlLdJCA1jb9CTtiV98n6SHF
F7WwhIZVgWWzvmzJg992c6JnYdFDTCjJ0i0uV9PUdUudPc5J8Y0BHmUzfJ3JOTkkUMbcgrJ69yx1
XeTkmphm9KeK4+A59kW/aUqhHYxu49r28Gx3V4ndoptXkTQYPrl1viP1RbmVFmsUO6fFJilavh58
sl1VbmPd++fv+SpQPr5f34R03lBW0nesrMegLBAhAHKfSAeUodDhoteLH2YJ4q0xSA1M6hoTNm1t
2hRZ9kSeJqvKHttujM3qyUiHYeFnICSGlAiScMY4Nj1tGs0JnhvF+sSV+wpOYfyRuKRxOtyxCDZN
y0dfVfU7Crx4O5TEvDikUP4sa4LYIWbLaWcy1C2hWQvI4ubZbUf7kouoPZiaepEj33fti5OF5Iwp
unEtqDGkuo4QWSFuRfXVVznMZMReFzjeRVG0+E8Z14dwKoJfqExfvFYL31lG000llPaHP8vw6tSe
nklnspZW7cRwZFKxisMcMV7qdou0qT/dogjusUG2ohOH7avIHDaN+jh+moO/HXKlDiiG/Mm6sfkD
VPsJZKrypo98694gVQH4drOLcJ9p2AQejGiAgm53RNiM9bJzW+XMgrI9xK2abp3UVyBJBGKftL55
RUl96gevgSxbmdeuE8OKgvsfy5ziszy4XZaciz55M0lg2sqpioif0lJ2xPK6d7J1/UMXaz3MXs3I
lpkCqcKtSa+OzNC7W1PSH/NU/SNf7BRDuDFR0661RizUUA0+ovmhhxayQPU31Vd6Yyq9eGDFQzrB
Ru+rp0wVxZ7A83rDRr8hl5xft+1HRHjrSnorwtGeC1gewNDKPgTcE7dxYdlEGg5khpmRi0kjxEkJ
seRDy8Fk0zrxFyrvTG7k1i83qv+Mk/mb8tx4VlSsuD40c78jXmrpCEtfm5kRrDtP6+f8u/6u1M0l
cAD3yynhEgLPOqxaCDfdaXFLoOFMFJCHTC+OHUs9XOsx3llK184C+S57Wb2NQwy1NLnxlJt33VPE
qczjJ0KUKUoHNWmelCuxpdFpI6pM3cqhiUb6Viq/5CBzjXVO5MNZCyky8ZtQnrjFSyaz96Mwyt9g
LbNPmOAHYSvSc7RyUnpVkJTf6y60V1Bn0tNEZNwlhlqwBIqbvgoWzpWegLHz00k9h/PBG5KFG8bi
kTQ779F3tac07o1z68N5yXNTQTh4ojIxvBLKkZ6gmRSATCv1xY9DwjZG5Ff6YP74PosQ8NIfr4o7
hik8Y4UDJ3dyTn0CBt4QtM2BXgCVnC+MlUubpD02tEvWeaOAP0Qbe/RNL9sqVmSd+fg2yzBWuV+W
eXNXFXeHj5Megr0mfSZDr1pqT41F2zSLsmIjh8YMAsmS7g7MAOsFKrcfimVAmzL78VwQfvpsEqEs
Axs7lsxLJbXPgyTpum4EYKilLlV6gb6jFqRxm1CspzDGXl8Tsd54pEcRI10gBRXZDzezmiUyieno
Nn6/UIoQWKPPn7alCvZK9JaeDBP/rGIRXu62TccHbQYu5RQJDDdSbhFyqANKBg1PbdD+tMJioVd9
99HnIY5lNHRrTW0Nmmb2tChdL9oOUAwelDqNzUVDh3JtBQ9+hQYW8KxylgdFrbxpwVbL2MUDmuyx
urRAgB/lIXQLHuou0RCdOeWPmql6BzeP84W86o1le63xjFmtqaxCU6kA81GcWxS2qPas1j9R6Lqb
uhLNTtfIiBk0otAwur2roQlVsJjYOEbOoUJcdBiVAfeg4dkXo+2SLexudvBWR000qD77vrMurqKh
M9Cws2F7H28CfdhyjASKDq9bi8lY6X3VndzOCi5BmAQXL0dI1/UkgFNzepfzdGTTo8DTKfH6SOmC
XTg1yKzl/qbL1GqnsIIXW6MD6ukmobaux7JZtOmIKA0LyGmYD3L4v+Zqb0fFOFj1QHfXihmPV29m
1yGw9I+RVT6lXvfXlNuRUkCMrmPub18lD2OqipUB12bdeG51U626PaOmOkixR522wa2F7ifFHlIT
IlUjmqUEVLP+IxFxMLR45KA9yC9y7MjeeQOexa+vSidjg2wD03RSfRQNsC4MkOFjB+n/kOWEFko7
X6a1/QqvXbnN0W7K4FAjMtJDGUblCsJXdkp67K5za1A2Aw1j7nHJcR57D2WVlgcvqIMr7WnqCha+
G2ceyjk3DIIrGMEUG1Bi7IKAnK6vuSI1TjzgtvJl9KBqnjKRdyDSY1zald99gFNAGK6LHwWtnk1j
VxVVf6qv1lwERqT4z0OtI3PRFOM01epn0pjebxUCdDjcWcS4hxbwYlFiVg41Vg2LhA6dagJsoZOB
WcA9BeEIG1VrtW7xPU5hx/DpE0c5pYm4OZZhsbJAdqwircQBiaPibVjw5+huTWMiLbCfYRySyyHC
IsIq7JdsDsCyEImhE+cwJCesHIuCpc0RXRQWCtGj+5Ljv04LudUyp91QsLWNIp5CqM68lzhxA+To
jrtWnMR9Qc9F61DE5l5e9Qrlt1Bt7SINP+CHqCJTtRt8dbiXrtj5Q1RfREeUWOwum9p27rw31WNZ
lXNoAXDSJnWrR3/snEuQeIfhpEaOeC0rnSJsoqV4XujRT4638LUg+SHn53XcJp5C5zkVYu+UL02p
Gh8hsv1lJuoEEKvuHshrjNiyjeqLYuH4Io37l1DFXdFy86UbNEyUPA/R/oGd4U1woAS4EKOIFXhX
B4cIH/xOI/RYNFWq+dSUhraZRmw9Wk9ql3ytGQ/GK20tNOIQMQpXv2QaCvGFa4Qqrpt6ZtQJxoSG
Vzs/DG6Jk3zKGDAP56Y+xspriGBubQ7IkWLDUHdBwhPFwtP6oZg6LQu3fI0br96yRkh3KQKiZ1/J
CTWus480LXlH7GjCaJeLk1snycqIG20RV00P8ItnWml4p8qthxsFuoF6AAQqy6duMk/pXVlfze5M
KAOct/HXgNx8ofWl/piV/rBxyj7jxp5tqyZCYpc0NDpsd+rgOBcZeYg9GUXzpLzsa5ZzymMSDVPS
MdYy9iqKrCzf48tK9oHtrmVcljm2BFp5pbekP6gd5MHxVFS/amqpB21IaarIU3nJ/vtFcugPGr+B
un2JdVromamW53FI1ZWo6nFZ9SUW6aKhrpFGaI/l5VqUJdoTCx8wJgq9jYJuFfdsNKtBeZaam7FS
h72SWbT0wlL5S4djDC3FTW9bzFNCBZ0AerHY2nMJvp9L8PIsbd6mESVqJIv0ueO0pxo/BpTfgr0n
DcR9ju9n6evCeE60jHA4anPLYlB+WV3ubcOQrAKK7/4is0RwVFw9PX0fjIh+B6/4BaUmvfopfiJF
aPHKHzwb0co8SSrKQq8b+8ITxMctMKN+EbK0D5gKkJ85trf5yh7Ma7IAcvtPqRIA5iK3XfCMix7k
YTLCT7AQ3s7QtL+mtPnM0hyxTIpPRxmJtpstinntl8dO+FCR5FjoSzfI41fFHva6P6afYxGMs7az
u/V6EB+iuMs2BMh48hVkP2LTi/VPESCCLPNsfjSk9c2dt9Pfc3I4KEONdmj463VxU6QbOinjYcz+
yN5mHKvDMqp5RpudW54MnKUIsGY8Tzu6W62hypSFLnJgQm7ZF6gdhi+KZ/580JBbLHOHe+8AA38J
ECX/UHAwRGWf/6bIyf+hLZ8nKFRsMjAxK3xmzwqesy5fkZXWrby2SU/y4P79K/tfw95Vxm2pW88J
VZ+v7GyZcysPHVmuVGKqZlUbT5XhCtiEjXNgy5V+xm77u+089weOZm+hOL0PuRXgvtv18TLPEc0J
GOkLoTjjQTWC6THOogB9UJAuA6+ZHuVcVzwlgMyXbqKU8GHtFolr/mEVxHWDx6g2qgrcXj5sJ7+7
4lgo787Ut1elHraDQcAycrMMm3rhLYa08nbymc/vtXuYrzp24h+Nmke4C4nuMbc7uphu+MOtAQKC
um9XlJn1AyJkdJPcQdcplvqtrH/bZH5+Db8K4EQE/WPokY34j6H8WquD29K3xivkXdwv80GedY4R
LZJIj08Ux1/oTk+32hbxtbRmW0Xn+W9KNiO1Euvkadp4zma/Zh1r9htQenfZq4p+bDo3fFabdK95
nnYoUA5vC/FT1mUcdXjSMyd98JWeVY4dtpdOaBWfuyr80LoWQ52qv6hW62yJjVS3Wuucp14DCFbk
1gtR3z/HcCge7E6zXqaSmGaPHyTNUIXe8lo1N1Yx1kccuX+Vh+QQJk60zBrrRzSyQaVSRz7DfHAU
N9vJOTnUMwoETpbVYKBVYtRNPKlLvwrzVRr7V7bS4Gga7gH+7DqB5TqVpxCuKlmefKAsuxh2VYSI
Iyuq+JSRqJsXjb4TXUokELyp79IboL/XKtFcwBX/qdfJCt13IS+bIJ5NAR5TiQK365CGomP3R60f
g70OBoCHwQzjtmp+5DblbqVkyVNP62jfGAaC8HmqSMh/SnX/t8FKaIPne1jwdowXtWwKkEoxi5kA
gc3RSqbxgXr2XVYp5SgY0jvb2/rBzNtLM98WyxA3SpJ6xrKYZoiGTKMyQLDTMPEvKb/WLQox5Jy2
aax5Wo3bYCq619glClAL1fAih1G4sdtRXO0w2GuKFrAjnBNvstEdDrWvr+w5GEdO5fO8ELCpbT0c
tpIN1Asf54zOyjzQCWqkNaeePKOyV+YwJksP7vmKIlt4Ctx21mTTX/WKJyUfM36Muj6pMeuuimSl
NbslfRupHdQfMeTnsdHyV4OMxXy0QbOJge162U172tXF3mE3fCpCt9+UfeFdbfyBK1+fVMhfcGmo
Iz2HsZ+x1Nam3RdcSNHSr2Ec1jGFkb5eyc9EapMe89Wl0QME6cWA9bdoOu8AT2IBMs05GfOhG1nY
EDDHUgPT+0PnpuqOMvWqpJoNlT95TIpQbECXuYes6qHCuOivQqQGL3YwfjRzWv0URguDjIuPwULr
JnRr8/2xwB5gX5JqsneN773LeTkF083mU6E6yyTJupUtRqj4mApfqmwAmqKm6nHo6+4FbfLPoJ+D
COeLOe4lJ4q8e5Nn+nNrfH1JrCXdze+xXcDSe6ntrFxqDspSgdL9IA9ILChi/PeQZTz1J8ddfs+7
OHc2riFCmI51fsQWGV1qQZ9N2KHzFhKnHEDwwC+SsWdDZFMbNEqdLq8eUfAM2yImUQ8uXvmotaVx
matefme3YoN0gbZRrnLDr5HHlCP5Jyqm9zuLQQTXfdDu5FAeYBHXExqFKqmbvdZN4VqH1bvsdaBu
djMIsUqQM7c9C6JSIQ63CSZ/gTuZG9GcZFNb6DxKJ4NZw4I03di+6q9yPaYK3IfER5rB8SsLzSrS
dqkUarqbMVtbO5yqbW4paKeomKGUb2Hmh0Ywi2vLxegUKir/XCxbAOavLS7s1Qi3eC+HWeDvAUI0
j8AqnaudkxNtjTYbCAVHndEZG6i4xpLcyerm62myi1rI3IFpwkgzWM8HuK72VtTjEx/TbD3kQERs
Vek2ZRYP2ynMAszYyV636vKpI/r9XLr1nqLgCTI0nOsEL9HZEWm8JCUgXCJaRCQtPAVlJ/GHaoNq
CXLpLoupput+8ayOjv5oTWjhcsp/BCnW2bvq9qtC0bzXGEvODoQFIS1G9eHNWjG7yYyLM7Y4nxh9
KcQKiNgj7/6CjcmaTUN1QqBegbpR2l1JrbTLpneLXlaWFxUrPKeHSWJkvxIDEUeEdPolwm2/ihqj
ACLOwmFw/848a3mzg/7KOov7vt2bBhVtXB9Zxd+VCgtWUM2GkhOWvHXU4gC1WBALjrmo7lAri+eY
v8ld0Bbt1vBU88UjEdYOWpPM6yA8qCOl0tB1xx9R7nuLW5qSVGG6PnWd6Z8H8iffAQv9P77Oa7lx
JYuyPzSIgEm4V1rRiKIoyr4gZKrgvcfXz0KqpnW7uqejIhBEAiRLEglknrP32uUK13xzm0WGs5yi
lBwGW1l2qkherUogmTPHdgfZw3igzf3m2IrYwhsflpgynMPPJmFa9L2b9eJRqVxiUP1SPagdbnVT
8YqHHAUACyW1u6GyOl2EpzeU6huSlmGZEo7Xv7m5OqwMIsVusPDuMto91FoG0S+nRlG/AcMVl/g7
FnjBUutqtE4J1zq5mZyYCslgi2FvEtE+/zVozuTbukjS17iEsYJOqVFpvHswne6h+Gwkyh7y9/ee
gLW6Tju1Hd4AxgGfmoN5MTyqachKMqrak9zIcaoozW1lP8qRcr4XBnjpb/SB67yvq+khSxLrktcm
nxYtepF7cmMpyBkcRWtuUIFpR/6MaKKYrbrgjYwQ3bFo7PtkgPloO1O9MyvTvocVb987ldiB+rRu
Gy37VbGA5VILtS3Q03u9dcfdt3ikVEGvkB24JT8Nj4ZtAtGYHwkTyId8xKT6zyNNh8SRxVBl/Kb8
XfZJdJUbpSlnH1h9kXu2z0xELwt7J3crkeJ3wMxAsrnqrfI0gX9XIu3UoFxc3DiYbpQpSm6mrNIu
VVb0CyQYRKhSLWyyJP5oTYikcaQQy+shgPQLLdm43EnvIrv988gfXJjZvrfjmc1KpmKUrZqf0Fxi
ssw0PHBiRqKEbnoeg2I8mUbkLGQMys+BqJv+HKCGRkCOa7X7fHym8I3YgwcJXnnuZ8rPiB860yXL
hbfE4RpvlWhybkc0BVswme2yHXSXn2D6qFwD4X2RRVsFdSO9ESe8n7zQ/f4k6zH+jrr5SL0Bva5K
diYpoP6KfCuuMNh6NylY8NU3s6lEHKfHqb9KAGExX9E9PlGkhM/dFhSYBtnoRbU0TQSZQrgAgQyw
FL6iV2e5SfwoOuMgy5zqz4gc7vqHHPmHR6H1d+zS57PJB8E9tGi0IH8kqqVbu5YR4TBgjh376bmY
Q3gJ1nOZf8XRRrVJ6c0BwdWNTliqqh8T0473IV6ImyITykn0lrcyzdq+YjGcFn6Si/fe9/Y90D1/
gaJed8Y3MerK0+hFL+7A8mjUmY2Dr9EvcdaTUj9EkGMmfxUBCxOZeW6o6J79YhDnSvVf2r4smL4E
7UkBkncNMBn7M7pyaM1sj5ktWqnudJrS5Dc9833vNcFHCBiL7AKzPvlM0U7dQLqYPBDH4GB19SkX
43AG4RKH98mI+atMSdzmvoynXanEPVOXL/kByv813neUk7sy9JhggJ2J/ChFpUtfIerL507rj62J
bSVTh/Bl1Pj8E+6X3vLH7Z7BwMSFIfb8J4gmArQMXFP2o4Et03IIEba9RHBRlvQM8gdhOR5RHW64
FoH+TBkFwU1Y0WxTD40zjC8mGOOuy7FRNA1LnplN9U25MmmiF+mpHMIGw1TN9Xj+yxkkWAI1zYDO
hvQjh05/DxLSzfQyUg5xOtFq0Gij19qzZjaC/q3Hig0J5JOdVOHGMbx0o2EXfy5t3wU60pZHdTCs
S+Sl9xFf2PMI8fJoz6okBY3aSikTh1LhYO4N5AXLIfTMJ65z4bayhb0uaBbfasX0lgShuE1q39+y
Ts0XoWfQF4prxuYDVtX9Es7g7dMhXLZq7D9jMa5ObtaFCy3TxdlQ3WppVX3KQojLDyJWwqlkIqWu
4GRSleNkFgaSXYN461KjQ2QSj9dl3Z0YuH0WWeLdCtsvnt3Wp0A0rWvVMej2AeFHY2av6tEu/oDx
Ldcb1p6DaW6wwSm4EHRPhe0ny9ES0TsSubeIKuSlYlqMCgFUDSkLzl2kNCAsG7Vaj2qb79yqhiyD
LpqV9r3lx7ehwKW0cKAfIGuYHw5mzF/Nd8cboy/Il4oa5yUcCSu3ugF1VmH2L3B6Cs9yXnIE1Xu1
souVvRPxqszyJ8FkCB6lPlC9SrMW1NhQXWnYxcjwRP7LUC5jj3FYdEN+R3p3A59McS4EyuNAhvDM
AlJLLqGl8O318uLJ8PKrHbdLS7jlm+0E6ZounooM14faSqzhwi3RcSd61H6akYcHZWyeMlv54q7F
NT5JuoWYjRteny4pPU3vwnX8VRDY/UlHMrGO1KDcfcfBZeSVEw+ZLCmL5LclkV/Y1QkrUO3MfFCa
GcPeDXeoocwHy7LtVQKgc0N5HZ6b6IeDPXg0zfoQc3EyaFffasI7lm5niCcERUBB2xsir1csoKpt
zSz1KpQCx7pJp7idd53cpj/mEGfrg6+6bRJWTCqa202Sqc3ZU3LgYo5/GdFCXxK/D/ZVGPwZkwe0
MIfsETYwW3HUb74jCqEHikVbE29YtLBA9Jq5nJGgtN+GVCGWQAvKU80tCqRhmX9QKacbFXi/uCNc
VS3wnnqZSKDqPT+pVwFD1O3uiKAjpomClxFd1b2FaWYxFJaG+qztH422Wsn0xbJ3bvpqck5GZTrb
LKPKBNt3lbSx9tQlNbyWIjL3fmHQZHXbTyMtxSlq4L9OZpJvygmjc1+mn/2EfDrSrPZeIJPfT06V
bVKIbCvTgpcT97W3mvjj8D0lJagxde3om9O4bIEkvtEO+9BY9l9QgzjHCd0B2vqJGrxfXvNcXX/f
FVIL1XUEyr6YwK6JsuOvAgV2YWZOvI/7OFjpaWw8V61Roc7Oph2OboNAswy/SHkqJ6M8j25dbRNi
HnbQ18MLvUm6RzUc6sxrmfp2KJT7qTlGerm2TN/7VZX6pVDtq09R4yrc5AvkdfzeZNFXT+Zs3Gv9
q2Kle6Ap4jkayXKx3RpeBbWGRTKFrxbuhn3i0G5aFH5WLZPIDrZ9m3jn1vLSo+FV+jlH3LdJwty5
SdGLPMVKvbUDP36n7quuFEfNDk7aZw80iJ87JYjXQF6rpWf39tlAPr92O1B3cldu4H0QwGjRBm7P
hUFYZ4A144klFb86+vl3balVN3rUHFqTv79MNaaRW+3h1dHSneU0cszvfkEVWDOprZ8KUp635ZQq
KEpF+EK2J9a5yLUOWkvZZWHkVN+NOXWrqjEeVpHTbPw5ekuODZOKMSFTiY9uwubiVKBIh9A4WElE
QdSPaNqCsNuqTpav5W5DSM6a6Anecj5aNqk5U6rEY45JEqW6V+ylUn1U3U+/by3mrkzjUoI5qa6k
+VqAbNxIa4cN3fJGK4l3H8a+WtduHa9lEmKBW2PnxNlbSVQO6O2O71rVOFAk2paw0amfnvkhv3Qt
avmCpQvPn1TY5A4Lp4lEuapF6qIoxnlKMmVFYDbrNM1JRtZ880PPqB1se8lvVxAPH+V5sYYvol3I
atYuTdjBA2GNWPPbrMvhbCNl+H7kykdKYNwOXbSUnpygFNnG8LJmJZNW5RgGAqru9lDsfsY0Cmjq
eIFyb+/+0q7GupqtBXD1hTc3ruuCQjiRGkzK5l3bLLmqOfPDonT1ZRwE26Ez0lXV5sa9MirGPe1I
4goVrdhYvsmSuWHGvrDSyb1Jo6CBB+YuvHGCQovDEXX2lCEeK6uNZUEPEA7tx9EO3Je6JnZGt7R8
18+7qsHFjrn9kzIO1WriTgdztqjvAyfQDjrTNcfVW4BtADBF8rsuiQvm0kbor0r96MSQiUrzjoZn
vPdMnQJY6MIxpdCzVKg+vxMc+8atXFz4DWsHm9X5So6jwd/neiceMViPuzYfDpOpJqvObM2LkYN/
d+Kce5cwThj/VC7qFcAAo4ovGjioOp3KZulOxcUgT+now4XZWh7+tyXamC91iJp96seAUckrnEG5
JA931ldPdZGpkdAe0HTgre7AEGYeCzOwIwclt9Jf84OsNjE70PLtrSKTI/9+SOmr73PkySQHHhrd
40KGiiNu9V+1OiUAtCf76gjmX1VUWhR/He1oxjWhq23lP41B+SXP7QEQGEXVfiIL0or7n4BV+Uje
USMbNC6QL7SO3RFcRkcUDJv6m0epaSluRrzc/zIgRHB1d/T9bjRDb24UZ55g6/RpTGSOm0i1gnvR
xdFqSPSvKNPTvaQ0S1q4Eb6llhtTPITbrIfP+JlQCo1F9ioi75wmiJwKAnPWHpHex2ywkqPvgyd1
zNTapYA6HzoFtk/tNt2dmfnqbooibathc7kMdM0SDdkl8lqr0qr73A+SvTEQ2ZWSclTM1oIEjPpG
ePBWw8zt9q0rLG5gIa1rhAipnRoopqlrjZ2xNPnUpMxkvbfR6PCgo/+jWwVicgsNzdsGevBgloUJ
y0z3tLumbKpNX+nFkju6ftdqOCNYDVJCU1mecsd09qEbhHdcRMWytafyQ6li4ueG6svIQm0x5ndO
GaaPQ8pnUunS+EmlS01nxYy+HwU9Y8SyJ0uY8MOdUWcD3yJAkOPUrSTq2m10a50gAdi1RVI9d4jT
fI1bcDTMZDPKJaem70DptMzhk7gKMbM6+SbwFfW56OCam9nkHp35qO09s/wimWDM4+MIZBHmV0MZ
RgHP3VNuPcM6Kza0tuZiu+duE9IH+7xdzAEH2NM3fhPCzFAq62ra2hmhS3gnD7GwoCwTt8ZeHnSo
8PFfr9OtPGo51asDsmHPRDk+G0RFnyGprxMdK77cs7w2Pg9unG25f3IXms/gqj06MBrinY5AFJEy
4Dotqu9j28lOvudlMcAwPlgars0HMEWkfTYr3dOnY0UF42RZZnfi6t7xg9gTrF38MrCDaSSa4g2Q
Qr0ULDoXWWKnBy4LyEe1KFi1pt0+0Izul53VQ+3wsu4hr1kgU4PEZ0HvTXZv5UY2LByDdQhA0XGT
te+FVxnkmc6YfQAGzlcBVn/mV5QRSo0gDHqAQkqHX8UKdhli3mPPB8+q+2Ev9+Sm9uL2WM4brQEW
nxr2Dq4IEw/ftVZ929lvBPHS8A3Sp4ra0o7UbI1veEiJD2HZog7bWeuCmOeQUjI+hHHcL9Wmd5dy
FxdJTbz4qH+amUsdL0qmA1CIulzwpdU2jVW/KpgOMGVGK1jK97kT9Wc3yujChZkCpmjl0x5ZTAQf
XrKwaC+dCzrAp26xrR21vZTzxivumbbuoIhdpXxWdyIYuhPTtoSYDUCYJeCEuURr29mfA2NWZDs1
Lu9nKtu2wl65nbxcex27sz5ZzltE2ZaJ4z3wD+PW9nwPpRkdtkVfxcFGDioBAMBR8SKK7uWTioLw
o8RPvVDdJNsMaqAt+zI6O2FQPpqVJm4UBeON2abOC0bI5TT5/kdmjSmFJL4vPVPNgIAHhB6vseLY
N7mOmQKmR7z1klZM6w5NbSn4TTRpSlGPjKFNgC+QmGtv5AJYheskMqanqfLedaEov2p8sbVN/9as
o0/dCkglzLCyVQ24wNwGElvGYI4dilZewPQcoefRbMbYwfVeZdu0Qb4/2HV31ZvKO9ZG8SX3orb+
ShqqaiKflliQ0aZGHvEDzAs+LVN5jFJ916P2OPTkc12Rl/ubMbOnteGq6VWMaXQUOZNvrmPmg+6H
U32KTXJ3MW6BVyeadusU/fjgtdyQTNEYZzCV4bqoaZOIuKvew8zcmX1N8ppXiy0xuNl27H0KYFpm
ndUROEinWeUX4jizytTVSAV/b6bTPhma9I6knukB7/awbjVNrJHfpadRn3a1begHlSLooYrOYVvg
k7Bn4rPv3xmZMbyS8Z1LJRwWDEXBylJiIcAajAs8gGP4nrTJWUka+6r4g7oDGGSv5XhGvyUVylsZ
uPmm7dp5rjvRGscyRuqQ95AQI/Wgd9VxyPXoTg41rjet3AEyQznneRo04Xeh16G4DEviMzr/KjfI
HGGHJw9yx8apgf5cA/VRNjtgyqWBRarTNn6sj0yCZr8awn5tMYVQwZTCpsfCQgyjhS7GVTXPsQyn
+WhpELzoLuBquZG7Y99/KHaaco3WswfHsPZEdpQvZpOImzBmhhcIngemGz6peixVSJmjMrYbWeFv
O40AAEMxFtac+k2ZzsODWKJ8LqaDaCf7LpiaR7Dw4je0XMVwtY0ycImVTERnwAxlGFW9F0nbRLS6
/LXiqsmpGu9kWpGpqMZtPpQHuYfwPtx8B5tRWkjD+94Sr6mivymmz7QQXsV9oqAiJrutPBVM7bZQ
ocKl7JgnuFisBEpGp+zrSS1eCYUQGy91Ty2K9ePYRRQsHKfeZZpSrlwjKHYaIQr0+uslGgG+ZWoH
DXW2AvidC8dXGCEqsvBqla1+hMmRXcKAqWfTl+dJTfOLWbrZIUidT3nMMeJoWTm9B7XbPZERRZ2w
NZzNFLTm9tutXKj5mxaH1T0Tr4+i87VXTXTaymxZzGSuPT5bI7Nd8HevY4i8gCjxbqNXafyCGDKq
yddSlDKlejg/dMQQHL15Q7nC2RpJ/dS5nnfT2ARtkuzlF+uwLF5rrd9i9NZvpAMadqN1awXprXQ7
Z8Ie+XzG5mKYs8FTVfc2lRrHS7k7zWMIYx5B6GsHluzB1QsI8UE8TEgQiNiwN0AeJgDwjSY06dd5
5qLiG++BJF+4nlXcKAKzW2MFYb3Wp1uQS/rdhPbvTKlMWUXUZZZVFvVHltEUQFWzO7bc0b4f5dUB
JyXr+j7yF/mcyUMytU5HgOqTDl+DRuKKBI/sjv7ddOMiOaX55qN5ZyltL4ooHud+jfLY4DRcgB+J
X0YjLheOZlZvpGt+lGOrf7hJfR4RyG6w2oLE5/5RQKEfK+D1bLre/vPI9vQHSmPTNqfQZN6CSK6P
bj4vN90QpGLTdc2i6LsnpQzj26Y1h7URV5jSsH9f22y4Fwrk8TEY8U0D6VxEum8ehW7mKzHp5caY
eu+e/Alk10rwO7M9a4WJgtkAFWZak4WYqwZJHy+6WbPGF86jyp575yig2k/4fIS+vDVxVzR83FWt
HJbycDafk5VEZpKp+ILMcaW3CjYd0AKrsq5V5Oxuf9FL+0OO2yrF6byJnZPpR3ejBQgIcSR4lP8t
h56LI7TY8NZz1YlChE2Vn/zRUA9lIba+zowIeyL4PmGk6J5CElzB7Nd32E7MfREkzbKEigQnx/SB
MwVUpOdNMicwhLZZbWMkJsw7/t+YfBSDHhqTcv/f/KZ1Yvk7KA2rHx/qWDczPW1IVkzSPgrTTei3
pNrRbRKWYN68ZBUdq8UVgqnvwz0pYTumorQ3RjBZrq6BxWpx4e3l5nv/P451M97y77O6wmBRMT+V
uBoyQxP+TNnsxhYebhcRShKHgVJ4HrLGhQrOpgy7kYUWm65N5o1ZU+gamx3LazxwsU7xvrbNK7UQ
Gn4QjFc9i9crMLNfvsLXT4auhGp2TaZiOOsptkx9oiHo6rZykpsyHnik+pgiNOQr/3EARvqQudFS
HqDKcVVC8B1qgEpzBX+P/Ew42su6iB3vgMlmoYR8S316GhsbMRTSz1a/WKFF63rudURNCSHn/3MG
5H7zScuqF7UChTmlnwNm8qWTNO1JzSaQhXxYMqRDZyIRIq7jxqEcleIsh+r5UWzzBeQuUd/IMSLc
+tWYxrMVX/OWdZfX22COl1Gi2DxB9yVjccbY9eauK43gIbCN8YhN7Tn3S59cht6/hlX4mw5J+Wy7
DjL7fNTPgVnj4gmiHHMe6BVPaLRjpiznhuQtOyY06zHTcD7MYXi5ywXRC+d5RstV0c/SlpTa3l7O
19J9MPefDD1blSXcpzTgG8gPi07EVhsAA/qZRV9Ca7vFsQKOoNlZCgIf6ukPpR28l5rmfO9pKrps
SLID4S4cjIMQ1JcbPCESqZhzXcsg1U9FaLymmq48TgVkhahk0jbpBRM8cmeOfRT2C198VRMy0ykx
D1lumQ/Q5rlEeOUinNHNhicMsv9C8f1IjmUmrY8pAOQgj8rNpMCa0DEpo8oVK2628QmA/GfgTXhj
WxyAtmi7P2AASQuwyMuB8MymdlXIHxGY1AovFSHQOawVck4WWf2m+ON4JfzoxeDUfRGV6WaOQiTB
lKhhiyXP0inT6jw1Q3VuO1bZ/xvCoxt/RffQWbId3TaIw9Q025EBMp/vlzDz50CZ/xNHg6u4zDUX
da9ZrFxiDHxiIszeSnPc90UXLBubUHK5X+V1fa+onzVrxJLIyc2ACeSSRJbHGjET72Nqbrkui98a
zmDNS3GouIm/NCsKT6MCiE2fUM/875/A/jvU0Ka85pLwRx6b4wj374ibcNB0FS9pD4GHj6GXTV+K
j+bDMRDPeD5ss8LKH0krTC7UvddyL8ktPj72Su6489l5Yy/GqkkefMg1vlmdMMNQ3zVHwGvzo1wM
4iYNseNIhwSc3/LbMQG3eWJm5RFFHfeHFlE1IesBsX18fM62FtdbHeHuIvEQ0wiydEq9+IDAOC7H
kXC1LMvbZWA3NlN5NjIS3HZiPiRts5V7ctyzqMAQZxsvFRi5axu9FwZgrX1u8TfneK4PtdcnYGY6
tD+uDl1WZ1W4RQNs8+EbgajNG5FE9aps8IiG0yqiK4ZDtHevXL9ILgvMOz2L3WvTFVyK44aGqfn2
v/9S/0l7ch2+srrgH1Bz/e8kRsQRhdPEpCi5Sh6/jz6opg3Gwix+15rJrDf/++10E476v3+6LdsQ
hk4w1YyYcg3U+v+ODcv7TuPqX/wWIzdt4T0QAax8th7zDrVV+7NqmNHe08aRtYSfPDn2eJVnoM16
FL7iP/XIPjXVhIhUKMNtXU3jrXxkpDk3iy4jAG2mtnYWIgw3SKe31vQ2Y5w2Tz/j4Wxi/i/jtR0w
ffcDliF8Okh4dum+g/K6Ek7ZbbyJ/qiGk+hqKmLaC7iQyDjZNTTVvksz/TDUGQSqxFRXqTsquMdL
4gWJR1RgQrCpNTHclKIBY8DeaMb+YdBx+P3jFHlEPvkfh+Xgz8v8nCPkG/j0FIJ5zsNvoNq3bRee
ck2YKy2n018IeuFD7/3yunZZN5P3kdPSWjSkwl/AsuTbCl8oLbbY2s6Zx6vQbja1I6JjOeuUAn/A
X0fh3GMJyMUimCPSkSUHdx4BjXe1n6kbz6byJce+z87ICDmOsb+RYz8nyxcsAhQIHZLu73Pl63UG
1SpEsWItT85TNDkLnZoLbAlYiVptsy/fbybL5YiRHxFixcw5owk+um+cKgFTKS2A4JR4aac4dB50
JS/24CibdWRn/XvbPykQn96wfeib2oA3IAKre0KXvzMCv7oNsOctXQQxa5J0igNIoZHEl6RkzlEP
n3HzgS3EQmsGVwmECCZ5Le5vYROR/qch64+8O7N1+09qvi06jiC/Myp1BKoETphI8eaSdsYjwYT9
6WdT4ik6qe7qZ8T51wlNPU7gpSjeyqM2hpl/PHNEwrGcPKz1fx2I1JZ3qHv4JDND/V8vJ09Lwknf
izz6e1yehjeoQNeijUu5K/8nDS1OoijAleNyIW9BU9WDRUnuESP2tg8U8arZU7vh1q1svVKvX0H8
+ckNTLvuM6KSswyFacMRsbzDULXROrHz8C2BuiPP0JnDZDaCvTG+pplWPgaZY28VQtFuMqPyrsZY
PzELcT762KF8NdXRg2jKfBePtrnByZM/E06Bl6V1P4p4pJXk0dYODTHcFQoMKwKdnoGM5RtdxMV+
GBLnHI4aVfZc6T47LJWOFSuvRIbGVHMq98Dd2AFIE0yApjgjqm+gRU8fMPwSJk0mnWvdCW6NooNU
Xnrau238Kqu2/5QfkqaPgHPQXZ4D83r452P0WubORp5h2zE6hRbPQF4zZfN1Y83SNmcaHv/ZNHWr
bvuh/fgZr8ncG2asxJ9TWjG+lnbn0K40/vnUn11AhcmNXd5RLiXQMlfC/cQCESVKf0fe43iPqNq/
Wpm2lsMeswRwFtQJLd3t0PVQBIkRp2zlUVXxqaJTsaU6OB/Vn5wxiZ8yL9bvcHO8y5MMJnw3IBts
cIS8ESIdhZylLNqbRtYtEQOBmvKK/ADvDNhbETo5hRz2fzZ6BBm6TUW2/MeJsT/9OadwZkrcz+nf
jzTAa7GYTko4Z10MJuyJilBAvDPi1JStZa+eRjU2Tvo8IE8iFbRbRx3qVNuv6Qom/fgS++q45tZY
ofINx5dS0XfCUMSD6dnRnZZoKyDT6guRBuoiLFz/sdapHPZxPN21uObR8QcBpOJ0OHCdKbdunzOz
MDGjZC79Yt9sIe7APPloiVRGVZ0GiMiPaddVJ5D+6VKZavuoUjY4NnnIFLUTsU+qy0gm/c/gz0n6
PMg8NN6lNKPk+BTa+U0vfLg3Wmg/uJNn9atqSqlZRuqGxsVw21rtcAvi/nekISIWiBbWLKBYEkJf
uegN9gu/tYOPDLwQhMUouKRGyD1LiGTt2CJkSoT+3lNpVe9Qp9k3dLgAj81gXqY05dEbkTOJGeob
lrh59MlH24a0UA5lmP5ZKF61+XTuvccuAEr+fXYXwSiYAvcgd+mvKUuaQv2NPFcBwomlgpAk+U6u
TR/Uz/lWypNNA8lp1aKAlG81TrV1phN2Iw/K50/Ollxi6sXzf2zQy5OqN+P3GztIJgHiYnXQ09Y+
TKIhfT3H0TMqF7kTM/9HmAODQe7C06W2JZDpy91+GjvMpJ8h7JwHOVIVLa5lp/L2/jyWpWm/JSMD
KqFtKLeuXnx6kPCZ3hoEmcEqOpp9XKyNplOe4rZ+Kmu9/DWIYAuZ0XiLXcvCj0NOL9IclTJhPVGf
toZLwNeMnKJu+rK6tXwOlBsqcsGoPdSV62ICRF/VZ3wlKiB0K42jr0iFD3Zyq1iGcYiFSRnXU+L8
1FFMOn24sGtO6WTmJzkoN3I3XAyNWx9D/IBI0U9OlFu/K6SBkUMI9gJeGV1JwXpV87sjeRvmh08n
djH1yfQyxGmwNDLbuFp4JFcmZK/7prfDzWTGdzYtkouoiObSzfSFGyp5fWgllh26kJfYJpI8bcwS
sVKdvoRJt0pEkTxaLvPDXkTZ97OGMUw3YVq2aBp5VhmJZ9BXJsnRhs0nNz3K1w5NDayCmUdrudu1
aPeVJlFIZoq7Z1gKf56suAeTb+5SniXyksV7N2qszeeXJpTYH8r0qip83RVH/JbDvlXpmxJL8gYq
q3NT12W7AlUwLPp41vH6SXXrIL5eDlic3u1oPI15OGf7NePOoy5NupFVvxv1mnU+LT2REXWjkssU
1TSAuhyl4/y8tiU1tle69lhF/AbxF8MzTOv6vawNeM+OKs5k5nAx0JiuyFekq3+gviYeUT4lOypM
6YZbUEwKsAtLy5k0fsvgaUkA7K+9gqohrnR4AmEyXL3WjI4KMoSFPIrfr784dEarZIha+g/JrWsC
F/Xbi58Z0V2QEw3bQ+a5FEmB0yOt6qcgo7jopsn0NsbjI9X55NeIgCmo+CkRZ6wTExEqVWoDBXHr
XVj/q1kVXsCAY47JgnoDHFX7PgYRw7uAQFi2LlwBefqQB9Q/HDpe8gmtOeqrOCf7CC90tRDtgO+O
j9v3o5+xAOnwP47Sxv/nefJoNo/9dZ58vb9e5b+d17OYOpjUg1AEl+HWgaK7GEYtvqs0c6B7VER4
gNXgNvZoAixirgF38nBeoVWCB/4zIh8VcfFQtVWwl3uNfI06KKEzlgMwALnvzwR2rOD9WsWLj6iI
d5OnywNBads3XZ98yaHvtyXRJ2FdVC3/MSYfDn5HX5zvC5/3P/8xOa7WXM61PCWO9l+vLt/HddoE
DEDtrv688nz45yf/eRmFItii00S/1Xv7qZ/07qOdaPRPuWvdU1JU9xO40nVtJMabJr7kCVUQZkRn
1ZBRTD2+02lQLgMz6z6KfLix3UF9rq3E37pBY95M8Buv80urPsUNr0z1vev6zkXcS7iD3PgGfarR
76a15D/kimpfrO/j/lyO+zkuT5fPh6M7syL+er7clc+nzDUWaU5cAkHjP6/957nyPPkCf732n/fu
VECb3FnLG1yT5r1Z1eIQ182T3HN607xX0yy7wSpHc3k+AyaJee/5Vb1ucvDsclduRBTkRL/TvE4I
IkCnFdTv6KeSg6pldI26XF3R4NEBu7AZtdZFcuaaC7mrVx5wzIJK3/fhGC7BIiEEYDPEPiIS1ig4
URSkh25lvjsA+GvSDcZB80kMrIoD38TmvpjBFPJA1YjX2PfNB1bZz8WoHS0ncE8Y/1c9k47vvQLG
3qlpa/eUAnNYkucXruVpckP0hAu2OByBnCq3P+PyCZ4LU1YQKIwKr63a2RRvI6w2ygQ2VJyvjbB3
f8ek5MRWgwSJlFrNjfqvOq3PGgqkT6OYHsuhTD5Sc3wPucW+tyJjCpb03qtJ9OyCVa390vvZQE0v
t54r3SfbBvLwU+VQf04qSDszwMSGH99tRqecjtRx+kd8ZtOCTzNAOcXuH/1p9EA/Wubs3+kfS0Q0
ywHP8I6Ip+FRNQ2TpaAb7+RR7rL4qouivpFH66w1V5ldatuuSCY8xxgnSiIwpoWORfXW0qB51bUW
r9V5N3TtkuAPyxG38fcJ8qzvJ5B2UO8SIok1Y5npgLmzxImQ+vX2Nhsq7yVJQew0vvtmNCj1E6dO
d4UbqTS08i1/LvctyBt3xRJf209tVF/NNDtXmeu+xfBVVpTbi6NXAFIc/y9dZ7XkOtK06ytShBhO
zYzNJ4qFYmZd/X5UXjOemf1/JwplVUnutgVVmS94CI1M4/UY1129wBNKq8NhrpshBBvXHldVH8dn
HwHHs9grqA0sMD+HKfjvDpaTxhoFW/xl/92h9THSK6q6SzQAOI9eMSTFD7bK9ZOPw86EPryK2h34
O9YpopZXOZ2/6isTjblnoxgkujt0dJVO6Xko8zhOY0wN8px573+edTFKNbg3oYZI/jVaR75ubwI5
G++anf7KWZV+h/v4AX6Cd6mt5fBJbGXtS974qinOzdRt57utUbvxVGXEvSuDDItm2xZKR34WGyZB
OQmNxtuMjdKjkTpCo4AKOC6ppSu3pjS1C9XpjZvV9gtvPhvPuA0ApvAlCkd9lVnOz0ZqyoPY9J1e
HsZpY0VoI2usU+aiQ8qmmanoeQ58HofZULbs816diTM8O54hPEVz+8gAdqmKyYaXzI0skl5j9H8o
a9loDahDjhtUKr/yuC3nVPmbV0/ralwH/RzSa9PObTzCXmN4MXN7dMlqBjUqAVnwCXggXbSpH1M2
BjizaySM8ubkSPMdeoGYH4jd/8Yyc4mV1wekd+ah4j20nMHHavNsDFGfn/iBQtpZ7D1DYAvlQqNg
PB8lv9o1hVHuTLn4s+enQxvP+qnn2S32RFtdeMMmb3cW2VDe94a3ZOnSn9K2Rr5G7Dp1cwSdWu5k
r+pPSBZgkoGS2gGi+1KNJdBghvnDa5hKV2F91TDm/vL96ZavLPmVEma+KHU41DVc1JWMD+JBx9xq
G9odN7UTSQcZMYbViITzVWuqdNF7ufHK6gbYrW4H3wDtXtpqzPE3qVtmfnp2czz5xtwZ0Zeuym7I
26M0KUu8lInExtfjmNT1YMyxEMRKDsQkLH4XA1TRLU5S8KJ2bfUqWpIStVlPCDhOHyDaXDg9C+rr
3SpqVfsKQNbTTeWEcLRzmB4ITArVkzVtYpOE8GzM03yOqT1q6GYKuDy0YfObaXpqeifBsxJtBo11
99wuWtbcZjj86RliRVvaJX6UYvQ/DlS1pluBL1b+MVqcTAy0UqdYQ5RE0Gv6gOdH9dOHArdONzCq
f8iR7B0LSduqKJOsc+Yw8dxBT5wUp3uuJRP92CiErtxgcaAl+U0Vm0ZB4dkb1KUYITqGqLtrvtUf
RNPYNwni0vVBTcLu+Nz0lvOba6EBKWq0x6pOPBDVSf1niByMNS84IBi5j4YBLCWTlL+rXvI8+RxQ
BgNXV2iXcNoYRScvLKlOYRoSio6sUC62NN554ajjm5EacGoK9yghglfNDXQb1wWpVgRkdXnPKhOc
lI8uNR4L+cJs4/jqjrZ5732Q6KVf2GsLusndMwt152VpNxO9YlNLPz2Hkt+flhF0aRGoG2cab+YI
RkW+YoPtriFImqfQiZS7OFc7gtKnWtRvxZEqaiRYJZHLfBzpdh9ZPFB9h137D8un3pOsndhEhYYj
1DN+2kL1UvzLd93gCFyI+W1fooKb5/0nPpl93hRfdYCObZVo6TpAGe+rbY94TqNp1WKt0qIMuoLO
VnzJDjlgM6nfvcptthFu1DwmORpVfNSSZPm1H4px56H6sRDtviWfpTaS7knoAXuGd72IlTa6w6GK
Nn0T6XNJanwmzxAakN8JioYXPbV1LcMM1cH1eObxbS0ViIdr0LoQHPziLa1855IBs7vjzL1rpmbK
7riJowGzECHlGcxOYsemtkVvnZJdLqw3I8zUI3DCfiaamZLAk9GlbuZnjrE3Os1Frz7Nt31Q/rab
QDqLprjuQcDXzYCNixSeRl7Xj00SmNFWi+z7s11qzJZEq1Qjaax9fw4ttTz6x5HgmteQMuD//PuM
Y6DVWz1BCyBDX7gpe8o3Wqy89xnALdl9A8oxngBmYspnFPI7JXUqAIVpL0VYmOAyZYuMzZjp8rut
gkrm8n+1K9u7DIXzOWhWfB5l2OAlM85rllfdXrPdj9b17Ss5ePuax3qxBnzbz0Wb7g0A5jKKMKnF
Y7ftrYNfaRrEiXyciVB0mHKw9nwdoRBKcCq65JJyMjWZpzUzxlndFOrJz0PwCI0j88jTyisZJXsr
xoleuDqkdlKkJ0FcpUt+W+Q1cj/YN7WtrnAQKe8WXwA1lDj6WY0/6kmtApT3D01R87d6hP9Wq/rZ
6Yz2Sxk/mkkzNOtYU1uhCSogL4NrC+qQCg0qo0mdfmWSJ9/RLAHwaOmI7rVRu6IW36wnBRmzUs2f
WuJ+tToKCPiYQ7iWgnQia8UnBV1nGBh+/k62b2Z0CDiSJi+5rBzjtYr830D0jCMUe/O1KYvvdd+m
iGrS1zGhVmFsPiIpYf6rDyxSpz6jVW6GLg2PqNLrk0qeDNUUvYR3Xjbct3M/QrQJ2XVti/as9uB/
lHVx9PCMOeJ2xBDd2EtK71ziNF0XAPyxYam9mTbRImW/VDZuZBkLL23y98yZ7AGoa21Fb8HFEeuK
drZMV3mLXCA3HOPpuXGC/LvgpvuJEar7omYFrry5WR+LPs93WoYgihdo9sW2LHUum0P22frR1aSK
/btp+b3VPvkZZEYJ0SQtV0oeGFunyedd45qfSlVla1Pt4rUI8W+YN5kRvDu+XOwC1N8BxZvWp2X1
73KixLcWAswpxQVtpvSV9ZmkKJxWVNePmlMXt64Y37SpHV8lY+ErVbrzgYG/J2Qn3QpRD9IR2JxY
8XhWzVCdqVpdrg1NRtrHVjoaE0yNRn/Sq83niOXVl1Ktmp3nVx8iikhSUhRELFmtG4wkphFBJNWX
3i3QrrNwPImmULTpeVKfq+HmDTou43HqHAsTdF4LKGibq1StHdnkv2Up9b0MgdW6ifkzQ1di5kMH
vYuxHZbn28qcrupprDVW5Mor/x9jhzR1eK5K36HJA3mcpGbJgoMHUgJfhhXuIT5nxRM+aJKitUum
Ewjyy+t/NtqYZOqsY4u8zwHOyerr0HCN2F4mnUKEcjZGbfRbbJCMowGha1kOSf4yVL46SzA/BJE9
bhq9QxkjUOuF72bVZZSc3/2EJ/Taytm6Sv1TzUPc0oMqWNpdYB99oYOE47HBVLyOV00i9RetB7YS
Bbk7F1SjgBoAdeQG3T8jBMwBVPdPjBQXdJHJGGQAf73MusxeCMnMomQtEQ+uC1bDr9oUi+2gf21j
K5oHVl8hBtz2r8AISI3FibIVvaXVg6PXdHcjegO9hYtk+/lG9EpDZS7wupV5IHAqpw1w1/YwEBYh
DEBz6SKcuRIhqJ4KZl0wscsYLHUpCHK5L5dmN3RLXA9Z30+GJUK2X+yJDZQITEymTS2cTJ7xc4xr
esMykXIfd0IGig7sVmZyIdXfXPRpZ8C65Rcv1rRV3hvVLkDc9wwVFWO3sMm/leWwGCRZWSdGYK/a
tioXDQmxvZpX0a2Lg98aP+o3HY1rZGK1FldwNTpFCWYZaqBn3+LY4qKQ5LtPWm8nVyiGZWkkn8sy
G1ct2Om95mV/NoVZVNsWyq3HKmTfQtBE5GTaFUPEnugZapDkc3GwFEcTXXwalIYZTAKYNt0KNS9t
CbzSX2Cao7yXOjRsJwJqJ0Itsi5tULfXHPwOLHUctdMeKmKP99TW1GrzBr1+OOUJdKYpEhunR7HT
ShVjBSnRvMUFAMnRwOj7rwG4VkCKTUzt0WYYvnmjlLfSO7k787AiNxPaB2QL79TfkrfY9oejp6PB
ZIxK8mZmABtGXUYtZ+rF0HnYOjmKUqIXoJG9NsrMWSQ9Hgq6fA9xdMIviQ22Kn82ou0Zir3/2Waz
Kt3IZO+UiPt0UAoUnN04QdM21w8uuqfrgJzasbHNYj3kjn0se0ohZD3b09jI/ar3hvDMlcJ9xzTz
TKnFWMq+W176JIJui9j+Nff7cBkBwbrmpLIWY5SUtxyZrEXlRGitm7WxUHV5YYySi4AZY81Kln6M
w0Adwwq9d6pS/qKvPOmiTMA8tIzsva9in9D5qbEecEM/hwWVxDCwmlc36ls8Gev0OxYqWymrtVXa
8ZMN0DggmrinDremu9TaeFym6kXp6vzEG8y+46lFwsuUkpXodAJTPZgVEjfTeLHBH3mdt1Z2EREk
onRR5yZqa5ifaxPRPnDG6uxNm0gyq1nTmtiMTh3kJlEMm/aeHc820ZEX7l9HjMrODmrv0Ml1f9Oq
fmQpB19cGrMU8/KmXVSsSNFgjoebnzTqVqE8OhOD+zoPUEMcMGm2EJewDPdnkTjSpm+N+tz0GgYK
tZx85Y7VbBNHj06wwGcycnEsKzUcvw3f2shOGF5Fm87aaD7mCh6i0xDR0RRWtYxxbFg82qaOPhna
9ZBoEbnHady0ybSIt2p/Qy8/nY3aCJWD5+A+mTZtFrLc+js0UBOfK5ZFNkL2OngZaabteGFYyaw3
PWaDXpUeTNcf5nXEL0YxpdxkfRVuU6OVz6Faegul1qpPL2mOVR7wWxS4KaBebu6iAgLaXOyiTFhj
8eSbLxiOyQcB5VRkGYIgBhEi6gLtEamtqb7ayUQepM/PMlZu2ajAIkNw2zJrcJOKnb7Wco6TbdZr
W4Q101eduv+iaCVnLXoRgjSWqSoXKw890qWEFsLaD5JuhgzEeAqMwbl5SMr3th5/NkAwVhnM8LUI
0UJYWWGLYmWHM4kbkhKHgNMDf0cMruNZKJeeD1h+1BdILGND2ircc5KGJLsMz6cDb/PbaotNqaIj
KJWKvYnGPGSqp30i+GPu6kivWB5mMjNhqWk2PCDCqxjCjNealzpwNKYvWyPTfnqT4r5NNZ/S3wZh
cecmNlbTobKECOHy2aYUX75tjldxiGYi8yWpaCx0QsMfeaRVYwDhxMvZuSWW5VL5rFGSnM7fF52y
Y0HQzpRGD98orKrzDDn07TiFOK65szhCjEj0NhWS0sWIhgAEpYhZe/3ltQi9600ZvoF+OdXoQV70
MKZ4FwFGShNlJmctDhRAS9/hE6FlaOuvJbrCZ9OMvolmvS+GTaiiUyLCujU1YDjhZ1frsJ+66FUw
OsrWjZd+E/WA3mzzQ4IJ2OsphtN5swUZP6BF3UMcnUgeiC0cTU8z74Xse0fsNxAynUghhgclY7Sk
GG0W0Er/69RFtAk0aZ3hejkf/bJZ1joIv5lU5jXUGm+cD1hZLVW4jWfRJja5HpS8bJMIUB2mfUsV
nMPco5izQrwfxwE5BD9GCt5eGZ3PdanKECBdivpxnfz+105kVOnvesD2BSj9v7vqqQXjvE0EoRxt
zXiL3k92fG6qyUlZhN089trksf9sFV0ibBU3WOC2ArEDVAQo3L+PfJ4No8K/zyHMl5+HPwZN58C0
wF8YGcbSSS6X2yGWNG4Wo35DXGhiJZrWL6Baed+Zv9ta5n3S+h9haIWLtEm9S5xb6SbIW3ULXwmp
yLoMl1oOVbhAJcRDskNWB/fF0ICs86569UvJfUltWb7lSU71N3FfxABJLZik5DL8f5oiR30FQImx
wzS8HPjVC38wdqVFjaWBt9eitPeaIiexRYmRCv0Uqs1Y77mlSWxOIRrlxtFlDSoiP3DKS4NLlYia
QUvuja7AaRkxkBmDs6zk8Uvl+TyYAmsdRFV2FSPN1qWegtQfzK8EZLBcANuPsFadPiKu8CIqjdBD
VxQSxBCCy9WGCH6Zq4cXw63Di9oU8ckljyKilleHPUtA7S0akqY4ezAEs7sv08E+AElO64g7jnVs
Bs8+moMVblAF/CbajanzOULs5dL4CQem2IjIzQMWTUnbz0uIDle7UMiZZlK3rqdQtGkFGH8lGMdV
N5ggH6YOZqU13icjOHNJD3a8EDrWmgrMLzNQgdOzsbqC9xu8QWVvthZ0iw4zefSKDmqLnp0lAzbr
8bn/wudtMYy9/7OIq2EmVW5ww8jR2di4Ca9lUwpfoFVA452GNLA+RguJpqyxairxnrG3pjW3OyCk
3lLem+mxbG2G3rS2Ptg04G9N9FXamCZg+vAyBsD1/BZgXqjY0Venhb/0sS6vClY/p9aSrJkY75iU
D1A5BJ/ll/E8Hsj8pZ10Z4ov3dEU3xpNZZ6hAEmwnS0KyDWrNjHC5mw7RSd9LsLBH/V78S72TTvz
XkDHo2BLcmkn2iIJvLZuTIox08mKxK7PQ+LtZTxpyrlllVcW50gciU7MmhdUEcaVOLRtN706Ugoc
7GhuMeHYubJb4ycFHCtoTP/k9D03Y1LtE1ttryKSs0sdmQWJ+aq7N3ENKFtmjqBAE/Wj94K/axHy
fV98nsVr+HntzpYD7SDXZbSKLCQ/jaYP502cdV+BEuAY54GzglLLsr/+pcnhb/ggA5qhobEwwhy5
7dCNL7kkoR+Z6KSfVJ0EQDtEa2SugYRNvV0b7wx5ILcFytFykUVh2ahd1Mw7JzYgyRjB26PegGwT
nblVLeLSUZDAk3xYGaMPuolpz9DwvUdTm+jIgnMT+eFVBF2pWXv0QliKMFw0hWnfrlLEBhaQU7Jo
3lJQmblm022e5wCfhzoLRjLhqHZ813a7buV+hx6DdfGqoHvN0umVlyhn1sfdqx9FH5bh9fxYSvs6
ZuiRG45UHxGV7F5tOy9mdU3KXBzJOlqdWYlb7cWhrsNtFJB82oljMwuZHlix3jzRLQBCoV8d8hbj
mQCjrXDQyoNi+SUZeGpis9xHBqp2ZMwhSUC8JZ3HLQgB4SUIS0iZeWJf7VSvl1lQyGdDbdSVJpGa
VOwu2pQ5YsYqq0cURFVrO+goZiiDkW2qQi6PutaaK0gtzdlhJb20k0K5ggyD2M+j/AXwA5JUWje+
laMiU7a180+feh+3DUIAjoH1C067VwWRvV+mF65dcgr4EaMimjpxOHO7a8LiBNld/IAgAbW/bLiD
HZS+73pb/6L0qK5KVHLmsHmkS1i13hKGAn4vZeJdRRu2kfK6HixkQv5ua2LV3o2kfWo19rw5JGHz
pMb94ySPNttT56ZMsTX/+yg71j9I8lo7cV6xYbKOYd+gYGvhygqLZnDVqDHLSyZx+Q7jHvdWOfZP
HGmC7wFKMGCMQu3qG12yx2bGWwrnI6rrpG/zb5JeoLQk9/kuHEvn5sjST9EvDhz/PpC54XvVVN+R
sfJvQY3SFVJG6N7lAZAKmRIRaLQ2zoyr6Bv8ouWirr5idFSgabhJuXJlnEgeYxMfZdFo1NqNGC3O
6cm4pjhOeZrchFEGMNtTmo1rMaCYbg2jdvqN48o2lhfTSTswE4uRldLqEUdYXmZM19TGLvfiCOZK
9tXcPj9jlEp8fczkx/O/sDkV2CAcA55tOVKQ6CP4+kb8LeL4sVdWgyGjETP9763fs1Iag+3zIKbG
+cYGvQspJXB3ULx+Pf72ER4iqpakHqYjxR9mt81H4iQqzFOaPCXtriBERSBOqJj83n6c/A7imHmk
GhZzLc+qg26UIcr0I+CTpNkyraveutg3NlVadUgUjMpXDp8aabGtaWvltpAl8K6eFpz73HEO3B6w
JCdsUKn9BtimfOGGNCwNUxt3WitbVwEZEhCgCepT6VX3gjyOscm5rtaGp43vpUdCYDpDaBsxCS6V
dJBumQfgLKj9Th0YRHq2ZXzlrNOWJH0ACk0AosrufwwNMzHKzd1K9uvxA2H2Zd777XcNSWo43XJ1
UjvMkUYF8AcuLyoaLNaw6OG09DMVrO4RpgFEyFZFBWwK+1yvj65SUR6A3RSuFcNhbZt3+zGn3jMT
u2JjlEO3/0eP9XdsVZg4MwdWIGX9NcaQDIxkSdwvqatnJU92g9f435t0WqU+w6FQx90kUS+aumkd
qwXc5m1R7LD1RNDACo/mJCdSp4iNiA0vTHSbXf/l2ST2golC0Jnq99yc7M18Zh6iPQ1z8qKPQ3Hm
iuy62Dzanid+dIsxGT4NK8SHEgR0uldoHPln30lMTK1Ku2Uljne1pMVH2Gz6lqKasikMoz+hXpks
q6QvX2CxQPLO5fRbAnC25a16syiJYEQ43nKUtG/Qr9xzq8LOzincfJD1Jn+bmOqGTKj1obj2AgXy
4bX3lOAIHQs+89Q+pBQ3bTn295ImNx8lEoVTc+GP3S7VeLk3uWR9GF0J6cWW5ONQVuYLeaOVaM/R
ftyogTovwHyshrFsLmYtl4uh6JxXhRcsjmZG/L1o9V0qWSCObGnTxWD0SB8Ft6woy6+KYhTzPL14
4Yfxl2Oahmen0r2NbtcjnmlZvQgq29wjTB+u4V62j08wG9V+HVyKPOITkCvYxeITXAmlWiM4mHEu
LWK509Yok9fzenTSWztt1LaT0I3x+g2uhelNdJCNBQylNxfRhN1AvC9s7acYLwaQufaWPrpsS244
KZrrUfbmeO2rh9zTWtNchYJEGx9s2flAkMBI5ukAtKPnann0onqoX6sYNECnJ/PYqe7k5HBLyX0T
Er+XvmNiW88kg1KLXdXpuydXPJ8V7aVBCf/aZNlJNHd17e6qzK3nmmam712aeKsKnOta9OJ9oqHj
ZnQH0SuPuPfoznAfRlO+FVWzRVTfWaLm4m09Q8p2baFlQIrK+iY2GkLM6OOr1IWntrTU6psNlLOz
gJ/GU5TLobSFnFRRic8oN2oSSxoDgMPMNRr80CAXvRauFq/I03orZwoNYJhrNPOi5aM3DLINiZ1i
QVaBNZqBVrqKRxRGjWP1WkMr2aGPjbHc1GsUJNcAnfPFTKcqjY4butLDtYMS7uN4KgAThvtFDKiL
eLiMabcXkZFa1IH97PHBseb7L5b9Wcr5CPoG1QPSoy/iJB6/Z4tvzV0c5hTeZsiV6trhX1ZBhMrh
Uy1VCUMp2JBQeOShQ/yPx13HtPcHsjVb5vvMSkj/MdGS0JRJkY3NIvtbCVAZ0kilXqwxPTeZJM3L
KhiuaSulq7pRi2NY6qgfasymfF4UB1QkScbogXZRvKhaDD0IIq1oUC5FPmluxRXKed7QnRqxiQJc
duMzN2l3ejaL0COFsU41ZsAiTGu7O4k9sTGRrGNt5uRLcSLLanmQiV1XDQ5hFyNQVVhyvC0p7K2n
ud+uRD70MIwYDtu+Sg6a5cq8xy/hSy7gV9mIhKIu/D0w9f6XbTa/Ohs7hcZErc4w09+8xdRib+CD
utJlubp5nvTmdY77aap8aSQz0ZSJ++qtodqo64b0qYSYIGmRKa1LuZQ+Y2ONBkX86S7sSjHmnlKW
b22aVGt0daqlCMMWLoBe1Bme0fSmpefOFXJmWxFamaTOdAkPwcexUfLNCwp7NkY4iUxy/yriXKBC
2GMB/Y5Rm78RTbg/oRtiJLiGkmJ8ya3vInsFJ6C9lU2/EtFQw/ag2HIWUVS4PW43xjcRqXphHIIu
nODXpL0yQ4n2oQqyVaTI/EAbt2E8sUimBJpX4DOlD7K8EIPdpMGJVsfSVfRGyDgtZfQaHp+amz0a
DvHgA5zj2BTW9rwu/WYrjqXQABhRV5ydSL6Vfoc6Bhy6g+i17eEHSdniJP6KWmouSPPg3lGipddR
WZjFdr4eJV3+XcF8ICv/2EHOUv4NSGGVbTz8HTayWXNNuMbeLxRjr3ZUphdiF9Z+/mdXxF5vpBu4
c3sXPVsnWmQDEu8Cj5ZN8vX/waiJjl5NFiAC9bkfSmvM5zvKDlb3ifAjtTzq9SgUfgD3T97IDLnL
qky6fYo9Exk86CYJtJ5yoWcGUoV6i+0oNN6z58u3UA5RSDaN6obMQH0c2+rUYAZyE01DDdkxz1Cl
EyFvDdxZ3BrrZNs7GtFIjlTsOrW0j3mObEXkBRlzrmGabIiKAu4CsXJNVUneeTaOiKnapFjF+n/2
IH392RO9KM+ihvZ32/81rnO7lZSFAUnq//9M3nT8f875f437T9vjs03et22ElFLCenGmqTZSJJ0z
7AqPPElpQ+8s3qyoCL7XUoVwZWXZuxhvJkodBYgUC0YUPrKUKWX7kBq9eh80rCe0EQeOCqzRu5ZD
Bsuy5AZA2LkbTr0UzZUOetjLKg3/IDt7ryO0pe24DVdDGJaXZIwvTGCdtdE13hwuQ+fPgUZQTZvi
3JWn8vDUbz1jO4WfnGlbFJZ6tIH6IJqFtd5sHta9Y4+bRRN57UZzYy4I2bVWMqDLRVmyHB1R28Jr
L8c/yZgjfDR8pE0f7fE2I5z8FlSn+DPKn0ZJf0Z1jflnVD+x58S5XEniXphGoXMqDgbZFu2NDPNf
ceoEAZ25rCIAl3oWSpnGq5PW/aHkyjN2bfXaWWp/iDqrMHb0JThYonSUFRt/0lwSyoltFtzbvLP2
IiomqYMu8u41dwpWNWnOAqlS9opppAcN2OnKLOPoxZEKzCbAxP+E+zVjAVr97krM7JQCC7wOgcUm
RcQnibNwi0PHuMna1jln+qRdza32oYbMQNAD+12H1jzAv/bHMDGw3FEp7xE/y0p8JikOZV7j07qU
SG3PCqOR3tIeU9beTnidTCFc6wgQJX6nIkyGmhmQ2hoHEdpKvInRjr8ZZH6AxpIpRo8cULbhHjMZ
DLHVVj/x+qHoASq4AvPPPMTUGv8uNoGl/vAN296XWuDfc3PIVzwfCsTzpNgkl0vKn2yINa5H1UJn
qLG7z9TP1q2UhD9lDUHJOimbO1kraQ3we9gYoA5viob5kBjiDu2ipETxRSIQCbEaRx0rrORDqJDd
klPzOo58544XRdfaBnTdMHv9Jjk96PSeZb5bZzr1NBtK4uSJqjTdQre6/MMurWYtVzHIdOCI72TT
VmJAkWDUIk4ZwzpEZzZ6UUKVY7AGFh4XU5QBznpGok/1ZRULC3XRIsh+g/ic7K1QjWd8CcXKBooC
YKzEY2JyNBd7QmK+/btXdAj/gOcQNN+0BcJLgRqlF54P1qoPYjySVGqzAEFobPJwE8qyfoimiNeE
TnFQwhew7DLAo05zxuFL29cG00BlBLRVttgoTELVg/8JgQzGxvQaIRUezZQydpchCt/lLEJ3rpyJ
N4jYPN81iehpg7Wq9+p8CHD+GlqQhcu6yhAqd8x/xUmef7oVWAOhNQEWFAEKoTghB5K2012whpP0
hNCfQEaMZYeI1RG2kiU7warUtHFpJYlUQ/yWmedA+wighP1SmnqCn2TJq1Nyt8mdq+zDvgyOTKXj
5chs7z3RmzfNGetf0ZS1YvH1reiwdtZZLF8GU4+3kun4Gy3R1Ste4v7cbcLwm65bs0pH6T32KQVG
ytbjolpEg+Z9ou9K/n8k6WtIdsmcNLmJ9i5SkVGIxnHNDJdvFZPitpCblwq/riO60OZMDNOm9Z7f
8ogztcB6z8OLNX1IeGwaWT8NqX7I+tK4C/Xppmrfyz5LQX/R1CM8unLbIVmKMNeyem3agKG0XtHP
cu0ZZ83METmTuegTv5JQfOxILkkOCm+PGKzCR80kdysOsZVCP4OlkE5xfxAtpsbiAxlMxYSRUsS4
REwqJTZUZTe8hPBPbGbZlbVIjBDVQlkidgY1+WtEDArs8jjER+t8zHIdAVv6RUcYStkKpNMw/3NC
MdKdJFDsv4eLtmfHxBoZw8c5Rav4+OeJH3/Dn/O57YjQ7XPE81xiz14CXCFPXqTKrO1DMmDgN7dp
luFEO2TKix2wlgHQdRGR2KAHXZZa8SKCwC5eWoQ5T4/RA4q2att2WxHWsYvXg4qrmghdOckXo4Nq
ZZyjvhKNqvaOUV686B3N3orQLtID0iPNDW/y8jaRlERzZNTW9j8HUcZ2tn2Ya+//46AxIRXsRB2p
caTmN6x73CU0z3KWJ7qDYGxUH1wsUhfioZgG7ipEKei9y0ppHcOcXluu3H8UJcuj6eHo2j5i65ZO
VcDz3GvF1HpWTx29ppQzDzinkUTlssdonZTQZPAYAoE7ir3KqfD1brJqPnZqh0DfOc+j+CsImuvY
4EE3e2x90syiQ4aXOEd6vL2HWCkv21A1j3HtY7SDQ+ZW5zV9FB1iiBisFVJ28xv7CvAWy5pRGe+5
FhfrBr2srVS6/oXaVEdap+6+TyZPmppYP10T3TsvA0Fm8ku4jXuOqz564QbN91ZOikPoqTajyWvX
iV682vnT3qedtXG4o1g5uv96GBp+y5JudHGn/WsG/nhqivjxgHSxllj4ckcdoW+qM15YaEhHyapj
8u8vnyE5044kUFWvZM2q51LZFK99gSSn2BNtfkUbCQMMclFeuPWRu6xVOKdZkw9fCjK8M8nLlJPs
W1ziXFEzf1KU+U+HXMkljnO8cPOkW3aJ6pBeCoYvJs475I2L1wbK4E6044VOu9ntXLspH+2F6pKC
GX+AYAQ1jnPSTIkKjG4sKT0VGVjlqSMBJRhUoYaLjK1UO4fs+A5eDdnocVgZBZKsfVO09y6Fjzp0
eEWS48nnSF5+hUE5Hobcbe4BLHq06Rxz/uhl+qCrVnxXSaXeA2heC2lUQNKQJ9rqoN1neA/2l152
lkK6S5dq4z5UsLv1wtb3IgT5k66xNKkWreYbdxJ26cwca3Nry0xOWcfAvI5iHmqlVaziovfvap1H
21Eq3IdUE9TPbJHadbVMxHNQ77rwnLZv/vSE9DWF3KMRBysu6r7cO67WXxOvQYxCoSCDhMNdjaj+
5ChnvavqtxZ3lP/H2Hkstw0sa/iJUAUM8pY5SpREBXuDshyQc8bT3w9DH9PHdRZ3g8IEyrIIzPR0
/4Ed0bB2NqjutWy6hfUWdq39lGlp+RiOPLCyvxOQIdAl0w+divoJ/vbtzkpNY58Y6Xe5sN2XWBys
/UVqldVeDlhdaJ1yUxzLBNVRAFKI6KVzSKd+yqB5wovxYHssSzI6tjM/XIYbHPySlx5XL7KITvyS
GXq+6ue7ce6To0rf/L77/8yzmuhJjDCFirJxv2gmaLAwTr+X8OAoqavOI26Q9bEhVlrr+A4oGFsJ
s9FRZwucY9jipCEjrltzIGY14wQdril689TEXEUahS9SuR4yMuQHFdew3/zGwCtDt374mXVso6zf
ohHLt2tmKjTLgfQPkgbpCeQcGu3zHUov8CDnO4UsAFYrYJ1gYbyGyCrJtWFUNXdVtE17IAChX+sP
UpxZ9qtocxxwsCIwNaIIvWH3SzCY6XfBWukOxnBtDGKMNsvQqJ/K6fpnQuXGX/MwGf/XhMb/2eK5
hV8Hj7PS+fEqw9R2K5/f0fCKY9O2+eL+xKNksjK8PNwDvEKOwoCOQQTX/Ug4tO1j1WRvjNE531PU
+yWjxqZBuEpIUa2YGHGpWCouYepgQVxoVsAl0u8p8dJy9BLvEXW28gh7apGm/M0CS7PW8u+ij+1K
RX8f7Rts9xIvfpYoPXnpeuA5HRxS3FuA9Am0uINImOXnVPrTGnrhSuXM9C23QnfJsxY9liPCEYoV
6pu6LrRrE8xmlHO2YYZlG4l1NagdXhOHoL7K9FfZaptkof5Xq1CSCal97CI4Unq2gbFomCaYaaoF
5TXWfzcAmSnyqN0gQMSmWgzDImu75iz3WD4EXWPT58kV3yZvm5s+4PKyqm+XyB1R+9ZTZavPvgty
QDowyIEWOvSq7lRQZ9pgviRV4J7jRDwPc8v3XPPFtcRl8qb0QXZ5AczwKmnMtTJG2XKsKf8o6D+G
q1Hr4R/MbTg+3nGWwjoaicKIvJWXzFLeq8Qtd9h/GxtkoYdFXHgA0e+HjPuIPGncB+Qd1iQAWpzs
iTo/WzASHvqympJ4XfUVycIc8STEjYydwHLnyUwMf8kjlP2ISCHNb1dR24heYsB+Cb3IXQeko99K
JYTGO6H5yKqS76K096D/EOJgzlhsc1GVh7F3owfM5A2sPNTmvdSdt7AxvJ+azZGlGO1P+aF0GL7q
AwaEMm3gi75+RNI+OMW5vwvnluySg7J/IhXXywyEHI1cBILnPjmjIHsEP73L1jJMuV9Ugn628PZ7
FXT+LYaxtVI/pS4ow6pwhw/NLQ5ajNq20Yb5I4i0ZGH41fhhqZa61uuqWyddKNCJSvLz/eLMdkxE
AdZpcFf/dN+b3jwr6HJ7qSREjHIgdyOEPAMPaUxM3U0zc7+agQuMJEW1pe4H2MKTVWOtXhifMULu
DsIswcJQMW8FMhksMgh09z48BbBqsmBq5Y0ZAfH09VfHMMYDmo7sCfNx1Zub/4zemwRTf0++f7bM
EIZFfeBMHOg+ygvn7j7z1FtD9lSlYW4NgyVdm1kR96ldBpue4L7dtijMPgIEmu2kejBsCxzmtGMz
NysFyUyctsO1mmn+tVAyB0/N8IrJBVZPcxdZ8p0GFONym++OFNNgnmzlICLJ5t5RMngr8wdMu9Kf
s+RDjt3/OSo/kOeCdHjCH3ZRAdeXMt64SSMkqqVfBxKU4OVi7amhQrbNUXgACNQap5oqJt99Gl1H
F0EtQprkuyDCAKnT7VrTKNHGQG5fo0TXzzQKxOCrJ9kFmOHfLocuafQqZ3Vx/J26rnmaAJo9lz1c
1lJPr6aIsit740cG/+Msu9AyQ4u2MsAqzoOak2Dghyf8XHiwnjM8bK1kiFcekivvdYbeamu05r7i
F3t3RucEhq14Vmsyj1pmHmU3P9bbyw+ZZXBBKghBaW2yj5IFAlzsG5I85sGYLWoQ2tzENeg+mQ2T
8uSZZwBrsUtjJ5NjckD26fpo7NzI35PLRAVqjCbgZJMA90TOLy5b6Ef4BuxlE6IWtGLojV5vjv9O
0wIoMnIaNe9VidHYawYGAhxbvW1taD+1Dde9SSwbkWk7+d7A+Bm03PvZjagCjYCmXBWmixqA0Qd2
3B9G00b+uDVq/i86AAYY/DF005ACE+6h/9wNPCOKkvgvrNf1IgCEdpGbaTLkEZZqQ7yXTTnA0VrZ
O0nwrYAlenErXJ7yNjLj80g4t+R8hmT51KhLGW8apRu8OJq3cwIveJRdsX1OgJM0mkXSVRQWTs+g
vxcNWtIkrz5Vh0RrNnXBC5Bgfw9iKN6qZNpJdyiXItfKVdyVlI2JQB7wIzQenEmx19pArNs0zu++
yEGviP8Hrr+Gk5/kPOjz4TKxcmVtI1d2UqoGzdpM1V9l03KL7rb/3kflBlyEC5PXoVpYMlOD0HW8
Ddvyp8hQ9FmCS89Xmo7aejFXN6Vls6sMm2mwwWTOps4qxfXjCLGt8C1ljS9vS7aTfNb9AuoHG1rY
f/e/e8XzvJl+KvosHxKI3Nlj+led1L5BDtlSfXfVEQAt2JMQeY6T6hnJY3RyqkzZyVzdX8055pRN
DSgqGgeKv8tdh6C067QT9kvaqaWctG0a46tsyf5kEqhny9uUYng/KbgYNkFw9hS0OBqB45WTVcHZ
ygxOy3IEJQtvTRW7WPBKwO+by0wynvEGjNdw7cFGd0bWG0O+9nvN/lY6Tx5Qrp+VP8YLkNP2awiM
j4MIUU1UeNp+SJAe6dD5ucCDIm9LHPOBLevbWBf2A6nWYZX5v6hk6eHiz42i/OKZFyFP8+8hBbxN
c6Pqmi5ooUHnSZsC0uko0DYsIYa+l0TetM53jWj1l5LY7mL75lfZ3cZ9s+0qL97UMws4TpNqMaQ6
Zkbgq9/0sAGoGffvRZXlB13JzKvt2iQ9wMRiIKitMGGxD3FjG1dfc0/KfP7MOkPj1FD97p/n/9OP
oP0zBp1G+Vl7aO3DkX+pAKjZFjtkXtboxbOtn/RoSK9V1mvrxg+oVgEHvZJQn46WqVKBn5sjeW6s
rqMA9Xbdwp42lYfArpkZ0n1+kM3SjNCnUpRvnVYCVPdgsGLUqGQHsPrBi11ZoRyVc30HiwYfVMHm
r2Cja43VqBrl8t4ncydwauCl9eN6cArxGMZExvMbId8U1lJCMRtc3e0tmQcaHRF12xD6QfZpuio2
t7cua3N967caTK4KPbYMr7EV0Yr2Es59wK67Y4sc5sK3ImeZiqBCDL9b+W1r/1Ay3mADQahrEQpj
Q06pOihhmJITgXoLeVkvP296vEqfT48y658KHdulSb3IlkX2dlNQ4lypGHMjUMTLrHeeeoFQFryM
AWdhOVoYw3Qhw7yLFEpgwP6yDyfJcZrNrB9WaTx5ndu+F3VVrfthrE+i6NwTAEZkjFVlMZkghmvg
Xu/an7t8ql48ih1PQ69bj4WjXfT5bR70wHpEZvgiwx6PtMKjQSvBh26HcB3MjZrIm2Uj2pkF7jKJ
3RydoKtewqLpH6c2BfQYZC7Q0eSKMXt+YItHWutPLK9HXzmQdM8xJAOie1BTwAbA+M4TJg0/JLO0
9XWZ/fAbOzj7qUvOpJs9pq3Z40sXPyo0iFC0pHHvlibU85jdcWRKWPiR4OtHdTpOGuglJRgLBHKG
W/6+QUpiKRCURWjH6PeZi2CgXjXxJ2K4JOOhbZt2+wLRD84+OucrNYlUGBWBuy/gGGIrkILYsE8u
iI6NExb+Vh6QwmiAGOjU+UOvTdH71K1NtC3fHYr251yAW70do+YP2QE5XqvFqCFz+rO8mFk6nPX5
IptpScJ8KhwMvYsMgx0tBn+KciT25GoF4tTXkwdKmOKVOwfxHmNyN6meQN2b30BzyupjMCBa0sks
jaMSIQadOu17XXFhTHEkRW9QZWHAy0C6GPyvZqd27UaP2i99EC61UWMPRDKZkLmiGHh7dsuieijU
EmhXBY8omXE76kc7/wn9dPwBziR9Y08t1mkWpucos+OjQj1+4w4kL5MCqySAGQDAgu6aFvjaBwa+
9pYfKMvMtsRSNu8DAxVXovx5ouUNPjCNua7Wh8O4UmQau8zMYEvlDiK6zDDNl3TOr6tFvmcd6k8g
x2D4jvWDjBiRbUgWlKqNPYJLbbCU7WnMjX3IArIR8WTB1K2aXNlFhtksY8vNyJo04qmrk59kitIz
/FZviYieAlmjwbRn3qa1ebWJsmmFgoB4lC28ffRDLCbyZjghUHtHYXUx2Ol74rfuIlRUQbrK8I5C
CZSjg07vsJftxuhsYBhh6S5Mb3rlTD4u6yEr3nM2aFYrXhzZDCbyfXqi9A9RauXvTkaG1q3ebLfy
L43nvcteL/MwLdQwnJrqRKw0MPk7wBgb+X11aXuZokZ8FBgGrYwM4mU+vx3YoIJooQj1pA9mic5s
1X2r4ZGHzorUb/pd6bFNMXp7uNRjbx2itNHXbtWHX8ox3VgxFiRwP8nrj2G1xttI+VJn8QqLbxI9
KdDbKvesxxghiyPG9cn0BpgM+eCwuFZ56z+IeQ+ywqZfOQ4HYXz5MmpDjrkvMHFeVvMeBFS1fyI8
RqubQfkBEWvoxi7nutXKAoa2ybKOYNAIUGX8qy3HBxL+YIkMJAp0UgmGO31DMPOJFde4Qk6EjKUr
CvGTXn1LXrSkw1bYQA3UDUmDal1Soc0y3PqriXyh1Qn9QYUYigGkc3Ft/xdgLue5S00dyWCgHirV
Ada6lLR7WnunHB2BTayo5lOuGsYSsZ72HVNWSCBu432ffGN9gyAK4nEUCqufnD2/wskQH1mDXFOP
K9FjAaRvSqxPs0h49edNlUQCnuCRV9524Kx2lCPapp9ycZAXa6oaoK5pdduF5Yz5Z9TBgB1ZQfGz
SS2iLN/4FbnioNuO/bWzggyOP6hNW7EgaddmToalqk7JTJsYQmN48RrwnnZvZu/55K4t9Onsa1qC
d8/R9WqFv+4TOzoEgDI0YOZJfXKGqaTUM+LLjpaXOkaHoY5V/Z21C6u+huUvslNyKnhhSA6+1Wvj
RWhlecl/yQ55kVx+zD5V8rhduJNWQbJPQftrK4ryV06dpE0w5NBRaqjbPNgHnO8xYSZgmop5KWmP
9Zy9xQ/5RTimeEZlluIdSx7smnKdoDyxhomHnuM0O68q/Cki+DVf3R6tXpM/k8j4e41O/zmM/A06
PR5f3CyJNzZb8gk5/PyIYoizaRDreTaHPlx0pf8MOtw29rGDDqBaAAjEmpVFwzPtldIM/sZB1wMB
SUD8se3pD4nIOXZohmA5JafDg//FEaI74wJu4GyNuppuhMX7qLgBpt5AMMy56RVajK1LXT7I0Tp9
IjMcv+VelF2ADL6hfZ+8mxcr4O2WdTg1C4qHxvKu0rKpR8LhOvS3ITkOBf6Cooz/GMRYOgEwDpa+
ngUHOZ2cgVirMFVuFrp4dLe8QuRZApG0x1skZCsB8EroCsaMbYnmtJS8w6iwPOso4N+7gnmwCbXy
DF/bKgABsK49yNAU0gTcPiX1tjIWhSEV7tXMqJBnYSGwdau/8CZvb2Gtp6BpUlnOFmpjskg4x65A
ARVr/LPrp6Yrzcs0bGXGvHbGaU+oAGFY5tNT+z/NOe3jdJF6G/1nsgOUYN+nYXpQjMD9RhzgTOAo
Tc/dNYnAkM1JKJxC48UlCX9jWzWehdLX20FFUl3u5K5V/G6WfaG/wi1+GdnwHqy8AZ4A2U/GYxGO
vpe6oIw2/zpyTLbm3/XPTC2p00ueZl/yvBVrPzZozXc5otEX3w9/391Hff6sC4zWQ3bXS9siiO5o
AP45bZsXnFzjvZXhLMCSYD7HohsWoCKtH0yldJ7d/pN5/FFUfgo/b06l3sEYuiCDUqbnfzAasqkM
H4a6NHOn+DF5cI6NkYUDOysI26WjXPBjUDb2EJtHYC3+0azFuK0dEAidN3KyMuv4TZ/RQ56dZ997
6GK1ps3FUgA/nVq2L7VmXIYsGM5hjsu6P1/acVRgLpdPsl9eHM+PwTCnylKPxmBtTE4IlJuiw2iE
4nBHcVdK3V3cDPUNiRO3UhZQEEvpZ8P6WGsVOPG4399w4nHn33DiKnShRYWDL0CY+YdnKPF0QYjk
8AQ8WV6cWCH348bpLgWncOvTmpnyM7mkWOZ5ihHP1mdKfMH4TPbAksL8pR0EmL4cfL8IzVc00Oas
qmfjuqo22DOU7QYAif3SA3oBR2kaP0xqWT0rnqf62wGEw6xyrByxdCOvNaRLVN+KVwCX+qPf6p+y
uxxCfxc3Pi4/86w8wApRJPYX03CedQJ1OGph+q0eCS9n/6UJdvgymiLvoQQMQ7LPBTRfG8ZZnrjE
DLpuM1Pf3Q9lCLJMZDHmiEmOuJKg1rblSU2t88RjXWKaYuAjJ2/H0MBW2M+qtey8jdSBOP7VlBNF
lMIQgfFvnboSMyrgrfMDcP/eQxIB4yJ3NAy0UmzknckQSzsszVWdde95nWHAGWoVIsscyijizDga
vXbhoM1OhygXk9kIQ+0km4rQONXqdpZv03GiVMlv1NZ4Mg1h+UW0IbpthtKdaoKB15xURdD35Zci
1ustxi14r83TKBceCjz4rqoTV2ffLPwl54j60PVNsL7h65LEs44miO56ZrSAOwopKW1lrl5ebhn+
Yl54mvb3wD3rn3kd2DPMQMl0z6EWG0N4rvUS9Au6jlsRJOVLZIJiCRCE+KG0yBQDlflqqcGwQoGk
PdsYIaAYAIO5A1n8MYTqvkIDcRdXar5VGpzzUsrdiD9ayH4p5tbklPxSuc701CEpQSCuvlsxh5Ca
4v7KIFpWU6NYtXr+6k0uWoqKm0JJlrfYk1uIx2je2qAoeP5rJFcMXAhtfl36u3qWXZVTZDusinyt
wR0l2Pvvj8mfYNjuWe91bJ4T+/cPvX/WCxN9Nyjlq+xy2RnWKoHCdtL8A7spJGTRQwmrxuqAEAEh
13/1m6KoDgUSPa8iCW/zs7BSVppPQkD2z/OzUpCgmfvV+ef86c+9MVkXMJu2SHuEL7AUutkFuJ3P
oYkrzKUFv3ErnYFdN+cY46Xf5OAYqR3xSgAZXY3P8kNFUTdbEmkRmkP8jIG63fKmAdoIK7yQV8y2
Ve0GK1e084nO56Dqhv4l0Lp+XRU91WA9h9GnqNZKwg4y39pkBvriqELh8I4/5fOQl9qzPXRf2mkK
T34itOe8D7uTGVZv2KaoAO28zFkWZlxs5VzvjNBOv4XxFBxGYIIPqRoi4ZTl8TuB95cicJNfA5AZ
3ymTHwEwceTLcQTzMr3ceK4njrEt6pNG2IHOXi6uThCVi6Tu859ZvXOyJvlF0PaTjSB9mzR0FKgk
9GfDibRDxrF5O7pW/UwKUUE2RPMeS4NsbIfoMoStgnyrr4In7ock3+nZTKqhyHvpAn26TF1RsOiy
ZtO4d3daVi9yoYFWmwc43KoXF3Aw8H+QKPc+B5TaQ9XrK9mVz9Pk3FwZvnSwoQ+yX15QIq6BH6nt
ba7s80WoHLMqwnwF7URqQWCLHYxBBysKX3H++PTxffoRKsnRIm7/8LMpW/uhkp0cMahnLEMQwRFB
TzEmW9uFVvyoOVgtmtE3SDIIMH8iehZesUxQ9LsCjqmvoGugWH+RQs4d1PQHfyw1MM8cSIrJHc9/
9fmlWS0pSZtr2Zn7UBynQDvW8TDutTZ6B34RP+r4szzKO8vwgge/eyuRtX9EpD5+lHdKWHmYxBWX
Cdmu7/oktgVOL8HChQTa1E72K/WLtyL0qjcXm7gKK1gKDXHw7HtFsovTfDrFbYBPh+dbziEF1S77
OmuYcOZAhw5R1r1hDNZFwcuacIBCArSQ3b1L3nlYS5LEzB5kC1y3uhPxgLYMGdsN8F2B4pqRPlhm
7IHUCruKKidkWNnpTCZSp3iOTevUtNngVLM7CdvOV5ZQur+MSnvDStaehs2mWuZIKCrAaZBtiJ5K
4evnPC7ebJ+EKCpE32ws/RaxP4jHzPeDs6pC+rfaWPlGUoBStxV9iDTNtqJOil0XIeXU+clJ1yyP
qtZUb2pT0Y1FmARL0+0ryI5G8phFGi5pvhm/GXmi7zmspo9iLNtzlqH2VDcoTGYddhGxWaJZNN/J
i9uASbZU3oF/BmRTsVtrzUE9WsrJ+PPiCugH1ib58wM4DNbrDE7Kbco/P6UsHW9VetjeGvHPHDTa
Gd9E7dx0VTbCtnK+K1ZqbWWfHQ7ibOWUxBZGiltHWr764VxlJuaCcofiPDTiaJFvA2hT0cIttGUc
+M4vESVHKmL2d23q3lU7UL4KlsBFhIDtRz/NdHidohnB69HQUQUqU6t+aXVnWmEFVj9FjTWuR86v
j50+aZsusfWzCzdo2+shVtZhkO4dFAQhhkx4ibV+vC+gGe1z313YCcJZ7nyRd/80/RpFLdnnpEqy
7ENb20x5Z1yFvy8CZ3iVF/2oNWFzu/fiS4Xf7FUOVAAyR5TUz7aNSllUqnbxkQRoIHXR4G2GsgVO
3XjYVeHxixdc7B5xRB9rShl9fCrmi6o7Opy34rtsYUaOgYTig1sw+dgOMwjMmp1EOQorJgXl5ga5
o0Fbmz2+nZWL+AJLbLtHN3kUiKxi+mracG8nVIFszlDvfRp8RU8TjcV0ZYgm/tVoxi/gNsMb0r2/
0sTu91PwSt54PN2DMhmjyXBd9jEhMX33WCMGkcOGtqxFXdUodfm98ZpN72yK0Tsiw+IhDaFnhn0R
v7ccpiFVaC1hHaPkEbEVtlF1kqNY1nFgwOzhLEcj7OGIVMerg4rCszuoR62DoZVCMa6aD9JSPEiG
8n67aZoPuyKLhVd3uXbNchqesghoUzp6e1vis284bKMvcWGaYesSuu2jdU8qwY1Whm96W9Dl5gFd
IZD1AsmvRI/qiwAtswLCY6HKwlpmZU7wWWCv4uecxRdjttUFeUgOz+qOXB0n0wjxZUCX+M6qWW8s
AjW34nNjii0A0PpJJShf9pMwt26Isgb5as64EWbkmuKamDrPdJR7Ww7HgTdsC7B9lJsn/ZmsbId9
oeasEc+x1y2eR8jMDCO6NQOFz3kUeXDrIuIIRI+tvsTt85TU4d70gvaIwVK4ry2j+fdOv4/24VoP
+/JAArrbuAaU8Q5jvqUVd/lH6rTfbJGIn/2QLvyx4VAXGta+KHULao/22WoicfYp7ZXPue/Uh9ZC
6Tz/i9nbys5kS1vLZtuXv8q+Ki9kM5sndOc+ZLfdu866JkrcDYFwTlNDUbEu05YwSCVBqOXuYzdN
7qO8G9TurSYlfJBdtZ+bR6dPD/jr2WdRDgoUucBYy6au6PZZmy/yzq8CXLOUcR3fNM7/F2FM9plZ
puxVO95JXpkkkv0zVzZLlq51aty+Tt3/rMgoXH5zi3yMYIntbswjxkrUNUl4N5TyaqG/mjp4Fg1B
5qPMNNybk9dlV72+NlaDWRDFZ5bFIHG2FJcesavqNgrhuHXgOM4VNEeDxFYSI5XQT7sG6toW5nb/
MmgNABTcn37AG90Go9F9qWEsrYCwTNhVO+25nJJnTC7iReEI5asn0oMd8LQjHDXtrV6m1hL/m8H3
GGat+gGuw9u6UO+3moiqr9jtyM9ZRdNuMrtTd51iNe/hkJKS43NqhP2bqGqs4u2QjJQeU83i30G+
xV9RMSlPI7WGZwBHPzT9Z9g5PlR28BpO6mpLDk7dm2Px2gPlg+1lQ33wJy1fl6NJvmFu5gFZd1tT
k4NsTkjm42Hbp2fZtK3pMSeqpkJGvjljHV8pVBg2eWvYhzouMHQSdkxfPaDDU20GhdyJKvIflRKg
UPNnajEi3SanjtjxfNVYtlEbBC/WVD+GvprTkaCnzRhHhd7CFk//c1fXGNbIPjnaEbS85y67/TDf
yXl+4YknV2328PPB9LvZsDURsnoXSGUuGmSgHrtajd+s4qcu8Ae67SKBd3ZC9IWkOYoFxf6Uh+nH
3WYFt0mAFdrwe0aBAsmp4v29Ga3I0fvnq/+MdgkawRSA2u0/T7l88kOR+afR+JCN+wthOdm0sHGc
2NyrZWxRPkFS0Gz9RP3kAASGcSmccpeMaXxCmSw+TXLPk7fyEpvYYY/W0K79EnrvLbOgquXf+QOZ
SRBZZ2+TIv9GmbGrjjkmz6/HG7Wn6lt3lyTx7i/CKJssOkI1ABUExtuFn8TjBznzaJ31PQmnNCqO
ZptZGy8quqNeJSowSyRcCnBodMjebeNq5VNm1mCeIr0itfZE6SJ7KJRw43oGX0VQrmtIpbg3mShW
dAKVLXShPdAsGgxvz+g3Udw4bDqdMvYLJxPkjrWigH/Ys6ojQkBYgyowisNQDVUQKUvPUB/CmGwv
XqndS55A16lM3SVw/U9xVbjGuE3bsoASbob2wonZzIqkbHaJJMu0xlcoNeMDVIPIhkbizWxxVf1S
zrVJDN2RZPeTwzhn4ZJM78/1WPr7QfWf+j9d90HZh3W9v1fV8EnOl4NZrInVFICRKHPEwQGsbBpZ
RRuqQd1gepitfPTudxpVqEXu1cpZXuoqEfu6MvAZ/k+XvGtifN0SI1TOyIseqNiXiBbS1ZGsKsqk
vKBnQh66E6eoFd6TE4bKk/DRos+NKljWZuk9yQGlG7qVY7PZy2ZYD3gDls4xT8KrrPUK37B3EWXs
G5clVJFiG2GLLEezzxdjr48PAdKpD6MWjg92w1eVDKYg2mQgAS+Fsq8xLnu9dbeGknxFKPs5HPry
LN9Ho4jTfVmOLt8/opbLP6NqB4GjG8j11mu8mQsIBBQQCpLu2NqUyabRSYYvZGc9uO8J3z8BBbUP
+YigsKs/51iX+DwR8rHAalxbCm+IdgnVlZdy7LKTSNTvGYnGotmZZD7em9rrDtWApoZky0LeG9d6
ZWpb2cSYolmUQ9oAIHeaa4bgfwp22ASOAXeYyrg7mMSPEyJHB5nHKid/3IOxihE/wRJkBgo4sWm8
kILNF6jGFsfEccoTBOqfWmIVWweTglUezs6Yjh8/UmZkpaIVEDpci4xSed5aD0pNy3KjkT1BjbZy
RmVN1kENMDPXo+yldYL4oeBQ/WLXJ1wn8FtQp+yXopByMVw1vUIS8EK82vsAheFbecidzuBRo2dZ
OQLyp6w76J3reCCdwFtJIs8Jn53eAIlg4aYG8L5dtUQw27yvzWtb1tl2KCO+6sjE6KHtzQOZ1Fkh
hWZvQQHvGnit81wUo+urkSzDmpIYMqjkZOf/ESS2iKKQphzl/6hR54JnxwYmR9vZ2z0Kxzdwf1FN
6V6n8Jb1F/Q69Es/w/dQEViOqdUeyGGD5fKLZBm4YXcQM5zqPtp6005rk9QDJ32d0B+XiUUloNq3
qMawPc998tv7X31yIDWqdEFKrT9WSP2guDrBXc+Vxt60XvnRFTqHD0ru6brS1fgkL6gjcGiRt5rt
Ye1RBysg8xno24+0cvwN5irWlrdz/Cjz9uzVOXrF6NNI9B/Yvi+jE0XHm0A3h5AvASbqG2x96oWW
BVR4G06YPmRa2FAnsOPhR+I7w5pCp3qMp6R/oPqNjYYVk3JLIiAZoqS8qFrakwSbZX6w8wiwEAcG
OOhhDyhJwfHkVufGCeuFbJpt3u0UUVkrfeYGg8Dl2/b0bsc51T9mnumslMiA7w1fAb6BZjvpQQIb
U/j3Y6aNN2AjgvBoFUIvvkEfUZYPTk2hv8VWBMh7LLvPaer5ehTVLddNpnGeBLhSnsQiCNIrmElx
7BDqfDHsGhhfJ2bHIkDrCRYGEBnta+AACwubOngsJpLs2pyTVthEVoXeewcjtVUELXC+nBLtKFkM
Ip+V+jnFHHJLCylBa0eIiRPF/anm6Qa3WyfDuMQhwtsg+Mih494uex/KnEiuJSVugDPjp5HMFtVt
P74EbJ+btNPwR8qz/Ei4RLiFhpppLXQ38BC+L7RNpTfZ1cQd4ZDq1H37MqDmh5P0s2LHC9ePAoSh
1V2p+PYxsOxuE8PYfQ6DEHu2wNS/FS0nsfl0Sui687x0WFdpnm2Gufyb+SNoH9W7rbNqmopd2yAW
KZddipzTkxuYy4ENw8u7T5w025UR6d0pQAwOq3fLJ3nLALpxCG8F0Xvr1cU26JJu1xWD/wrH6yUF
5yyAx59GHEKf4rQjrh7aRUX58kmdu7LAIvfjNQtkZCfD5PepvdulEMIDvUKWNMK4V/ZXsmu+GGlq
L4N0VkebqQ/hfLkzH+59U2VhBGih6iMLy3lzqVwc7W+l58iwdXR85sCfRfEddhkUzBmdlUUKDkeD
vpLQLVsRxlM7p42I0ZE7GC1OCyUvJ3j1aF9rAuBuEQAjdRroHVnps8UB8ZQXie4M3LTYWsr0I9NI
4sMvCZ9LvdKXtSA7JqGzZpD9bkqopxxVnB7Fqz5Id00pMjDmc73Rj32xwWD+cczsc6QLL+eA3r9l
Liqahdvly4w6y4PSo8HuzJW6+11fK8swdf7TFwvzu+iItRGM7L8hFGCji99T0ByLZjm6It3esCQu
8gdYNrASguO3DtQi6w0Q+jT8aqBmfzsv2X7krmqk+s2znRoU2yY/PMQViK++OsoCqGSXyLtbedTy
1HOOiyBF7xOYsx1ST0eKp+KnXZinYWiqL7rGUSJqHPD2A/FdkgBDQpbvirOZta2Gdti1SCa8mH6C
HT0Jmc8hLh3rMBnjo565x76N/Bs1TwKkYhPqcmNjv5BYjZTBC9bsfvVRXkB4eWuMSX8pERH9wizG
+hhbPXYE/0famS03jivr+okYwXm4lWVZksdyucYbRlf1as7zzKc/H5MuU+2udXbv2DcMAkgASTBF
Ycj8fzecU/wlmf1ziq8cZh3QfbvutfsBqvbrMKjsz21ef3cSiMPXj5Jedd5dC0jXIQ+z8qAv1B2h
hqMeQPDDrbkkbTc6E4k1PivAoBXWHN62LrioTpvr59qI+zunHkqCxQv12XE4nPaLMPk+wtgNSS2b
lY3OWmQJOMohzLFqbbobJrx+mIG/JuulEISGaI93a7Pv5BjP7EBDUCyCwkv127ikRnbomTJBAhRB
Vz+p1netGGYw6dvpWA1j+AVnj8NUp/kf8xLya7pVfVvPswtgSPld8sMGajPI+6aHrhoxycKxd1IQ
8Z/HFOw8V235Z2tm4DjoUCzH+yRnZbNTXetmbozoz0Br/zB4I9/yIMe3qunTT3jglbi3jtWHXhnj
Qwwo472T4gzKUZRz5lBx7N3HLgUO3Yw651vn40yEK0Z4F7me+mIFIAYs+ZnXetdqlmhHSR4Gl8A1
dYz1Y+Ko7jVMvycYPswPJt4z+8msumOb6YtT9a9kE8WEkL0lJ69uj5zT43S+OPXznQBl4anSF5CF
fPDsfV84JoBmSxwdi3Q8F67Ygi+Pczp9dXR85TPNbq9X188IUKYkUNYQryBgeVJJGEWYwMKBg3cO
mP887tsw5Vvcqsb3aR4M0BmD6A73R/adObfbuUVYf5W73O9e74iOrb8S0DLs5E5KnSSOcD7YlbHq
PbSpV3zO2+/+csQdd5l+xxmEzdZJFD4MnHRBRWE3n8a5BncM17txVIx7vMQX3kOSie1CspWPhAEu
rndNRAhuAFziWUr1YHpWq9h5kjYgBF0rFZ7jsIdQZdfD5OD8s/zZZm5ZAIXbmnd25bsvzBaPCtGA
31x4w27M1H09Nvbt8aSPc/9i+FZ0L9XlODlZqmeOP+wdCzdJibGTMDyYh4yj1tigXS0/AVUfoHlr
As04BiOnLAUuXFhg4uzfl0iEXtQNsFtq0IzFmYLbVhosIQIGFONuzZetxA9tx+cFrruUD3icpuc8
dq3PU6gF95zhdbvJ7azP8CbZR9zc+r0kU9jDrgfbbm8ipsaPrdN9SDmhvdFTwoY4ugc/533a55O2
lrMML+FqH0dORcHQGEyLxUY2aM+4KKjP7eIQXs5QPi8pq05aXKOgXZGkXNJsBP9tDOCISUH/cHpr
NwH9+GUM4+AwDG17E+pzcsY7M76aocw+eIpWXUscYusN2gORY6uRyt/gNCuf/JC5p1ixafH1aFgU
opHq3VYT0QNdpnFmENefXxncYD7OgtH+IFMYT9FdfHEdbceRSXyVjQrgKBDZrX/FRgTFJn/9gD/G
UKWUePvuOEECDXeBe7cX0+Evurovo6Rj/Y7XHgCU3+LZ1671MnGOIqbXOz0s7FOYm96VPAan2buE
T8EH0bktFRP3My/m+5Y9avEwHdW+nG7B5cDG5fZ9mlXUZw1mDcvM/ENbdbazHxLfPONufGtOnfnQ
gACZmqN1WsP7c/hHr4hc59hfALf0cOYQ3nI5y0rMB9tn9cfseb4Khirmx1Rhnz3O32vL5lvxMGfW
tTmG5o7guOZWLsAMtOudJLXWaW7n5bIlVcLOb6fyyoP+6649RHrY3ynLvWTInZXmGXG9WjitJQBw
Vbto+SuQ4qC1Kb64hfPqpfcyouTMZsKZpveSW7mEYUx0hNwGQ5beJmB7rSVbHh9NDggK74dkWWoH
aPWyACYs7XEoRu/Rg1fjEfjR6cYgUoWxADPxGiIrghJDP7phnntrxGV7S6hAc6srSrPevcuTAnUp
tbziOnM5vyVIM/gw2T86vTceJSGXZNlJBngKpLko/LBmqWYH5ZwK3upUx6wVchen7BRQgq2aVquM
T+ayJEur+tDbM3MId4rCm8G1vkxN7MG4lkb3Wsa7NEpzbvZy2w35STVb6ySpsauZGRdqd83ZC3su
EDXNiT7cdq5hdWChuuAgsJm1X9gQ9g6UtwfxFpKLzbSrrBz2e/m0nyHUg7Gy9c0dS0Prib7Vc1w6
znWbZdk+hulh3wR8yMYsTU4E7Af21zlpWHQWfRY8WMumF7sD+QOEve0NS10OeJckJK75A85Oirqr
Wlu9iQMHPp03aZGpFhnVZuuc1T8UmNo1J3AAGbvxg2uOnOC/3UkeX8P9mEWc7i35fQwo615vwz8N
2IGO7PODnmg40zMQS831CIpaVVXzRyX2p4+OgrtY7E4l7pYkZz+uTroKBI8kbW+cPhpg4eUcNX2Q
WtrCT1PWSn4jEh4hi3dhqX+TwmyqzDtQDY/RQtbo5O3rRa8T57zl2Qm/uyphrkJIFQEDS+iAl3vq
XTB6H4PYUm5yZ6rOftTeKvqCvOpHZxsOuj+10PgZd54CSb3iHNwqUU6dHeVP8cTPsSN08ydPKpLq
1ERXAMLYT8mg9ARn+cGNC8GEU0yfu8Q718MIVQEnbziHJuOD1pkK02h9vOpyNtnw/073DlhIkH3u
hGVsu/QtmD9Wr3NMtsTcap4fHGvizgnqBEalVPDHlsBBNYtBi7T5O7xm2nXNmY/24gdxfUrztrki
vIiTBTtlLylzP0lhCgz4S9evksFSThzD4wRSNnQH3kGcWI2yyx4CVq5j2+WfTatId/owNH+aMbuv
lomth+ycKaXW/TGXHnMOrzU/hnn23bS97txmoK7vMvbqHhQ/PtWp45yHulZxKOGQg51PMNknl3jL
yMk+5ISgPo+KyzjnVbnXq9p/lounRQcbcMFHSVVqA3RUVatXkpRajRXegSdQPqRLGyneUcfUscNl
xQtYItEn14kbnnrNs+5Mwxue9OViV/yb+/AJXMfzNDxJgdd1/W1qmmtK8nu3GJ9Q4ZHpn3EbZ2xb
NQ4EstOggCWxXEB1BfhtuYzJ7O8Dk0mvFIRJ4LFdv8j0RguMhzeHJ7wEPxeFFX/1G45US7wlHr0+
ro4D7qEny3aJnKs48u2qAO+UCfWXjWbZWS7ytL/H+XfZh95y595yTnXnnRQMhcgER2elphdwoHf2
iL9coBR8473w2BC002ft/KmJg/Jj0eEeu6TsrvY/Avy+k7IsitWXzrmTItXDR4HDS6CI5k9yyYmn
9+x0TczJhyCp0h07dPmhCxPjDCQLHghFx+mpGz/B/tCceW8AwtTzoF7JbToX5akZ2N96XkBBRlcb
QA/PgO5b/C+n6aMeG+2xjKHbzQc/nnaDEp6HvOaSaQMYA1H6oBhugeMxMPvXeD7X5xQQ+p0XTc8m
HBIHv7Kap8aL7qO2LD7BsU5wtulGTPPd/FMwQTcU9dlw6BOdUs2LbiIzSq6DRThPs3PRexw/6s9F
yXwAd1l3cWLlJDStikcl15THmkDRR7WslAWZINtz+lpdT0tyzSvY6PCcn27wtRvH5sWK2QSBrWfc
OZXCgYlNkBzHtZ5asBHk6P1tOyY9cHE2uE2yXGgdxb2uF1wCCRKUmEFQNEEg7k2FGJnaIgZpgR0Q
sIENVUDuLCu+IyS4J94aiYiZ4t4x4S/F8k+245jPNs7Uz3rjn4K57L8oTq+cA/wnriSZ2cBF2lnr
30iygcCGqbExP0gS65o/uDnO+JApNXjJEsMZqNlffgRUYeqq9f0QpwAod6Wxn5wBP6XpBhBE5z+V
XnH4P5XlZ4gX7X3n2cNDSeT2iZVRf8A56UMah9n1un0P8MTTMEN4IQc8SgQ6vsfE8CRb+cS5wufW
86NyPeUh5MBs+GT2MdFsWvgzdKx4J+yUo2N7V74x4F3cRfGnKElOwn7ppsR5gDjVHCUJqmRBBMy3
TMv9Y6nh9w+wXHTvdXzbOQG4U4lCeUnhh7hzeyKGoFpQvqVhFOPDMc1PGuBCj6FPfK/Sg6prDnDF
hEGZA4baO89VFr0YC6ruVGb23sRR8Rz5qvmQO9mfFoovYHLTzTpJdtmXOgGZ/2EetAjMzbdiiZyY
m0Zlh6cEMYhZ4WMA2N515PW4ey/BB5t37Faw5YmIFIyW+lpDADSKvtDxHQSbbchngDk7/wtr8/as
Wq6P1xEQlTM+SHtwurKzlOYhZ8l9Yn80PZO4hDr/Ktm1q3s3A44W15JUWHvvynwI7vvJcx9G6F1b
i2k/P9I/K/SAh21WnkFdBrQjatSjDRzec2RBmin/oQQFMmVzYJXTAQINgyl8HHzFPTcBBHp+Nzaf
i+4hSvvHWiW4qMjCT4B0hZ9j/F44VjWC88Qc5yn2DUKrFonI/u6MUfGDXQ/QDDhmY1o/s6WQVPm1
MYbRN6dJ2BrlX5wwQJzlmiH/2A4Rcc4RodXOWBR8GNmIEhEwQY/KENx4mhLjrua7QENr2iN8EvXJ
rEFNxll0/mBxAnM1DIP2A/7UKzdSiFLXpz+6xqg/d63dEEA0MH/pCQooY6CjzMnwXzIoLnf+IgsY
eqZ0kMNVVfPBn3xOamCSOrN9tRwGNZ8Ey62xHSYJGgEs45gnDy5xsFdux2Y/zhCEchssJ7sBCg7V
CgcAo9083+UgA7GRaMXPciF6PtRg9pBEoHDC4Eb9nzYOj2v5+zaKHyz/QCJaHHbCINTuEq3CczyD
frwEVlEOC904T3dFDXcyANPaZ7t9WONF7ek/vqwOLAvMGphEQIBe8EiiApRW3SJGQCJRlFyJ12TG
XHTX8h8V/wWAl7vCQhFwfUgdTjNFeElZgCcfYkCwzzrrIYIXbE7TMy92zKOrqNWnqUzjq2owhudW
hRQE7pPxlnPh6A5nUVA5Pdd8rryi9w/JjxSGl4esHf0HuXOdb3Ub2Pfvslte1S4vy+4ASKJ2Nc91
eKO5HWdsceJkL3hkODhvcszqDkQclSFI85Zmv3ht2gBNpRzkg2l4wC3V7WTCz5cnj/qs/DAtv9xp
GlBlnpIUDz0hmw8wsAwwCz1NtQ0RclVpsEHzx0CcRQ1Di1FUV91S7HGy8RSppXb27fy7pOQS4oVy
o2v1PmzYid0uTh+dYnyATluW3E2e9SoGVeTU0g1pJfg5sXVzm7QmWWuBSL9m6B3uQd2fa2prkJPN
Qj+YcLWfrOz/09NaQ7oDo4wDl877srUiGgDaYLmnNnRhEO90ZlKLWkUUV9BVLw+W5BPoCxD7dvvI
wA94qy53se0Djrg9G/5DsCJnUM9DmOS44Ab+bXC0pYt66ezikUyRZL3xpQ+YhuudQ3yhtD7Z2euY
bT3EdXrSAg7KGt3/malFfZ/qfnVxkTx/NLJD5bUDfsm/SjfhzFSre9Y1/l0EKfTf23iXLGJcfIMC
FKh3BdKu5LUEoB4AgbvsK37rVeRw3vXu4IQD6xDooa3qpty7fkoNPBKnCWMOvuIIN2wurISLYueP
drimLRxgr1piFK82mWpoXqUlT4Tf5UnBu7zfya3dbU1Ld0VZXnb3rq2qKNFQ2t7UfNfVuyqlN39y
NN+47coamtrx55BaxUtuNsXLaCbftXQo7oM6KF5MBYgHxQ+DGylMHDwqO79eznmRJdK5/hDB7ao0
WtheNXb6IU5YA0phAQnX3u5Hd60K9JV3nOFgupLSPncU6ErHk6Ske9zmzk4ROY9r9WhxWo0BFZTC
uAW4PfYszquWnpUi1B6gp3+SlKjagQat2mX+QeTZfMcDcGydtQOn0aIbltr6XkqjcmzucUP6JtXl
MrNQSIBaeF6zNI7PzHT0ziLfdsCvwaWFv/TSe4knwp2nwOk35F3UXnEuT7DVOn62DoxNG/YR01VE
M1ae1003slWyJKeyC2+JJuvXAdRyw34eo5++WzcnPTZb4DSs/GRHzYwX2NR+BMwMkhtdmf4sA4KK
ifr9Q81K58q0x+gxBvPg7A8Av6WJOnzC++2PCl/NP70pPbHjUX8biEjdu0lVLx40LOc6PtFR6upf
Csjiraif/wRX59kMlPBLA1TstVYqBl7FtX2vz0a3T1s9+E5Q+I2Iar35H+Yr3oupQ9+L439+Lid/
elSsWGVdNnY/jBkMmKVVlyMnljex86wOzLmhY3GOHLUDmmoX3m7VEcCPJZgpbRfA60F3n3ozLE4O
//SsYvK7CKxRKCQD75iVhG66eDnj69VPNxVRrTga8SSZzT9dOykqu6+t9xmWlXo3ZMbwh5p2T501
jn+ZwFuEALYC+Jqw2Inn5i81iD4MRtr8ERLUuQvb0vqsOS3xZY6lPrsAH173/ew95DVwEsCjaLee
Dd2Wxq7wMZyD+l5JvfYQuKXzNEdQGceRar20Lbtb+E+n0HxOPzLfUX76k3mTmDNnR/mVyoE9e80W
0F6qav8M++ZnT7zZNzME/iOuOAWaR5C8h84ynkAq6Q9lC5gBG+WA4ARnV8cmeatPgrdcAOt9qNmf
xkUP9GZWNCfcqpMXXYPJ3gvBrxP85Yjjun3EgeA5muLsq9UfV1Bn4tyJsCr0vUX8yzcAx3lhLpt0
rpdcdNL3hGyWb520nnvRyWD6+Cgt1aWTcC68M2hj2Vdml9IJ4D3u2omo4iZww0snJSHi25NUy5Ns
nSxP0haA2Op14d4DQQecmuBTL08incCbuHUyLE+i4zmxF6nwf3wS0UXncyCdsMJz77cnSZZOlOn9
k0gnTji/drI9ibwT/PWfZBxcZ4h3EI6Yp9Ku8sd8uWTdkBAEwvm0C03So+rEYJhVoBOfcMj54g2d
a+5EcIoJzqoq41rktgYkaSWHwez1B5EsiGHBD2PE3XroxltH2hCx1tT/k2CIxwu5xrI4qemC/nAh
2Ku4WOGyOPJRQKu1RRMQnUOgjxAjLJlyET181u7HMoeCZclfdS7dYLrVJwMfsL/JjrmtP3AovWWb
hGKtjWWc8+p+191J4ToUY6Z9yUtt8SWjnU2WJSLEP2DV3ogKq+5FzEa2GrvR9SYo9WCyclh3jN3V
uwKVn/mxYEd1966gTzyN4D7v4V1+B1TwPXvW6+u6ULS2WabPZXsveZu2kWE+2UkHncfyAOtDea0F
hHNv4XD6NjrSD59CY2cPJ6gq9GMELP31PM/x18ElxsUxXO1OW5JLGEH8dTIt/c6KW8BglkyC1ZPr
0XI0YrhIRlPPDkNTPhsFexNq1D7DupF8zbosO7pNM6wN86cOQ2zZVvdBAOkkPUvlWoHICk+W9Eoq
zY5t7gumfWvpZDjn0lWjj6pR2E94IXxZFShsnSiH3FubJri6I3jWUogbN+vP2hStelKzv60sE0bG
RaGgWXY6+KKd5KHMyb2Btsb9OBtK9DToOR5RPI3HjuINEXHVQQYgdZn1+bjxPShJNH7iM85aBDHf
Ndxz71bw2ixJnaPufeqXsCAuSUCPrj0czfmKejWM8FAmSX6ddNbB8SbzIMnKx5NkjIv6Uc0G/aUr
KjaE0LSx4+rMNz+CH4HWFPxqwVxUiepbkq7RXwEPNUD/G+kPQJSwmF7yTb3DgdaJcnjoeWnj2P+o
iLB4siMI5gMibEVKSysTwnXQxkTKC/qeoPqhu5XSFKxmva9ZPvtt8AAeC8e38jJH8C/4CehrI75W
gEWTW0+138RglJlnqT2nVX4aGtB9Jen5RXZlcRBwJ13xTAFwMl+SUKvvAYbRVrVB6x+u3cIAB3VR
W+2058wMxg9+1VcQGFf4hCwPt5hprLJ3KGOwmamUEqBmRl/bLjZWM5WWNNXC0R8OD8CcGVQAvR50
y7gwU5Gi/PdmGmvQj83FSSqbDbBkYqbS3wR+BO62ZQbhPcqBMnEemCauZqrM4Zf1Nb6ZqfSUEwG1
a9IUM4Vk/XdmKmKF4/FuIrjc1wfHTJ3McD6CDBQ9dZipdBnFnNFYQVetlrSZKTsaq5muT7eYabuY
qWi0mamUdl137Y2V9hIHM9Aab2Y6AY3E1BIzFbHZZktxXsy0Nd3VTEU1o2uqszp0EeCVi122kXVl
AO99ltIcGJB3ZiqtiZnWlpPdiEp/N1PC4Vbr1TzbPIEa1q6mhCd4f2W8mWmSJpyR+NVnJTFfzVT6
LG2YkjYzHasFMgkzhYw5BrXOOEuXm5mKQlHKaYEFOfqdlP7NTA29JnJusUujh+211/t0/ej19fxM
3+MHK3ZWMxWpMHP0Y+Xiyy/6gCHy+jWV5EHMdKxL0FZbP7xpyjz4OPn1dM3BLXxEuF0/y6UobhIi
OdaExebMIfJ93MMWeRGIjHw3unb9YSh75dmPIQmFJQr+lrcmZhNcJvhkgP+gkulFxU1N/M2FRD3k
BC1Y3aNU4t+G7+HkzVeSlFpKn9w2eGQ+SBZzqAFPoAiW7rdeMEq2VTLtXuTHpMsA58R9R9RaxXLr
U2qW9p2kBsIhTrPSTztJSq2k7n70URisEhkeO2ddJfBu6wVmG85QVT27lQqzNrS3ICMFFyIDvKP8
uObuLNXKOs7vqnn4vnXD7icz76I1TqKcwnbr/ajGL1s3bmsrnKQ2wUm6GUoLt6lmWp9exBwjqa80
s6qPkoTvy3qoPO+09YLTJnB9U68T88vbdHWicoEyPEiLkjVFBl6yZRi/vv7SUZ+sVL3ahsxJ0nkP
JvJwkApFEqsfYv/H1gmuWtE1Hzt/NRkfqvnnFgje5U1LM5tNObV1M3CKcXR6+IV7wkOf5eKZSbCv
4sY/ZDAIr3n4S3DkHWo4kSNGFKV5/he1pnyBp6u1R2mo6WDD/V2tZulr6/+tr/9ea+oCPADS97WU
pS9p6F1f0pKtgc/0L2t1psWGZ+xFx9ZQ7SfApuq7MnLvdD8qFZaEhCw2c3ZVujVvWVLLpYMtYAcp
DExSS7LFJfupdYbg2tRsd7/lcbhXnJIWJztpXeRmbw4eHQcKy7fm5A647ntW60RldxZdZ9FYXCnL
7uPa3KJdXTbqAdOZriRPLgZRYreWHT2rorF0kSsvum8Yj5IQqTlUgx1IRvZpy2PjfSSGHYeBZtFE
5KxaGY9aWAw7kROtI1wgHgocv7eqUkELcLoFTOZ+Hat+TD0OqmAilZZE2Lan6DAPubIqLHmGGZpn
Q2u+XgyxdUzAznmS7lZ97QgedWM8r20tD69AmLXvfOYgW15h1u6N1g32OphS4IZGdk8synEVW17N
mt8511ZZuffbY4StNu1aYEaO2wh47GFeE2vWgi//a1RyTVdOejP/Z+s5dl3/cfLuJEcuIh4X48e6
jeGAfrMLvSauvDc5AN3yTB0Kx3Rgxrsp03RBc9d5+p1WtfO+HzNl7zXhD9xam9MUp+OjXAy3Hx85
uT5Po67eOnDWR9epwwzSD7OHTWJSuwTsBGC8+gzHRHWp33fFfJvn/lnEiAmnoJyG6tRG4493PRi9
Ut0oeCjsLtpcGhnhdQPK0zCvpCCT5vt2SPe5golcNB3MfEmjeGBPRrpaG8rZnFK0QTteSI7d8Ijz
tHMWNVeNe+LCWIiV92vlKLPCx6C4vmhqCS69a5PgZm14GRe5i0POr2dT/bTqJnmuXyg3uuqD3Ccj
Nll9ehhUu76S8RSZVTAP1H1ma+peClZd4nnBeh/L7DBX9rD2ItJNCwOMU3dQqb69ILmLlPaTF4cx
5BXL8K/CvQshkNPdXeTFBnAvUGpu1ccuLNmMhphgaXEVxVXdPhN78JqUki6z1OPCDbQ2vgqavgqn
A7QP68sRQXkO11Dja31U0rXZdRTxHMRXPtLU9a1t0imr4N0YuPU6tFIgryYLkh9ua9UL3ACP5WYx
wb3OS6qUCrTEXAgu9vLdlk686bXkXV729wKR4+T4V2VJ14UdnmwiE6Tuf21qa3mT25p/r9Ems9X7
XdOz3f/UlMK7fq/V1vR/bep9la2n31XZ8lpfB+u/TP/8N0pv1d41/76yPN2m9e8edsqxNy1KTv+m
qU1ma+p3za+jsMm8q6dOUX9VGvOA3y6W8zu59UmCsi6vktFQrwKrZl4xq+ZZ7uSS+9FlXozbEWv1
Lkjd6638dxUlzzdpUe6UzPnDa2I4zqQFxTQDED/+cT90hA29tg/kGPexHWfu9Ts1pMl/1pZs/ADv
2SIubtbytcW1rcv7td1/9CFNyEUG4lLPy9prT0W1n4FcO162/k+t1jbejeuWlEfbetwU2J55CFzb
IDb412CKDGsJMl0CAtv5/M9et3be1dt6FpGtl62G3L2rJnlS918oLMIASgFTaMLxsdjV75pbH2Fr
We4uMreSrc8tT+62gnfP9bv+NvUjHPRvwBkgEPFvNv9/6nw1EINYI8gznORQROEVFH0Q10PDckUU
oYn3h+uegHxmkxhQyo8lpz67ZMEUSNm2tS01WWV1I7dWWUK6/iGbAKfsLrLWbAI98nfZOuq8j00P
CqTAGsS0K7L/QoelXWbI/zsd3rUr+kYNTL1aNXOWuyCyL+PwTgetSb3TpI9AfS2y3aJvv8AwLOPw
X3Uol2f7u+y7dmV8/6UOrt2yqtQBI/ufdQCe2Tupb/rKs73p+06H38m+jQOMDernSsFrCxwdXK6I
o0nZPyiywSMORZ2vej0Bfzgbmicp8ZvAuPXM7kFSW35Vm8TGh0kPsJFdP0kBFAzJMfVC3JGXRrca
o14dJvAx77f8UneJR45wNJijoQfw2uvdh4kdj01E7sLKSji5LcObrWDOM/MMpfWn9K0bKdRD+2ur
zDUAPL/UL8asvuHE2Qfv9i1vUbiF+T1Lenxq3vKHXNf2sTEHkEegvhREgJMTx+HsKxkh6RAMHxZ3
um6tKolc1dv2idjAn5uWku8V8YcOounb9SnV0ZkPEMa267Bvwl3EpNAeH7ccL/XjfR076qqNjDJI
3QZ79i4wZ78eRiqEuHPuKscCePGtAIAn/9gMRrZbX64IWnV4SwBJebfJJdMI4V/juqtKUvDLNqRT
qSjZm31satZaeWEfW77YR73Yx5ZXLPbRdIBsbnlyR9Tjb+2jnp12v6kqNkJcxlp9y/cCiCV1fWCz
Td5SFfXmOdTrT9L4JqfNxtdOdevzlr/Zh+RttvxmH5vsO/uQAgN4ULGP9f1KnthHH/mv9iF5vRs5
J9c2f27aSH5Wph80Na5uN1MWGwGwGXD5t5e59kVo0mIjW3YAg+y+CJjhi4AUvNmIZG35m41seW4C
UY7YyDvhNzvZ8kPHeLWT9acwg7n3NF7+rgKzNs5+ADYBzn9gssp1Lp3ozrdaM95rMX4FxPTcFO5I
3uA140FuQwYx3kfd5F0ZZcA80Ejiu3AajXgvt6toDF4VjHn147g0ufax3m7NSW9WDoHECBAciChV
s5MmRHB0jHo8rHUMa8BrrgcQQ3RbhUT+omWfUJDrSgcJGQgkHum94lKr9237PDUZIT5bdxc9yTA0
Rf+xtdrXZxcVLkbmonevMLyrxHBm4mB5zFVveeDlKUVQtFifQtqecLk+Qlu6Dsz6kJvgOrgOY+IT
90EM29sYXPQqTUL4OoLVVxFgsgmt1aU3MAOt6yHXgEuTd/f+ATo7ds52ubivL+9T6tSj4Z9bPwbs
oyBGrvKDh6jThn0zR8FeklKgZEakEqjqdjjSGU+FWsfqbiv2YzWAxmCAMTnFHWMrFRG3aR2CfPTw
sJasjVlVZxw8+Ah3a/qitVnR72p0kmbnMEjU9XYVSbwvQcPiW0oz6Ut0fKe3CK8d9s7cnabautR7
LXnTedVhGwSN0Vl1vmhHbje9JXmp46L3AESKFIRenmuvQ4jKxjiqx3kZ31VlqYf/1Hgx1BcD96by
RfurjovK+AaYt++HbQDlGW8SNzz8VmXTqvrdhQIi5JSlsan8fhAq9FaNElCGxTgu9FaAat/nQ/5q
Iuujisox1iEty+XCdn6ntmgzLyP9W7U1gqBB5YPFRwbhojFb4X/2baSldOtvvfuluqQuBlZUrxbr
LiJIc9wIOs561J5waH30q6b5jIPEQCCFmQIlajWfIW01ziCvQIO0lOahXxzdNjTADiEZ5cS6ufUw
EINBMglr0GATdtckmXLye9UWU3q71rUCnHbnPHyQZAXSR+K5OYesS7flX4qV2y8Q4aUvsFvu1txF
td4oVtViqx/u+95J10JRze+dV9UiWLguVOOkKD30gXGpGnD8l6rhMPaqGucnAHMtqslD/0O1KHeA
ullUC3Rl1xdK/Zmw1KNXgalQpIr5BAKE+YQzuk/kSePtLW82n6CjJ88F0lXxUsAnl6TIhcQvw6e1
SkmOtFEGzR+8qeYsWSJO8OAAs3QBytvSwZrn28EJRkm8h5YWJU/R6/Yxyv7aGpPsDrgHv4wTAJ5+
6egkwAn4reuBHfhLR86o6iM+gLgvv+mo4zn3EJkWeKy/1Ja7Iq8eg6kC4fJNoSIPtaugw1tmy1OT
2gCngUjhTUk1GtT7lj/Vd1pmzoJp5eLdsXQlqmY4xF1lphvebHnO1MY3LbBqq0pSwGzaurOn7Cwp
TxlChWewDzHQD/eSJ30Bt+jtQI7XbraBaL1oPLgdIbwiJ2o2HRGlLSctW9Z6p3OAEIXdw6Y5bntE
kSt2edweurI75Rof/gBv4F9vq+3V7BY35JdtHFa94BGcwU97lJRcQC2BDFqx/aNoKXlFNXXXSQcC
05pc3mOhK+05SezvW1VpHNTaqC6K1SIkp8hsduaHQjuJqGglRpo106uRrnlvRqp2OYAznqlVT256
YcZS/+8GKkqWNSF1yoyBbvqB1x+ciFUCgGN5oXJxQKZ9dIG93bKkZ2f2XkII3G4lf816s9DtZW0W
uuUpRnlhoRfDS9jWZqHrUM4us7a/W2jRu/pNMEUsK99ellhoMk0Xhix6GeV4DqIBx463B9osdO1h
KcjmDFboKASi/M2Sp6K6sNBN+8ywLqx01T7RvV0BEOxq9KLWULgD0waOZrcBerPS9WWtGmKhaVe/
WuiaBenVrlKj6riNDVCulxYq6hDand36UfeyjYPkawABvLPQRifGfPYrIEvfBkIstNetVwuVgjcL
3cZGGv9lodsw5CUwsXg0aycRkIIiAomTswF8DZY3Y/dDvUudubpzOm2XFJrzHXYS97rT0uLEcZL6
WYWfABc+9ztB++F1OdgLezdgZH3p3ou8bfcF6LOxeatDj/exq7ovkj/r1bQEKcb3bWzVH2ydR5YC
I9BBDevn6aFKR9AekploPidzvo+aBzGob8VPPts3D5kSxVfRopLmT385bWB+6C2VcJ8cGCCp4BUA
n+OY+HEewJkNXIUF4yIfjuGdMqn5J8cDpTOGC+da8n3IqLKyXcDIa+XY4E60Phrhn7upKKJvTQmV
gLEgjWZzr34PX6SbaAwcYAJARHB1+E8LAKZErXgGORb2uMUlqtZkpEQ+iwCakZEidNd+iQZ7HSlY
/KDJJSLlFh+o9yPVtiGYvctIjab6OlIEbLyOFOdTJtBPcK3Iu0hK+3Wkas5kHgADia7kCVVT+6tz
VONipCR/GakuMNuPhjW/jpSoWmXxne3kryPVmBPQ8MurcAbzWlOU6As41q8jJY+sYFEjfIgXIzV7
/4+xK2tum+e5v4gz2ind2pZ3O87SpO2NpqsWitr3X/8dQmmU5uk7891wRBAAZSeWSBA4x9O+AiNX
/Y94Vca3cmqTvdmG2mdkPazwFhif9Rqphaj9b294PTc3q46twyDCXz3wKwGFgobkbT+dk1CPzou8
waXvcqQgkQYNZEwdsk9gpzFr3UNpD+z1DFdN0bY70qNmQg44TbPMMDv+Mw3z8FddxUiI94G0jGxc
6hfKfZ7EqMVWw2RsKvdgF2935GFx3/35FMu0DDXx9Clme3IPEiKcb6sbJft3U+DrWOR1ansr8BIA
b+BN9+3LohkCgDThnv58gnlWLf2FxQxY5gsZ3pViYNcGzHEnHK4ALyoLkQSsZJ7B2XW0GMqb3eL9
gC4dPALBX+WTCjVk4XZ2s0eSLvD3lW0gRmauuLpsrJ0lwZtHcpfkBjbUKzaxYfduzijwUgCgIERD
mnSDdBXlWY1qBgBz0V2pG6crmreo5YOrd9Fx0adBWwggXbmGtqEBDsDOg27qnzMn025uC+iZweBy
z7FoRrFIFsY7UA5m61QNk04A+MBrq+NkVHOR3B6CdJOu9C78loD89UhapA90odqfBpQ32eROALfp
lLjsmg96h8iHsk1KcUwdRz/PMwKZDUsZngb+a99U9+foEfC0/twBTSdDQDv0JbK2ISZJH44KTbU0
dj0wr4IVqpDwPXpJsJpnn4I0uUPN5GrWJh1p2b9l05kgUMGHIV8IXQLqu29iP2eHhgXhWdSgcEf2
LzjfVUMyAzmKQAlQ/WIakX+cF6Gr+Kc10Hn8UepQqdwDihuP0sURXcnkO7ZI7DjqWP5u/qUxT2B5
DOlGEhWKH+Zf7mmenvqzTYb8/IBNzWHRmW9kuTGaED8g7ovOAawZfQKGKt0NH4BaBmA90awaamvA
boF1JwOJTeUJ5ttjVpwNlBDMjfl3l0ZJ5jUoKUMmD9AZ3pQDYMW/s6WBeRay0/m2dGL79DplipxD
ZKup6WclHTyUqxTgB/58gzTPrECXszQJhL7Fs+bXbPTfz0J30TS/Gom69b8+5LsZnQx1w64jhf+v
m14+9fJ1IDtU7Bhzv/z39hd1lwFxsVEIKC62WCwwqpsxZgdwuQNfVYmoCbwaCGuFCYLoNxkATIK7
3FxPqKjFKkzJY7VqLLBOFyihuZNdOt4ZRgpyMuadkQY6zqK49gyQiV9BajDcvYrZix0B7w0FBNpF
gLvhQlf9mGqXFjmWyPYS2BP8kS9qwMw3TpOY1hGwfgB49LdK0JcgliiaHyQnb4aox1e9vM4B0jm4
w7tpSYfcAxjLxRYG6COmW++mMQxy8KMCjVDDD3pfAAXv0coNBwWWyBseefZIoqBUieeTRGKF0uDT
VB5b4AGvqDs3qXsPENABSIywElEk9lbCcBPKgBqLWZsB1dk36uVMZGCPCgOwBsIgZw6Kofg7h4Ft
TJtqNKatqxSmpLLu0pFvZ+sBOZiyLq5ITe7WzmAP34FXsnJqAwDlOlhBJDOHR8PLq53IUv2QmVN8
I90IcQhUmYNkkqc4cbPCb00EuoSg2JgdQkaggSxwuOeY5Tq3B7yhGysHcyI4H1Z11IB7kfrMyn8g
zco+hpZbXng2fef9mK8dz9S/G42NKqsh+wWWxHgF+HmwEYLAYQv4qOyUerp5MXkIbq4ibT6j2uta
oGD2VxQ4Z9Rxe581w1Ybff4ERsxhHUb9cEQBnZSrZAJo3ooNwdu1CcYXJJhmw7EnjVnv/fV/JeSQ
GjIkFxzgmpvMS5G/BbhMvR+bL1rn4sUweukxTSzxYIG+e2UwW/ue2/ITFoXeUxxW5X5qBxwOt0X5
DAyEqznk3jc7aYN1Gunj3uH28GkES8wmd/Nw7gKNI0A6OW93mSHHT70Ceh7MMtgWqisd7viVhTJr
Gq3wktsGWsp8cmUWNQoBxKOlK8r5oEuO8VCDi7kdOdblzYZ6U2V1Dy7WhltZTwX+3dDt0tZCNgsQ
1m2tHY/CBIPQfKmh/hr4ZErKCpx2zZcGSYPaHI80tDQkezc8X9I4cv+ksXbZaID13Dl7fBJnacli
RNZhbQFJTljnqnH0Q9/zft/VAPqXCaJnkRDBpxKZ9KtCsPhn7AKZIgejy6qpjAP3SvOb1oe24scN
HtMw1nwcefUXwJzaBzBG1Htm9z81Vjv3XZL6MQhmP1UeB/MJ2EnXhajKLzmKbgAcm3uXOpsaxPbj
K8l1qVcgfZJ8Z8R2+cUqNdQQTMkzkHuxdkhDY20puTdJc+VOLL52UebeZ4Evm2LqNnmj1xepmixC
9pteDYcoDWu5owFEWNiKhQhZTG1VX2aZUgbNDXZQnZEHKJ0wsYvDe984ygS0CqnR7Ulx1qFLIJWM
KtTfgtC+kieSzdMgTx20j22ub0lIdzLfWQBoA2S+6qiNeZubgQLxUscIbIFOI5lNEs3Q9lEgH8k2
zNSNkUUnTFwOSFGbDHYm0/k+lpmMPgU8sxP+94bVlBwZh2vg5QJ9Rs07G8+XarjQRAbURQ1lDKpL
A7Eb7nubVzvgvccPk2s3p6COv+ERGD9Qo4V9iLxNZ9wsMrsI1JcTloAJhBUNhDguRjp3eCOR0LIX
cIW9YJmOGEePLCHgk+tXhBb0KziXNGPVWEG8wo4t2ntRpV9pmK40XcoTkBkOwdjpxju7GvHVdWF5
0l+UubIlM7c/2jog/xcJiYHOE207FK6sh7qervE6cUztNEZg3aKrpChfr/4lA3X0JZymYPdBd+mC
xm0qkQIFp/9ylU6NtjKAzLWZVd4m79Ud0JSA8D5GiCLu6iHtAPxBbR+CvSwVABib+4Gbc6CT4hRq
bZVeBThrE7qkYFhlBJyNl6EN88vS1FX52nU0vGqZBZgoGqUBWXU4yqK+2U3ayWY2AOCUzBMJMEFf
x70YiWeN/Wr5XgEYn7PV4pPpdQH2NJpXGYZp+35KUgzCpsMDHVDuA45bV05lZj8ZL9aZyEFG5AFG
FxiL8TcZ4GdclVI+TmUebw0AXZzTrB6PiIvr+H8au1uUsnBjhJr9UvXs69QUw29pbGY/xtA/cdsO
Piep1NZSBs291iNe0TdaeeoCyz15XqZtZc9ThYsLfDSh8S9Gnt2ioWmuk8NTX4ts5ldu1KH4cMwP
AJ2uDkAfqS5la0VbLAqKB91yxjVq40NUVbGf1tCPPzMDWdNEbKohIbgfS/On4NHPvOLis942g8JE
qx9G5RsPRXvrdtmTren2LQIapMaKG3U0N3RuYdL/CDOEZkhEzcglqFTtfPIXWaNC56L2RmDhwooG
vJ55Fy0YfBJZSVyjGn+PWvHiMlVddEIptrl17KF81OIRCH0caO5a/LNVHPSASv0x4fn/XLSArFls
uqAwt5XnlY9mCwA6PTH+thmUTaVsJHg4Lxb2NCcgkP+KXR0g3YcccK2fWzaY50QzXQCKsfhzlNuZ
b6FIdz9EIv5sy+nGDZ3fg+Moecin8o6MIpPpoJFgiU9dvWjZaqgyEKsolzinCZ1Qf2mGWFwKNzBX
JLZqs/MHZ5D7WWsqHj3ZPxRgk+gsbFrPsYdq9MRBlk9rAxmyxXo4zbq8v2XcSveeUZw9VSkKBiN2
lK0792xVOUtyphnuxdBDIM+r+mGSUVNnIJk11atHFRsvcrPw7tI4H5AHWIWhX6gK2EnVws59bpX1
2rB44JNJQCXEeQfK5RCvv83iRxsnZyO8vNiwrLC3bdjjlFTdKTU06cDH6ODazvcP8sQEJSwYkQ4k
H6WNG+/BOnxt8G4VVRTOcxe18N0+1c4fPgG32VMJCvvDBzk21x0Iv5xuRwPIp9nojaoLUF8AqwFO
LpO+e51BdFHla23E8ZNT34ORdOUujlEJNffz0MZKxbOe5+4EWPNz4aHggUq36SYrEKtF6Q3bxmo3
4al6HFRDV9QAQcI8SpUU+z9lH1SoS8pktnRJ9sH9v2QfVBb3vPP2eQmEy8XncmdW5+n+ABSkVT71
Bqo7uAEGTSdAaZUWbkkGGH4MaBLY0xN2DiSbB1AZctf2oIyHJWnRlTOaX73ABQSeklOD1b+96XUW
+S5YQ2cZfkPBoeuTX6RBE9OVaW2Bn5LcFk1kNOSrPqniw6KKw1bDtztXbgaAPgYr3rrlqW6A5v02
KV15DV8jCay5LvdX98B9sFNksuQcgG89SrhFAQ5QYWDVJFoP3gYxOOdpMg/dFDUNCgjNQ8Ad57zM
nwqnXXd9am5nD+TMU3T38/2YZd1cw8Jd54xVOLfEnYVjWp1mbTni9xTXpeEvn5s+IH3U+R7oS8CX
scxJV+obGy0DXx197qjGzgX49CB0oE/SFlp9bHX36zwv/jpAax/u5kH6+2ldq+/n/pjwEBmGerCe
nbkscU4NNvDLnBbA7gAI1mErGOnTs2debDHEp7mHRYl9ikvdPlUNil8QpBEHhJMBzqnQxrUQVWtW
J1SmJrqj6jqqu4wuXRu10MdaSnel5e1eq0DxxHPw7oZTfipjNz/VqrHzKgGIoLochR0XK9l4fwSk
OvfpkhodkfitMfHP1ONk/tHdLCWnNOQ5mrMCj4TY2ylSnXTNfOS8YE9a+C22qvbZcu3ovg7bC9OC
5hmpUOqMFQhuNOgi++2YA8xlTaOC438sKxzA2YPYNazcY2Xn8kG4SXiHQNlWxF76QKLeA8WfJYxq
vch0I0jXsjaTfaOsSM/V+IYldnNHaoNb4UAomp5mt8rbaBh4rxtmtYltBBhesoDHfj+E31OsHi6F
3QFlCaC4c0My6gICZs2jSDstog9qbamHa9CTVf6HAeqSY1A6mru64t/+p5O/58IyrcY67+/bWeZZ
bvaDP88qca4eeB/nAWQ/2/ShjDaFojExrKpZOygc3LXEK9MyoPFUrSN3NCwcT4AIIU13Wa4e8X83
QIYJ9wjmPixyUjNw8NisAP4BHC5neDWTLrK5yyJlAHqBKxogFepqZLL4cSVgw7GfKv1Iy6a9a/bh
ygqPWhFmPx2QKQE0MkkA3wZy7xzFDQcsR7MbYGgGkJ0P5rd+wgqXWdmvuK5/cCSKfvLi1sU6Cwgl
QfHJQ5Hypcq12Efh8vCSB9GjSKz8F5/GQ6PHzpc4B6pyaTILL123PPaWZFvXMIxHXsl6RZ6r4tiE
g5zvJkG1/FaMAOI1xqC/bwAsu20qnESArzJFFLvSHRDPgVOLhqkBYY5Cf0xaf5GhkBAYi23QbZtU
A9MCYC/kWmJ5tkN65nBPinJqBhwTsQALRchoIMZ+HDHwDBkhqTo7GUL9EcyrHoBGcDfUCG4fRlsO
FzLQa16jxqvU1pEdfh8taT05aWs8FDUYj6RjPlGTOi1AJ0p2o14o3Rw70pqdqIv9SLEBuYO3oy6S
VvOdZ7rWRlPewPQicFYcTbO7ED91VG5rp8k0VhJxs8cCBY53bZq+tJoIX6xcdEcrqaY1q0z2XJvg
QRtb1IiVQGBdebxB9levlSB4UOjN1jQ64CuMgghEyH/6s5CUpo47s5KurposL7ZmX73MLmi0iE0W
nelylpJ5aAETApi28Kl5jq1e55gJUKKAx60GB5u+r0D+1G9Lk4cFai1rpLS/yaseXIs6KK0345sM
O/72pMf8Hsxn+q2yE/02IC6/8WwgE9ooSd+CU7zeg4nceukQPZGlG35zIjfzsXfMEJJqnKcKr+jO
bcAlyfHrRQV8cbZNK36QqfeT5KLEe6VqZH9lLEAGduxpq9lAoK7XTHhwQywgA8N8rujsMYMGEELG
Deztg6Tee17xnOpNf5YaiNK6UuLP1ds/XB65cp1HLFsjHl7tA5sZAE3px5sGKAIBjCT8jyL46lt1
n/iebkPbqbQtaJqqO1L2zDw7pPEAomXSjhCkxIGkDuwt5QtLhAmwUO6VeuDwMx9St5SbOLYA+Eyz
Vy+tKHvQp2BszIYEhIRjuGE0l7ATgKbJ/PJqDjzcyASg0DxXGgoFE2t68327UWXdlanKlsXM1BRZ
Vvo2Nqb+bAHU3c1YFmD1QMmhn40IVmQIllzoSipuPU0MwK6rw/MHOWl0wNRe5zj1ezVV9sjPvxqo
bdpxxusjNYHdo1CMLtuJgYGeLnvAs8/jWdW8XtEAdR0g3WjrVukkeQsbUn9n/u5yHnpzR12zA/Zz
XfJ69U5xvqTxyW6c8dRiewW6w7Le0MzvpkepIU5f60+xhkPDggWVvquAMb3pjcldz/0m5MYaoZHQ
53VQXstYK696lQOXolNsanU0ldtZc4gboIoZurN77VfyoQSyzIEMOxfQNhvdcLdAH6tPqOUtUemp
WdXKahDToyDFuwYFXRtWsmZNsjkAskRWSAhqypXddcFpMSs6sz5MTmTtW9uqN5YGcNseuNay0rLf
PYDnDaDX/DCjFBDSzK4fG+ADITYo+1NgRNjYVonjB0A1fyolcDoBPJ7+ipChpqylYD+aeKzB92m9
RJrrXt0ot85Md/FKyMDLwlHus0FpdLKKSlPsRyWcDGO69A2A05VB6YJVEwxIIMxTXTKjq8IcvCuo
SpDbrAHp+M8YucgdHLPyDtTuHwYYDraxaNR/LS4AY1EiDbpotvnwMwUy3m/peY9xOOAQugIVUlrq
zS2oinBf6gNAxKcAHMAj4Jgrzek+aSVwcftKc3960c9Ja0p/sqS26zrpbGPmZcjhaOzCryQoQThK
vlnlZh7e4W3mFxwBWyOT6JtmZt61EZiWa6vwc8AcgY5hdP15FMdvycUDO8zcRVHD4KetKaEj85Vh
jfKHZGzbAas6xKdGMVevJ7+YmH7kURN+FsCOWjdgJbgHAk691eLIOHetGR8Rh273NZ58V1BHpn6T
NsVTkrQoFM5b+ysP4rvZZfOseRzRAyuu7lnj5V+LFElv7VQ5j+BuqP2oleW1aIpfoYV4Zgj8+3jY
tbaj+46JvwOgeqcR/EieN2yAUpeA12nAoZ4JKqxUNfOIBBtCbBnA6dM17SLtXL9YgWOsTSG0fSG7
fQTa6meug2kvD7m9LW2HfwF9a2WW3Tcgl1d4blUl3oc6fyzl9KlQ8gTw/usMhLdXLPWMa2VZSKrB
YvEbXkmfagC1PwobCxtskyrfmfpyPRoIHePcsToy5HOmQIx61wzeYF3ZkLdImLfyHSq1QdZiNZl1
xcr5nQXpLba8At2YbcjPdeCY21xq2gOwdXFa36bshzZZfq+ZwZccpIMbN0DoELBc7QXh1XYzTAX7
ykAHjnN89gNpaXiT9cCUQWCt8/EAU+WQZr3r03oESWT1kzwileFs6bb1kpqxhX+8JD8NSP29ixWG
fFK4xQ+PbxpyaOEwDmDf3bFlIN2YIi4euZmNQHGT0yYGHMEjyTL3SRuBLEwSRD9Mfwgn/KMrfUvH
S9LJ1lMQC/xoYBLrOLxqAcEHYlh0uQEoTV4byIODBtngICYHN0MX7kiWMN26y0McAb35YDyY1ibn
wFlXPrwqr6822FcXDRmHik0iY8AChd/UC+PLkFg4cIM+GTUGnipugsdkbDXhSeosPAGWOM6x//q7
jwdOeBpUQ1c0nANzHOs8JSx1SzrrZYg8ZaCy3nUewjZvdlmC56jA85oZib5yCjHtI1uRInYhHvzU
N9y6fe034FEBlZuD8UUffBmAB1LNIqMuDYAi79UP7UqoWXzPc5FdispoEIEimVV07R6Q8gFwwblz
Zj2yzYw6DJ4DPMAAwzwipqW6sk6NzYDUlT11XRtnh0FdNhcTmEfP7ZRsLTuuUCqZm49RG/u6Ehtl
ZV6izsWZp/JRO5W7n5AGvaEJAe6a+rnXBzvyAawwECA1bn+m7qR5hyxs8gcAgCOJPTFWZNTWmXa1
8ua3WfLf2GPzk5NXYC1o+5+ADmpPTcOGh9SoDfDQDZdx4oVcT4D22OA14vqmm6A/DLbPdfB0kLIM
EAHJYuTWzdpAsWfAxq+tPXlmjojvG0V7kqLWbM0sUJV2QSU2OvkCk8lLYvT5mevmi8fG5CAQ60Tw
GgW4O/wb/y6sJgmQXAwmWAF8ez9GxDI44rRuh3M6+2jl+oij9QQAhYhFXiSe7mugd/Q7/EtZT8j0
qddOA1gW6jp27/pT3DG/VnsPjizogz3mLSJsUM4ybbxIw/xKvRZkOyCkNVZtUESoywcjTwVq9Hsa
LD1bgmFnBOGpssR5ltiEKEjbU1drbQ8rhyTyqctEqB11x7BXs7Iw5J3nDnc8Ze2mcbm1HRDNfuCg
sN5wATrZONaSB5L1XvU0Cic/kwjb2fiGzCjUHRqdWEfdlBx0LwKA4JvB4kQAyFGA0ab9l4PF4H86
qc0AZ+BB358MLQKavZXL+8RsglPRTul97QTpPXKpcEYTjzhuepNVKQAUc8ss9ySjBmct0xq8PvZ2
cktwpgKjA3U4gWh9ckM6CdIZNm5yX8hAu6NGSLFGyap1WURjHw5nrId3QHrVZy0azCtZ7isdmV4f
BqbIjPDw74vNMuAq2zBzzZUd58Vu8Q5AeVQ42ePnaCina2F/qbSgvQDiFo/WHFhw1xIgnbvAs4tV
HNaDvQsKAQYVnEENzgMoEpybFgPjC0TleFgbLSKNFeLcWZo6D9T0qJpyWBDcZGbbD63opt2Qx+Ya
nOCwMIP6ZjGvudCoDcSho2xa0N8q72RfsaICoGNYHUlFG2V5MWyQ1rzN4KRYh/S6NHakYWmmczNr
vpLI+dxLvEZXmvBwulgO56xwvWutFnjUpKqbG/wm0iw9fpBbzIh8kE2B+VOpkS6pDDr2JmbTbhcf
i2kjh68OD6LDok+DXoXkCjCY4tDy73vwsMC5WDgf5SUYtFeLz4LLdIVtYrRfvJMtEiCNbeAmzqy8
WARqxdoiU+bvD0hdRIOnVRq2MWDe/voOUEhzc+suRBruAFbFsIxXeTyC4d7tJx1veJ0D/dJy9RP1
qVm6ZAP0GTznCjDGXULH046GhScy7z0EJR2xKovcfk7tYTzIxgXMmOpmLZgozRQnf7zT7edWz5EP
5entkUbttPuejkifpEEkKoGEgzdPZZelj72Zb0lJC7l3AQ7e6wSiL95PAMSJ1wlImSaos6Y9jkbs
PKsJ7Bog0Z5p/0QlcNSs9FHLzy7KNt41HlC0N30HRPAPAx+Uly4ySuqTPuDlA0ckFmVXpRtNpQbO
E9FQCYKGFcgzpP/BMzB1auQAvd2M06bDPs6817sKQqRJueJhGq34XlRWAO48HfiBoPS+p6bTem9b
Z1a3pu6g9Nq0yg9NkhcrzUuSWW/E13uKm/ZGnqLWHHdphpPSsEYUZEzbY+vh+KgKcYRgmmF7JTl3
EL4dVNUjlAIVL6EraiyrRLlMYL98kJO1FuagbtJwYE8eyWBxixLHCKEPjc2z04Crc1CRtxZOgZzY
3E+FK3ZDbIUvbKxOxRjr39VPHTHysQQmgT4hZlyGfhwk5rehP5BCUYJ5NMyEcy69aWVFduAbkWZ8
0qcAJFiGB+5vuzE/tcJ+7RK/BQ4UTEDhpUjLUco0midgIBtAPE8irAoRrlL2ZPD/sCd3i/d/2S63
8mFu6tbhuAZ8cnmYxrY7ujztjnQ1qO4io4G6MN+rkOyD3qLyL1cGM8+BNcYH0GiIcYVlRHjJ5S7S
48o+mjxLzwUqwcvvos/Tu7YGzUmNzJZ1EgUldRFQr++RIFzdu+AdJBH1IicEsQrLcgRXXBZj/1Xm
V101pgPUkaQfcUjQGn2z0XiMVb14TDpQDtI7u0R268ky3K+0PCDRFAjuJzhl2MzLgpiDZLUXzD7M
SwCj/5f9rBvKivux1ZsbcPrmW6nY08ttBrSFQFHTUWNobnaMROObydA7iB9iAIQik6I2TPOjkQIt
lbo0YnJsb7dvIyRzTAva7wwBMKcdcdoJWk6xz/Hhng3AGh4NKTK/Trvxq2ekSAEt/ymvlByo4x/1
TUBZgrwscv3C0lDgYFTVVyx/7vVpHHAuX69ru0iiFbcKJKA55TeXY60/AaLvqa1ijrr5rMZhW+4B
r72wgL4UuaCRMMNd1NvmTSKtA3WkibFhjRAbnC52D/oA4gJsgvU9deuwcu5Na2cmAhl+YFq0d0OZ
dgAeQ0CxbMfuQbOQem0gAgS8Ocjawm3valCtkjlpdJ4NXhgdBcWzFxOR0qxrSxDIwaB3kuJSmtod
gN2/1xpSYqyiirGtlt1THKNChjE82wDn1j7hLLN4QLBijQyH7qkvPQUqJbDv5KxdFanX/nTE115z
5W+Xm1/HxGDPsQxsFNqU8pqPdQQOMpDVt0g6uUcyZgng/0h+c+Jo31oo3Qk8p9qyuB42WKuXh3Qy
zBdD5DePS+0+sE352OURMPoK82VieJslqcvXpIWg/XujIilvTsmne6T82Q/V4xiO7soGGdp+nH9M
onVXBUoh9g5+3tGaxqnP1Q8LqR71/WKDTWx9TwMfZLqXpDsjE91vGhWWzMGznKdji+yhcBx+hiIF
WX2J/Fj2iJOqH8OoizsEB5oLA5Gqha0L25As7Jod4xU7UU8EpbijBoR/hSozwr+Pki2jDRJAWA7i
DZ0ZK7AlTmAR7b1z24jgXDtM71aAcvTOtmoq5DP72ohsONIBkgw4fqqS4X8Iyw4Jkp1T3o7xHiBE
+I+ACOmLermy+YjcMdWnq6VZZBIA4u5ki0vUdyDXC+tblWXsijoD7amJmmRdc+kegOitPYGBGWEx
Vns+jWaW6xycCZRSZAouUe+KGtUbDZIIhxaRVSVPrFOuvf6ZB2V0pSHH4GARcTJxIHVDiG6blDEC
Wuo2dDZOR1fHYRaNhigCvisyBD3VbZAG0nBWAFcOH+toaK/Mwp4jRmWOHBnf19YUPaQtix5y/IZE
IeM7EoHGyLhEA5I07QFbiEyf+G6wXZRAiiITa1Pa4PXSjHCH4yGM97VAni5WxGQMytzyFiL+RI5n
kdCcQ+GZ5TtZhGwn38S6zZ+dDnJKV8B8zkG6rpxa+Scdafg3cmBOY3QeRvMT9Up12wUbdUQTtWgz
21shYi0aj/L9q31l7seuAVmY0madDbY6o99Rj+4Mr5pub3LQuyCUnuJvg6SQTc2Sbjs7CHP+Uk+J
DfY5fEHgCCku+IOfu1UcNf2NWWK8BZM93Loc+6Cpit2dZ4Pee4VAdbCLbQfsFPEQ1f6vkPRpTIT4
6knX7Qro9qL2cWL1RPTmUlrdQdM44qBBZ34agu61W6qEA+p6OXJ5ifx86ZJthKylQxOa/7HNEZK4
S/Fg9kugLF+GAbHlFV1mOn44oxXW27HPIbQzdeKoGtB64+QVCXtWNPbroAAl59opH6XRVw8zvV/g
NhtLgA2LunndWpc8C+6pRxR/bGx/WzIOTgiIdI8mcpb25Iw0Uul0j874QA5JPTfNV4c0Jkpb/fHK
fDXa2Gh443RXY7OHPUrnJkf8GT8h+jkk/hgyxJsRVZ91SFEiAnln9VG36T0O5ndUEyV+WylyOtdr
du+cISP4hv86oJ6SM8e5bwtDuy5eKtur8JBod7MCD5i9LwBhtpr7cS3xA4+HcT3fHIKY0103Ovoa
3J6Wv/ihq2BwAUiSVhrAiNRHIaEwmr1ok/RMd00iWzc5Sr9qY11xr9pYeYDwSyu7s6uawnVBLaGu
/iVzp2bvdaI9LLrICX1vRfYk60Ov2NVJ++V/6kqUd647wZINw1bsErk6dnOJ1u8irTInZBmZxrSK
xirfgU0E5QxKaUR61iWKlDoplai0Y/rYnEgWzyZqOEaWBFYDcD5KEcx2rx6LHGk7Sbh57Srt+QbU
1ShREMI8M9jOU9Es5NzBCenO4s4v6r0bpcuhqPcdMvqP1FvmJGXU42MZDpb0NU00T0w6BTZWZ4Vn
Ncve3Yf6oI5ZTKhT0Ruc4KivpEDhJmoBbeT8hKX48upHaS4TAiT2nEcGWA7fPvdyw4VrSj90a/Cz
kqvZbc21Er+vPd06L+rvYWeXuypL+nOJwwkUfGl2d25V08WTtcN/+9Ok/u6sxDkb/umUDqmTDg31
CU6zG4DQbxdjGl26pEcyB2+2vd3x02xf4sUGhnccMKpHSpn3w2W+Ul1UTuEIDuyq/oeB+SnDJzwY
52GlTc+bxZieQfbfKsvo4vDdJG9eyPbdJAHSmf13wsVPXYLVJ4wx/GH6aIwRNkUIaQOM7Rb4FUNz
LGvXSFd0SU1aOzjSVc0ie6dIw9RfdPo4RNHZO6XFcvGWuma2CfV+ejcXuWh5cuDCHdeFrEvw6DTu
yevFWM2X7/qFZCiqn8csZDWbgIY70HggTPdEVyMfgC78zn4ZMnFIuMERY76ehyNRs2izjGvyJxIz
xjM2zN3Zw7mDDrxHICmD52fVlzZam7UD0guAlxLzhl9aFU2ex0HsNtuQjEZNZb3oka3XIi9+9jXb
/T0XmTgiR6KZbmWIOIf5g6Yf+45hi6I6hiiqY9Y0EmFiNdbX+UPktt1Gm9oMZIZ6hgRzDDhg/Cyz
JLlQD2feqC20hgPpkygxYraNutZ7nUQ5MrRqXHU4D0AgHD6oMUM/wtcwz24nozhWnoVv5m32UNTV
xhuHGmGvP3dU1cm1/D/Cvmy7bV3Z9os4BvvmVX1nybbs2PELxnKyFsAeBEGw+fo7WfKKsnP2OfcF
gygUIFlhSKBq1pxNrm6f3uraemgtCPUMAy+WFoBzG9bXUDr9NQEC8mZOkky3T6a/Y/qBswC/fQvH
KtjeZ3Noc/6iNBFKxNWq4d6wkYhv+pUjHzuw4G0Gh0HDsgwhlJMNqGWqZH9qh0q+5cRRwIKrFVbN
sxTiSOYU2skIkiB14MW2fKM1wAJvbWjU/59rxH7V4daoym/GXUilmh9x2gVLnrLpDKr+5DhWU7We
HK2+F3m0cdTo/ajU2AFpGtbPubJBz4zt7XasFcDRuv+Ie+H/8PL+uZwG9c0ahL0ZXcP2GZgZnsYC
/FDk0VkAKQZ5/IGUkI2S3IGdxqboHyACjwdkzg9MJMWiahOJ+JcTvJRdai0HZJJnMdPwpWvTcdOZ
BFDqugtfsKdg+zoPM4TrZmcdoTQE6cXhGYrbGtHHNDqNErVu8QidijCxLnTloARn5UGDdFXZPC5B
+iAPKbJdp7sLZLX9PW/8v8DWzlAjOS+QKKfGLvtH4I/jHqWJ7FpW4atTmOmvuKqBzZ/G9OJylZ67
TrZLGuhBnd8D/QJ27guSTXONbI7Cc+yI4wUZs9DyLnTV2NIs6zLPN5VdulBYEuWj4/XJ4e7ioVT6
bOY/kpaiaahjGHe8xNPva5rtmpXT1vHtQ++T28L/G1Juxd6K3X/qYrCOItAQo+nkd2Y5HBqx0nmK
dbKO5x6ZwDZic7t6oY7ly6NQXf1IvTCBJofN58jR7O5pZLyxw3T3ViP5qwZR0trRcbq1gBF4FQAt
b6FZDoqmedRpm2APCTcU58yjQSwjlJoLsMPPo3aDBEFYOUibYzDzYvVidRuwRKX9Eof9TWc5UAea
PxS0FR8oLYhxdMW8Ogki1LlhIg0OJQrzhJMMzwhEi5PIC/Mk6sY7p7EFYErQPVHTtJPzYBQDUgym
bPZi1eCcwjo/4+wRg0Ur612IUoYv5EHrMB4CVpy4n+RPJjAh4VgZZwWOvv8u1IHpYx8BI3Cz0UAa
4uyDIohoQdPI1rW92TZCyGWtPHyiY0NlFJU/yJiMXrpBVSge+VOPb8aSdBMav/rtDxibqFt3TQMw
dicjhFUD7EzDEiAG+gD6htikN6tS+db69idJIDKXTdk6m9uX1UAXpcj8L11ep8cBLPq3xlTgPVlQ
X7f/FE5qgU2AjeGSTGBhZJsUye2FO2sMG7uBaAtU20/eHEc1qIhf1A2zb90u0v925xgsOdPoH3Pt
eanfnCkk+3/OvTv/r3Pl/K3uH/Tb5/76kpBaaLam8PjKD7IBNLEAZXVOgjBdBfrb3k4gt5Tgrb5w
gsB74HpmaJq7cVdnjz2LDDQjUtTzmiR9dJDlBuEEBrT5qQQLztQhc1qWwybrkRQi233AjcZzOXjd
8b6EQDpq74Hx8vYpd1+U8MtFVifD7r6Imix+gubIkUwB69oYWMUKO5oKj5S7n90P5lIPWwiHZY81
y/E31J2n100RoeoLGJubjb5FrMoNkjz5w316C0FgsFAkQA/MC9wHuJN/xGFs7e9/Pasjfajq4tvd
RP6Ib8WLxh+bLQ3QRyXcsR8ibVbkcZ/g+jjEVp1Aac78ebcfvRnfR16x8316VCbdRvsIflq2qpca
pd5ryInbcmVzh3ULUzDklHI3RH50tsrG9k63y4QxSGx3QAvZDWxDFEYbnkJ/2GTDh1+3GRLBbEGD
NKuap9LVHzZUlLcbDiHrm3PHmQfgJ9Yk59v3oP79y1CXHI0t8DWpr1EVvy5VVq4KXQTXuDfOiqsg
3PTOEFxdJA9PVSYhgRj4V/IYSr4JSx4fQ2mKczh5tr1QY1CcR9MdhRc1ByUKDMyjo8NdG8+e/CdE
3EEYQDPmhlyo8WoJXCnL642Ttw6WmieTox5HthRA0K3u3rcFpwY4rAjQ5uVEc24zgZgotgViu7c1
aBJ9C1qthTYXil36K5luK87fmq6mPB6OfTeu7/736SzpAJYpxLnwYn4dLPMPtEbH4+jV4howzz34
ONEuqEuNgUfpTuNRIC559XxmgEcFnhRZzMRfhalBQVXtIayJmjZU7YI2ZwUSATwy7QEV03Wr05Vd
xfaqKAekwTro33ouznbUjYdIn6nBraPPlRVuB1bURxp0kqI709UAXOapQpyEXG8L00Cr8f7Gjv0v
mk6j93Wh2F2vVcSGZRDHLpQ7U+/qGoltUg/WwSLN5JJZYbnBDs8Gzjzg+iLaEGimqIN61Nwlx1CA
Ai4wIFxLlQpvA7cpAaQ/o96uDsa2EKBxVOFscsSql8gNoA/Jxeox7qNNMgIUdfNpbGbffDK3bTYl
6leXqB3kD8hLioeoA90xQO25v84jy16QcQQQor9dkqeRSXZK/A+c4T4A/nSPzaD0cwt2hfOAmkcH
kahnajpZ1JsY3A6ru+3/mmRAvPJo1W+UgmEtgh5c4pf15rQMYrD2yTdjXK9oeDBjvR1c8zUMxP94
zDqx0GVsLqlV9pdA443muDzfkY0aNY/2unvXleuiLha9UOOJShNwPDlir9sdM6dAMb9wD1GcIpCA
DC9IgHB1b8iWAH297qYOSjL/xa+ZpzVhce1s6W7vU+mqSfFKZ20ol/cBhCyd9rYUGSs/c/Z5pTcZ
wGEnlVTBLkr6M/X6wgpP49xQl67IRt14cn+UQlTb/+abJXV0m1WAeMK38wXjg4SCDzI3gajMJQfr
NPWocVtVgVQCMEDNnP6ZbG1sXWuBvQH1WIKvYRXebYxMpoGO7lACM0CTxqS0gV7PBCi/B4SwZczr
I96kuEQFMKAokbcnGzUhtkPxUjdRBJpIB7v8KIuOcm7KIQyPokTYUbZKLLtCf9mMy1uc1X/5kCMN
I8g+ilXimL9TkMNvaOC+1n3G3WY3E9YiRxqO3D3Izt+EaDuEgxBOuTVzQOa3boOimB6vT3+O7YZz
cx8km/rXgwZvpvtqdAUP32h+uM/886P+XYPsf3xUCwDBqhqEcYO33Fd7EfodvpMwhzJgIbib535O
l31QRMvABeuZmGvJb0O/Xd4m0Fya9Vtz978tdRu6W3+b+tvH3tbOMjB0xgmOSXPBE7YXNkpD50tq
3Fauel2rA5fzQDkP3C5pOLNyHCnCdG8ClLA4PF78d7/bskj32dvQHV5pmfuH0NXNpddDsXBqBxnG
hp3xeNlZHgTZEohNnclEjZ9yvgI9Kl/fbXTlQDplL7m+FkEGEXfAGXbpXNZIzb3K0UNwbNl1gLne
bXe/1E0PYI6xH6UBGU/vTApMJVy+RS64VypEGGMWyKfQxBcy87YaD76FmgeHIVsJLSycNrpSXFII
bLlTHz9RIwaZHjwxAv/wy+ZOebnpe4mIVRXHT9AJiZ90ptulbrtxiz3LmC2hrP5qWTI+tlWBbtVs
e1/VN19lewmw4qj/IlevntpdlkEfU8gO26amqJZxAiK8VYOM8gkx22zHuHelXuRW/kkglVkeJlU1
Sy4He+VYQGYu8D/WP9E4eZZ5HG4ahHVR2tDz8/SfjfY3sSwMOJbjpt9KKauFVRlnEzmvnRdkCxxb
29PkCAj3QkxxVfc2A2FT7bxoyUC65+MZxnPHeXGL1jvqgYGRcx7tTZY/TeW0qayav+h4A64DzMnr
ldtZyRP5VECUfq0/T6lNV61Q5wtUMvnO6ysJ5h69kE0BavpQrbs+BrcG8tHmwapT5yBYj5AN3goL
SE9A0m+MkULPUT+/YNRG7piekrnhodbHuofysz9pcI3kxd+Tja2WKn76tYW8c+bHT6jZzHamykHg
WBr7Ear3kEQbPfMZQQOe5nSZSReZP4UvtWO1m8Dy+THrI3E2KOACwDzj3wunBBE91i+K4VHblvXG
Ij9ZZZwB4TZl7jHQKGJ3Sxm8Qrzp0w2n4u+wt1ZhBd0Nv2Mp4l++KS8Kpc47NgjAL7XjP4dzU2n/
nzDqENjqgVBF/dB0mmTySj1qHD1ziOoRBS+zB0jUsqcWjPw0m9YRuB/WvoUAINnILcrqzTB4/aUq
1KfXyO/+MEWPHVQVNrrEmTucu0rWEbQdy/Bgtek79aiJSr9/9AHV/+VE5rLwrmneqONvk1XcoapC
hJu775TZD7XpT4wV5TLiDeiA5p1ZUkWo5Ep88b8Ym7FXGxTDYA83u9MVedMA2eqgwBIN9HL7KL3W
2kxHiEiWL5MH1tkYUOi1l9jlC2J82altZLagUbIB8QZeC+9KHV1whTuwaY/UDSDjshl0bG7Tx3bo
Dg4itZJ13hZpR/VsDWgQAV90NXjGyKTKvAMiEMkmgEnUM9kmiZN1aaZ4Qzbm5+o5RUmi5/T5hTzC
NjZgth4+qUdNM7/18SbMbpM4dG7PbtNsNGBiPRCmXfnggejkwQWx2EMIQv8DB3cZmX5zuV3KSWcr
VozW0pmnAEpSrGUzRktdIoXaN0g/gh1jfEqdbHpKPUgQZmNjNndb1Cu+DNNOAKABP53741Pg5dXC
iUNEs3y5F4ArHl2FauC6DZCkGlMwYM4NXbHKV+eMY8eeT+Axwb2uAe+fh/GrikUWB8m2b4t1VY/R
kZxT1rZnuvJ5cfAA+zlQj+d+D3FGbUUoBS0/LMsCCLy1bBT7N+6iQDn0zxaBaW7NVTTgzC2SYbj6
FiLKYS3UAaRy7jmNmnolndx+G2LvKQRKcAPxBwSwLTuIT43OklM9N3SVBuB79R1k0W4+ZKTm1h+R
gjjW0Fn/c16UTGahVIAUHL8guS/OuaP+bkog+amXzCa6YqD8OId8UKsaAMjVbbSySntBPlq41S4N
is+EbPhnrsCya5LxoeVrCI8CKVFk9TMyOPmqllGzAzw8fy20wSlEeRJ/uJe9hlmN0IWAuC6NDkXP
9nqqqyWNSp2PJ8DWigV186kzFwDjLtQbmOU9pzVyvK4rltBC6rcj5MAP9tygMME7NH1SWkj54DKC
7njqpDZODT3wVSk2CTzNtmPrPcQg7T7eGznZX91kBFHD4j5CVzRsUO926NyP+xiZa87/nfBn38ZL
eh1aw/RQ25N8CtSnrR2Er8taPjWzJUWkEYjd8mYiOwDOAD4D3wn2RPlEporlu9Kk7gP1yD5WeCGB
XuhEJlrd1tFFKv2K8H+/9ayixM/D3BdsVscjy00hlnZXf7hDlhzIn2ZGiflnBA7wMIYxJggJIjg7
8ew9ciTo5xp3bWs6vhkT7wPhWMR7CwMaOwskz44oopULVj6kc1p/5YaAtQR246xAZauex9yMgGrZ
w3NnDOLg4MV5HqTbAvbXMBQXgXSwVGlxBTKsXIVJpK5pj5KGYGzGa4JKllUpjXhOcKwCeBu3GGr7
3hPXa+Zon4JCikje42Lplrx7j4bUOjQBnihkzgR0r6c8kSAbtItXq+Ib8HnF72Poq53XS29Ni/kN
/xFG3vTILV89aTG9fS0KUbbSAnEDeaW+u+PD0LxIC3mn+1dxh7FZYafV/voq4F7S775RX1+FZlfa
Q8QyQjnsIipQvQPWBsSPZY/NgY7xAmoACYugL9vKnzJooh/50KTLAOXqjxlIWw9Nx9SmdkLvG0pG
nwrdhj9UXv1l9Tl7aaIaOW0T5/uxysTz6KAKiDxCEAtkwIN/BI1OwI/C+xMHKuvBHuwC6UnGPz3/
J3ly7FCWIqrk0oKq3JxAS68hcivrGmWAwGgiQkM2WS/0gNc6We4ONDbMkR4kVznumpuDFuPvKzQo
KtPMHqxynUNfeAnUnTpRg3wQWA8suaaeiQuDM4QEhKQMxw6nhvmShspOmK3rblAiBHa7pM/2MkvF
Ox42J6erxmdUzfZPkCZbgwJZPXlujkiUDwbJsovAvej2/IogvLjgsLELdABm+sqr/GXdQQqBnKde
jxev+yvNUaoMysamFk/N3ERWzJ9Yb2+dyB8fInv6MgEG/rftyPJADmS3PbtEQQViUWSj6bEr+Zqa
m9+8GjIpaqtt+VPhXwMybOwJFLHsye+AtHfige+QQ2dPNCANO2fSYycyAa0BVZXw7T6HTwXyWU5f
XRzFLh5P+ZmjFvTK8QDdiqmUqyBq2yubSUjTBxrC/lBfExDSIRg7NcAhwj0LAV4LsvCJBmkKoicI
JUyDvcBj/AKe0GybsGTY4z2fPgVcQS5AgbBxLD5AgaE/S7uOlx4SRWcHgLzjpGx73aLY641X/AEl
S9ank7Sgha2d9VwEcUqglXziU56eAiw9bMhIfZRcguQ003/hBVFDFWr2oaZAsHVX+oiB5qXNl+6o
yh+I56/SKZ2+RyWHWnTrFkckVXJowsFjLKfsHcVvw0UNKrjqFvANy0f6yQ+8AAWRAOPVE6JZXFr+
1ede+YjTxpYGaUI+zKwcCHku47E0i4AjyaVH+3tjUAHnFXG/71Dc9m6cLZlFEYwovcMeN+g753sW
4mjjN+EV6VkO9jaUDNeGO99DnoMgFcXU5xb6cs//uWqXTP0e6ZhoXnWusNmAFjheqhqF3Wzy2TGM
C3ak7t2GvF+FYsYTWQT4K8EP+svt1gc7Lh4NUo47xMc2CC2xR3/G72JD6iy8rnQPBOetJKhCK2R5
1zRa26ASGlFkt6BRBVQSIMlsS1hfMv1ajQC/tBqUh52DNqCqbqA4CagL9rC4/fjZdkP9huqWUKXe
WwBMPRAwkbl1ucI9wAaE1VVkvLf7pKHx+4e2BVx4zezmTSukyRCfDK4mAMooTdhnPffI1AVyPwlp
X6jXiDJc3f1rYCePNrZ0QOIMGzUF3nmuJDjzDE00gmSIg5OM7B6gTWe6osadZIiwM2ZllURhcDw6
/jIG0eQumGS9V5D1WmVdOr6bSY8LzwnYQ4Ft7GvJSzAcJyNeCOLLDSgd5Gm72GRLEM6H29j+Frqm
OAJdnaM2Sn01KCjPT2QDhfOAH/LXcJG+0QTyGCIHWTLoCRxwPjN2oW+NHwMv7VWiwcNv+LKBVxUC
60CD78k2CrfBG/u3SRxAcwDWl5L3+YmazgL7AZ+OdpyNIIv3XbRgZsTXoeHql6OoduC5QzhfRmrp
B6Bi75gNPDWLYmc1aeS+ubHzRwYmlEe6wrvf5FF2kcb6slQjA/YJBcjLP1zH1mytBPFSstMErwGc
Lp0KsLrOy9ZVNuA81NtLq4/iB6aG+AEQ1BVq9IFMn02WBBhyQQPAwXiryZf497NqGFWNQLonLkjY
Jw/g6MEtad08yf2+InW7Ho+CDElZ4E///ai7H/A6xVGWkDMHDs9PPo1v3NfInqWUnPpHY8fua/Jv
D9X6wCdkqJTFfWe1Yxcv6XIMUKK6+dNazF55kixB6fQskBo4CfCmfxOOfJ7sPH+Mh0F/C5m/7EAq
cR1Mnb328WvdetClYpkCjBvPzLZFsWLqgWEidgoIijoFqgZLJ8L7FtXlYDY0SAMOfeSCP0Ws5lDN
482GDAfIFFmINB2CdtXaAgfENOERTuuQY9/G6aquzJyjYZ8pAC6ber49qJno/qFLRjdRARTfbSip
xQ8Tg+GMTPHQJcc2RPRL8r0VAGJPdSuhas2i4gPfU5cGvKQG9/YvG0/jHoBS7YcfWkcfEJ22Lln3
j5wZoIJWtk//Wm6l1AEz1kV0/1AB9s1ptmAGVWNnNhLGICxegIdpeA9Nse6A/ngFop49CAaacbIj
HJ2svAHSK1J443tl8nXL6gxQHchu5BNvL9TwoIME4ix99Muk59hBlCJO+stOJjXbE9htg2riBJlW
QNNrvgLDg3vU1eQefehDrPQUQSTCku6xnRvIN2Vqk8nIrP0Q4BYmQLOZApC3B33oJ/Wsgs+isaDn
4R2+CdmQzVaP4OKwN4x57TKeZ/Ux7/aAKEBlT/nhsuNJf8zSdPzWC4Qoh7T5DkKjfMdYlUHc3pbf
oTnzqHWRPA/cqHOVoM6L7CZPQmxhp/7Yl+Y2PY2ieOcyq1hHwwTyGxXp72XbVcDIj+rkNrE60RU1
NxfQIuGvVXJjGRRWq2RKdhJ8K2DJ6VBMUiXBD7esES10p+9QjMJ/SqOqE7Q48nPNcwH24lZ/evqZ
PO06LZc9sEmPTgYNo5aJctOWPHsL+xrgf6yVufoH8IQj6gnwaSNTyU7NnwaIGDLB87bbxqdxL7e/
h1CrWI99/5KzapepLL3aTv4t5Bwc5o0nrqaS9h4aat6CBskmrRK1+W1w8+iH4cuDBn953NfIGlGv
ChO+uY6yVgbhj++Ocn/aYeM/WmXePg41iDvIjlg3Kmh8O97zvsi+yxeyeqU/7WUzWKu8yH+bXNiQ
/a1DnT3V5bCH7Ej4939c1G4TkWVKWntVlvihEs8tt76HojC6iek+pasxSMptlmILcR+gW5lm3AdQ
wfRdAtH85IOLOww4+zv0zfd+jMBXIHCUVIr5ONia6TD0idhWNs6JVVOGC4En3o8Qk+TQs789qb97
YW19A0qK4c7ApGieNM2TmDt6zxPT4SK1a/Xjf35SPH8STfKKJN7GICGBchgPIiCleHOMcZg70hV3
OtQz3ftk1M6QbDwjX/6w/zGXulYnm6MwaG5L3fsSW2UcUJGyjxvpn8O5KSKGrYgsthZwHMc/7Igr
IOWqkNQlt/sEHRc5yAKrelG7g7NiiY8txXys0iKIQCBEJyk6PkWZ56wguvs1nidWuecQyBrAYbyC
bm+0IdjCFGTyVADJQLgGMvUW37WpDcbYGfnwh/84oRAs89xxzQs8zsKgfQZlk34OAXdcC8GqNdmo
Kdn4VAuZnKg35aJ+mCeRP5nwr3r2w+QRZ+UdG4H6onpMiZ5nB+n6tv/rAhXiBOm18k3aUDdBaKjc
FTbih1Y1eo8IQHmPTQn+b6gbAl9/t8WV2BazkB7ZqBEZ3qLaG/Zp6SH2TbZ5ubo3X8vlbauWpY0i
EEpVWzGUgm4Fh0haJMfMfyA73l7IZoP656tsceqa58lq7HViAW9nmkpdCjnqNeqBEBFD4n6F6g79
2ngg4HLbPHofAxwyXBeiDKPJz50thn8ixKrrxndR1G3tGgBvxcLNxu3oFM4Hi1DHhhfsZxxCNw+l
fR8g1a/XxZjWR5RZQFvGDz3s03jwGSbJwcazFjBV6II1bmTtAG90wPHn/yCHwvif2p3hqxAe22W6
i/Yz8TS0xDKGagKRbBNgrR/Koho2yAtFl3QMmrXTS/HMBl2j4gI8EVHQqKXRKvpm9/646BD6m9kJ
HKhTXAeQST0hg7IE3EJdQYunrk5d6GWvcrMj2xTI5lSp7JN6NAl71o8pqfsTmYYWXPJpkmx1llZ7
butuxcKmeQML97QCzY21o+6orE8Vj+qC0Lt403+jnrR5G5FyNpEcwGjUv/4GfShnaAT1b0gJm/Md
drrfyESDZFduCJwEXWaWiLeVSd6o5+XFN5lXl7qKwcVWFNYB0VgGzk9077Z7l0bJz46GQ1iWlt6n
OTgE7EjVZ/zHK5ca2oRr6kJiuz6LUdRn6nqjgf5H7J44YKjRoihsfy1ZHi5vffzbJ4jYex867xD3
nqZk5opOoFY0iIcKFXXkcLf3lp6FkmW4FHuLF05gLSoV/eMNtn2kk1dZQ8zcV9FLAe7GRzaCjmI+
kBnk+3aW0HLNmsR782dwcxokv01yKxdPbm7So5NEiB7J8YMNxQgyoaTf16z2v/2nvQnsfh83WXC3
d1CGWyf0XEZ2j6OUCvkVz8/kAVmVZ3rFkImu7LaVh55Nf9rB7w/mymh41q4jkcYp4mPkevkzn7xj
PmO4GXfKo/RQXEpdaAWmm0QEAMeGbf3WFAEoa2Rpn9SM8JZ9CWEexsB2hDWQpr2tYYRTAgkqJChI
/eotiF/oAAjaj+mAith0Ree+OIqKpakisKQhUTp7FSg5W2jjfLSTUi+Sm7+YcIof0ON+d3oRvNjY
5Gy7eip2E2obkSBq/9JpXv7/HcBg/y5FyXcoJU2wAbUQwNhwA8AzxD7YW9kgUVVZwU8/NY+Jdtw3
cHlW6y5pxxNoazwcr+DqOTV763q993sQ/AuUn67SWg0PfG6GSnw1X12EJYqib1fIH2TjgozkTY69
gMwOrSCoip1G6s7/2Qx+hlrvgafOtkES5mky0BosyhFhQBWWwQPe4GDE9Ka/vAE5Iuzp7dPgd/aJ
rgAOw9OWLnFPi0MRYxs3u5CJmj+6NJd8URqwIY/7cjpNnd9W78Sw4yx8R1F7Ex8BqC3/QsXlZYqq
4OqMvLlmyRIa1MGVLEx4EHcDVe2euqDaADwU5ezLFhv0K5SFmitPV2AtTcAl2DG9hy6YWhhp6nMU
aOfoTaCGn3tkYlb+dQXaNwfMUt7KB3XRRbh9i9yotbFHaFqRiRqgucBiiGA4iEJSzcalN1OEuICe
H433IREmO1DnbrbnMbJRg831Mhzj/jlV4KAWvP4YMmgcTMx1dnFgkvc2eC6jofrIhVdv85Q123ru
QlSUNRAVrC0+7arQzjeTnVUfwkfKAtCwJUOUaBkl9fRcQxd+r9I8XFD31gQogbIKlLYGs0s5lvrC
ebahQVbNJYxM2VmwzP3wc3Sz6KFpI6jEWMJb1lQ2Q8bbpe5e8buiqGD2Q3YoeqArFDlED7PQ0G0a
DfhdCOh22EMvJMPvSGpacgpxVVWHTJcQ8kRZB3Dvs2m+urt1ZV3q2zTRASVfW4Ne3R17Gibxrvsc
GkaqHqQZ3P9OdtCd4BUSNu9A6A1rpD4KiFQhEbOQODaCBmTZWlV8uZlwMJoZ9UQGxVspHwUoq6C0
BMmnpFc+aqhS4N0RkYVmDkiiKrD6zdc3C9fOeSpVgNvCyUCZwaeoWdco41xSotp2+xFw0tB8GW/J
bsp7GxdJA2lB1f6e16YBWoIGaIlbwjt0csQvVf+Gc+C0ChkChVFdd28Z8jQUDeVODDZrrx821FW5
3k0+IhMO6nFP9WC7t2ho4beIQESqutiWqZ5KxX+QPziPvpZNY4QNfSieBqPuv6FqfjECx3JCAZM6
YcuhThUInBdzjA1Fuf8O0Cg1ZCO/u6202HpsexTOD/a5c+PppTN4oQnkAPYah7eXwatysEn4zno+
y70grFweUqbZgkbtvNWXSYcPt6nz/Nh/divbXMkisE8b0t48DKGoNqKzoKPrm9c5zPrUea16ZCb6
2bZ+9B4hc7oGU363m+bslJ6CNY7o1asDNMzDLYc121XmIAxQRfHBD/Lp3X63+eg+xSkoNZ2sfXJ6
/IbhqPJ91PhgK+hjZFH+7OdtX+5QBDsrF6afDqh0jW7M90yBR6nLk3IPaIl5sVXwIrpIfNrYNC7s
1q4fheO2J99GqssCxfvn6H3NBBUbwgDguVKVOuVdUu+GuP+6MvNVYJl3mxlU/swk2djalzvud49F
G2mkd2Ci5t6tfg2QjWONVQnk/PLu3MehB5FAL4Uir57ChSwBdUSuA+raUT++9EPOLqFIDoE3gV4t
AMo8QWL22Qq94SWxUA4S+7I8NSofX0bHHVcoc9dbcAaDUN0pUfs1v5Bk3p9LYDlOtx8zt4azSaL+
BJw8ftt5dER1xhonWL2gSDHY9cCxgAh2tQQNWbL+I3zcxLoE9WMOWtAuiMBBCZVhEEkf3R54vsEb
r7pP5cWKrXyhZDK8W6x11pDCrHfUnawWf042XUEPFh9QWbLP+lAsQWvWfRagqAYxNfs7ZslLJKrg
LQlsIDuroD27gmcHDgz/toqRG2QDJOgZKoY+Bw1eeF811wE4g4XDXCRcQUi9a+cIJR7/+SqauxSw
pNFxMO5OIWf6eu8aX5gnqMJli1ohLufXzwTtriuw9TV9nq8zqH7iWfk1SMhwcOShBtZnqEGnhOHc
mGnvTai/Iyj4/zb7vjTNJt+bTe0z+Q3F9uJnMOK7IPvcvrQyizcV5AwOIvDUxZvyYDmBZP2vwWKg
NTbhzReQfHnM8HsgwCOuQvXbUnZAaM89M5Q2wLYowWOOiweDBXwaOMeHVT7GehkBydsjypCjtSaP
Qwm4y8FQ0CPqCbaeB7JRMxR7pXLnZFu9t+yZFp8RKhVFg38oFhUggYuxq66yQHwbkSWrnFh8FmkC
8ogsAAPuZI0P/zkzC0D8GRSBg+LHYtGhSPq9BGHAViQoLsRDKfg4edCV+YD6HtvYEL3CvS2QoIrl
guyphSw+0N7ZPq7K5Nvk5/gPXKwyGypxjqz1S+ctvSSJwcWdxy91Pe2zbOofeTPEL06Zl4vCipsT
DTYJkiBuFwc76lqIpG+UG+Mf2HOqK2j6FjgssK2NP3ile098m+wx/H9snddy20Cyhp8IVcAg3zIH
kSJFBUs3KEfknPH058PQa/l492YK3TOgbIkEZ7r/sKEYq0PBI0TI1FwnzYSZzxzWQ+Wshiawt/fF
rRNAmxL7VsTJygUudApqrMQQ/laHBTUSYhuoXVAH/QY1Ub1jtTE8zI6DPH3tr1p9bDCD+aj7xN8k
hoatNgeJZyeJXjMDnKernTzDis+++Z/BxSxwpRSof8mJIIGklOv0XuhnnewIJyPA+zC/hJatZCgn
+HrG62uezdRWXdZd8h34ob7QG+FcrSB0r/0wAiOCrLge0TqIllMPXChKIm93j0VS4bul6ie5WkOY
/1JCPZcvIAdHjx+8ApF0C+pI77aPFmhYb4sI3aU0RX4AFOGcpWby/UorMMKbchu1ESZQ75v2legu
HV36Eg5SPB6BAxa/L9W2t1a2qqFfPc+4nh4pS3l5X6/2qFmFnTVYJqhrO9uYQW8vqwkAUIcvwbMD
bmrXWSV+YDOire2QikwEYuRdaIPP6Sr+6aJ8lJOlK36a5lxacwAV6ZoWPdq22eH+g17oroQFQ/OM
JGrivcFJt1MfKP3dF+IFHCurVDQcflvUHAo/ftT1zl1H2IItVFEYHAvsDunTMnvKqUg+lPOQVXmE
2et8aYzqc+EKMBycgKNmsB4Txy0oEOAkYgnPOMqcHBzq1Mc0CA+icKzHDAZzGrpfSvy2QYyl30Nv
NnnA9fzipXp4NDxjWOeD377/WVHhtrjI5hUazdQjrz7MPeG/VsjXUCsvu2DUidZZmmNDbWO+5efj
RxkGx6Jp0xcAeMPhMx9p4V/5uNXsFWZr48f/yMP4fdBEFT5Cj6mPiVnhxKnk8U0OEwQcPTZxYZpT
NicyyPm4rdmwxm5GZgkoFepRsb5Aa/Z+NYpz8Rtd+RB8Yy6yyFZfoj4GWJB67mUMzXFTlSOGqQXn
+SHKSvSXpuCUemm7EXiUXWJ9bqJjeo5VUvQ+KUYPyIE9oO7gnRLnNNfR7n1X+37a5bU2rWuEP2FL
0hKLIE3TcWFwknxCeDzAr5CIP41xQkRJHVdI14lVMEX6Elq8DvYQ+e1pdPuFrXdlt6jH3nroG5rn
QB+9WEzRrXPoFRmqisxZHLXlinNMftDQlj3JweKhVc/bAL5Dq2uv2cDl/jsVqcpWLpBLp/luh1Vp
1gHhljfpinN/nfueIuSTX5dGtPb1Ks752siDI5CVX04Z6nzZe151CVRyneoyDcDXP5pRI7YmZ4MQ
BPWjgp/nRquB5KK7l9H7nJNJ4AzbocP46q+ka+XjzvSU4O9kEvjafrBGyOgxd6PmWT66U2AdEB06
32+WOWTFw4fanrZh2uUox05a8SjMoD7VfYYK5GcuoWvuDJu/Umqkxicx4KLQbNMItFQ8D4bhf6OK
FJ6AN5bPTm1pKwtBUnqt3sqLRI7bTxXiIFwDDK7DCz/+94DAGWwcYFxLOfF7bVwdTMOLH8YgLCFE
xQoS/d0LBigI5va1e+vnwbxGni1uQELcW235NoAejKbkVKq02S6pPb6O55UxfaCrjXmqXCtTHSX8
BdL2yUNlxpRvOvwyPysGsoAQmxb/qhClg5A+7NZu2ocyL8ZDp9Q3w1JoGFp2/hUm2CGMsqss4ABQ
pvEPJ/UWF46yK0wl3o5NbN8m80s2GAjFDpmx4U9jPpVj3T05dLiKxnySgzC8eoM8/UgZP0rRbOXd
N2l8uOX6EAezPe9t5I2b56izwWW3vL9W8hLlwb4FXoy0hQmgdCmTIXA4ayMizNVkTEWPkv0Iuc5I
EG8s+/Cop52fryzLHjA8HH8PhgFOp2+c/X12LKcRymIGJGuZ9S06GwhujA5OcfJK6Xv4W4BDaczP
V/OsggwF4lNTI15QkRYXy4wfZOQng7ikXfCAUVu0VNPAXruJYN9iN4iiZhqujGnWWjHHF6UoVzCl
IDTMeIlPqMRnCA+riFe01XeVMTfZ53VK5dC+8rR4es3gVZ/aFD7DTEugk8e2g680ACH3HXpU0D2i
2BVYuU07tHmXcJeB856LnO+jxL0Y6J0uzdSo93IycXxjU6SYPMlZs4wMdMCQZpOzVTWVT9Go3FE0
YGG8wxi6CDCxGaX50hqvrVOcawx4v9fpkC90v+qf7FGtoRtjeBuEP3282MD+Q2/hwVaUZ3Me+P7t
1nwOqqXM9Y1SnI26LLSF1sCpwrEzXeWzQYWcGashWcEOcdZjWTV8ByvFs8A6bDPlSvRAnQvniHRM
NqHqaftAa386rak+Iv55vf+5ilj7jJo5wg7sKjqLP+X/i/7cl+Qq568w8veyxzOJMFoaQ9rsZKh1
nNBiLUgX8qSB37ROdeVFoibi7h7Qq7x4Dn4rvt6Za9DG06IMULk1M/Z9Cy1LfMRw5suI2u3G8qYC
3duZ+9i3/j7pkH2weq1/TfBZSS1V+7DoXaxb/of7Lh7cl2TSd/mcz5og4OXT6tDEYfWi43fq+m4O
Mbso1nhT8tDSIyNd1ODetulYdMO2yMHWuUOWoy07z1uhDyugU0d6PqI+DvNg0DY+ytAAubcadPTr
IJm8sCfr8P90qysSctW1Fv7rpME1N2aowp9Ua/ndkVP4fhLFJgOydbgPtf6fq/+fE3z0kcaYGXbz
RNq2yiGeh3uYjKc+6ynHKIaGIM18+PJr8dUs4SDIKCmVFMFNnjzygNVj+wMUHdBBHow/tcHDQqEr
vhVRjtiNqaTXpA2KXZnm/j4u9eSido22zCBTf3A83Q6OhXm7UAEUTG74LUYP7SCH9M9VVZvOIUqr
3xMyRFtkb9LGQd9Oqx/Kqfo95H+uZE6tUGS3eNhSmsTXDayEABTpJBPP4ZhWaVPkXyo8MVZ1WhV7
GQZVt5uq0bpBSjUftXT66YtvbqCcEYmo3xQn0Xc1MjJogRPCYIxXNVX5vQyTMHhuHUu76GOWvQTg
eWU68K30lPUWb79+rMGs9el2tDhhyVmUsQDMAN1t853nWOZXRaPlZxe4nRoZB69q8toHBV3Box2r
6dbKTeUQyl9YB8FguLp9vigLHS+CNNDfWzxcinD8CGsfGZm/0xzQ/is99fxIb/wIOtP7azVpuRqm
1d8v8p/052rFVTBdcNz4yfXLb+Wgu0+G3VkHZVRoxnbO9LUaMSByFPHeWq4OzR4rD21Us9ew1A5y
gaolxpITbHaK7F55dCpfW8iJgR5gqbQ7Pa+rw+hiyKHOA/5kbbKQSfZv1UFe5Uqj7ALbXwbRAGc0
qc/aOPq7EEJVtbjnUK7eUWp4q7tieFQanmyBMwUfRVXyfO7D9DTAn6cpbTzLfOe62grwfn+whrF+
RdlwLfPG4NQbO9GTHT4nxWZU22r0UW7Tn73C+I7kP/v/lnKgQRUQTTGA5z3aP2aVFS+p02SnLkm9
hczXWu8t09AJjpgHlF9aeyXvrngXHmyDfknAuewLcpaowYVdeC5g/G2mdjIWQRg6a8Uyor1QIIK3
SbFKYsd+H0M9nhAVtzoVdDedeDlYjxXt3ls0J9SSrrcJGoD3OqGDk+ne1/Dqo+7bcxDnIAKeOqf5
kJq3WPPSrdnp5t5LCueRlu64NAwj/5ZEFhsAc3xMcrtfQ0+KpvS7X/GFnYDYPFVWUp3GJsxWzWgk
74HVLTvVq2GSBJCdAmAyO2wPOMMlBV27P0PoTyi7dUW8cGrf38TWaNL89+A1TTDW5FU2XwU2sFV5
JXMNEO8Hw47QugOrshp6xDaHOMsu0zxArzTPMbxCGVnJmF3ayEGhZ8z2ToFxRaKG5gaTtvqKY3J9
FTnm9F6DUy0Ukeoqh3DsxFKuk6FcXLilWE61SelZdmmHNLLPrmoXT8W0k09J+WxEIzZeA6mg1gXh
fqNnJfqFsg2mFkjptxtkXwzEdNVr7+jevtLUeN+PagkIDGsXedXMuamryqMBknyvzVdyXa2q3Y5S
NYYRvXgCgX5MxKC/xWjiHqIoC3k7ERpODuEcB6O9DJtYB0wroiewh9iYTgDq/eTFTUPzeTRb87no
0n2d+8NFpkyP7kAsDOsoJ/sMqJHW6cpWzuZa4wN2B3VEJ/VWO847yNnqIAcFDapk8Rl7JR/ivIxJ
ugYPPC/IhwWFDIyNwUruA8XYxkMQNU+JH6gLKhDmMqtnfNz8Nh1mAY1UUVHLCKqLTEFr6lYBf/Ct
j+HBzcp770hX/S2wXzJ3FNlBHuiaqkr2pmZBaZlPdLZT0ejttWIjZycxXko//eY5M2w3MrOj3MDI
UIlnmMS8ZzFD4EVyVqsy/cWew3ReLGflYhW6A0WndM9JNT2zygT8yfm/dfaJ3abfJr9kl9W2Hb6x
2S9zqqLXIPsl0c3+QGO1SlU4YRLO3AIKV+J22MpQh6yx0B0RPA6AI2Y2Q7OYTKs/dVY7nOQVcpd8
zTpVvJahb8XDyeBfh6gA/PUwpoInMHJQUKm9IYqaLKhOVj9G3VrDm8g/0i7uV0Hm4kADuyBYWO4w
3kw9GW+Bj7ivItJ0J8NIiVD4HZQQ6xSWyHXaFD5MsW+f73eVmbcurQrPz0YoHO6TbBN76V5Qk7pa
tjlQpbAfOFIhE9VP40toJ1d9nKZHOWcpxWsXF9ZZzvm98nUQRXiWcyLpA1QyqvIkJycbI422onAh
Z+McIwUN+5ejnC07y1jok5sd5SzmJiEHgHI6FCIdX5pWxzXViWbQI/8iwNhIvuZVtZezfJKgEikG
1jDzLH7w1ao8qkOpbmzTjK9ySJrYXWkWxTMVP9B7bsrSEu6N5i7lEjlhgk7bBqrvLj5zOTvaPR+q
aGHUNH6XVCuo7zvD/VXu65RZASa01q5jg+tJJ3OhNKhhjBsRlPpXqjQayHQEsIdEt25Z6r8VhgMu
M8frN0h4yPhIE0KdSPFvLM3AW7qRsHC/ra2p/ar6oj8U3VtRdO+6ODpZV7zjvPhEYUV94mADKSOv
4GjOeREbMOBHiBKIjsdvCWhAy3ahBgVZtAVqBA46V6BdOLb1FlP53TTYi2yGqrXeQguPpcxrIFJi
G/Vq5BeZtijxYRXIOVuGrW5RGaZ5vvHqBNfCP4NNs/seNj2urEYXm6vP3D/rUgMwsJJnuBXxIvmI
VUk9whyOXGB6GSZSlJdV4zzlnCqzpB1XiG1kJ30Q2SlzSjvavpaOkZ4gdfgczMsWrvgMavBNnnvn
OuBfWAGqvi+Vd+lqba7xABILpZ5f2VTco4DDsXf1TOkXxrwct9/NlNkIvkTqcP9et9SEybDBtaEB
SeWn+JzMX/Axf/4tTKMGzVV2C7U2PgPAsq+dnSQXjtq/5K5A1+Ju3TWtuO8pAk1bxRqPI6paDnUr
iGDybkNtzGVZoipYDbHzNvon3Ab919oaVxrgrK0Z185Ot7T2SddR7sM32vyuVMDPPEC6uU3hEpV1
96jX6nDOc7C54Iij715KncIzviuj3Sy7oukeh9SOjpgfwwFx3PCLR73xvqKmNsuK/jZQStip7CN2
k5oMN6cOYt4+vAhg4yPk+YDWpG2s5Qt5gdE9srHGgFeuACkYVOF31Uzt5TAq/dlzeLw7aUZd1e7L
dzUOtnKl3Ra4Ovll+9QEjrML+C7diiDSngFGf5P/OZ09AK1l+7UBfbYJZp6caN3uQtkQibj5v1+y
m/QjYXyF7IdnBwyAU1PniP4AYV4V/XPv1e0q6RFgKFulf5t1tjmu9e9Dn6Q7+KXxxk3t/t2J01Nk
QQ/Cjr442QLymszj9QaNLTPIFZlxQ+aRZSgRNWhj86Hlw1wPfv9RqLRIkfx97YCl7D3wmesmH7uP
NkjoxfbeS9+5CV060MsyD+v6YNJyfikREqTujqm3zJdFclINc9zmWUG9vJyVQ+9ioIHy0/eEsf07
N+Mf8ogTTdoqvJVmsdGpwH69qdVp07ZRBJ8oDR7SeSOBQdySg1n9kmPD+9iW0XczUfQ3q8qVrQIg
Zm3P4WREG7aDLiAWfAGuCodEP0ijH4VaGQtDFcO1Q6Jh37RJvZ3SvH0uLP+XXKHE7gFpyobts1qv
BSSDY4EQKdzrKVwJdAq+ujhLTHpxTAzXP8khHrPgfvWZ603+nYAF/1oW/bnhfywztfJ6P3+GtLh2
tg9MYVEYkXWiY4cdbVEith6o9bSiP2ud6nkoevHsN6W1k+vaZmymVaC2Yml5OZ/xEOg/lRz1VFjK
KjCd7FjMkUx9DopdYlZluPelf92FhRL2h1Dtd75uvP07gUqPejIdbxsVvLGSEoha5qTHMJ3SowyB
elo43P2J5ZVcE6vC/D0Tz9Ny5j5MtcGpa+6jtwuMlAAQzUPvIsbyX7HumgEcqGRRonKEnsW0V9k/
rg1b+P4SUqq24eQ8LaEsK8qiCxN9rxYRsiabkUfxKS3i98ma+GpURHFSPAaZ/wwB3rcbNVU4uc1L
rClzN3FkYqlpYexmAgxaZqGXPhZ1yVe9rZoIPZlduvgradL/O/hBhGTIlD5+DpkNeMrSnj4zxfxK
qJCCdcmcGTHQT5vBHqybXfOrqMes/EkLrKe+8VPz+L3qldY++5qZw40z+yOQAP/U506xzpDBfe3z
/qsbt+LnaIfLSq29b0Vi+PihGd415qtwO/m+vo/VLEJzPUhXE15c7wUoZ/kDhD0B+lTddxH6eFlR
iUf+pSz2hqGGO0VVqqvhjJADJxj1OZrudCfDx0aD356ZXoHuSjQsaHoNF3uWzpdXtJ1SDXNFxYbn
twBLjcgYH9mtlUycQ6Mu0Hdw4LD6m29DxAsRcra06zAeJnhZVbl0EiU6o5eA8KkpUHHVggzu1hAm
c58wvljzVWbbB3rA8YNMyUGbGx8BYOTFZ05eTeX4ZhaDO6uXPOMuoW+yTAfPPQ+qw17AjtmN9j2C
YDLnA/bbZ3UWLGTOh25xgUxZn2P0LFxLEfTP5ntLhydjFqdnGcm12ryBag0MA0xRJVs2nvbB55C4
BEszG+Zhbl2ns6YQCG4QUnOsNFa/D825pVSAtm5Mx6/RkKN8OM6DvMLkz9/FBnAC30z6My5FsAFF
e4oTbZnb/o8aouABknHwFFROgNLGVy3Q9IvMJEGWPjgIyfhsKjdCM9yNrEvLyrMk7w0YIW1Mb4wX
Mjck4S5FIRyTMmrTNALycSMn7rPzYo2tCkyjmf7n9419CJoheOvRuk1N5FULjvfHQQ+Upcpj+X3M
2Uqjo2BcTNtOH6nmosXDo/cdAWJMVJAkPEWdX9x0r7rKPAoO8XpMCgNwTghJV2C3O6+far2B/MI3
sXzd2BVLJK29B9Roh13duLB82Ewt+Q3A8ptDKzQ71CezdFxVZoZsx2zriMemsvcFL9rMvo5y8KeG
Anji6jtjXmKjjHLFle+vFZnbX6NQ/27Vx5ryz4+AjTGk20I8FSgBbQel9PaD7fiou4V06cHavhtd
dLSrsftJIemstrX4oqfFL68JP1pliM/dUPO8UBCj1IrAeNajMFokUOt/+njhdjwsOcNp/H6mEOaA
h4e222TJDvi7TfmNR3gyZeEPPUJlAa8gx9BzdqP+URep/SN0gcOA4X5thCXW7C85jeZlf0K4Wayw
XA/e56Xw4I+pMmu9G1Zwo4DkLr2E/pipt8ENvr14VNRuU5RauG0Tz9gHnZ5uMZ1HlD8ujS8GVCws
eYOvtWKq69wxtX2LhfVLxGar1yf/Kw+UYkWF2TgafqU9cVj/kPnAbCmaU4ehKSfWQu2VF0MxD8gB
1l+joVKWSmhMD2NehdeqUvMFrcbqq4FuEe8C17rYPDgfwq7j8zJP2Lp9jITprDBTDJG5++9dvV4G
32EnjNvPyX929m1ppzu9zV4/8xCbAyzH6AoMPH4fGonjnRG5cDEbDljHeg7aP4NcIJfaEgb8n2UW
HBW6/3/WZSG7KL1O0e3W06eocbyziwl02ETZk0xR0NGQmEzpPziGHS99GI9ILKrVTk6n8GS3ao+9
SVyVPwHwxvt8NshAphcPigD7EYwLUGSZc3IozZkNqmFAOaeaaqhBedRgf+h846XhfxUoWa4zpS33
wudXECdgJuY8NaYJywYvPfpq3t2aUn2R+WTAOKlIs/Kk14lz0WszQ1KF9wGgd3UhjGh6VCytO3cK
ih5+kVUvvaH0SyftY5q8gp27NyCymuUfnoHkkediltbWWv7R7dC6jT5GGOm7xkNdsp6zLuJ7Ixx4
xC/KEnU8a1zfb9bUnWf40wtqAfohzDN1hXtzdmiGslny4UyfnV/U+b2bvLZqkS9szqMYhUXZsxLH
gCyThprpHGr8fx8Ci5KdDKtCeMscBCMHK6M59lFYAUOKp4/IExeVAvGN4kB7VFyHDn0pxo/RNS6B
rys33aWtRlcJc5zZs7NF6vqxRezMMN1orXb1cEisHuuZQbUWY5wtu6oxXRt0bGztPcW+DFnUfpss
9YcGAftdMUeIpFFXvJU8D5Yu1J5nHX2cldcO2lNpTsoq4dl2UUoj3JixOZ5DfSohwAv9QadYuGvs
hD50Q/EJ+g6g8T9Dgh7x/wzNyXtrxsrfyrX/LJOGA//meIJUiwF241bzppfP2+KhZiK2c5RCYj0O
l2WHrUbVlgJQq7EL87LgeGUY9MZdVZwtEy8X0bItaBVFOzdy3Twhw26y3huz9XbyfjkpB9Buw94q
wfbMS+83zbcbg057ZFT7cdN7qnLF7jSPF8EXDoLtaXLs5j7IEHLKTqBxdfgn/xkKP9y19OneEhUB
mNqBk53jVLOHJ15twZ1YT4AMNXATsfjRK+tct2lQztj33nV8jHA9fI2C2jqAF/DP7PPUlfCc6gvH
TKzOnOan3bYHFamm9zQMlumAOc8/P2PECvp//IzOt37/DLPQ//4ZHhv2VaWWtfwZelS38megj6m/
12oNDxdg1yku0ZKaCaKxZp/LwnRO7UwQBVIPs60LkqUMlSLqeespIVX+SoGX4WQ29Jqs0T6Mqj5a
Rm78ChyMXfNE/4Yhtr4oMfO4YT0VbmIjwtdG5Jy+a0PZeBZYz7gA+nLnHOAit0jKvl2VrQBQOkM8
/bD6O6xHrV1VyEfvyhniKWdl2NXid/jPvWbfQQ4W0desxqRM1zHdjXqEepDSSn/Hdxc1GTu1Uu6S
z/nK6J4B1K9i4dvHODei++c7ycWti+P2lvnlv3lYa80NqJi5Lib3BeiKTfWxFVsYifrV8lB3xXAE
AZ0J84B88H6OUXTjfJ580YOkW8XTIM4GngfIJDc+TkQRre/1iB7HQktLIFrz4AExuORB+Yb7S32g
hIXcLnZ1BpLe8cI0inibFUG4MmYKmxwSG6ZCOz1NGsw2Nlli5RjDiLocCzQkPoAJWBBD4EEth5a/
2GT79l5p8Nq21BqAclIX6OX0DSrztnpph9Y+yXudyWq2Tgn8MUCuA701YFT4a9VYHyfgJyY8NjKJ
MqJh8P9iOU/DWtnIjkeeBZchNuytkQ1iXdmB8gQzvUSgGMSJrucfccxHqHO9RRLHebBwZ2eXsLK/
s7MLFwZ6kG9GScUbXpp+9TvYRJpfQuD0HH1vFpSbIrf0TuaEzk+1HSYk5yQxX5pMIm4CGPxPzqq0
6tp5Y472SI+UyBzKxQAR8l0n12EVtjS7vt6boZUCgBjT7zrbFz/Kh1ejb72Njub73lFT/WlM3X9X
TDPBUa5wdUs8dYl2okSytixIqVIXw0aMfplVwbj7lMnA3LeAiPgkBTHwOHZ3/RSDFaJ3s6HWkgOS
VoMbsJGfRR2Ko4zacVAPagEuRQofyVysmT8xIdXuK+p5RTEomDXPtzs+sg2m58fIYObTLgS1s8hn
JehPKoVidr8nJNtCTkgGhrzDHdtw8ZmTV+6fO/7XRLfphJWd3TjBotvua3WDTiAOSzPVyB5ShJ7G
EGjevFdB89F3lqJGv7PwagV5KNdG46+o6n2oKReZa2NdOd1Xy7jp7F2jpNCL5CtovaVsHFWUexOC
qKuUOqI3/MdNzbZ36oD6NdrVIMHjwbzPyl+cPc/araCGP4F056CrnMInGk/+L57u9weeV/KwFuIt
b6yclqOlUhkIx53Wd+UeRcXpbNigQydrbF7VgmatFvbD0e/gn2h4tbfoh2udvzKTqF24Zq7vBS4f
CD6l2muvdnxSIe5spmnSXrMaDaUQoMxezmpVg9BJJcKTnPVzTBfraLwOM3YIp6FCjDuUKdlZlEV7
buZBMUV2TCtlK6NaTO1Z9TyEyKE0bDJLvQL8wvKgcjS07+dLOQzDY6fQ1x7n3W8V0Ai+T97XZQHg
2Rx60Dirci2LoQ5XvijHFZ9F0OnIzyCh3zfNSxdVOwvB8Y8x6N0VUlsT9W5bPLemD0KPPNy6cqVq
7sSxyihuvdu/JGlqfngqLXp4SOIhzHXkp5Thh8wryIEtqexRKosV9RJVw6IR0zM0l/bZhuZwE+17
HPhmsxzLkoe2Up5bz2qeKa2YS5Fn/U4unZxE2yqRVa7YgSWLfHSGU6P4KK/x3N7jghq9acBulBmo
EMbZv3la3uMHXDi+q/QnKSQde0V+lFefoRWFb5BXv9RsZihaO+IqB6+HnO6qJoe5P7kgsT68tk+O
efHspTirNJU7bs256FuHxarpkvY1AS9yrKs0WGFI079nY1wuPLYlqy4s+mU5q2jlGXvC0tKTjQyD
LOwvbglda560Rzu7CVODjmeH0a4u7HiLMiu6loioXAt1OiQ41Z5kJIcyL289QPdj6KhABedVXaP8
8HwBFmmOZN7w+5qDMnQ6c6CComOrWX4b0KfbODzU0KeeCQmOHHE4D06l074F5eCtwZiY1dqYm/Hx
gGfQUER7VUGKbQOJOx2uOqzdfJlW9UidLHOOUyFC3vxdmh5xF6iAvNfBCSxzjqQC74a0Ge6XMpaD
3/MFifuPsvnMTZVIuxWkLrD+gb6t7aPlKe1KNEaP3qWtvbVNvOjNqnsvdLPaTaVQ1jIUI3t5q4ct
0619zwnfddw9yok3bWfYfKbMFP7enFdVBHtro9cOie/VX1SEOeZ0bXEsmMHgKKcQxpWWLipkO07p
6EU7WckeKc1bkQ1tqez7GQtlXxF14pnV5m92YoRHtLbrpQxDNOM3ge9GWxn6COossjiYHmQYj/p6
6r1sPygoLY1BhGzzUFYLMWtwhB2SvDSEkkMDWend29oiV75Eel8ewtZvV86gmA8GlNEt7jbWRqXs
wW4AuP4Ujs45H7LfV05/UL0ovaflXFhiI1rNxrW16n91qARMr3NHLukqx14oISUCrDm+qUWpPN5z
uVXWS3sAQlpVivcoh3GettqXotehCMxpmWlV1dy6pTtiDxXhqhexJVlkgbJHGd+D7l7Ze6TG2R5Y
DV3OCP+nB33ILiaqKNdUq+Jr2/njOcabQUYyL4fpAeqDf0Ufq147HTYouBYnRzvqtRwHtCA5/hXL
S5n0Y493eGTeZAozASoVNNeSo5wFhpWW3vcC4PnJTycK8SLRh9XUi3BVdBjD3WM5pYroh1vVwwLC
GMLgY87jXPXchdkV44/2tVM860cuOnPBvsd/YltQ7qwAHGuQm+bBShrOerAb+pnx0PegbVsjvMjI
LrthGXuqsZOhsJJ8RwPNhkbDDRQrKsoGnM5nRJeq6u1WR4PtS2rDL3Dd9JZVHahKjuOUpNEaCtEt
RTgCQVZTLmuxLCm04Db2jvmIDhKIpFlrCBQIcpbInm/lXdU4nFxMXJ7UCl3DwWGjmeG5bosbnGL9
5kBxXQZ5BeF/DgMXwwpXT4yFDIGb6zc1C9kpWMmTvEtL+u+ROo6XdnLjGzVUsy2cpwheyc0uQpqG
je2sZdjrXndFlm8haq0Gu23nDzRko32sYLA9IapxpcQE6JP90DcExODSWO3PpGl+uXU2vKDU46zd
0vKOIyoaD67FoyrIYvXVdZJ3kVjdz6lzV7Vn6F8pr7VLP1vnM/eJrYR6iZEMXciKQegFHOlSDKRh
c6mXoIALK0sGyVwdaVwlOX/e8Tkh79CweoTnH3DwMiNTeUJZaDk0mvJa9jPkgz7QQoaJD25nwEyQ
r+DQf+NYB440UuytnEVMQFuAfRof5KymZQBo4/6priSjcpHilaVqrfWjarxoYU5O/Zy4NNWdZIB8
7AY1EHsavG5mjF9rmJ6Kj1KNqXbmWbjdzjWF+j2uip9656hf8L+Il7XVJ8857ZiVU9vxxew8Z4Mi
1PRQBzXygTMTAxjb9OBmtbuhEhVfVMFeKRBV/BzSyVzKl5pfsxiM6bsWqDt7NLD8iuk+hWwVsTLS
Kiq8Tj6BG/dGKAENDTOQeuODC9USotCHmAM5lHLyryUy22C20tjKuPtrjbyUL6gV2CKW9f9xdl5N
ciJRm/5FRJB4bsv7am90Q0ijGbz3/PrvIUuj0vbObmzsDUGek9DqVhVknvManUJ7f2xzM9qY1dAs
gZ1P106I8RrPZwrcPpZ4Zr6WsXsiCeEBN11J92iefE9YYfGE92d/+BIPceHhDxGdvNo45Abi4EFl
Nh/Nu5V44sMWjn+cwCcuK6+iiByWwA0mr0LxRfXeBp4Ecprul+FBhdNDJZSrpig0qXihCK+hzP9K
N2UlLy9j6nA+1fl1U+vqCpn0cZ2ZuY0z72A9GtC7dnnidLs4Ym8ltAyrccCqP3m4xTyHQo9diFu7
1mPA/9ptZid843G0ot8z+7GhBj3PBDMaLJIcapreoyQoD+L3mRy2g5Ecwz79lb3HiijjASzHkd5R
6qKMgkmyeQT3jFaBz9PvKMe5SH+dqeoQLpGSqFf32G2KY3OJPFXpwi8Eio4rTQmUozLrVpazgmVj
dHZFEeffsZItIt9Epm+O3MMI5rB614HJ08SqV5GJtImLztlHRdMnUJHUxIo9fdCT+rsM20Ze0/rK
U3zmu5C14FwX4rUHsQWUBNI6MNK5WjeD8gjackC8sYo+0tJQl97ICHPFLY9OxFtdJB7U9imuPRXD
y6Tbdn5kLG+5sjU/rECJ8Tghq7tGe4K7Dgqmn9IlAtDu7Ub84UK8UtrhUKJ07bf2J59rY6uLJNjK
Ne3/Eo7VOsCWIYpeM6sNA0TjYys8eDDDJlp2bMksNptHXsmoX/6OgfZTzjKrF96rYevmTo5kXMht
GfroAfqr0bCUQTcW0arHYBIBrDI/F4NN7U50h5pF29mLI8hfMiHH8myaePWzVck3ZZRTMJJBn9rl
yokD+A0bp4iMVYml91GfX+BOZhruTo7lIZ8z8kxNahRWlAQtlLGv2A0XqeXucv2bJtT24LEyPLoR
gHh7PsizL7E/hrlv7BRr2P7XNBlLJ++vQeBPbbce4vjAWVEAqrsXxPu0h8gft8M8kgfg5xstmyvC
cygC4orsCK1aOXQcoFqI+LtrENfdi+V135s8ULej2zwAr1Ueo1bzHtPJ1bfCQJ9aDmWibw2Kf5be
bWqz9G7zQLWwTkmQZc8SiCup/ZiHtXu70aDo2mm+LWKi3AcmaAzz39cWAkbrrs87dyF6p34qy7x5
6m3auywp4WNP0ZQsIZhUTfUkJ0wiSZagW9sHxe99mhru9DYCVFtmAOjeZOzLWf87+3Uem94nPS72
mhixaYmEOXtI7iQ5EXHuGHpeGR8cP7Re1cH8I54ik8I2TDw27mif7an8PjlNspMjdlv2WZ6xv0ev
I+2KXRaG377E5QxEr7ttHNAtUINpuMgDTcXxAnGWlQLFHBlyVDSCb1MiDZ5WA+jmlpGT79c6jp8u
itzBuKl1f91PZuHUz06ymy/hECDwVhXNP4EFe9wEU3kQ9JDfMUA+ZVqbP9F5jZ7TRN2lftO/t3EZ
HZV4bJf6PAvCfbP2oOBtZTYtahCvInYu9NC8N1rP8l4BbtIXE3TSorSz4b1LlRrEDa4fOMucsWy1
DnHg4TjSWJdOhPZFnslD0aTQodqs3qFkQI+Uxp110TwVszQTJ92JDx7Sg/OFgP2sS6brW5Q2Z/cS
Qk3JW0RNWXUFhrFo4zj6licBuhMJbgRuaMRPcckKSsnV/ofjK++1OZQvJcILOw+b4k03FtO7qMVO
TsgSFhMsUIprT7X6ZEAPX+Vt0iMH/RCPvnaC/Bwu9DaMMUKseFTMZ1Gn/jqTMW+YBtYsPebe6LFl
lrEy7FEc74chQtlmbEGbVp2/nUCC0qVs2M4gKg8sF0EGeVZMvnpycWhLcmF/K/IQIQMcYE5WNqlP
uRp9k/F86uplCYztrNGTfSgHAJUykbFtXCjoNFy1JoivJUy/WyKdF5S13fKg6OP+PIb+mbX3Qz+K
+Cp5yPIQtoCWK5OSW+SV8ZVHarhJ0mSWVbeSq6ViAxpXWIU6MAWu3nyQCeSo860RKiOr8f5XzDDN
PRpe9hUJRErOvmh3UErDVwADOoBz2EC20oYImjXmNgrVfiWzrY5GiWvSTZVDYHfKabQqYAHz5GBA
zatC3EYmsyHatjgtLiS3L/tN8JNDbcqHkzUz//puaI5etS5NFoVGOSVb3gd5ugVOW5/RI1RXja6P
y7aFfD3glf5iV+01VWE1Wp6TnFpE6Ja5GcTfSrvwF7TNQyrJPhBEx4HtkIrmtUrjNbIcMd4bmlZv
WgcaRJE2SI/Apasugx/nu7RqwkOa2HjwZlDGMjtTzvJQBuOvs7bQu2PQpOt76Mu0VlTvg6apuy9x
OTRVPVpRGtXKH3Xw1MRJeiMlNgNCo3KozpDx0eOVqAo7OUmMuMzKoUSQ3ydLuPl9mHX2cnKxPyoN
17myDgwWrD9CAOxIt8kYXQEXnkq+tOfQPW7WRblJIgTzZKLw0F4qw++lPbJZEFH1I2irlTXZwec4
jfUmrELYVkmiPedl9l1OaDUkgJq0jJ4qXG0OAlTE2kf29luOcN98h56NFUToqTp0MG2xjwn3AhzH
RkuL6vtSHpumhuKg+tG+dXXvtYMcZ8zZqCr81TiK4aQ6bvIY8wlYyAtC3CBu9InMCFGNi1z/2tu9
BhVl6uPwwY7iv2u/bs4x1L5X+gI6XNcpOmZJn74Oam4sU92BVTZn43by1yz0AHP6s9KROZgDknyu
MYCsL9tzFlmbFs3pgyUzt3xdxR9BX8GGVFv08OJ2byRujE8Uh84T51zDY0uG/AEZ/G4IqXoMRfKi
a1q3b+wiXsosUv7tYxIUKzkSZh+/NHWCyN27JL7cOS78e3o89lBgDt2pvpFf/PlMJuzaBG48DtPm
BkikqoK8uLukZdtfhVm515Q2wTVqPGer89hdUBRzrxXle5t6Ew28aUyrrQzK2TmLi4tJI8HBXodt
+4XPGvU9K6qv1XwG1uEezrIadg4zzXmmzMuZ8jDfwEurc8KaPpgrYBQFmyVwA/8YR07+jiHIaVJx
p1JqWvilggDKHO5txzqpaaHCmGAYd02GjQDtfmRteVIjejQ8TopizRg08znT+I0qxX2UoyQzDJQp
8viWrKfZIRpBcVTV/ebRN1Moyq7+EAV1tgWHntyGpZYbYMGG5DyIahcnIxa5sdXuu9px4TDPF8wH
nXlLiuThtpQCoUm7vJHpStaaaN24SbQu5gJO4wzjh6Vnm0ZXzZc4a/OLkyfSHefb6AOQZjeNgnGm
6q89gOw9XAtrKeaHQJXTh+r09ldW95tsn/fO0XdhWPPlhtJqjWcqZcWjje7oQhLuahCXy0KLp/9M
hPMVxX9coeTCWKWh0AAoZgWm7YYJYaJAI2jgFX+wzSFb4XA+fuDlHSwzRxcnj5faW4HIvpwmorw8
aI725zR1CDT8tyvrzeJuwm+B0KkJZZD5aTpmLIfAFIbL3o9pG86xe0KeGarubSsQUF/i9+FEV7hP
Z6GY35enZumei7rXyx8OVhe7xM1++L6PGj2215j6wGVYKH6NvVCB0TftPBysUPU5gYLa0+8W11tM
lLG5zaOcT8skuqMqvHpnwzbCvgU1a7XW4KLgNytHMt4DZdv2ETh6GbsnLB+6j85S8B7vQE+s0Jfy
1/dYpPju2ad23UOzcBcy0aCeuaAyNW3v82x3iA8DMpz3f41MJiDNwZvYiHiULOQLGyXayeni5Zd5
E8T2our0C/4Ayb4F1D01bUUnqwI0FyN1sHbVOrrcgmUTRhczrId15Fjp0oG+LuhzGeEloBq0dxXx
LEd/XJJk6FiYmOfOl8rrb7eS4yFVrk2pTfvbnbQc46yxpsdO/eG1MGPn4IhJWdyHyMkovAj9fxpj
QLzG/44BNxAcHsjqEd2O99LL7EctUexHntwqeDa75NUyAaqbD609jSszRijKTFg0LRPB8sH3odLf
xlNk7tXIgm0/z1b6cnzo2++tmSFKUdPd87XCPNW9EpcU4+bTyWGV5fOfJ4c2ioPlyq0n8xSlKt/p
SLwVbWQdZfY2ZU4mMinHQarbAAIQhLtdLINzzRa1gcg1T+0Qv48mIPv7LW63vo9Ny6v24VQf5A+W
cXv+KfJs7Jtol4wIrQeLrvbsJdgibdWErbppvax7Doq0uCSNeQm6FmRKmdEe0YupPeJQ1+FkB1ys
tqpiKYcWSvrPFNwWOrD/RxlKol5b+b5yKVENXfhg709IsfknpKEC0KP3MR+uaOWwP1g1PlWnwO7p
9sipt/kyfx/LK3NtfC9goELp5pYydLuvHN9ucQvAYykPiYJcFiZOEShe893RigD0pBM+TePl1urV
qihYO67qb8pqYhU01O0C5V4WzkgTLpok5un0W/12nMVwbyq5DiWK30malvkFUieG4ui8LBulzA4i
cbJDP06/Dv+fMa8OvJg181RvIM689lbdn/RG608WGDoBiWAvR/eDmJP3oTwbw4C1cYGJ5v16mfAD
f7hNlokmqN/iLi3ZYqsxFAoUNZMhpi2PMQbSChx0DDcOzSR+dIZHy2UyTf2UG8VJXiCn6ap1sLSy
Hf/WWlWHG601R22Ifx26SlER0RA4UN5OATyDehTmvo5wIFr8n6ff74E8Xb6mQp8f8gSNEtG376Zo
9CN8o3gZhV4LG1VR1nbeoBM6ZyeDsroO6vSsIam8rNwErrOohoMNAelgzgd51thjgqaYJdKU7UXM
8XauyfNbRF6nxu6Ai/g845aTl8vUPX+7m5xql9Xl9rap5odeO32KXtOe68HQ9/pQBZsQRaRvVfTX
FKrBjxJRbFBCjXmEPa08NAqfyJYtzw/X6z/htopVYXmgSVu9PQsH3fFutItPG1dbdOWoEQtrql9r
pwdSUJSf1DZa7Oha9FjmaZloj1Zd+C+O7v9TZTmoKpbVTfZg2R0rnBZUbRP0ykthJP4Bb6wE+hLD
BHLgjBX7KUdjpIWPdmtsM9320MbARcxir2uO4U7XE9W6Cn6FgzUOyAqyeNMOFeIj+lJGb6epk609
9EKOwVB3Fyyj8Xgwh+GzpGGwnDAbBc7q2y9pqewQUho/EYSEMJF22lZOY+0+azvYb5iffA89+6/I
m6jYJvQu66H9Fma0mRdRRr0i6W0sRvoREsw4H2Twdpgvscws3g2ad5YhOUPO/eNaeetiHNJDodDb
hkp5oJOcPQ+W+WEqXvV9TFt/KXTLvIQWLh2D1TpYXaGJKLNAt97RWq+fezM3D27uTkucUMWVYmp3
zpJZQxse4Wc4YUpto793bPiDvZtoM8/hPjSHfc3baSWHlJLR2VPz8ZoBUXjy7OBZxvEwqDaI14ED
iqNntKqxTnFpswCDMI6g+d1VqAvve45cmV+KH55m16umRAkQu7v4CswGgMWcCN16AwC2++gSLGGi
mA5zyD9hEbKQBK4Y/kDODA9eI+9OoquTh1bXtUXWU52jTf6jw0PwM8G7Zd5j6wn/WQ2ISnaM7VNi
+sG6omb8ofCjgtz6SCg1HDRXw+ZHAyGsxTysjVCbDhhNq7ezwfbm8ieHTp55ndgbwTc564/wl1nz
UE6JGxQwFnLi/RJ590nPDMSxmr3fZdGx6ryQSlAfgdb5dyjPEFP2QBZ6JUTgSDHqfEFLNqMXal6/
zPRaeWHHSl3eSI9EvZrapITpx2cSXDFf2nnzIQzDwTgyxSa0T6plm4V/R1PL0nRO4kZG793LeHnO
DmByrl4Ck5yTMtT/O98w9V/zMYp9devRp1af6AE9miBDuouDApLpQen/CoPMuyASA4JQTdB4Hkcb
tsKopQ+3YOz/lFOUbsKjUE5B/Igp+AlcEzAbUpaMvvrC5FV/tDEbRvzPTq3T0KpiFSLJsZTDFt63
u+la57n0wvrQVx+t4dfXJlWGhzZQhwezdOKlNwBevMf6HFOFdkoBAc9TfKXMvQWXKqxKEoT+TBqP
lrNQOsqE28aFxOuBxL8JI1FWiDZTT4nJjEaXbm4g2JnMpkNQcVLQZfOhbJzskvSovLW+SNdfEvds
YlnUa+bJwlE3WeVmJ6nrzo5q3IvM+5Cju+i7occj30z7Fr8b5vxHvNSnzRhG7iHJ9P6Mssiw9io0
++QQtYMB1ZZZs1yeBnQS186cbvmdR1r+iJ3LmferzTpQENEa4/F2D5mpYg/dP5R5F0bRegs+c+ab
PBNFad3Opt9n9+z97P8+r3GniUKl7E3HbcjOyasRxnrEszR6rno3fUnhIwBUG9D6cYvspfEdJN8h
0a9l1tAKtoO+/3chJqQYAbAllTUesjFq1YdMrcszelrVtMawFh8PNTs3TVSAOi2FeYxSkw/IOHm/
T3HXSmjPyKw6x3NXQ4glyp+9+WPvz1+AdJpeAjfWD3KUwMd+SDEE2FmR9IZkRqb4BeplLCZ7lf1h
2JvXG5i1AXhFrVi/ShWOQbBbURCjAHFVgEEe8t7aIPB0k8fRG4qzkbatLFP5VAASYzz7zRRRtKWf
zlonz/DxKyBWBDk4UNcGmZn7lrke8bt7s1L8BuZWfGEWtIht83irVLVOtIvw9d7w1y2QJOXH6pkT
bHijFxspUFVPoK2/ZKHkFxupWCWvhc2IKcLEZicvoDcPWVmyXjHRABqHXXLbxw+RhrSfyB+UIYJv
1uMJtDB5NVBxrDgNSpfTeWzZMO98VEj37aC+CZ5tOBMV7bZoEA6pJkN9dGntsbtpop+4HS5QydO+
w6+OV7pZxxf0U3AMTEK8Z62x/wjr9uDUXvgToPE/kYoKRuoab6WmzY+qwLsEdrMpDDYOcpTQ4rzF
xwbvZBXk3fpLwirwCXDy8P0+l5VFdvRuMHZFQzBGD4PneqTUgzdPtxSjAAdajP0h6QRshJkChQw1
LnqJ/r9lkZqu9ijr5CsQrB91nZUPTT+oL2GlroLW0N8DV+2OLar08/tCf6f1lq4rxNp2Mpt7LbpQ
J2eY9Dcktvp1kXf61rD94r0BmLyIywwzg36ilqUD+snC6LX0sURqbeUhyNriXbeC5lBSV16CBrHO
8FbwwFXyegXlazh4ShN8VBMkNhZ8xaArgF2GZo2hUfEZZfWHxh73MSny4drmQc5qiDhUY9AjESIJ
0NsRRTLUTV436sWHeHQ7C+ZY5IXqJR9RRcEgUL381zyZ9Xtj+u95qOiCaaEMkk19aixGRNdXPA09
rAgwQK0UEVzl2eBExU5J0YD+mhBueummswxPdodSY5Dbb11l93t5uYioDf1rNIEpz7qaEM8LeZ6h
MI14gDf7Kt5UsTs1b06N1yJGMlsnSrPFIayP/Sz82SiZ+1A7SMGzQCg+q8B9sCxD/8dtacUGZQrJ
Dk0gw63clySbWuSWguYM7KY4TGLAt9WInKWpYjucC4ASIf6ue0VJ9OuYFsrSEkb36cc4b85+UyMK
/8CS1W9ClBOArWB6cJEPiII+QjrcQJc7qIpoDf+eFYUcG01mADH+6Y5pf04708UBDUIKuggAQVGA
fIBclu/oMGf7iB9FYb8P+S3V9LPNs4tU5c66cGdA+vtIMHzKK/+nVH8Jx9TZGgGYEGml0vJZWtZx
FJ9ktsBsE+ZH/1pUxnCdL+J7kyzBXlq7MdCHB7YALUboKlKL83BKw/Ehx2v8Unb6LTTMIRlPOzqP
tY/Pl5xbqhgcuT7GMPM9nPkecq5Msli43UNzMr9e6xWgF+gLvy6NAa1fx+nvJPfh2gV+wFLWq6eW
fd1sPDoMdKnjEb+CSldPplvU62HIkB3odHG8H9rZyU4HLV3eMnIs0yLYu24X3ebew2WfYoWeUAnL
qzx+cvAqgRyURBv+VlTRXNN+x7PaPgpMKp9EWEwPShIv5EheoLRGt08mt7vFalYw2yDox6UX2nAS
cMPZmc6kL7QkQziizrL2NgZ8hQLsgO4eftA0aQM2sG7X/Ozx29LrvPihU8Nf5vQYIZnP24y2yDe1
Y0Zvhu+9ZZSyf3qYO5tV675TeW7WaDeYSx/jps3kAldTE8v9jMxKX3hD2V+i1O8e09D+AerN/QTe
z2PP1+KjqyCU6RQsgYPa/bRi/QNyVkg3CfllObVH5B53qU/gHyb/csNCvEbegULUYJovNrJyxzZK
Zk8H7lD6BfarIhYPulPl1yiAJyQTmj6WS3v2qfWAPj1rsf6o1rR87UwDQMEr7DDSGgVXztn98P8Q
C/0cE1YzzBb3yWE2dnAvhqj/93i/pcAjINepA4G/C9dToYmVyJA0nLq4u4r5UOtmezXC1IXWDJrU
VCLHXMhgwGppqRdVubkF2TzgxhObp04fKIhPvXrmNRq/6WbxMvrReEWeOHpDYnMfoTD+qM6jeoqX
JX+6Z7NFzmkpYxr9m2ek5JYy5oiy3GVY+8B8wiJ9vqGthsMVvPiLvKGCPh7QB1xt5NW5XthHT8E8
73a5p6WHskZxRV5aj57AqxVpddNP98MM1Mo7obMYH4OUwgGWGYswMbwDmmZdVdX1q6uKbi08IwYy
ypR4fKD9Ui6F7Q+rKnP6c5XDN76dyeF80HUsT+UUmNp/Zo15KGNZ5eOKmmCHLK81QSBsO9PGy7rF
3QAxgXznT6r/KA/TaAIAK0uxLlzlV8zWTF5a5ahS8CEmEyJMhmXZmf0F2uxfZjr5R02JnUd1PoSR
WFSGEzzYlWljse2gSGANO5m7zaqadj/2Ybu4X1QMjomfdi1WESTch1wHPwUSvvrIJhuWNXpHSu2L
B4EppAzHmVA2rgg0LDKp58KHVjb+SK8v6KZj2DnttYBA9pLZhrOk4ZjsZLLMFIQHdVbcMkvjWX0o
E6T7Gyyplo6lPygav5ScGxYKhvRp2m/lXDQB9f2oKyBw5h9jRpVYoMBSYXlUs2zWQ/MoEO7bdIny
XY54XwOc+3oqx4Wl6SjTOmLpdezC7gfbDQTqDr+DKNTAD9cS2Apz7GtaBl2rcGdpKPXXhUIpk0M+
Nn/cW5mnyHlzfEhFd/LSRLvQbanPGKstAsMSFxm6xeckb/tu1bd2tfqamLP8cRZAa9OzvNQVHRfM
ca1Ug42NZNZSDu8JOU8T8YlWKK3Bee79p4JwBhsdUB/XBAAQ2v7XqtTKmXLhLcrUKyjvQcCr5+K5
WqbRQmb9Ftpdmpkvqjn+IwLEdsYip28IvYj2QDi6Jznu27o4jRCgf0dkWB6q8F11c+9pROjiBfH+
4UVHk44+IE2XWB9fgMdNS3OanJ1M0rmwN0aY+ew6uCBT9OaoVBOqRvMQkErxmI3zloSRPHQs+JwK
a5gwho2TJg9GmYrlYObKt8I2N3pj9n/7mFtkqJO8V4g5obZQs08tIX6KFgsX1H3LFzVFCGbs7HRp
IU63neIS61yrsKzT2FHZg3DK8kng5FIEsX2SifsBe+4fSVkV25TemrsBHTRuG6f+lDN8vMi3mAP+
VFGV75BdnO98O5f5tghOUTzF+/v9mll7Xf4gpOwpFkT22UJtbKnYrBhVP2ivZq41t0MZDskSw+Z6
8yWRNhYQW2wTt83gsFSXlwxa0S2QoBfbL7MH201mika1ExprrziogaYHCPfx+m9+srSm3/D7Z8qz
ugjfDSh/t/htrqFrD06ZTIfbUP6MpuyQI3DqY47O7SrgdQsVnn+9TAZtvvVtJPzvN5fx3sNaBXXE
85d4zbtBaCYLi9//GDkf8BRYgZI6Cm/3pLs46nGyrOwaJv2vwwQv/xrG/qpITUgrc9zWUFEIJrtY
s+wJV4pr5PPV9ovq2OMmbpxqPYyG9aJWmG7FfZ0uZVYLA+uM7eOnTKIxPTxVaYkuF1NnsuwLCryr
vKNtH5gDo1T9K3f04ixzvYt+m9+gZ6tnZbGIkTPv0LwMfbaupnJEvJBebqsiOjmN/VbG5EFOqRHo
5KsCKqbwJh8fj6bBNTGAyYz+kwzdDwi98Wv2iCwr1M+ays6usYPUnh10z2lqdTBvh2aR+Jp6kDHX
8TreybWL+ThTgqDtnuNiXJVgfx7kBXFhUHZK6AHIZF/36xjY59JoUvFt1Gj6DM13b3BNNA8Rwja1
GjcU07rCC2m/BwYssMnR1LOBgsgVQC3dhfkCP5n+phlbPgkUb5eOOj5XvOKPlWjaozyz+vjXmTGf
3Yehigp0OpZbGZ9xlZtGM3+6pemBEDHKYMtW9EXOlzPk3YQVGcWCrgBHd6iM7TQzqjK0sJ9TKAAL
sBjWT6BseD535g8dZ2zk8hCBdd0ay19gQjQSmNtocb2Q1ZDYjREawTNUzkWbHz1VEQ97xNN+zZX3
/T33y32/zI31Ex2TS5pX3WkSwa/DkGVusyhDFT0mmar67iOPtXr7R+w+PUQQ+CTnDQCj92Gjs+v7
9173W2tK521Fgbp+F6N4F4/owWnw7pC0UdC8qiv9jAB19+53kFQIxxiQoqpRgNObFQ6nHt+avunb
bedq9jtPyb9jb3ad5G39ikzUUs5SBpWv4qAWSyS67Xd7pIUJeoGVW1DipBkofOiqrFzHGUrjWM1l
r+GALLJmV81am4dTP9WsJzCXkVPqMCuWHYwodrfQW46DPEXiaGP4dPBlzA8RvFnUnoJcY4n+4Tbs
vOHS6CnCk7WF+oRX+R/DRrem+MP3wvEUGHAe6yyNPypEkteUA+2dzLosgXFpFU8pmgSP6fxtni/S
2hSDNhBLGkis+VCVnbE3oP7JUOSB0MpwBD9DqVDXVZn4rBR4aMFW7fmy+9MiQFCHXlIXXGTCkdlo
GvnIJ2sZbyZIO4paK1vcfRWKD3QMvVaYG63JPfAsczDbAP40VnHq6UejGbqrhqWHO6HLBH2v44s3
uQCY1GMWUDWSITlLt6z2UmvPQuZlqGlsi++26j64ibUwPYBLQg3dZ5+7goM3xK70Wvc5ax2AJ4YW
LA1+yXUEoXPnVfDsy6mJ1nnY+S/QnKyzV/UvQWP7LzLkVx7tOsQbq6R9CXrwqglyVFcPzpOSpMoB
Kl54TY0OQbwS/bpllNr15jaWEzvdjTZFHmQoBXMdHMTwKq/xExozTW1cugguyW5oZipzaJ4t/iAU
bSzbX+Cc26OhwGXyCnnWGlmzqrUUTZYeU/CF0JOIHbpIdoBp6GCncbIJ+tg8uzUNxzh6tetweHWH
v9n+Ks9h1g2vVeDgiR64T9Yo+te8NulA9fajzJl0dRK9tB/kZSni2r7teHtexfQ94vEDzpp6DJXY
e9Sn3nus9GXndBBK54GH/tkprqpnxX61goK/s+cPUCQ6/dh3DoryQQ0ze+R3ARczXJSaFf4NEjtj
YOWZ61n8gRvr6g6tadyyeh/4fAC+3ybc46ETrRsN8C+bj2n/qysx+ikVYziw9raf2MTqCoorX+jy
/5UIi2y6qKJfub2DHCFmVvXtVI793sZKGncBrMZGvvlqbsXACSEdt1uoHvh7dR1S0Lain5HsNS++
qkAqmQ33+iE99Umev+GqHu8ihHHAxTgjqvUt3RmA1Q3vj5XQFZD+oUAPyHLPcgTDLD85U/Z2yw1V
82QXIz5ypmWvZQwa3Wst3IcvsIkifcqUsjxL+ITMSdTE7SzFi1otzzd8hZpWaFCBO7jrKEoJxqFJ
fsZGhvHn/BqWSRlvG++ph7fAf2mMksGMOfRhhexqARUQo7keO9n6J4DKjQZ469Xru+wpTeI/Rjkj
fYYXydw8s02i70mPKk0OVAejlKxaWB70o69jX8vyauG22RKWWnyQ6cbObLBBWrRN+wgmWTyk9aM7
V3jUohv3t4+C7aYrLC6HJz9NiydYgud01r8M3M7c+1mar0ZRG++ljXRLDT0XMBK6l5WlH4va9rcY
IfWwodMaxESQvxg4AWzwzdCPOG2NJ+EIWMXsPF7TpIoWTV14fyPdrBdj9T7lDV0aEHZPUmgifpus
Ib2pUlAwc3aVo9sLmZKThoHnLNWkaWdaPgCD1gx2VTd0DyzslqOn2k+Z6zvIjrj+Wh3xW/Ps2rnF
8IDrqiK7DUAdU0wurWYl58tDBU3K0/t4O0ESPSg8LLM6RZ41paKaeIFyhYbcvMTF7EBnmOo+C3C4
9b3B3HoW3XLTHKonRG67NSI96POEaYtnvRmetLbXeWml3b5Ox/o0JU26beBx7MZUzTzKs4q6s8bH
jO+gA1AtQA06aUoEmj1znWsV/IYGMYlF37rh0bTKg5lq1kXOk4dUTkHjfdGYlbmVw9aqg02mO2Ix
tZ1x1H221fJMHlTdIFaVMMtu+XuUYjLmhGxZd2VY6VulyVUYzim9SM8uYG/bQ7kLcqFcWdspV7Tx
lbNO06pyLH8fdklwMIv+rUJa+ABy1b7Kg6+19VmF9XwPqbHvXLHgoKLnTe8zzzM3YnOWA/sea7yU
Fo0LvQo5Z58CfXKyXTX4y82tn5FhpZ9hLkyk/wLxWqmFh+2SqGd7xXrt8ue98rGLtoYSPQLRaM9Y
ANHgT/LyW2zN7+E88RdliVBpj1KS7lNoS00jeOuq0VhVReteBGYUO8ObQa1gDi5I2AZrTVebV8Wt
y0U66u5fVWBSnTJinwdCieOYc+7EuO2LDvphVLksaw3nLXDzC+J++WMyUALTnC2Qf/ctKRT3WuTx
221OADjJN9J6KYcp9HS0w7NkI4f2/3B2njty61y6viIByuFvqXLoro62+w/htJVz1tWfRyxvlz+f
mYMzAwOCSC6qyt0tiVzrDUNg+xlsk6NsBrP2vapaj0c8l3dB46WJcF89FAme9bE62G3tvlv6aJ9t
JYHJvURps6H4lUiKLabInr7OphigEIrPStxlD+he5g/wPbPboaM+RyXbxevz3357rNJtPwrAMTp5
fTNugZGGbnTQIcLua2zvnlSccQDe9ub3Dh5M15c/0eUpMBiAgjvrnrZ1Uds8DqzoHoCidaArMEee
SwxPXaX42bvRI7nA5rOHk+Q66grrUpVKggWfgV0MZu6vdoeVhoy1QviTaRt+zy3q9tzKJcVeuKJA
eSlKLCLveU/BJObtSi6vn76FC/G5GoqfSEPzuzK67G1WMGQWcWft0K3bWGaXn5zlAJjEo1QP5PlU
GemvTnlmZpizr+Qpb/lL4bjzTrbucffL2C55pqDg71eOyutpsc6l7+375Nul5edHJN7YTjbaH9/h
NvF+ca0KDp3ASpQlz7eJcsoTNNPw2jZ9vGpmtfzCLkhdQ3WAkjaV2mcrg8uAbjSF5pqNZphuhmb0
njGgAlwVfNMBlzwVQYQDXdv8eYUaLslRtx31szZt5IWrqafaWKe80eP4MYk0SNRmr7/pNkkY2ZQV
YdkMQQQeqkVI6968j8rgcOrsqx51p//5/Ky0B1wUkmcFYv7Jwd/mlBZjkmxlO8JNDftEHlqIDS2n
sjcIQGE0qlpueDSwI7eio72EyDgZIWad5/di4DlXdnlhk2ruZ/RArKQSD2xnxcNcphb6hRTUVLLf
Z9knR+UhFFgpTaFpbewl+D4wTjkiKSGi4X2UPLe6jp5TOYMez7rkufSs5Bk5GM1nK1nsZJ889AVV
IJuaSpO3l6qzy2PbusNOFF7/VKNV4ve20D/QuTsCbm//wfUC7lldfTUb6AG2V4unpjXyXTsobPv7
qLokvA42I4mEtxRh+5WWDdNP14UQw2wzVr7h4Wbz0FZMVOG85iEwwAGWPH5wLG6NK9kOvmJvml+s
SL8YfdT+Y9s4PxdB+S0yXWSBvXUbg0zKrEhlj8cttuEt/W6BnT+iEi3QEq3i/BGFNi/mEFUYFXpg
b/Z1rBUnVvUN3DYXzmuOglbiDsjph67xCGg/3Uy57T7b7Dn5mSX1u1fa06roi+ij7IovPKCTH3He
7j2hnCZKz0cgQ+Lc6x0yX2r9RWSJd0JRQpwrEAbCyVAhtAcsM52m/YK8w08jS82rqoYgx6o0XkWO
3X5xFLeHGeeSdWGx/klRP8vwukYQu6vHnRmExkZ24VD9nMFNe/amqXtIkkClVsqVeyTNqYa2yoHH
7yasVb5XjZ5oiw/QFpJ68mJ7zoKnCZKvCTAvPCd4z429ChujCn6kEeJMDan+NwpTAhHwZHqYABYe
IjCSh0GUPR5birUhO2FfsSa2r91i4opgGXhSuuQBTva0QsgPN7ElIhNiPhSSYGA49df/SkH83lcl
vcYrCJXrQqEyZYXzsbCB9zcuprh/nQXggf/uG4KdwxtnnL0voGhPEa7EPx0QWLxasw8nQMosTezi
CqdJ2+OLYO9z2wuvUarb/GWPxR5n5tnPyEqfwzmJzkobF83q3l74kawIvWgrUgeZ9t+BSaET6KY4
XlFo7nfQ0NSjMsBb9MpIe/XazHpkcXAWkamibdp8Dnty4+BRNcyh648q0REKWSJ5yWjYeSkONpKV
doim+kezPNGUuvUuvVP8kM83M4u9S8KYgk0VYJkGIf/QaLdkEdItcJb03RNzsolqMe1ks0ebcK07
ZXbAnyth64bepOJmGioKKaVieQrIjY2arpd7hFyeRO6pgJQmB9V7583UcOyaHfMlSFTrBX5Rxn9M
dCfZ12Kuucv6LlvLUXX23OsyIU9aZ1VpHaZLWa1RS2oKv+e/+93zXgM7R08BDtUqbxLxHFeoEUGB
y6GdEAp1EpQlfObfoameQy1pTO/ZVAtjNyyh0RBw52rR0RV1fJIHsP6/zmQzVaL4lIkZ1OI9RlM3
Y2RqR7ZO9MsQTai/pt2CZed9hrwqf/3SkrTyo0IRoNFC+M5q+KY0qnGRh3wMMC637DzY6r1qghcV
xoVZv4ZljOxzY+of1Emr3X2y6aXVZeg+x8NiAjBjPG2U3nCwWsf026WJvzK/GbKqazmqp1q6w5yw
3cjRVtNYXUDq2C66Be+gYzP8eJ12d2tWU71WMJpCNBYWQGxgwoIMnLV1i07btSoK6LX5NXWWYh3r
mgObHuwQlm7LNB8MkdoY/ijj2TGS0VeHzPuiZhpIAQw2BkXvT4PSxecRde69URsPshXGbtes8taM
z7JdLmfYvkeo7eIPWuDXQO1TUVGkCY+y1YuYlaU8FcWAKYreZs52wvd4lZmkDNZySB4UkI6XBjfb
tTKhLB4gC4Th99Iph2eni25nk9O5Ky/vWnYzfGCclyoPWISFs7rDcxn093SShx6r3XI7Izp0KpwC
9Jen7RFXIEb2yRi1iaptHFcCsg7JSx7G/Eku8hV2mtmbPtOsXbioXNid+t5B776mmM6/OKGO9ind
CNeVBw2B1rWcVLp24Q8OJWg5OnovM4S+99zqu7PjlCs1sSiR9Lb+No7uDF0F5Y17U45KOqscLT2N
USv41rtWz8utbX0ozWKd2iwcTUsZLvnvM9lU9aLlOdSK9X1AUx1QlqY9w8AuAXRNz/e0hExVYIOs
o7GIS/dC8pDpCnmQgylCt3JQtrSIct2Nb1ijupHreXpq4QW+qlPTbTTNRYED1N8rnh7iYC+GaHIU
cbXgGurlUQ7KA9D5taM541MZo9mTRBF/GJpITiVFEySJ3acqQD3K9DIDak1nvcf6tCSEjadIROLN
mg+yF3VOtHgpQEZ6aL0bi7SNYloBmkxMCfNU3cHArTfz0nSzHpHaBtdjOYpP7TeMaMdTPBn1WR6S
AhuIdQEV8qwFi6dTne6qpWXPqbLTWhy1CjFcW3NyHiVVcWl1GsRxyVTsG1yCR3ut5gjhOvagrBH9
QvEeO6ZzD3mcv6WhwlmrfpayM0Lol5Hy7nrIg2QE17yktnCIx6x4UejrsuZInat5c71l5QDGea2O
ryZu7EiLkdKrquxz1AOFRd7Kwh/qpDogBzFiJVU4W73v6FO2hmhrwY8vD+SzvZ+sKm8nwVD8dYI3
IG/zj8AaFmfAcsgxGyQvk9gKojlLE21g55hDFTjoxfCOy2u2c70ueJIHcB/5BrqEuQazg2OyPQTW
LrIB6YrfMbXRecdWzT5b5N6f0sIOngS6Lg91pPjyIvfQEWswNOHTx3uoXmqvsSOq0/1DK1UzV+qU
JXvZJ2PFsKzmKRpt5NWUdC5gFvfB1onIRqWVWYMJb3sI9XOITrzrnHIKANvZdvCt41nij/XiqDPr
X3t3sn+q4qtX1ACOO0CiSlAVX5tqxnqPZf+rpaLXVOUdzEBUjg7NBC+1cReJVq/CJdaxvBdIM86q
yJCN85zwosaOSvKhenWyLv5HNduPwKN2MqI9spbQcE2BLo+gJ5W8BSmeZUAIXbOf1iSw9Mdumvw0
VnBlGcs8OjpezEIqUDAb48kFAp31MzaCsT8V0S6My/HBXDLDjdOwv8fuQ7biJX3c9WN3qBYOYF+4
6KUsfZMW1hvvQ+O/B4nUMNYjkgAfJEl4SWXad3Y+vPKDSlwzABnH3oqGrdc12jtKJde0N/LHALkL
f9J4mPEeyM9a7CRvvQuFLm9L5zAOagqsyhrX4WSY/GXkNEesevTUFRs5arsADWrkwYDlR2KDafy8
RYNAHNUcM42yKNXnejmUcVTAYGTfg/JzsHYWKSGYHzwFbNXXKb88G3OG/ESMBA7esizNl6YcCND3
1AshLnY/qc+jPtvHMsVOSUZUhh9Dd3rOeWP7c983e9mNejsVHP0fOUVeJeP23w5Qq29X1pbLh5Z7
FXqfXWRE4XbjqXPs7/dJQQGfx3AQ+wsdeM5BlGVH4Oy9T2Iw5KZPxVOhpd8rpOw/hhGFO1Emyrlt
7JDvWXwD6TN+RC7OW2bSgyOInRTtufGrjE/wxGFtOdmbCbHyKHWc07iIolO37RcV89+nfek2R2R5
VvHYIGMuI+/hhqbNu7F0Xicd4EDsYGmELU2wBnTVrlNzaNFHks5GTY3jotKTdyFOVwxQBl31JQV4
ug/SzJnQVeSPEYdfVCzRS51YoQTGhbqjfvGsAopJpwoqddWPLHGAB3j8CFbo3u374WuB18VP3psr
KBBmsPICEpxumnwDlDCuZiSF36gYeWujaYNHEVYY+4guOlqD5ZwLsqPbcYq2Fe/io7moaYxdOp3l
mRuOztG1UBn4z/6xLQqWyah8r9zR1DelBfR0QiDJt3XdWXfWMFya5eBxg0xw1DjVQwQhYx0nS6+I
N6Yb6W8kmKytZ9UYZi5JDLNAJ5R89Xgb7QvTpTAUD7emNoZiqyRtjTp2igJyxY58codnKCLvY+IF
H7OH77hqs9PQnSx7x01paypd8BFg7kySmWJ61ef7fgnVjn1r2F/YdQOjZNO5lRdYyrKOXjhvejO5
OKKn3VpeAPT150GD3kh98UV4mYXDqGveDv1gHxxLLY/3LnlmhKN1Kdsi29t1+3Ef/Gv6HPfzatBY
SP01IOeDHDfOoie5/+/HySiqD8puKFg0k1PVDuqEgxjVBARZJzt/iqsUDxal+uD5nT/Jw1xm8Vm1
p+u9K2OpfJmM5EApFAQY8g8WTG0kJpZLyLCQ3/E1Lm5zblGVuWks76i2k/IpTELbVxf1FFcNtJcp
Ma4ejosf2JeY2JUh2ZVUU/Be9REaWPSnkAw33qRivKPMw+fM+imQdQEz749m4X5BW7DdgEuoDrUZ
aZ+77hq5uvultPAwDOAFbNEecL7kTbu1NKTEENuITk5E+jhFGGgRXIhfR99cpCzlYTbGlDdx555k
E8VEdaPgUmOWKYqr/AblDzJmkTbzqqUNiHozAz48/dEnA4MGR76hD3o/ncPibEc1Ra7lYGVe0K5k
W47ITmjiyGmhbAvLhhg5IA/CNTdGgJXQPVae3a8HJenQ6xl+mctM2X/7CBmne+1w6puHWxe5d7az
pmKgUa7zX9Im9c8Pk1cA5xfilRNVmEvwS5NXkXFF32frcEiHjTbGMKAq+6thtcbbVFiZbMlamGzB
ff/K08N4o7KUH0q78imoRKdIE+Gpg191kk15cJpYJpsZzgunXy+ogJM66J96t8LdsIS2Vosx34Ze
Bv9h4a2pk6WfsIr5JIFtN4zbH3A31Uy7bVcsynsS/naHuPUBlJWxnvdxMY9nHi4YZU1qOZ4rO1JX
1Jixn1xGZJ/tuONZNvPJSzs8AGln6Wxtse75Rw7Ig7zWvTlHoj4OGG2/FVP6ngPD/171DvK84fgz
1tVdEk34M3X94EcT/1ZBi0WtgwqnEu8mMIY4Z6Iozp1BKcWJxXY2MvPJKBTKJWyun5K5jJ8iXvqT
aV3vPXmZ7UqtNi9ABtrAdx3tU8HzSZqu+FrmkdJ2oQ6i7Kk/Gopb72vFVQ9h3AYPZNGzTRQVxZtK
DWJV5pjeJSa+DYpYRyHUO+7VGHsZjIyiVuneg1HhGZeSpxyHpn+3c/gtvWictRxNgtjeCLzUt7I5
BLPw2dC6Ky20ct7wLi4O85yeVDXFEmY5+2/75IC1zJBnuHH4Bbuew387VYYVWhWvA372+zhX0zUU
K20n0Q1ZE6dHdCbQZVoQD5bVFi+ZQwXETo6xhoa3ppxaz+QOHCP7COg5+m4nNaUmlPE+W5oW+/ps
AkCc0MCcxhFKAlidla7WzwG/Hp/66IBE8+JTJioybTGmj/u+BXU9Lget8SJKY3WK5JnaYnrJtjYj
R3M2XW96Ylk+s0zMN1i0mA9D1Ve7SFF0PxCzRbM5kwyZXwbVmV7cDskVdXTsk2wK1Dt3diCwMVhG
hSJ2qFp3aC0Y8UNcakAlWg8BWw7V4MSHiaLlynBb/jtmXFWbNEPrzg0j70kG6ouGbWbUzl5OkQNR
UhzLxjMvsoUzAuUGRBhkC5357KJZJci5tD7OcZueUE6uqTwGw2UY3Qm8RRnhBtpFGzZw7nOKOAoS
qJV4S8YAcTYjKb64Q/tTITfyra/VC6nc6R/KNOA7XSsi97Mx4wDdVmeGE5J68c9RGV6mEkSalaQI
m4W18mlcfjvzOA2+rpvKocPS+Awj9sHq0ReQh3kA85B5/Vp1qvTW5Tbo/3tgB/7tkIFNYeA727pI
MtBPHi4B66GdYwNJexkg+2PP/IqIGAsGvUVCEEbcAkbyncGZPwJIPpvaKJafddt8GsYBghf9dtTg
GhrV5QFt4+iTkZUbsIr9pevU7kTaffGoCf5xEQXCEq38ahpa7VuI/HHzO95ODIV6aPWOL5aNzXoI
ouIzO/fnMh+Cf/rRXesQNA5FMU27Poc051LGO/XtTL3AMnO/tsuEpQtNPTfR+Wnm8CCbCTtXzPzU
YK+ShX3LDGpqOJ5GO9nsR63Y5Ow+nnXPDtc2xku7Mc3M55EfAwAJXzbmpWf24nlbzj+Em/DYHAXm
rgsCmWqaS7qKTFUjvJJaFFndFf/buV/JoHiJBNsGjtNGwFD2mZ6X1GvddQd0SRv8hG3kVCKR8+Nb
biV5x+Tgdn07suvd7X4qwCasyDXnh1/3l+N8zhJ+BnKKvA/dRD+0EcwFHmDcpbiz4IfqpFd5PX0u
y6tTf7vfjpVpqWu7T1mg5cajMnmYO+X9wdTgcCaKqz/K/nqyo12gwo5vl7Bb33JWdvXsG6nwNn/N
YPOFajV2VGLjQa8+OyrexW4A2+r3AUup1WwH0aOsA8h+O2H36aC3dGBTVyi8rAqxBkYp1nJY1hDA
hOCBrmhYAsoY4CHBo8NdNijgkYd8UHzdwpJ0QaVgM4kWNC1QFsZbHuR/tH6P2fbMEvxbl2WYlYRj
AEsBLt/GUOC6J55TPsaiV444Hrh+nw7TZ9t1avafvL8X3YRPSPBF+FR/llH1EjX+Z9Sg5fYntdrJ
ybrJjlf/MYlIOXdNL845VoVr4KG6L5tywKMUBdYktcQZf3ViqqHemrjX4BA5sY2RkZE8vY2bkbc3
B+wblivKeVWU4gdQpuYGxiNGuHXcbVMzTj/aDj97nMbfUUbhIQKFdCP707CAK2jGr3ajiVOnR56f
iTH9CJzyRyHSHiU4L37o8oSsgOyvR3ZuKfiRUTP6a5xX6SrV0zMs3uGIcfIImZ7DXPSIuqMAFVn5
9KvLrND1B5G4kREIzWyLRSknK3HyzBt7AqWB+nwcefkDMLXmRSmbYJcI9DZlc3TM6AXUBZYRhFrK
FLOgBhEjB1uH/aCIrCfZiiKleVH7NEW6Es1g2ZfhosAyE4xlKj8rM1l4d8gQZx1EbVfHPTLQY3BD
bjmtZtQgCt/ysi+F17bnri+QbBnzd8mMnnLIP5GTPEiKNFbc2XWKG7FJHc/yO1VBOEDGWR0+ckuc
bMnge5zsk9zrJiytB8QUMUWjUOYkLzHqAK+ix9isBX95asAFvCJWUm9zKv0b2RzdSl04AT9l6zah
ZafRJy/ukOe32UFf/ZrdZGrNksUsEH7l2m6OSfsyW3M7qOV8bprn6cuk9NZ6DAf4OZWX7hMjYhdg
QlASlpILECn+CNziKru8GStTfl3QYUuh7mQz5TtfGw9fnsKZ+61ZTs1pbp3mZHUKovKyjZjwBBNz
6ZVtTF3AW7H/3dz7YBmZ69jQn7WkKjA55VA1cXeo0+rZTaxY3f1uykEZpveA0Ao3GNbJolNilZ44
jYuAiRWM/boKsHv+a0A2/+qrKzygFbbGa1hX1gbr2vCq9MmvM9mnxEV4lWdUAakKQhD//46jgO1V
16jQna0XChiLblOrfhl7ztZaGIvyIPvcOJ1go+rmoxoWw9Okqsiw8yzzRreXLbk3kS0v0MEx89T7
Hek2nvsQerjJ6KVevAyDVm8d07DXTlYVL2kDYpSChxxTlwDkVIe1pVjmVgZg9FY/qiS2bVjRj9kQ
PRv4DeyodtgvVNiKVS8y+8fsANKv9OybVxezX+ZgPaOkcw4yNrRK5wW8O7p3Tur86FJv5S6xgU3l
VMZSU0p8rSrilRk5zSc1rLZOPRgv5SyCZzGY57Qv2k/UuXTUy5QZ1HF2tXVlOCRdh6yShXVpKNKN
bMmDAr33qdlblpU83Xsz7Gg7o5nxpWWaPGTW9NhGbXq+h6YUVFcImii3q0dLbKHiOjiHgAzuU9ss
EX6Ngev23udEwlzhnAoxpjEfHcOkUiqWIqklT72lQioPzpD3+1INHzVqcc2WTOHYoijY9ZN5nKZE
bIvSFc9GVJirHCnc76Scb0hEpxIfWCYY71k1hZsMyOU+H8y9Wrn1ucdbrF2NRreIqS1ZA2v6t7OV
Q0lrRhttsQIVwor3XY8/rKbimF7X8461DypJ8PL9OI+tyxwF5gOVF6yRlgGMo8+pVZTvc4I3psYi
Hy/n1t3i2Dd92IOf2Ub4tYJPszUguu1xIUNmLUt4TGXRV1tDGSkHCHfsZ4XcdZC8VFYLf6mx2rWa
dlP9nkIpRZ6VQujY28qmrmtzO+uQ/WuyIh/6nG9TSCzvhlPNB9kfzzkmGdX8PrT2ohUNLC60piOQ
Ng3kmJZ8aCqVX6/OUIbBFUkU7ejHy8vPEwb0itEeedBNysNgKPhALRPmFPUU6rRsARtusyFUvsv+
pgW3ZyMxdMqiIn+NbONSlZ57Qs0O67mx+aAeZn8d/j0hl3/r+X3yv4/ha5Wg9Wf8jcqImv/Y4SLB
nV+hltGa2R+t+9gSKcfkc+D/Na8msjYdCmk2kA68Xer14JTem21FkNsUs/hWlAUAzjkLoTSeJ8sQ
/9RT/TLzHT5EkJGEDer2orEH9utx2LIHmc5tPCOpmBRd/BgZa6MYpsesT38dcFsDZYt35C1KDqQe
9ntt8+4ClPJYnsGCqZzy1FFWOnWihMqJpXJ1svTOQNR2GZLjePNm0GaWoanW+30TJftb+H36PVpe
TQ4o2WwdI8DvqKAuAgo98EuWU7JZRB0crGUgmTT3YATuK+jTDHTsv/2KYWpk8xS4XUTd+2UTQIKD
VsmDbNwPFlo3akSN8d4lzwoR/BjKVgB64Vr3g8fvGws/2KKRpTzd++WnGSmCiDAirds3uF1o+Xo9
NqrbRi1KX/bNdeWxHI6DYo85bnr7/92jNWU4CxU9YZOX7iVKhHJEoYJtjRF6L/2kQDtqivmnEZjz
zyJ3GwzmNfcFrWh168WqsU0nOyV17OKDybbwrsUjz2BMjBepx6MW6CB22q8IOai01ryNCrQgOinR
w3rldpHcQZQXg1ZUfn7PFZP371wp8nO//HJl9z4qZ3WxtwsWG/IpgyHmGmGxN1V1XpVNalMuJEeG
TjcGckqlX9UlRB5a2/wUktw73ruScpzXHQonG9knJ0zxEFFhQ8reSkgeLbYW20Ib+/ZBVVRrzSYI
l08jECSjwTes5OnU6u1uiJAcpxaElUnVq/sxiNBosvry2S2ARw6qWfppZIqdDJEDyAgAEUXjW3aF
/Yic8tT9HLqh96nPoABlgBfpIBWQXxTXwG7FdZiBC5qzNR3QPjExXA/YA7UI7OFVuLRbrzC2HYgl
X4YXix97jN3AMcjcb/fLZNSfH9oUCjqliIMwFodNNDwVuK7Kwn769ZHF4I3nWBSHMnb1c4boC6C1
hHeUPJWdCdJxVI0cc5Usw3IAJZ+hXN9jHAh82J+6DeK06JEoZHbvF7xPu/dFTnCa9Do73K8hz+6x
sinI65yyBQG9fPR9+j3s3meTZdpVifPjHuuGUIfShFWinVX9RUWC/lDUVHmWVqSD0l3LU2T93FPO
6/DvAdmexL7ip3nOYDCOt5DbaeNV2wEn3tv1tEztL1ZnIokpp1nGAHk4XZsZ3oygw/qL7JYHGSv7
srGN8Y7Gc+yvgXtThFA6RVtom/tV/viwUHUwtkpiDAyWb3CPsVpYAitqXtFG6Zx9PEZoenpl+Wxq
WvmcOUXse+gm7GNnSlL2ShXfe1avMsRdoCuGK0j2pqK4zQCtnLGZU6I9tozxszwg/W55rv4kGw0w
h2OmhP+MAOFv4y11qE3pDkB/iqtqONSFfyvT3eXoeoe6KEtGdO9ucnXy9H74o/OP0HG50l+X+y+v
cdPNk58hT4Mq/ffjpBCeYedfKI1yr07q9TYo4xLSbRTFl691u65s3z8xUNN4X4vyyYwo6KgxfAso
RN37zEKmWVY7f/VjMLFNF12sv/qj3Pq7P0zMfpe2hcMPvAUBhDzerqyVz0ET0/p9CJEU7VZDX4Qg
rXhkMjibiwsouNihWERcSzl9GZAXuk2QgUix+1g2trvRLF9n7cl1YNJ7SG++xjAvUMNXoqOyNL1e
n3fpCFIk6oLo1Zx1mJhpc5KDxtz9rNWoP2PS8pDnsKtktw5nbU1lF1uCZY5NFhw2HfU/OdrPk/oy
h34J8r3xoR82KGaBEpKDFesytpkBjIDl07VuVuF1De+wWKZ23Qdaemlq9DprPWzXZlLTdEV6cSo9
2fJ/mDe1Ds6q720TQQ69iX2jsgeQ8E1+uLVTBQUDxLmgNaOIbFGtuU7m823MjBP7VJrFe6Kj3Kw7
7B0stLHqSFtY1Yn3Whdh+dDO3futNSXasysSX3UG7zWakawXXVXgxoM4SQbKzs/DMMIoAu2SoZ+M
YzPBf8VzA9VD4LqoBQ/2E/qm1gvqMZYPDDXay7kyOOgy0kMyeESpRAbLS92DycZdOsyIHrwO0TPT
jSFZBJP5aKFh6cdsCb5rflMr0Q92ATXCbZr3qLdme9RRadl6eINvHRFo6y5SnJPSFC7iXZwBKgm5
HQdGkVoOb8MiFEALxgbIuoPlQQcrehOa+ZJHC4pHeZAD5cLpExbp9nDKD2bgYtSYQE8cJ22XqhOa
RHHQuockzb5nnTvAZTKnz+OsjrvENoBilCAYjEro1a62W+2iOWqzwiVX27YOikrruqhs3L5UboMF
j0opqEZ70wtveNSZ/OLO5Hfqy9EJntdTaY4L0do+F2yAVh37k/WALcAJBmv5EgEsQ9R8+qBGuKKU
rqCf1vfRdlKUYi3KOnzppTd4G68rd+6vsgvfeXNdthim9u4gHrMAPV19qrPvpdatkzG2v1h60FKE
9QDM5NVn6avsNmH90GreRrYU7M36/s1p8XoOFnHDcVlroUKVTit5muUVWlTK9KPBrwNhXLZMjTqt
0wYvlKTzTGpFWnawBPTjuMpgcIHkeRv0KIWjVHs/Jv6rgcE6P6eeoFlTSz25n3zNTZqnPIyKHWYr
AiT/DC0wL+Jt2irJrlTHL2yOEXxaDhaweXxrllNEauNTFXfd0hYCZFB0G9BkdGohdpCV1ADjZck7
eoW+Ze1U+5OBA+Gtcyr3fWCSh0bf3Vupc+z5g66yH7IwrBjnXEHfD/nEZLiG3Zi8ZB7iiTyyyZwm
WnDS4zF7jb2OdBmCb5tWKi3GsXoegvqnHCwC772Nw/IMaeID7tB0k5+iYiyu0/Quhae0RZDKBAJ3
GFL+qmRTDlR6rK8FAJxFrgHNKnkopi1qQAoKE+RTVkBfpgcHfjkcc6Pz4bpPC5d+QtOvqPRVkiYf
U9HZe7WzU3udj2p6nm24T0uIqeo/UFls97Ll2CREYd39X1eSo/JzFDX8cECm/7qaHtXpebCM29Vk
WJ/3iD2Ueborhz7dDmUco58iupcOf6tr4Sm+bI1dhSZDK+Cg469+0Ge9f+kCxzomSluvsn5elM0D
5zhWXfAog2MdEFxpBLjtejGGs4PxWgkVH/kGReUTwnw4dkhZrqVpCef1lvOSo38FL01Ue9N9Nc/l
CpT6ktRYUhl/5DOQqFxr5IqPcGHqs8x+BLhV4ps7LdxBm8Jhn7XPKVqyPDzTZmOnhvcV5bqF14ul
ZwHOgtqnqk3Zs9fCSUqwc/3SRZiZCvejtWzjPfDUcFMJMaFZoZtH07O8rYpVFPw1YaxqjE+/U0da
SUU6r1c+CgtkpC0fBYY6DPDrhXdOoa+uJP1INmHgo56yoPNlU/xumon6eJtbJIDGxzjp/UaJzF2X
OViDYUO3GsPSu0pzMHVQANSGOqRDpF11H1nC+BFdqfA6edVPeBvUJ2IlJjcD7l02s6jiUZ/EOyXv
TLQ3ow6Hdsr5vhur6s0bAHjIr6aBaPQrgt8nUqwexJOHbnEbH5aDPAtyE9w5hmmW+xbqatAdIosX
c6lbKTJDdneU+FV1QOlONnVElN5kM0K84aj+ZzP30BiwIdKspKVIpbSJH1RlcVBwnSNtiGpUaUHB
l6PGotzb7IVmqvw9dirPDLf3JR75jltmw6PhLB68grBB5LWbQ3BhlLKGLHzp1No5uZSLnmR6FYwv
b3AVTa+lS/a7wr11yYB0YR8vUXLi7W/WgICG+oL6MRmT49tuET+EdYlB09yiJmOa9Te72hlI821q
1YPh5AMMTtehDWbBtTVf+sNIAxh5BscY9vGMqMFfA2Dx/1FR2znc+8GTBus+TnFicpA2YutBwSIw
UbnkLAib/YjPweXeX3hl6odOhk7eEnE7jA3KGqKjMpQsrlGhWYjzcrmyMZuNaOJvLbZD1L2VB/mL
s8AY31vBbCfXEA8giUqWY79b/zlv9urkIHiSr3JvSP0GvPKa9/b/oezMluPWsTX9KhV13YwmOPNE
n77IeVZKKdmWbxieNud55tP3R6Rry1bV2Tv6wggCYKZkJRNYWOsf8LZ+456/UdQbc3wkMjO3Q2XM
h05fdXuSms1B6tYOFa5bXZfBrjHUp5hc05rTUYHNmYNdI6or2xxE64Oc1RQLAaDJ6AEhzrMjRqto
MGQcL+cXCwtRikJV1veb9Zoooa6qrbREbGcHRadCNmkYxz/quSfH35q3MS2tbhkQtJ2cfBv36mpc
mLYYqToH68wf9SfqHtZLixttkk71TfYc4PpeTpwqe/pEtqLR7x0Uoa2W8vXYTcMLEn/yjtxsxodQ
MQ4maqiwGBEVtGIBenxuGs37efWfxsIBgSWjqiC1//3N8pbO1D5pHPG29xeYtnWI8DI2DEXAVSJy
QU662gNFxkQhD9Inx06xQ23H5LsOKstMqURRhqGeilK+6EnkOgJNn9DGWz6PjQY/Dzd8xVf0lNVa
+UM3tIvVZcOnGDOBlWt33llLTeUQ6wkpxdCg8h9+T5NM5WzRaB+sGtG2xm/zZxfpqBX+88pjkEA+
IYixKCPbw8YMQgtvIdPZph51zJ4PeR8qaX6IC9c/oqMudoS81qkTHl6hrbFIRas+8pie+tAtLjJW
S/O82SHlgqVJfLSy8kMdWdnHaSz9tUJIRIrKjo9akPYbvKqiZ0QQq0WV9tOP4HOA1MaPlE11MRWh
uoU5nC77rpwegIa8GqiAfswrLTtkJFyXOJ4rH8YJEcyEn72Rs0GdvYLi38wOXc84SIAe7jT/uQhq
/D6SOrpV8dit2CGzp8psCeH6vHpsHSRryiaCNFB6FHzVUjz4Qw2zTXj2pYs9fSMCJbyACsi32qiV
CE7l1tbNk+nUAQxallgauJlXfLKDfB2SzHluKqFffKPMocMwXiSNu8bsDfQ9B1Ii2Oohgq50JE/4
KooaswNYq9kaQBUKmSgFP8mmyPOPnqX4JzcmIaCjSfgw46Ys04HKAtdu3ebUlLd1Zmq73haP9TRk
54j0yDm1sWxYRG4mlv/8x//+v//n2/Bf/o/8mifQC7N/ZJSAcrRV6//+pyGcf/6juI/vv//3Py3X
VG0KNpYjbMvUdVOozH/78oSEG7eL/wVufXRzTl0r03ZKROMTTMZbW19ZxThe1CQkMGt0Z+RMqu27
qvWPBXHFRc4OoaMsW7xryExo8ULhf3sY57wF/uywZPlboS7wKEeUHK8gbBT+kFNyiPNKw/Gyi9dv
r3n3Pj7A6GPjj58CbbgFGvlPC9jjBas9KPpzc7+qm/vk27i8jXUIP2M7tw5y5y4QO13Hio0Bsoh9
zke474kZVm0o6awxZVZbNnv7rM9jfWm2IG2bKNmPSfDUxqGDqNjvs5SYfr6ukIDtt5vG+XUiI4Ez
v+Q+XgIpLe1pwkyuKZt4c6/9sqD9LPiKKd4a3gR/WQ45FH4GMOwLtdGq584dYBtgk7hS4GM+pwoq
dyKsvstJ2XAGTpzkuVKK6pmShL/wVKST5FRfZ+6qa/HlvnfTSN/75qY3bDxX04zVaez18dKGmrlO
RYGnetSMF9nIiRE20qW1ze8pmt47Oc7GUiEnmEIMRGpoF1SxtjH9yH/FNQU12DmubMoE9E6vn5Q2
Bd2uIvfRh9N65sjiOuYlqwRZzZOuaoihz97vk0sYO8ZNsk0KdVNSSD4PWgoBcxh/mLOY59RN0w6U
k8lR1njyA6P6lv3rwqm0+8h8kaBU/e3Pkd/uEVH1TYtja4Oab3waEy8GvW4N9UL2jbJBqRxfUHeT
aemXMC2LccMX74ulGUSfYRmcDVsRC6mg0mJutCFnm26l3AowrwSEezleTLPVPwTGaZxlV5rcD87N
EGERb7vOtiOftALdN1wLCvCuoj+4EkJQdJW/NMH9bAMqJNcMbGrFWbadn/GkJRdjIqi+lKYC9vwN
MOdGXqFPo61K5BSWGG7iNSQH5Y1yBqsCbwlKtE+gEmTiNbEqqt1DgBVzUiofI/+HHLaNkhJoDM06
6LmLPPBBodT2jGzE2Qn5xc5O6yoceKt60RQKfpyjqz+lqmGf1W44jyNnEOLnLlmZInY3JdTdJ2ec
hifnpmN5mC3VWhObVEkrdMbVZQ7zJMj1T7GRh68ZBtdLZKrS21jq41pT6hgtD1ffTUHi7kPbJame
iQ4Rq7Z/jARujmisxFuh+KaxgzOsLeu2QNjc/jZlmv5CQWPAIKJ+lqOxE/qQumxvKfJ63Eyma1Ao
Rj9wSIAnyKqg7PZKBC97LifG86w5+V8giaOGNDv6OknHYgCEknUB1vPGQuj73lUDfJXBEj3XSZit
EuF2V6hmxXbSu+pIdNUgGVjkW6it49U3o3RlaY3+oe37mGw0K3xVRSikhgCu4gy93BKX48d6btjl
pgVgYPxHva4HD2yb6gIUcn6Ra1lMPLSNK+tq6d9tb/w4NYVxNmZGYB0p3rL1YS5I+p8z4aXqdeTT
5OwAQhaSRf6VosBuAGx/7iInvY5xll1Rq9r0JibacP2HLbrk6Rbqav0Agm9aax2lUdNpxT3V1ufG
U63z6cvEG9hqc40Y3bSWibcp89JL6eBuNufs5FBWlA+N3RsxtGsHRzg1r86yUajADIse8OoZKhGI
GBPc19yTs1qcMiv7o5p+83SrQ6szjM6yscHoAoEqv6ZjpRwRGY1QNqNJVR0mrOwTz4cHH3EOUQiM
iw2Avai5ryNhlt86UqAL1N9QBJ0QyIFYEx9l03duzLGcbfs+KPtv02/32MDR8r49aL2GeTeOrv/j
nUHvoempdq+uTxbKyDoC9Sh5LtIGTjji+2VqiA8hHpQXAKBfZa/UyHUKj3iVtOzCBBx6Qj7jmV9f
24Kzw9jQj4biJCd0E1bTSsdpnQpbbR9NI46XTmoN69GkPsqTYnp78MWnpNfBMaOi++lvwog5Svgt
itAMOFcgQR1LtWxbRhm/RhGxgXObrTrrsijcVd5Huro0yiFfgZ/AafdfGXeOrOPJt6qrl9ewiuac
uhySjcyzv3XlbDMF5sLtowKjA2Nflf619gvI40p462dFz6yoPySYeqDYU1nPeRqHy9ypItCJdDn3
Z9hiIlgo71VMnbK4hlahnFXUGU0dEau28ztNJKr/+o/yb5EVfxPDUVUBkJ9VzrJ/j6zSqKxHrdOw
OLTDZjX1DTnwtjlBxEyAUZ8qzzEPZUbm+69/rFD1//Bh/PqD51/slw/j7QfXIvEtew+i8jmm6LrS
CL+30pmvUxKKeapzg8ThUcTI/e8F5+uTtN2DfRrvjNhQl0Okdjc51k+4N7bak+xkKAWtHNIxLMXo
+IdG/iWPP/Y4Mb1mJSjieqDCZZPG+1h2zsqAivFl0JHIIoD1DnGPQiehwEc5jn9jsnQ5wF7Ctq4f
qh6kPtj4ZiM6OIpmNepXB4fNXowhXvSGOBvptHcHHZeQuYFO7h5cvfmaR5H4OdRaPfROBeVAAZqT
yBoMOYpkJOPmV2T12K5rNTTuXkMjJjqnEWRSMA4RKEpYg6wO4SoFvpgdqsm3t0GuvXQYmJ/QWERd
OxDb2eQShBFDb83YG9UpLIq2Wajz5XyzauRi++4W2dUNE9uNLrfW8nlvZZ1JXsb90okh9MjvjByR
3wNvasO9gmbaxrXL8UE2QYZmX2orWIqSWH0o6/L73zxJwvq3J4lvtOPaqqrrums72u9PkmhNZBpb
CDKjg/ue8GuijDQ6CJeAd9/VQ7IjiP8sSlwqKlym1/7M1NenwVpo+eSefH90ProPuEJHn0q/V084
ZXsLdyb9xwMaMXWtfHYcvHB7o+tRHhXhg2kY5qGwteYAa8zZh3MoilxVdu4VaAFzb5qDVXklG0N3
qetXeP3482w0aBGykoHYoFVEYFcjJ7o3q3x77/ouinok8D9MsFovBu8JOa7jR7M1XJTgAd6jZey8
8NSD/jrIfVHukI2mT7uyh3frYEWzD7SkPSaTIbNYn8YxF89Bok43vyVRTkc2Tpie8UoZH2DvImKC
Rs2ijGGcBGOobbVhiBfGACZCy3UXXAY2bpwUdOXc5Hq8UV0QKyn+6VTY/jVR2J63ybICzvhsmnV3
yUoD2PIsEWItBw0rZ8eATgCHEVXapQfT/GLbebsLa/Ob20TDxZ4bwjxi0iLLIOVRal7JQXnz/RXy
nmKcVdiKgxx6e21k6uOxdPTN2/1W4fB2QMVtHDDbZBkW679+FA3z3ZNoWwblO9fQXF238RN/9yQa
NrYdum0HqCsq0bJVwlfKnRxYpzrQsBNF830/dSJbFSpuLCJMvxp9K17jVAhk//N6NwHyOGm1ol2M
uVEV7LB5AgZXRbJ9HpFXVtJXa72sJ/KU/7pVTsimn9Q1mNRh59QAbvocCTo0hY4o2AU3F10BmE0I
iAWGGtx0K7xlKYabSs+XBm3H/kVehX9eZY7V3cdITSz++q9lG//213JdzbE1FaKFwCjz3V+rgado
jWZbbDRNd8pm1aSvb/nFt5xjzPq2i7Pmgxwq+hhBGXlpatCW2nCh1EmOOgvNUESI9Rdpv3obc0iD
32flWNID8B7y7DOuhgh5z5w9revLR7c3lpLBJ1l9SQtiKENG5yjH+lpDj6Yd/ZXsGo3OYgNrfum7
LWqhfzYKa0K5kH09NnC+ytEl8gVYcFUf6jOaTYCBh+GPHPYlVOO2KI957f9sYh+ex+J/7lv5udOn
eJG3xfgZ4wW2A0evtxw7p0WFrDt0sShZdHKlSEVU7xxyy5ya+8Ekggyi1V9/fM77DRwhEKG5yHgY
jqkJoLG/L7tGYbb40ZAQstz+0VGN7y5c2/verHpwhMsZmX/fua0aTE80PcldXZRI4AMxRghz3rix
WhnOelb83OSFK7576AWd5L19bKQ7VGb+9UZFdH8j+Urk+0v0HULeSMdjME0Gc+vYnrZvHYHlzCzm
KpvBDtpl7SrmlpJEcx/Lle+wubKFOmO9phbMA5mnmqIBSqHhmP1RdFF8lEPR6KNoMEYbOdeDeklK
XR2PihL6GPuUVF2c4UWehzKzrh4DjJ/+01DGXfLoJO8y0G3a9eN3WezxnfDsG6ryZKbommtt7pNO
V8ZPZInxb01H/AtBJEsYsrxC6ApVpxma3JVhvko9c1z2Qgv/JjQUunj3DXVUDR0CYZr8Uw3zfcBc
5jaUlkTzNrbymTVoF/3p9S6vKqjWNrqB57fxqlKx3R3VaCtN44eO84lb1Q7uFH3wWPXaTWYcNEed
tVcVa9XPCQgvhJBkGxZxV+p0ewvL0HUcsL2mc+OQ9+TpbjUdx5oKvfoh4f++JBLsNmaN9tTGMoHR
pZXXHtTYQbp2NjeTjT8F36dWt4+yp6uiPaAtAVTMe7xvqbYWDtu8UxA5kl8c2S8Uu18M8ovTJ5xm
PHyH28xtT6piwZiuOeq8be2UMtW106jYQho69ePQyEieyWOkYydij02UOARFZa6kGX2aW8cuHIIX
Oe4Yyc9xG/mRvhY37+7gVisKSlGhe8yGylrUcYipXuo/yMYBrnLB8dZ/sJEp0HsP8vY8JCflOObQ
0TLgN9lguQTJSg7qcVdt64LFSN4oOoeZDmmhc0Ria373Qg1hoLF13xeNznZXAK7ntPscfcxdFGXs
k2pqys6Pu4/Sj1A2Mb4r1eKt33mW2IaTCSUGb83ewRrI7idxNIZYLyHIc/lLvxjj9ggqL7Y9/eKa
8IxtpYh2Ji6k9ipTooZQpvyb3cd8fxh0dc6C8wIGbo2oUc7/cv5ovaDycXhCg1sry6t8Wkdl+GB2
kXt4e54bn0OE2Zrq+pexHquIXEkODUiNlV1BuLT0W9OX6TfHrp/6EX92tghgSX8uQfygU14TickV
yAIFsXBTNznU+VA+d9kPOwmdl9Szqlve8F2OOucF47DmKQNeL+cUs+kfqyzdy16oUoBqV2IyjYNV
oss9ojAMemq+9AwD4WLNT9eDOhB2yUGj+pvzm/t+9efPZwgNU1ZVsAVw8fvqP5R6FQAEdcEauXs7
9aetnaTZwg+U7hLOzUAm4SKaokddMNSXPrHcOvEcR99WeYR8Sy728pbRGp68aiLbi/zRxRYtUlo4
GUNE0i723Mhx2biphrDZlFhEwtz7c4xb0JXx0OY4JvjXaeCM5jeaX5q6k7eywsldyrd7m5DdDD1J
UQ7+SY6zZ/z8WWXN8gWehPSMV78iVOwsXTIBewV7vdto11+LIei+qkR0TrnF4CNuleIk7NA4cdCH
dw2WxCpWeuobG811ApDH8yi/UOJs5G0FKW6WiKZff7MhST94OPo9wCMTD7YGnTRRKgT5QcsjlawK
1s8+LHf3flcjfjmhHzTCB1tkAJW2MvJ3XKuAN895rZhUApw2hBqnIQXpNDzO8hbZ+JxXlvxRcLRT
G+RRqvj2N1HBnC94y7FwBrM0obuqaWiqZVBbevdceI46hsPQqKsKCwJvw06QExBhhGglmNa5Bf51
8nKIoQCw97eQo7O1OoTlq+JP+pZcZbuRXd+iaAed79ZMvXVW8AwpKUnjp6K5W9c08qMkUZGqw6Jm
7srEqFv51kLOWsaA30PQ8xkDfxs5eNVro9eC471bzbl76b/VN8lDJ1pwMJrtGA+TPT5HUFq+6zxQ
waianwq3MVcTbsF62iSHoekhVJTBc0HGeaU22Klmfxp2dolzaKMcQcIRW886Vg1cF00ifkxSdDyz
wEyTTlaRIOGclYeadmm6Kby6HrnaakaSIq3KAWyeQEw6vIqpqIlx+xV6x/5Z0ybODSATs23nZd19
vTSsFIuPRkVspc6h1edA2Wdm62CY4brv0fSUzNYcQo6F+d9zg/3oJbbjbpFbjfI3QaGm/n4Emj9/
x+bwIxzbFXz69ru0TuOFEPAT4qnBsq72UIitppIjKWYZzMSIg1MdadnCqG3xjPth/+hb7VpONjhB
P3c9OgP6OOJkgDK4KHmuD5Y/lOekLppFFYT+Q0ji9qlx1Gf5kMS20Neu66Ob4WbGBn8WNERCHzoW
TsLLUm0wjMev1jgFaAAIvHtw25VBTDlsKZ6Nx7SP10jToUY8lfsEkaVvyJDiow2t+FYFZrVzfSvY
xUWs3ci3gyOZ0HJKw+Koa2H4Cc0KHQnOOj3mOqmCuYRpHUYLhdVpTDKTmgDie2FT7tO+dwnuyxgt
D5QWUG6wxQXDBOIOHFRfCQMVqrEpnPAJC8PO4bdOkvITPudvwqlGhs+Di/jySo5lnCxXZlbYW4oM
w5qD6UAuw6Fwq7vOOkco5KVqXDhabqr+aIIvSlE431LNw1IQECYsPa/eAu4MDkrXmRcXYThkJjz/
tR+sc5/r0w/XtEAG8f61FerrIsWVVictWVY1dpsE24t/DRWyV80TrYGnLXe9s492YRUvfYdy6Ita
DgdVwc2sI2d/kEE11iLNw6g3axlwl0FbPwV+vwyMNl2WAGuPoVMGHzhsbOI+sV9TKJ4bp6ksSI10
M+0V/Y3iU5a7w75AamkdzsOuEz9OZZvfarSUqhi3UMIL4JuYgrzWhFbLFvYzCpK5fmPZPutIy7y6
XhZvQM4jcJSq/Wvl4K6EJ9/HUUUoybWo1Ir5tqIBrtbynb2CkS6vXZiGizjwSry7YOSkDigw4A/+
XSp1qqCGElsvpY5qgahR8FOp0QGJhrtA+RnrgeQY9P2m6SFm8bX0t6Sg1WQZVQ1OE67xUJZ586SJ
Eqksx3ypVQsnBDPzrybaepcC7+sF+obNZ23XUBxculYf7CVYMjMnZRvhOrqSSEpk0hWUhEF1iBAM
R+9eoiRMHjtXRUNZDwg+wcGqjYVlUx8PGzmmN1X8aKfaQjGr6G+iCPaE99uFrasG4bkuTCBguML+
HkbwA8En4u+3YlPJdg1y1PaqHPW9GyL/qI2tcfGRjaBuSV3YzszbAO5qrZWDu+5r37qpwhJ4fSTP
oRmk1XKq+gdPb5uLEgEZlveixQA1InYR3Qc+iN+6CmPFMjmV9+o+m68SzxCgiBHBeUFOMliULsfy
BJ+FUQvH4DiUiNbopBjBP0/7Nw8THS/ChyZCls9u1Hxlzl05KydSHQ2EFqheziq3chMxfREma3zN
Y+WPqAwmxdTj4K00H+xE2XtGpH7BlMBaTkYTnR03/4BS1HQhktjoaYxj6KwCpfObUaSMU2i6sygU
qIut4RvRavjkx/pwlGkmUuLE2X8278bAF6RLu7AiSlLZQdPi8hRwDr5icpBdzcRLtnlLllLp5v1O
DuZWciiytgTK5RZbtjAfYTNSJ6alJVc36BL+FwHoRrJKF2NESwUtF7SVSpQF4haPUasPkcs0HHF0
5rD/rXk31ttdtfbduloUIi/MFz8t6qNsHOeM3Y3ZPQ2p+xg3gQFCBwebe1WPhO6j3iLANoPrwRlr
y6ZUAKCbE8C9emq2ck2RzYj0jaO1zZV0vAmlOmCt9ttYXaMrgF6pijCQrLW+deuxIBIDebGW4YJs
4gSrCZy71SXuVcQVclB6eJqYlVGUCJdF6KTg4IR6isnBw68VwVOUxuMSL+DukzZkn73edH8Yw3cc
86jfjoGx7go9fpJZOdOEsNGgUrqTOTvU7zJcn3QcpkjZ+aXmrkc3aLZdd5be6+T6LOwCIwUqY9S9
UkNvI31aGX7f7aReQGs/+uS2b1JsoCbDvUDzQDnIOYxJf2h+2K46QQQiVQ3uEgic25+j3FDWkwfk
vhpanvXWBENW2xcrDf8IlKB9Rgmy3saZm+5Vpx9Q+8fwWtqcq/AZFNFbX0SPLbOZ+GJ9rxD/dbAp
rHl5+DXaFIQbhiEQhHfJ/5vWvLz8cogbsR1FOC9ssfTtNPtbLjgn9lA6F2mVtx8B0q0iNZ4+NyFy
EVlax3vXBuLTl+qXePAG9nuNZ31eK+5NTuog7G/gNeOlWTjhQS0zfZ3GvtggZOlH+zxx+5Vv+fVj
ODeTkRWrvGgUdl83XEXAxrE6GFP9kCIsvwpsE/QsSi8vlPYOUshVjntD2B9qIfIXyJyHqjI5Oic2
Tih+6F+jMLOXzpjar5APkR0bvB+dGR1AakdHqxmTtQaubQuT0rtH+TKulzWA0d4nCb9enoG7Scvs
6mUiuzZwmza5lWcY6Drxxs+Q6FdmXQjbDXeZ6odnRaI7Wi0BDz6FlKBn6Af2Jq+tN+hbCLsA5Osu
jVeRh+Oxgez1punQ+bJLAxGEoMYuI9QtdXvv55kRL2PhfqjwRWEJJKEmv31gqudsrXqVPbcIgDxg
qlHZ+gYx1DUWsP75rYlFGJwj6H+Lws2DM+JVcGMRiLokCLE9JHYGGwolrc+iM4E3qfCKATPzUQ7W
a6bO/8P5qv99LFTHhZU20cko3eBG/hLNELIwy6im/mcOsbIdHU/fwsHEjCyuytcs7s66VQ+3XPHt
c0gkuMB5Vxyb0ieDmQTFUkmDfC8FPGq3MLfjFCYr+T3D00u7FK3z0PnOuIpgmO4Rq3c4D5XaDopA
9eLF5bWeifrloMKNCUuT/xss/09eolsPY6gMS0oY01adkwiysVSk+dJKu6JNh2b1hDI6PqCoHllG
t6NoJV58w7jA3gu/VoUPADsfcZke/iZxwlby/ktHbCocVbgAihxTaO++dNqUDmPQp/zh1K4Dp995
B90orGwhL2XTRJgmq65ukgqbL99mVOdjFIcHTQm6u2xy3FhPYQE8b0AWcZ/MgjOTxzea5VNsEmA3
3gIYQrGf2o5a1ISj+JiStYmeA9+sfUTO7GclVPzXjJIjSaYROzAC1w0ScdqxF0Zz1ITarbBR8iia
iPJRlg5k80tkbXv1ws6s/FHr0TwHToirYRTF6zwymhN6uotm/qQGlBpWwN2TU9Z3wzWvDEwQptp6
dqf+nDq4cjZToe9kBaGhqn1IU9QlDAqkN4RPUDdSWJ6UwZj2aEl5CxnQ3COVlP9u09zKii9JrNTF
unMi7xmpM4natgr7QuXT4NjbktLPNfj4ZgjTHyM3mtjAFrNGJyV2o+LKAo+7fJp0S6MCoYpzOoOz
6M0MTb+oSMtd+z7b6F7sHjSkZA4Ge/im6tLwY4YtRpeUnBJ670tjj86z5dTFNraTjFDJsx7zQJ8W
WtQvBZX5Jfq6yqlQi+gyhBPU1JkYlYMPzCMdwkIxrrvA8a7DaDsIMDucCapMucqmJZ+4a41Vm8fT
qSjqz4om2pts4sL+WJmUwawKCYqIIjWAQMdmVW/qs1NryUtZ++ivWDZ6mm2703Q2F9kNR+97DIHq
is6N/tj11YvqBBeyNw/StvCtGTL1q400xv5tSF6Bmb0mJHcPPe6vBIp80ZG6vdpJm+xIUX51y3bp
oEpz1DNCuiFr9uzSrrMMOgLGXy71zLXX9pSZi3Cs42M39Cnf27K8yUal1AH4oTn7k98CMCuw+xCR
tdUBd8FG4bai1MrbkIVz4sd8bLpY4BQ33PzOY2PoK3fXD1P1QmYATdIgh7JpphW8DniQ2ThV62js
OEirlbn0gHo9JhEkLVEG6QnxBpX/W+DyiRbTA9GUulIgUL2QPoGw06ubUdcBHw15iQ/4ABxLatEL
HagCMp+wiGq4CSU7rOfCvRgda6MUfPC1jo8IJ/d+O6bO9OJUWAMNFi5ksiuGEAVsEq0b4L3qizXv
qC14/hX6I/gkKd/awfePIi+jE2Tx6FRq088rPFOLg6+Py+nPybfbIi35SH0O2FpkQQlIZHu/ljfJ
18greGjsfUoXrUa0djinhddIc5TnLCM65QDRnWS3gxtB9B3Ve9k17K5Y2yFY+PvNdUyGM3em1X22
7GsMUUn03mcxfjrbmo6HXjTzp5azMfrXUJivmV6JG7qXxj5BOnwTm07NnvUF0ne/jXW72PllT1XR
L41zwxZyFp2drcCC21+HPyI/Sr/JeRfzmRWaO9iPZDYH795Ws42aAUmUh2691IpTRLoHtqR3kE0C
zuV+hezvX4yhNuzBt/rtFhUxiSBVxT4KHoziY4xl2wjs4hxbGaxx1ZmuQZq2SyJ+DWU8xtR2mK4d
MoQ7kuEccuZbDKfqvYW519rUXRea3a693Eo/zJnvblZaiwzT3RODfcfwiJVZ9Qcsz5vGPHiNoWME
WG3dWhE30xiTx9i0nzQ8XXaJkkEbQIohRWWQ3b8hbweYFLb+YLY4IMZFAeizsza2aLrnKQojGMWa
9b0pqLkrZfcFExbOcamTP7zdG8Tr++mPM7ayksjhO3zYiJDedoJ6jQxRbm7hy8G2ARgfpCJZVzkC
kmAWiq3b+cihOEZxm0QcLuq5DmBTBwDs4754XoeltwHwdMpdwbHeepYqTbJxxIAVTwn2W3ahsdSH
LrbbRW6nyt9gE6hs/Nu27RItk541XU1Vtffldh1W//xbsle02RWcXf+BMH2AEFKVa9kNrTLnKlW3
sqtMJGfHGESY2wfFMyIiq1539znVi2ARe5fB0t0/7Ka4IVkaf+4qcNqJO0bPXqHFa8UjVkvLitNh
UQyHbMCMPUGkdOng0EB20hrwtjOyGCClUiTPnaioLSH6Nc6iX6Q9NIi56Vc5hIXfz3F5lUZfc1Ov
tIc7NHxy0KBQTOBhTT2Fv5zTRizPojrx+pcwSKK1WnjVqY2ADES13z137O433QFw0Hps27H1CBR9
urS9mwE6hlwb/+6HLbtOgCBl0k7D3TtbGmVLj+xRSZpd3Qw/THjJLxPe8qmFNP6dfYa4etWUj1Xc
o+1OjADLENPpfsQfEznBCuG/k1EX9dtQmnbmSd4gx4vKPcmhhrUqWP75orf3CSz//PaiP9/6/qL5
p+Gph8hA0p5klsLM02anxJAhVK3HUNYe0mrB+ROkctIlYimdP98at+qcTZ+an37xBU217o/IcgDw
Y/CXryqtUU+y0WtE3bE5yzaukf9/1qOpRAPOtC1LF6oG0MZy3tFAhJ7phtVTK67ZXxYYg4iL0Q2I
VKVZu4HGnL6knfc9zzVt1TmBv22bwLOvmhvbQJnAEISi0leTliFSb9dfUtQoh2jW5fABZEI1Chd8
I5dJPnsvwlHf90MbrTSdk7GnN8ojJoVzngcxPrhfyqMShspjJQo4VCj12U3oorMRn8mQVPvRER4e
r8O+xxnlG4gs+KpCaB9LDNmWpZK4T6qHYIZf8j/oBQqnoTD8o1PH8RHKoLvtnfYLWdxDYmnRtMA/
vUaY1OZLAdfuLBs0CJjBnA0BWONzJBrjnGZaj+8Psqh6XFyxople4cDOGuGqvfvZxbqj6W9J3MfY
ZcbVsSp1a1mFUbW08A/A5cwuj3JCXskxF7sCtvww2bXkCFdFnqkwnTLlsUFi5hG3tM/wHdvj29D4
DdCg/tgU1SqJg+bBqTDACX3zg83XEaniHF6uAU1sKV+iAPTHViTG7HsMPtnx5HzMfBZ4i0fzAeP5
ZmflIRhOjUOeiNWr02vWiwJcYdtVTbiburx8scuU4KrTviZqW1I+8ZxH9O7KQ9oLG1cgb3oNUfiU
d5gVBVaB6uil8djEphEVnmQsqJnpHQwoBb2aSHapDqY7o62o50lRyNHzq+Nf5y/eQWjm51lXqSmp
EEuoSTnaOwRUr3pYMw+1udQHczpYTeddZAOGL1n0Lqa+Cksber8d9oC+XzcrNorhcU65LFXRFbuo
SsYnFmrrMVTunfvIqFXbBOrXkmPa+HQfM9tvmaUU/4+wM1tuG+ma7RMhAoUZt5xniprlG4RltzHP
M57+LJT6t7rV3+m+MAMFQBQtkkDV3pkrNzPZBWqaMz17YgJSYUz2SQ6ZqTHt1cKbHPX5pi4i5Yls
vfxeTPbuYy9fqDOqBTRj8zP4pFmDW43rOxG62aItgHAFpWPeQr03bwEM68QqlXPqZlisssa887U7
fRI7TBxrN83DR8q2xlZVS32nKUp333eQNKnvuz+i0V3rRmO/WeAsVxHL4ZOTTBogN0ouhWEA3BpI
39ZhbJ17lQbIQm7q4VbRTefUZVp7/tgznyG30LC3Z0UjhCf3uv3nQblfDlsl+fXvbzHv6NfbLsoo
l9uuZplMkhzny2o5bXItMpAZrRzPKA+ewhUo1HrtqhX6tNUssnp0+rtHGOT9NnUpbmABFqusD1Pi
FPFcGL1XfUdtuyWtdP4CPsgH3SSCotIsZR9VUQj8M65P9Ti+fZ6h5kCBuK/6B7lPU7oUYliwHART
+SEayzfHY66ZG1w/W80XL4X5B3CD8s0DiTLTbqZ1N58lbNonYiQqRifaRYOF9JefniYK6KVSH2y/
0O+UkluZwsulImwt7SxRmCs5ApwswXnygLDQCKSDk91skndOYwh0RB5obV5dClhximId8kLmoFiE
Y9H7bfDmFDgF3LS3sT237ZNZqOtx3u+x0tjZZumuzdgP3lLSesqhbG/OIcYJfOsrMdGg7ae1TKMO
3KG8BFZ5ouijPURjFazkFvrfF6V2jKdKNKS9uBFt187RD8ZQKGvaWfpLozlHH5jSj2yC+5j5ZvNg
2Va5swNd2aKiUR5iy/glw3Gmpr9UCjpzz3PyDezR8pCjGF74dPm2hjtNG8cbuGv93qKzpW7IVBKX
TLX+cbSY96lpNBe1jUNF7/YU5oG5DpzAeCq1/mej280fg52yCPPGd9b6cxxxm94Uw0cAODnWzhUh
eaX5cESmoGxo3Jm7wVCZHWv2MxCc9n1gpbMoSY67jWGpHoZWGdaIw7VvjvlTnhDGUJtRzmEDrnsK
TbH+gl/jpQnH9i4iQf1xBlvGNMlJbaFplTP5PNd5k+3soX7LO187ywd9KP/ckkPNVbNV4GKRlT/w
eV5PsZR2vei/Z2UQ7EI9HP+jSy3E1y61LvDtOcyEETGaLtlQf68bVyHJo5DEDW6ClM9xOncPADvx
PaupD33WpuFsi3Qdp0nzPOjJj5Yb/n00AzO533GFwazz2ev5mFSRLr+tNSLafOcBH4E42WHH5dWq
QyQPQVgdRumRKr1QX1DdU54y2LnKvNhREmdeg0IeksPQqLWFLSDjFfAUlEllpaihZZB1JBA7yp2X
IK+YlavyIfUQnHFfaD60qk7d9NtmaMiC1BcBVNEr4cx/PrQ9hUPRmMpWHlC16EYi+UjVY4BpnrZP
9mjNoXfYuJDMd+vM6RSymYtopXRipAnvtufcTBJkYcYPyzKazcd6VE09TD0WF+FmbgLLRansAMsD
Q8UCrfYpRbudslcjIgBM3W8vfq01F/R8FmklRbVBZAZhVx5RwuRsOgTQyJF80OefKCj4n4GqyD3Y
N0jaCnR/xxWYv/QHsbU2hpvq5PmOq4fDdE0ecmQC5u9DUj9ZO5m5G2m9LIt+6ttVEUa0rXwfdXFP
MsahGvARZGb1DT5psva9apbz7v797qB9UYxjajZcgXvBgN/rgkv8Ry2VPJom7lu6y3UCemXsLS7j
PMBktU5qHEGGlZu5c0ECHZygzCKdl7vkeTap192CCVa1cgMKoJ/P8HFkpJt0MOzinmSH1yQM3T8q
US5Hf1TeKeF6i7ioq/u608vt1FRUFSsvu8R8ZVeDmmsvalI8yR+yIqqLXlusXINii/wkZpZ5Vw9x
epEf0zExJpb5GBflwSGnaTdG4l4elB9Tx7T/cn4SjdM6dfAzyoPy/J7zPz/WqqXfJRYlS7nr/3e+
NfUgtuZz5WuRv5zODK+Fgvpa/najSd1z5U/38qDc9fu1/6/zf7/2z/O1v70W+fzZ/PzypfXR6Jzt
VL835Gv5H+fK/6d8tt/nypeh57m1IdhVW4HSvCMf/c8/5ud/9n/8kPyd83/483zhJRO2fJDXny/I
5AV9jIpi3NPsLpah0tvP7lBfojrObqXTFs8EDsbzXs91M5q5waMchb5Ij2EUpktFj+xn/iXbumxM
jOmcK1I/WdmVURPryTDAJ46ky8aZMp+sNOGabA31QTciDS2B8vELks4KLjaMYcrb8w+lZrO34iFe
yR/qEGev0yCdNtG0/7ik4HSPT7j7t/KKIi8mwUQam98FwyqdlGqhxlpxKbRGPHl6tVSqOnsts2k6
tCH6NjkcrFFfejqrMznUgeQmJBc/Z5OwzrqB6NfQvfTVt4NxXQYA91EqZ699JOWgwX3KG3rDD/uQ
k2T7qmWJvS2S0F7LJ4vnlzBZVXFxBks8TdCb5ZPVf38J3fwSKM3CRRs9TwdsYyHhM6SQS8pd7Th6
IrgMXdgsfm10T9EWkOX8HQwWsp3kmEmAcakMo9/kba7huB2XYQQRb9mHGAOteAyPkr3T5LMCPoYj
Ktk7Q1A3t/lkeVDukj8wJEV4zOf7R+vQtKoC8dcfaGjsjHGBmoJ8LOoC88mS4hOEerP99+vfFwsI
1g8yuCzdcYmZddFy6V/UYmixnTARrI7RtrjLfpZ0mGV3x8wx+9Bw9EDj1jpd07UycGOZURcQItpN
RnHqLZ2ipUNz/Z21NYxdqLcnlEIVNf9vNiaQrVLE/lpGPckhgZqAK1dSJ+hHSvdxXKoI5TBVCn9t
iQgvvDG+fHJt5ZZqkD4TuIGy/oTlygOf55HtrFGzb5W13Nc0ibpM8JtvRRuYlwp+A/FPLlm1Tpmd
PyYe3QD2RlGP4Ai9K7oJnXVUZNzZWp4u1ACmUtKEKNiUEseP4J0B98w5Y10e/LDDTO0r/kfBMQQN
T6/MeKpjvdpmPO+uqsv2QZ6R2VP8H1MoHE1/X9cgpXDmciIsGR0N8D/sHz331CRRsbH0VjrcMmuM
Fg5o3JPu5d2jMDOaE0kVk+8Q9I+DVXs73hEKZ+VbqUzeu0YkQQ7bi24DXPO6ybT3krLUbDhXnwo3
VleF2xFbmIqNUXfpraodrHw453+PsqyiApEkO5nU1c7BXTLCSw4/9/2voTyPrBq+jKq3qu3RPGM1
w+7mFT0rR4X1aUh0fGBTthdeHx0mjWaZH8T+PrGi+ITDeFZV6fV5svJgawQjkeAJs6FUaOWhYtkq
1jr15oOfaLUAV8HeQu6Vm+Z8KGoHaw0/AUSepqhbNU66zcRa682ovEvkxfEDFerm4ozDuIhsJXkr
dBGsatc+ugLKG7r9XaQbtrpKdawCLu6FGXJwE7m6hVK8D5CprsgH7c6a2XTnYtCzHlSPjwY79OAe
iwp8rTxER7ADYgGSPXce9dgdDk6tDoeeaJ50Icfyoc1Ybddp8oZ+Dvp2oOjeST5M5Cp1QVrvP3fJ
rdgIlFOq5hbmp8ZaT4VBDbQv9KewxyytRNPDlIFFKPNJW/l9vROBbxOCSgnLwSN+p/tTv9EGW2fp
05Om87fgOTk0gAZvkezjEBSOs/LVuroObmCj62zcA4mixDw7Qbmtibg4ehpGsTBViXYaaJu0BpPj
qG7GvdTY6KWBrcEbb82cjCSUZx0lGki8OUF1Hppj4nNhDf2NHFZxbC5VmyqqZkwrLW3zJ2otT7Jf
QxX6J9QH9wGmZbsbQlXdZp715QQfDcTCsQLzxAIR1pA6+M+fW0hBXnPYWQ5BFp1S6j+1Kf4JeCB+
bUeY+G4jMDbZib8xkrY9e52V7xsnqvagZ7KVwVz6wNPX97GloJiulYscdcBjt7AnNBBCcU1andEq
B2AcdDj+z0xE0Fq2HVL6c6Ei/mhodb4GpKRv3JwaTTz0y7xLYRM3A70uG35EPrtwdPSqG3cWstaB
mXyzbQKXwfe75IXW6i3xox9y/6SBBkHfA0zaMbI9PevxRlOAkMx20leBiKab3Md0tlwZDiYRM/B/
lkOXLfTSdTb+jM4ErB2c8UkW8dqtzfaZa9BR88n/GUrKwZYfuTfR6Oa+VSGN8Vd/QC35mCM6vHh5
g3CaYtg593HD9Ul+RciZXw2VS/NiyE4sajrwjfOoGyjzEqjZLMM4Oah8ceqlF4hzqAb+1Ye69wju
M1uB/Jr/M1OPj7ZiOQjA7yaMwNzlhoodG4nmgxpU+SJqfPMFasmlU5AP9lznpUCEj+u0bO2SFLQ5
1GXSXOoJuNha4VF8nucCH5MEsyzQQEL3hw6/JsOSUn1qetSy5wYC6Glgt7SNSHqJ6A1MeSb+40Jv
fhH0o47QNW7NwkXRDTvf/bJUtgDi8RfvfqZTG0CRd+5NJpSvSQny17fqaSOHWp6/VVni3Jlt5dzm
sxqK3g+NmT5Twh4X8Syor4NzhZnkh2IOYKhJTz8OnXPpXcPZIxYjcmzqx2+loW4bMF3Pcn/ZR98j
gaCRNiMTo4ia1hrBdIvYAGlobEfATsIn+R1OougUD019kSPWlt8d8iVZ7fKBkB8N+SGRH5eRz00x
IBBDQNBt5BkJDII1GitcAH7m7zxT++VNRWkeajPvtq4y/dJnvE/QhvZ/6GmQzXy5kwrwkbTmbBe4
juH+405quB1hrC5x0Pk4ma+1KL738MUe8Oprh0pB8SXlo5Pxs6Gw/YY6UGwKpdF3tRdFe1bY7zo1
7bvK8+HoA5JFHxOOd/KBHkqzCQd1Wsph4iAHjyqRHAIPf7KBhuRZ4VK8LAyRP/vhzOPgnfzYyuZ9
Agow0gdMp6nmvrcoP2zFV/5Q6uzFrtL6Jalzk2KARdRXyEq6NvRlijn+vVbo82qZkt9bVlBtjbLL
D7CjkpNwEzTddYexyzOm7ORXQBcnU79YSW0sXWgLm85tSIoWItjpmUk9qYhplHnVjQlwviNjgulp
NxQ7hBC0ripRYSFAipeEQ7KOmiC++hg7F1L2VyVAEws7Vc+Ez+W3crQfgc+hy+VtXGZ2ppzLYFRQ
nbElH1D5FydN4MD4+355ECTssKwygncDLw8WJjPax9YiqK9qrK0coZlwH7v4EBIZ8Cj3ADS8TErd
X+XIpVi24BozQlXih6eAbFonxMRIgX5nN55+bw0sEYRntO9FEOFEoFcTa0G7d0ArbPp40l4bmI/y
BDyrZNyRcwuoUisRsXnqvYcUaAulUFs63ajey32set4C0w9Pchcm5v4EFOdJHisa7ptJtVNEJHa0
7pIDvueUYLxmvnWUzZ0SAK6rqrZ4SuNYLPqUezREsVsLQsHn63ivDONAN7hs1tFk4FvFFrdSNWLM
F66driojMS4ubd6lijd4iwuvJanWNR8ayg539USy3izbTRPvu0MV8KrYyl0YgMlzo3i4q1PxfWKZ
ti4R8659lovnybRw7fThgZRsEPMev0dRqGmxGmcN1MX1nig3JoIwZveQZ5KtjouHeT8zBbAroIKy
9MkCWnVS7JYFzmgXb4NDVDDoy+JcTVyI+XYdaArus2yMLrLFqov+P77yxtf6IxYpgUXKcnWmivik
7C+NzNhqBlG71F3z5x7RAsYQbfwWJoS3m4PeXIyore8+D2igqBaIftsLItD6rqrqYmGWJvwKu6wO
LXlDF6cky3WeXSl+ATDA136I1vHB/ZYUxkwFeZpVDOdS198DSvAbeGPcSLC7CIumQ/mtN2a0hSDz
aRVCo1oX6IjCahgWRlIVR1Ov3ed8nnXOfzCioMrdVKbeGjdVR2OdPywJTCWRkXG0kWtNYLjNeQqi
53Ywf3zAtuNGfbCKBMMwGRZLQ4uyR8WtuU4Z0VaOgLHWB7frCKSjp7fnFntTAnKKF5aaOOe2Gmwm
6bYNIYxTHCAx24+hPAclPPHjgTDX1hQ8IpQ8IXitzmYTgWaSm58PTqUdK7tQ9+oAHASOcKwcfMMC
AhT2J1Ib+5PcKsZAp/XnlusvB7JG/N8pmrKqUFrh+MHcVrrELVqK8UOO6tRIl1bd2kuzrtOFj/Xt
zXcyAi29sDnows5ex/5M/6y4jn5q1Uy/IVlSsuw2Ix2NpWxZWEOpLJy+bPciDY5E52U/4Ai13E5H
6xbokbP3hd9umiH3L8mQx8uRULxOfZKfBDTgU6g+yVWTtpT7o9QmyDnz793SfBnqwKAJ2ulPqqd9
jMq5Bvp7JI/9PjMvhX2C350sWsv4o6KsfvJbXTyWSust9T6BZeuU4rF362BLG8BdeQ1HM5oHWH0H
egfG86dwGqCOtatBb+GTwiCZdMZjq5jjMRlUVCSFqT53/RDvHJ0UtGge4geuyYK1hm3ZpuK5rsx8
mWGTPTR8Z0NkVVsa8PpD7mZbuoT6i94b1qGzwEEMo14sqJ+3R+rVzhUeEG7DOR8wnXJ/pRoxpc8B
1WZkZtZCeiE6FxUAzwlnTloj8OOvXC+qT37xpqaYiBZ/3XDarLnhCcS0PNNay6mqT64Vaeu2Nuiu
zqRXeUA+OLw7C9gj1VmxKPdj7wUXG2v4QmCzLUi8XyCy4KmIcloodARRJMwo+whU6iI3f46uhjk6
0N+4fAWst6OnFjpKtFBRVfc5l18Lbp0+XqOqUB+lFoUBHTj1USr5GISeibnNjw3CuHX/3kjjYz+v
cFTDTk4tPUzejFx59qxo3Kqj2q/tEtZ2SXN3a2fNTJbRm/rYdwqbnSa2RWapO1VR6qODrGFvWT49
PAzi47NXtPvBmjzE93qxFEWs3zThVVsCivoDiVPN2VHNct0aav/kk32wmEGHK9NBVOKaQQBtty3y
I0XKvz7IfVrVofZRE3sZB0XpLHOtA7dFS40fwqhSr5QElHMwko2JH4vbJeAi4nHyo6X6GC4rv50O
dnez4wwQdl8wb05s65HgNJi4sW2smK9F96PmJTetu3zy5AeybvdRndP/HAxAwaEYKfS0zX2KQGmZ
FcOsNwmb+5iS1EnD6RgXWndkKfQdTNKcGNd0x5hUt2MivYBybJl5fuibYWuDLPrQtI1mdY/MjCDW
JBNHZdSedDLYjm2is4whd4i4UBPE/jgLNdMsvdRD2xzC2RtC6bA/6DZv8GyUqiihzF9n0xiM+9+j
0k6M+8oeHEQlLVGMJCsyd8nfzLiLT1qCYJV1aTmtM+SEp8Z1ork3Uz92nWIj+hfZAbQCvy3M6reJ
fNxll+fTU2jlrzJ8IuyiOxQE8UuTRfROwx4xBRjNPb9VJ5ohwb368f/QkmQNJNRcUi4lim7UyzWk
9mSpGXR/oUVlFxkLKbeYiqG1HHHYzytSO8hwexiTddRSCHGDtZSoDIXPNGSb3lwGc2WjLyfYZVRH
17nnaIdCTar7mHdnwRURYWZuPGLHXsgoB7dhqqAFwWtW5Xcp8jkyluNqH+pTgcXXe7LnAqNlG9Oi
M9WKQv8cHRFqYu2Q8keigrqzRs+0Vymfn13yX5SVr/IB1HrMEVTL1JAx4oH72iDCIuoHgbD8JcXM
rU89J9OFx5W01zcdJsn9UI4V4ki7AJtuIRf9fQZlTDiF5dU36mGv2MawHhJi4cK+hExfRfqxHYYB
mVQzfS8EBt0+q14J7G62URA522kiZFCtm408AbdJyeofBFts07UfRHw3WZ7GXwRVvLBdAMe9+pgn
fryH51cvmd+jMYm08ZHvJ8m8aAyuXR0qFzeb9A/jhjxQ6na3/dDxqZ3/K3aNatVJ2ISoNItFOGOV
1Jdll0U4XOesVhnE2tdi3yV6c5KOJXsFwjG9tCprfAkKnUiiWJKrQU2ngWiNuBZ4mqm+WVbCp7LE
GCWHOl8vP7/8e0nb/CKznN8wnKAa62LDtlnZfdH0CNdowE71/nKwoJ5DREUvUzWgLQen+J4r9OcL
Ef3EcwOsM6JmAJ7Y3dEAULdoK5QHBAzhQp5ijQlME9t5bfHsrZGCpCdXzZ0zX7l8RUO5lM+mGBZO
tDyOjki3M/0Xd5it1rpHoQw7Q2TNT39MniM7gGEGnmQReIX+EudZssTppD16ypStepj8t1zh1Qr+
aFcyWfyt7bXuqfACA/IS3iXVt8TBYka7i/oGIIgSzbO2Ib26pUp9nir/zfYC3FZKEC9TWyt2OPJt
oDb+dJh69WPUI9qaVk5hK/81n/5ai4YMTgnasGzThDuAHezv7Xy7rA3fGwmu/qiqkztaLZPW9Fe1
YWWrUIatKDneQAIw+72bmftY1+o3Qy3GlVF4BrUddzyqan0xgONv02i0CqyxrPR4r46Dn9JjTeJz
PtbJB+pM8s6w+PxwdCfYyZGiVt6fhLRKDMBIA5OFNVfys4hjPLlS5mw1bbzKeXp+mfsCSaaLl1rN
tHmuTVHyNqP7jwcTAKkv8vA/qjkf5Zq/OOY0TdVmyw5LEgTWrqF/WXmwBm895Gg9oTFo8N1c/HTs
kC88dVokZaZxskv+zquiCUtUlrrCNI6mm6GP36gW2CSlo1icAju6K3y7Qi9p/2pTvdpXMw82x4u2
i1inLVT4U7dxfpD76jIfSEAHQ4aQSce3nSUdYsnB26nZ1F0tl+Un1+AMWA4ZprxsjezvaHou4vpX
br4Uuvsoow3wvzbnXohfXjH0x24OuFBcz9obteUuoYnEsPfDZsciFFmrDsD2pHTN2q+YKphhp6wG
xxovfNf++lCYBgCgqDkOQQpA3ExYAoXmxOw0fk6EyJ6qyBTbakih00WT94Bf+WdJGuaD78RPcFjc
VSU0Zd2insvwCf+aAP/ejMAw7q2SJKSa4uASQIRxr8374qwk+mayTu5ssO7bZtpk3vht7BTn0eyV
dssSzAUMWY/3Js7rheHE2g+QGLsUasFrWGTDGidQfRww5lzrUXS45OeSGg4eQDk3lN9iUYI9WWoU
T649vJW9wk11W4St+9B2oBc6xbN+EuSz7IYoeZ/1sq6fPaXYCg5mougvvtFs07ARD2lG36XWrXu5
m3q6v7eYf2Dn5CysKRrRhq6zCi3jG/54bQfygkqA2jZnwBBL1x9gH1UkgeV9YdyzIjHuk5oVb096
zsFshHGf+uV41rv0Kg9KWDPBCHxpdTvaNlwc98gx83hNt9bdFvbsZZoId1EUjS5hEp2mGRoS2NQg
wzLGj8BChKZyj6ozzkW96efFaqZ450Rxm4ccOj2GwpBqr0s8Nq2PcEnDTyHHjofKQkWD8JDNAm7r
ASE7i8J6Sg4VjSqSSu7bzoh+eHb6JBK9ezfj6lVrLOd74bbficzgyh4HfxCkqn1rRuAAo4VutWsG
f0nBM7pG08T/lPQzLaiiaz/FnfGx6UWoM5KpJJiAA/JcudWxNsK2XrkbxNlaSaxr/R6RxbipiF9e
xJpdmYc+yl+qaNT2JfrDq3xQOqosdjK6i899csuPwGe0KsTUzwNT6SdYow5g2twrM9Sjb6YO/LZ4
m/q1f2ml2vz3UHp+WoJ6tmHhC1BPyUYutDRCtY6AUajKRdxajBhKlJIf0BPQKJcucnA6KR7TYtPA
H8nXjppzNUysYdNGGLfcMl5/0LJIWN5MJZfKLM0zLPdaou2xokYLV52C2wh959YM4dkay+hY8RW6
2alQtyOGpKUcDlr8DKG43wdOnb+bQe4hNVafkLgH5zC18pcyIBXYVrrHfKI14bTRpepy+8nSHsr5
wturCGotHy24ANHAdTk2wK+mQ7TVm3wiG5pPiBtUBOAFGrRQXVxxFIsrTkkaK0VtLOQBDMnF3vBs
dZM5wsDYn7ab3DCMFyfX9o3fBD8UnJoLtbKCG16L6RC0VBFYiy2CGUsqhPsepr5yden8PqolQH25
21S8vWrDGVAszlJcWsuBrRybpg6O01x9GLGln9ByqfjEc3PhET9PLNDWL/X0MY3pa1EYqpZyCBJ2
uFOydGvQROF6MOgbOonu0WjtLX+JcE/fwzv684OSVHq1EN3grmoNw55BoPE1qtUlhL/qTMugvcpd
IYauPfW2fZsHe8qU+ktWNO2BQBcWafMQWMawGmzx1hL6jEPIGwkuxER+bOeHpPCxDcix8PPwKLfk
A3nxzdIOcxd7B9FhuBe1Ta/k1WvvFT9w+BkqDI8oUAFwVzE1p4yPsII+fR7U84MHNXhrUl9flJ2j
XJgUPGtz3Loccef7y2g+Jma6ulMYJEtVyhbXG3Lk2IIAIvxwO4kq20RjNr54kWajgC7bkzyKbW9p
O3n4NAxeDV6AsO/5hzIUl0QfhaSDzcPYiXzuLXV0MACeHfJc7yiFlyRf1bH7YUKjGVosI7PTEbb1
yiNi4QAOeBVspc3MFVqx1crM/jChuVkfHDQIBkvDSbt7o8AcQmLcdaBBu+y4Y21Ic3Ov/C73Kg8Y
Fv1WhKkH3/RWk0sQc+235RHgBSXIz7HcIqzpz8NAd1bk1zbA21wWW0F2Jx+8ia3BVDRuNWVIZ2jW
0MOXJRe3JQsq4i9nVX73nk/pI71f75HweRKCmiTfJoodvwQA1OQJdtQHSyvj8xH1aqs8CKx2O8Ja
Xmt6DadZeHrPny+hVFUdmqC3dn4HMFk20SYF4iV4fu8oh6is9TXFP+g3k69tus4jIYRZBlKSdj/J
os/kEG4oal4lq4Lx5tuPLX7vdNX61ndTcfxtrmj2zjKjE9jDEhnrSIlQbsoHFWBz4bg6y3qOfj7Q
567OAZEQ/76Y0Gb9y99naySzOmgthLDn7tCXiW1JGm7FpApdhO+dC5LZl0PVaQfRWdqTW9PFULk9
0CQybKR/VjELghb6b9bGF8KGRG987tPLYV349TeYpJmjeGul1/Sr3OqpDH5sjfOWEqFS+Pf/mD6/
8L/9x2grukhI8D1gEyNA4+8zdswvxqh6MEwjg5vn4IvH3EAWQurno4PM+Bp5XkLMA1kPkckyQ27l
rZNeo3lfMO/L/abYTMP0Nlo5DkJmCtbDzEWZlqatVg8fy0oFEtpz3FcYwCD2HjtnbK7M8AggyDa+
AfFjmO9aitNQUbdp0rp2n75oOF8VdKXqgJUzk5NJWjqnf/8TOF8bq5rGWpGunxCIaAz768q+7fWx
tD3bWwg8bMEqF5G7oJhTX4nX4QZqsVpLUfQ8YIikSy98/Y3gwie9HLtfRfjmol+lVVRPO6I77fdG
13PKPtc87ceThCdIlkIX6vaOXBojWtf3xBFmD2pmmEeF0IZFWMfdQ6k53YNIsWmXHiDIoe8eSEXV
1h9KAXtEctXpL5y0FnFdPHoG4EEAF89qDgyd+O9XOmZMBxTLG5aZfg1/jnWuPoSJClpiCF9dKxB7
S7eQ187DcsRS6Cpue5RHoVYs8ojeDmEIGfpdqJ2qvTBiR9xrTjVyiRqKt4/quBs16pmUCvNRtTlF
75Xnts7bS6n2AYp8T3luArXcZ1qUr5J0fB/dLtkS6cRri/W92tnN6dP475PwvYfW8i4BKma3D2EP
vKUJffueZPUNTYD/WHdZXwTnvNcGTFMAJTMdGo3Wly46xaEGGoXiLto6uDNsBCGqLXSgRLa9EYOv
vlIYWXFFDt/TuaVnkadymtR2ujZWCh2itYP3XFHvZkv0Ux6nf/6k3dKFDxFJrJ0I0TjhiaCE7KB7
aLwmPsRJpC4Uv+0egoAHOADbJGrsqxyFaObWYkL5KIeWM4Z3MQEmaWqhhZ+f4389pTBSdaG6MEzL
VMOjNbdfg7x3T25ZnLAh1jcZeip35SLDxM8JZV7XNxWj3m7omk2Sd+Kj8mZif44n7uXYeYJNZOT1
oQfvfPtyxvXfv3dfmTGaoTu4BNEcmrOX0PlKKGyago6CCJtlRe1patJjZ6NdkyYZJ+7G/ccS1bFR
ubqttpaeGFQJKkbfYeB6gScm8MRpytvuWuR2sonnyWWUNSenzZWbDsjnse7NldxNQZngDCthjsOa
Ymd0qrIJx75+FaRFqHMxMvC7HwKG+lHCgYU3JOcocw4sw4Gr9JadnCkPHijNDrAO5mbmx+WiFl2/
YQXV7u00G7bRGOYP/K5mYTd9gaPPaC4FJjx/LCb6yOJmlHpGn9cTq8gPxCmYH1iLqxhNQ3ebkwFj
TyTrqVb6R6qtG0RTf2igaMm+DJonDv/7m/DhNv7rDYAigkaQl2No1Af/aX2j6GL4pdARP+mGWMhu
l5aq/WL1MVMZq20QDrzOeQYjH/reiQ4Yg3EH6tNF88uDZVcPFv06yj51ah2DIth9XCwU9alqu+5S
ZTFuHLlllAF4npD5gGV2F4hk3UVuyaNhaD3n1K6pYvADRq9/p/UsrrZvr0aRe38oJMRkRuK/Jhri
Y72rvw0Uzq9p1UbIe9ziBIkYS3HSzdYuJ8ZcYXePsde7O6uzEWzp3lpAXjsQc4e7wM6c4sB3Yi8/
cvKhpPC2zccyWedQaAJlrHHX8q5YYfPL7+fijK1/88P8zDphKeu8XUxTpQeUfU3A0hzH0grXLJ7H
b24TQCHJvoHJyUlrtvzuKJduk58pO70wke6hCgyWeoL/EuEPmkUkLUVCEQqDJDAsC6fR6mMcDFO7
bHOr3hqKSrBe5dt/hO1EPb2rwK/q4d6rqFsyLxHbJqagxSoTcgkV5QxWwYqujn8KtVmErHClHxpq
6wVzzQMy3HjbDqO6gQw8voJ1fU0K27tD+0Qd0awfBLFO18gApmM6lBnC2HhBnfL/GDuv5daxLNv+
Ska+oxre3OisiAZAT0qivPSCkIX32HBffwd4TldWnu6o6hcFQVISJQDbrDXnmMYh5kQDYGY/oY80
fsQUiU0HnuWmX76MhtoymoULSX55rhyKPeLsGHsEyXF9nRtsBDr14XJYq93PQ+p2m5igJ4D8cbmH
cDw9p4SfyHGnPbZmpx9HOH3e5XkoW6U/SsPNDO/K7zGLyJsMTTtNDefY2BPRVrXOxjenS+bXDcwg
XYizZM0yqsfHuq7CpyEZ02vDGNmg2tLj0PbOBmevB2vL8sXyr4szx51VOX2B3o62lGXA1u4t/XGy
9K3Iwvo1qoFosOgnpm0gl2cinw631VWZScO2yfJ0P8SKOGZBS5L2XObUhGzMh0YQreUmU9ZJFKtb
s2C58OdavtGsG1sFbmPn40iEijIeDeE46xAw6Q16WMOvANjcc8Gj5EjM+TkJ5y+1l8ePcdC2ZSOk
yP22ayFjOOrqbbLAm/IF6PTnl0qZ5C001ZvLU44cqWBM4mtn1tllLl8qqWKYw3l9Obo8D16r3KS2
6Nw+aN9FPYfXED2MR7C1XjBU4t7JSJA2m3Z9eXrOSwfGPnkGRCu2V1oeE26e2/VO6o2FwMoiYVKC
btV1QoFSQ6wjuhjdDYoBCF6RIS2MaUgTveJLCZbmy6O44b93eRT+49Gfr06jbF6FAsF9YsbEBg+j
TdUTOT4m5WR16TVhhMSP3v2bjYHz68aA4ZOgExvz8BJjrf9qYKtoEiNDmKg4amZHF4c+CgGw1Z1C
8YM/uilfSju8Cg2leU4Gonovj6LlUZnXK62xgs0lNYxEoG528QWRMFjQuYmjIF3JcnAv0KHQ8MaB
Jgr7ozahn1/sJErijbb+EjkznjLIxtfJ8khiQ78lSC/G5j78rOoMvQ1GQZnqXbooHAUJbZs+VnL/
cpguuAVDmfej8UqGWfUUKKq9N4MKbtFyCMXKItAL8ZhEL+imtbrcnayctr+idMWbBFUBV+Igg1NY
FEiVgdMD+O1XqFYvZoiOGgkKXvNRte66yU5WkWKn16YwMEgsXwZJPsbxYO+Gyh72l0dSmI3I6nmO
rezw49HlucuroSQ5XgOpxy8UUeCHWxLoiKSkC86WH/pNdMMqki72qCgvXWJGvk0l7xBXoDo1HOVH
uREvTLXDqbfa/j5RtNjv4JBtx+VQZh+wwfeYopOYn//1XKv8j80WQiN6IpR+DUVXQU7/stlCXDDg
zVM7RtJwnVcYay6hgppi2ttWODuWAenx8jx+zO8R3v1+XFLRejYn0TSq58uRhi80Lc1jkJINFvcP
bD/zW1K6d4GSmo82Ut8TNoWOUB1uUdpg9laRO7It7TC8MzrrRCf2M4zy5LMNxoNs4rQJrQIGQiVp
BxkGzJUCy8nPqRvvK3UGpBNG2bwJDZgqJRiF15JqmEscbXQytfZpsNPp8OcXIxY/D61qUtZjnr5c
XuxFDZFPdUi0jegJGOwzcCca8RY6tLmKC4Id1RjhZD84/U08KcgSq7Q4sW+Nj1ZRFCv8qZMlglNg
tZsfJdEysz9kTPTXThsUK/STAe3VMX50WEcZUU2+fZNE60v/OkRbdcq7c5SOAFjPl+0Gw5VDCqGT
HxHeB7e1Kh4ZaktXkSdrfwF+mFWKm68InRVpfEzVl+PMaB2oKjntK1ktMAX2HRUzeaf3pfn9w0mR
RTM6wMZSb2UV1hAQaf9Htxqkdb2dMK/2uvqtpdNt3vbDq5loGmgSTbqHJT37E+L+G7GEFoq8kw4x
JO3dxHIlbIJxK8GRPuLY1k+G5TRHowi4kMaQAJSlHiT3dXRVURW8lJriLOIbS/YDy9rtx3KuVsQ+
Ks37sDSnf7OP/h8eIq5uCyEdBQXNREj7K8g/jdkCVuA0PEnpdhSi5Z3UlFTRpMK8V1pFP1FUeClb
y7gn3Fe7lXIb35ZGul3bheuIsuY5+cwNZF/zUkKtELVTFJ0FFc/ciryLmOvyitb3yhHxSrHWzTFc
FxZCbUOhIBwvw5s2VYCsxZitO03k9waLfG8qnU66EyMbhTKeXwuYZFc11W3sF0mwL9hMuzVd27tY
K5113CsGTs1sOjHUIORNiX1PuZdWQxkzrMoGQFaigcMbDGV2mgb36LbTK8h45LALNb/Gkf6hpYmy
75cuS0ag5R2GwmJVRnq6zqTvC14cw/y4ljqp2mr0wq8DIo3dsv++XJhtGo5rMy6Yv/PSxIHw41ta
0Y18OPHyr0cl/ReKoErFgz4ke38DG5hi/iqB1GTNLubYJA38kkg/KJDmGqHE9c00aNXGUmLFHwcx
nxi5tIPOHhEwpT0+kgbzyM7G/JR0IJrDmL1c3pr3KW91COgQHdQEw0mfKA52j6iozJVQG/mgqJF2
klhc+3qoVC+KGu4VRZifaVU8RSlvDcyJt+ba0rOczqR5P7Cbj67bXFUf/nEEK0W7HCG+EP8Gh0yf
9ZeymA4hAqmVY2j8c1Qoi38ti7WlNVpAC2kbNU4ig35PkMxYSUHEZiaBa3Hk71EJJmmnRI66FdFw
pUkaQ6s1975JuLPXh6kx+3mSaVvaDKpJOqQKa5vWBv3t5Utis45kXbG5HAHyrUASKtMEwCZ7oQGF
3+rP5348vLxT7Yt5i4tmNy+5cc2QbHUNAp7S9T0hjzF5qrEzf/0SrS4nNmyGAc3bny80khrDe9F1
dMvagQo7GwC9irdMfObqchixfgRKlE7XRihXd1m+bsOn0bGoJxOv5UqLCOryJS+q2XMYXF32G/lD
WZIqmqmDse/g5T1n3TENYDv0g5QeA7VAVC6DrqkpL20Gi74SkXKIt6n6nKaiyTwQTzaV4oXwYLTN
ORW05Xq0TJejS76PAYkB2D8x41Uck1tA+5F2Ru0F6TwTwRLHD4MlNlJtT4+VyF3KjnBsFFIQTCWX
d6zlxi2OCfSOxAOnY1C9J8yp8BpM+zptwngnYpGtLhvCRqZatNHRuPlKa92aO/kiFZBKa9hLGlPa
jxbVhMh0VeYL/pSs0ACmv94QksogFSwmjOqEOmQZsoIzE2pwprmebztzjLzLcxJeQ0/vhLpLRSHI
EG9epZ6crg0xqpN/SZL9sTxsllBZjSlynyNxtXWp8Whb4CQSk9AOgJvrBuHN8p3KVL3/SXiO1f48
Nxn8AtmiiZAMWrIJIJ6U11OWxC6m8nnhNltHXUmyW8IZ3i5Ut2acXWCS8fzoYMNxpUrVoV64Q0rS
0IW5JbIlxeLSOhx14jsvKovLF9O0QH5QIfmhvPjzhUtoHRyheW8k0W62jYORiP1QTg6Q0SDX6bNC
mvfbRh83YK7Ru6GJaIv2KIeN9qYn1lpwOt+ECBpvkYGcK5X6UJKwnoUQHt+GqRRsa5Wsnj9DX+oF
12VRo9s2unw1l0m3vxQK4qI8i6RTry5HSUDvVKKEvf3xoilq17S779RM2musifpR6WZElUPdRkCD
iRy2BpGti/QJgalxDLoJwX6W/+BQ13nyHbeDursszS+L9AKdQQr29khVv1u1Wmut+tS2bowxNX1D
ltmnzJl1E1iDdZMiTdlicRigy/73c6NQp5OYaETShvpRFpbKoyRF/iBR10J/H/mFWvMotuOfj5bn
wmKRPbezvCOOlT3GRRAkK13qldIwrC6Htq1sTWCr27bR6I1dIoEuX+Slh5F04kCARbZDiXMVDyqE
o/9lY3l5bkpnEhP18KFkeGKDB9NrGLvcOJptHu+S3lqbUReNbrCkxDWa/loDzd1cjixUJCeN1v3h
x2JJkqRwW8TlAkGXtUcpHH4+ujxXCGJX6kE/WEv81iWD6/KFKhpk1CaNwPTQeLSa6+DS/G6QOPwo
2/3r6dNeCsZ/qZ8tfSFaJ0uZmLlS+UXHY9JUiBNHqTyLJpEvNwVtS3WmgZ0j5ruIZS6HaOJZ6Ghm
Tl8tCRYZ+FydxJgz0uKby+1RcrEZFzdJXqEgC1AJKnJTHibFdFzKFr1r9t1wH80Y/9AmxqfMpGVN
9VTgpci7vdpVX9T4Rq8LJ/0F0McVu0r9G0ItHYuLcoUfkUsxHEl72EbtHJy51OmcOfYRz7Z0xp8c
nKtiyrcDfkjvcmirXc66UW73P4MlgmmRHNeHn4c1iBHZrH48p0nTcBAhIZxaXmu+XlvYFwccJ9aS
Pq6W9leUj8Pt3B0jq5S/M0d97GE9vdAbaMBWE4SBqTxZp1QLTs7cPTaJpHllFCsvKoGb1EpfpM5o
d/YwlCyleFoi+oV6y3RLmMm4ryn40cMyqPxECbM0jrRsfryc6//4GP9f+FXe/Dir7d//k+OPsmJg
C6Pul8O/+3f/df/bd9n8drpb3//n8q3/eOtfv/Hvm6/y6i3/an9901++hx//89f7b93bXw5WBRKp
6Sy+mun2qxVZd/n5fNDlnf/XF3/7uvyU+6n6+uP3j5LuxvLTqFAWv/98aff5x+80Bf/jn3/6z5eW
j//H7/+Vvb8V8dsv7/96a7s/fleVvy3gd8M2DIuyAOa5338bvpZXFOdvy12BXZ0VJYJElIJF2XTR
H7/r6t+o6JpYgR1Tt3V00L//RodoeUlz/sZTmmFpSGzpxaHZ/O+P9Zez8+fZ+q0Q+U0ZF13Lh/l1
EafYbEZklrZssyxNsReF6D9D6QmPZL8dIGGh7K/q8ZdMb4Dp+DRzmSPVPWpafiPJg2cg1U47ENEi
jb+CmrTe2HzH4OW4zXRMzPCsy2DxaGDbnsXG24kfB818LrKMmqhm1F43zq//9C/++bf882dXHGsp
BvzzwKI4BETJOloAlT8DLs1fP/2MQdppAmA0RYQZPdSOlTOHdBVcnblhKMADDUqAVL0XLgKxyG3Y
NS+Ke1+iUD5l6R5NY+SaVNzGWbquRXi2SP5iTvkKKoSuE7XOdK5cGYOu15VG5XK6FC9t00e7DnT8
HHigLMy3TZf4tWz7RVk8OAnsbwswCMV3+SOSTFzdtVW67NevJtk86Y7zritW6Wl6GrhVqsMoJhrR
7chEiUy65pKDX6EhstGd75pMQh+uKf5M2xclUnqLZLlcOZhICLilDh/2NqZzc/Si6UbYKKvraLRp
GSeftaIiNBlGdVUZzWqmtujlmDARTkKBl/FfTNUQH02nepXLI4Hv0boLC9MXFiu0KmWK1HuTODT+
N3XqzH6QEOk558CzSBVfBVanetK7mhY400Sx2BiAp/T8mVEv7JUUBnd6Vl5lU1PdlkW5wERvMbfQ
WcUKQngZBPMp8UM1lV1wF7qfRFjLWRdqfpot7fAYmqChHMNci/cUrbIVRgWsI9RCywKRXKtA/S1s
Ny6bTdJ2NeeFCbxJWcg2uyLEmuKYBGgkY7021ZcqKDNPGsCNtdJC/JxYARKdY8y3wPEpYNdFyRrO
OgT1WLgx0G9MHfNtpTZbXao3DdUfhEfzNm3aQxBqp6CQv1KjPSfC8Lk4t13bvss00Pj79U3bAidg
l+hVpkboQWHjVhGfXYvzH7WOjE52E6YCqpEj3dtQdynmPAWZP8fSTg24iogZAC/o5IEX0/FYBSC5
DkBs3c56LzTCXcIlQwAjRuqZdv4speNm1NRzVcuZG87T3tTT3B3eJNn6VAhgGuLgo9CGt9hxbocw
dgvLecpPBpOcOzfSux4611nbPoViekj6PXAnmwZ//DSRlzwG0aMl9ZbbjSQRSZ18KPWEVhA7giSY
+Ag965WqdK2hEW6dECoVLHw55VrNlVtiJFNOTgl5UbnBV3dIhvpRrTA7zI1GmOw8XY0g9bq4eg20
dqGz69/VVJ9ilVDyqdGYxJ+o4gq3rTB5aJFFi6M4jFL+ZjTRcQI8LxlEUyo4o/QOgSQojMB00BLQ
Bp0e+zb4jgZs7lUVoanhx4DfmBBLkGe0GirptRbDq1QFlOrLBh6QRAoZTkwvNtvH0abHWiXnCsZd
J1meCh3IyGDLmM0NIZbSUDDgsVajav0hhWO7mixjIpDoZKe6p424WXuTnuaodGLFLtjttUHmnxUA
aksPzlDclkH4RE5Ayebd9CI2HRrxSx7G1+eppCNamTAoctwPrgJTy0IlDNuXYJqeZliPud9SwULO
w4Odch2YWGI1c/o2oxbjFbzjyFbfuoYqS5VyhQzVowxAvcZ75haYjAjesiflwOL8zJaNS6AsVmEe
r5OeIqJKhCBAQIzQiyJTcGWqaat51eggWgoouKv7fgLCFbZa7pZOOrliuqbo+iRNSz+2huxOPyQD
LOhGQv8upvVQhg+TTpZHMiTgNWv2Kowq3YT9WzR7gqhwXgNS7KN7I6sND9s0N3R8KhrpqS7UlznV
+Hh65Y5pAsncyku3ivR93sX5iuZAw2hmHSKT+O8pYhAyE0I4lR79tVXvKDq086JKn/R6ZajRpmhM
uJThc6pDtIsjJHUVCFC0eH6kcmIldLjCxJzWoAEkae2t0uQrEI9ro8S8PZEWkYZrs3M++O9wxWsH
hE2TW7dAYJCTJm6ktJsgimCvyBlKHD09SKQ0rCRNIx2B8o8dN/5sNMYmc9gv9lk47SNJnf0sSXdQ
/KvbeCH2JfpO0oSn0s3zRok5i/yXV6mgW5u3GpETylnTenfqitsuURYVAKnwJqZKjMz7sdE/Omh7
RreKSe/xjcpL42zf6+W5nKk5wCHwI0CULv/q0pd7uCp2SrsR3qzuD6q6llXrJjKb78Ks34okQ5JZ
mJrPHOkms/yUhc49rkxi6ajSDak0H+pu+rQGm4UDxA2mTP1ICcvYc1++WaWl76o4nOhFAeylh7e2
CW7winZpF5aJQ5q5MrPU1nzjCuA+p+pTGxhOEnktBdZDleT11hi71s8XvIUqICfhkcKCEs9+S/Zs
Q1YTzSSdqaRW73Sjv4Oov57sCFlRFyR7UsA8M4qsbZr6kSwRDATqKLXWyCtZjRT9a9jTsV1jOUK0
jgbCNWOcciVmFa8gXQAt30Rwhf2O2HxeDQnrZdVp/WjuV0mSvegTd0BUqy0OI6x8c/EZICghDOF+
CmLdJW3QrXoV8G18ramrUcFt2k3Dl+SYxW7RfmuYpd1ChhRTGMAwZ2fTmeG21t4SbUBVFVQPVOm1
QnxHIwq5SXQvKDc+hDpcGXL5arXhZ2VTjMBWpPfJO6bzZo30k7u3bF4GLklvMNZ1aexN9pC9bMEN
mU6D1VwJrV/HZVqsmhBHG787wJO96nQrckuFElNolq3vyNq3No25V56ddND2w5y8RVpdQJrmsyqj
+qwnNnSaEURN2BqnNCg1CoDZuhWEOJR2WZBCZ24xHcheSRypO+vWbcOaboWYawm1tF+UrrnR0VbS
oYLWX82Kb9MrW+VTDuHVkc8UlVbQ7TsE1pDAKZNuyinZWPbkyrZZekYqbataX5uh+hAp5Z2mjSC2
dLHGAN+fJ2wcQjNOYnaOeWfc0iL87LXmc6jD8xKYVkSYzBs9v5UmLAq69aCAzUbvdOuIPCQkJpbd
OnzCeyBzZ4eWVy3vJ2EJw0a9QtrkuARbuhUWdL/EzOj180wJZBD3lh5/24q2rrVA80xnHtDUZPcN
kGjypbqIcNvUECYzEFVss09P3SCfJrmlRc0Im5dVhzsb4U0/wPoxq9o337jKsd068oMpKd85kXne
BKW6MqS1iq/JJXr7Mw+Bz3T0kzyjrjbCEoWnttNnVddXjULVqpjuYBAHHkGwNvNq4CfEWHrO0Fhe
B4ukrXEBGcOEbiJrWQa3lac+AL4GaBOwsM/sYROSNJeVzRsLnFWqp2IF6Wv2ioGcZ0etKHpTfzDH
70a0kguBczeEZJkVEsHNS6KLG0i1NyYNCUBjk6+TsA29OWiQn9O66VLa0GQ2ZgwT6oejUdwpBalH
zjy5mV7dpUr+PLIc8hqgdazoqXoaiS802QaeNSberErEVkmNr9a15sWGfmgci/QMIAlrzLoRMJWV
Ubewu1Kc7aPDeSyc7lpGrCexmV4Vtr1Gl55u28RyUbVI6zSVZIIdjLvRCU6OWecns3tJZKNdVX36
xCj8LOXykwHHye3SamXPqUm4NjY58wYmD6aEaNxF2XPeUtjStc8RUVRYYhTOcCgySNNk1CzhgurN
vVRAWQO4kRYqUE+bscQYd2HsnCplFbUJ9h3njq3/a4KjWZbVdxDRMqGU9ScNZ9lTptL20Xlts3wA
wQfnxyOVjURAwJcDhqPpegqs+4YZ2UtlYFose32TdefKlNqN1BqaLwFW8rpg3Vchv0e6M6ukpqzh
nOWRNRWrWF+dwSSYgfNFCOw9I92qLth04LpaSFtImQPQW/xrDwpuXDdxOmIZ1QpV5rgSkfZkFuT7
5hSgUl0ctITtRp/X75mgT3DZRaZpD8n2mFvmeKry+DUcEFApbf8UEoHtZUqOrycdiZzJvmBm3EyG
9D2M1lPQXkOOU7w4V/C9dMvwLsB3ZI4nKuM+pKcYqbXiyaGV+o0xv6kDFONKSd9GGVCEo7/rarfT
acPBysoV7yV5Ikcw9SpsyUaHW2Xu+ju1Vz6UUbzJRBXhw71jO3GVdO1dpxe1l00fBDB89hWrytGO
u9Vs6jemmip+Z9edP8g4StqKmC3xgE9jQ8uMcZWxslWl7yx40dOOTOFcfQrIUVPraD2CSNcDt5Pb
Q9UZh1wj06DHclWgLYacZPXiKy0qBLDLDwGTsQ4t67MKVl3VY6JMV2lnu4ZJKr1GJKmo7PdEhw/Q
poImbaTifH0lYW30wANBgSlslnZRQq7OfNe2xVbB1xm1FlXCVmf8QYbqGSbQqvzNUTEf1XX2LEVE
vScx3fJhPRSSWPH7a/ayxQscIFcd9A8C/CZP7eNrJcdrHBsHmYRFwHQEq3HqUy5SnZBhN0iUem/p
1Wmu5wc9067IJHsPp/kUNdV2+TDZWD/ZpnO18LPj8V5uWaE2GohLDBc+ikFWPlLutnb9UKSkuEHy
a1ggGZ+hRXFCsDt0cLmAFvt0orDxGsV6JJaTO52MwdJ6w6ABtqJW8H+CQxvDYuvQ39pn5XcZ2hL8
QbXciZ72pP4I1wfkk4l9XJufFRJXGqBpbh5hgWu7E2tgIMgDqUHlVxHI5HYsCLzW2QVYKVwb8tS6
t7SNjCXPRRZzGDvxiSKIHi+cSj+qAQvbs6dkT2OVoEjqYXmwxTa4DtaNYwSsJ5J1J3FRt1FzMofE
d0LjTQj7NqJY7yF9Z6SZ3EkbLFfVUuHqFBzXncHa2aofI+1MncP2qxzyz8Ck4nLne0Udar42BAMk
1Peedxn96CaqeTuiB1wHkvEilBmHr01mapiPXKBKEK0Q19ZuS8OligGB6BGWr84io8bOFDes5Yc0
ns+GTqpZbzjMRjMhYeF0N4kAq06IP03rWXGi9/P0PEd9wrxqxw9xnL4uxuE2CVb46u+MSqYMXCTt
yShqY92JZLyWLaP3oDYFj0wQ5GtRmMK0z1ay6uMjFnI/DLl5rDzpX9KASvywlFunhEkQX+h9Pycv
trOZmuzOjqrnkugWtW3fmtR+IXqNaHM4HKpM+KNG/pHbhfFtEzzXXf7ixAV/y1BDNm6BTk0AqWkV
upFZvmVxuUlmwt16GZCIwW2SjPYMdjr5MvP+zJb8Jhxnv57ZMIZ58lxEFgJn/n0VipMyyB+Mpj9Q
ioGtDXLT6xRIcRLS8z4D4wEd6KrvwEG0gnqTVCQPbIQ63FskUcnhU4xTmkWhbqza6CF0SFKU4pI7
lwg7bupNIhcPNXp2aOic6AFKgaHK19WSAyLM6oTMh/eF66oBeBUV51wnqbNyHmXJ2iJyOiW27jr5
k10JnzTsQ6Plx75OPucZwtecjV921Aw7hIRbMZivWhjsBalGe3VwkvUUXaP4L465om8hmZKDNRTI
stnFgMm0prWuDpuEFBoibNuOjyb1p4hal6KDCx3zqfKoSL52+vAYkRoK7lD90hgFqQTtsoZMeccC
MOQ0n036xLsf43R6ruZxaxvzK542FhRqup5jfTsnLIHGSk68WNd3SGS3mVrP6xaFqwuBzXAVEjqg
qLDRCnWcT53TejNtYHk66ADgVkXJ0rmBLgOp8kuHgbXR5GaXq3xU8g8ayh8C7ZZRMbVKLetAQiYM
jKJzPsmuXRpPilPr1P7aa8iDz5HpFhB4fOy51krJKAM6HzZNTBetQLiW5nZw7UpjHRPeoTAlH1dV
rpLEODegg5gkifhIOondUe0HIWmuDapMR7FcrRk4Adg+RoM/tsn4bCIYdpOY4E9gP7TK2PQkme1P
OCemV22KymZ5LXfXAUh1aFbntg9ql0Ea05P2HpLNRsEp3MnmWYnMljUC5u2mKtEXytFTRz3OGbhO
wcsSwMRuxZst8zbFAeHV5GXKQ1AeWuK3MdZJuPTD55xc+5NQVFiV5APnHTBO7uHnueQ8sRhp/IA/
ISldvY5jv65iCKzxGTIIrBbAkL10jfkNOr8AJZ8yoMCn5qIdtUc4dzXLYpY4YVAehWXswlmsUnN4
7CN0lLW2wwt9nYrxuZ3Dt05lKMmce9MiMVBFwhqPz6T6bmN+Iz6L5EtW9XWlqw+DGh5g+X45fdKS
fuYXVARZKYahK5BojnVzQnC8FeQHgB0q3XhWd9LQXY+lcds4ISUv/Ukk11ML41SVxYp8dwVF1PBh
th3YsPjsaD60eqp/1LhWzqgeHd0H42FvqzYXmxg8KBRQgdJeVXaX340kq/GCukEvbFF40XIm9lK5
kSqmGcnUSE53tM1i/4RE+SrAGEbDVhfyPaXYkghoqcB0UVxZBXOSAVu412ovbJp9JG87LWlg+HDd
pbq11P/mO7pHftVM90YsX6FJfdQVwd6x6u6T4UVuniZpvp/m6Aubu0EBtQw9uuGFPcJko/2cOrQF
Cg3QE+1qzgTkXFpXLvnyhwoQURHN98Sd2LT4O8VNCpX7AX/GSqqoSlopmF1LHCY6B94YE0tKWgto
7Bb5Q9pt6C3UfjryvzK+kwJ5UVCrK9mRKOhKN7WEZjJt5AfWKAWiL2MXyWRVE5/GkgDGP9rlZhXV
TYb4V3w0DSoSVcVBixA4LkaqAQGvJ1XAroUK+7BoCxHKU86rcPWI5iiJd3p6d9XM+SbDN2EP3SS4
ezRvyoh6popHjbkLZR+VsepNIBacdsjWss7tVdIhdmYK+mk8PskmnPBhpNQ2qclVhor6aFvzuhF6
uCoC+6ZZWEqk4l6N+FLV/XKbqfKjGui7FqnKnHdc/hRLvAj7TSaFp5qSiax3Gzu2Tr3Tgr0Zn21w
SMfwOmbr25pnM9E5/86waW107Koeqes53OV6Il8twRsijAZK9OUXBfF9IHP2lopLsOmVyV9GiLwU
N/Q0gBcWXtMikGTEACQGMQl1f5Lwq/HX0BZGg40E45w3OCfrSjMhn1l3ZCIEJneXHTpniSIC9y9Z
rkMx37bKtGNyPmh1XngjiigfsQf8X2R4kjLCkcbdkLAmlbL3sSioJE3gLweGYiupDuCUT0H20AuG
d7Oh9ju110NEtlRunxoRnWnduKKhcVFzTaetTNAvvy4xrkh7O5uzlnjRzCqVXva10U3XFdVRVep1
PzDG595BnlFa0qnMyDxR++fJMhFol9fAuXD5tjNlY6emx8riGd6hN+cQJmKqRvGX0FsCyNu1YOHP
TdURCDwsEuMRWzN3TeloO0WdnpsiREprUUoKD1m4LNvB2AK32Fd4+aN5fskahN0A6KjxF8ZrQhQR
P1gg63fhx4lnuRgpYQ/bWuIdgP3weXSbEIdsGElocaNz0VRrRcF57AyPZgWmrZRRLQmFLV4c0HgI
KQonG2KMTtWiZagZLPiFYVHf5f19MevvwzhstYyYQVIkQXC8B7LxrmTyK0HJNniv67C4zofk2epf
TMm4Gft2q8vWKz2t0KsSpipnKQGZVnSOMrCJzkpJUkDhrIAC0a6tRUCxXEkhw9vQZV/4LlS3YAtf
2MWj4I5gTmFAQuPKKc9CAg2d9aAOz4EVfsnWsG1Z8EOhiM4tid34zc6YBR41tT3SRNkpSrOGhZ8H
KJyZwkr2FURmt/LPTzeVOzmKgPqvQhZj68pqIcpPdLSciFSqdAm50b2y5SWpiF+oon5LJrozAzmy
a+a2iSNkZO9txC6By0poRps44TzHhbknS8QNC6beZBlJ2WXKbq5oD7gBsNYkG2Sdr+bAPn808o8p
5W4tOKEWy5UxpV2WPZTBqlHrM9Q85lqMnB7MHPbvRrSBy/QREHAtJ/x0JUz2fYKig978sxmbq0Fo
GcSuIWeQIxnXMG4KhJzkGrmKE33laJe9yFDXeO1JfF0uyt6SAUdM4R28H8QLHPQpAm6pOzklrIt2
+nKC+TUX/PP6WaeErEz7ItaY4/g9tXE7/3/qzmu5biTd0k+ECngkbmG2p9uik24QpCTC+0y4pz/f
7uqeqZqYc2J6YiImzm1JYpGbQOZv1vqWu0VSLixRR80Npuw3eomd4VoscqyjlfSvkscRzPBWfnJv
ETo9wPUyj9Ps8cX7B+hHV65Hx/pOqMwRxNzFaLNL3Q5h6d9Up7xDmD/YycYTz28LDHlq1p/lukWd
kf82uu3Zb8bXVuAhVu4nDvDboNG9ygWs/Ny4n4O038GBhDy03wq8G2MyPGjbdynb2LTghRXyDav2
AbbfRXPmA65VdqsY0pRaX2cj//kPYbBinu+56V3uWiX+b8YdNEqPTZKddZArlwZ5KW9Gs1M61q2O
D9VbKuodrtdw6nboNkysmuK5sqoLMiE+c3MaQOI18e36BBEpD0zcnjJn/CxJ12a+CnDDWF4H3bmm
toxrnmg7wSTKOlqf5iNjiul4+2hwJV5IWeJW36ZXnd9RYHf1YzGl1woQAMiW9nkAbWVoOrRCZMTV
qj97rYpVY/xwvXxHdvceN3yM06YKFo/P7nYKgRL5zhR+CrYkAy6H1SFb3bvK4UXN1+15McQdrcPv
XFmgLJ0ry8QQ7fuTy1nJfptv1bfYwAwvhCNcN89ggVK1gajmV58tV0qLOJlojDXmATorhdshsMLD
8J3n1nGgEbqMB8zjWHRrKHXoA5pDQGwtH4Zmfr8dFIVD0VdY63Pjps9JfzDG7KnnIoTK8JXzlcdk
q2NV2NfbT1Zt+o9tcT7HytwPsty5NbYyh7+98c75znRYLE6o25d3WKYTo7v9GBzzsjis2OvNdBBM
9rvCCjbtQGFwdVgcZM6HxtjfWfInZ4QXa2zPngNwXDD/SedXhl3R2n8SmTmyI7CvVup8yqFuI8ug
odM3qObTq7kyPiZmxY/mVkW30rTveWg7iTBy/WEty+vtE1YjnyjrBS6qkHTXa7nwxlNvs5XP0nOS
tElUCiAUbXvs0xoxOBm+utPK3ZA7flzY0ZhTdE61/54R6w5G8zTfIE1NjmtKL/CXrabajezrg210
xzuj4NZwMJgEczNqOyqqB6/50x3/T8XN3yQl/0PF878Kfv4zGc/flD//56qg+49J/u7/G2iCYAP9
RbJy0xz9TRV0yX//zOTvZpS/879pif7x7/5UB6HmQT6NetcBqm1YwsV5/6c6yP8DJpvAe4IH28Yn
cbNh/0se5P2BL9uxddvHReAaN13MP+VBtveH7qA1QtbDy6Y7tvfvyIN84+8CG7TuhqvrgpKd/49t
OzeY2V/kQUqf4ccNvRt0Zj1EykXcpjyL3j4P/bZ5mgQ7uDmRard2FtsdHU+MU5M94iAKkDbQhnFp
cfHCeN5iL6t9dA+CfXDVBHrn+Ueri7wS+2HOcBCEECbLrR3h929TaMr0M68Y06kpFjUTPcRJlxTN
TFC7zoPvlixYki4oZHmZ2A1qKLAOqY8xfcndU1PXbzgsmUtz4QfDtpzKDm3M5sx3Wt/oZ8y73iGF
Bo76YZdzjwZpaZZPBbWtS5gad6Ut4A5P4prW7RdhiNRbm0/q5vhoN6xHFijQ4UjRxwjdnhkcap99
BcUUrusV4BEjDxb4EOBclj5ouQWLNauc90JU9sPK8CvISIiOYH0++idNY7QpdIZR2NGIy7KKHLCH
M1NhMoRJNh+1SpHoQacdHMSstDMLQ0gtrDAf/anp/7fe5f/9y/d/+Sb/ZwfD7Tv662nyz+/w/6e+
D/fCf6Hva361w/A3fR9//8832PjDE64jgKDrBPXxsvIy/lPf94fNG234sEN0n+wZmz/51xuMwM/h
zfKBceoe6jWUa/96g80/wC94lq4bMEc4HcS/8wZjUfn7K8wpYHKwABGweYexX97QHn95hW22JBDu
SsC4/vyo4bblxzlX9LIxvdo7Zfu+IgqortxgbsEFY+6NTX/DtOqt8cwSPHOTJ33NWckOEeuISE0k
y8z0h4Z+SEYq5V6zXgnh2g/aFls4CGfmEMr7yQRoxbZg3i2YevmP/UEaWRNUoykDNlNns62utb6J
CBHYsVJHvIBB7zLjooTIVnKaxynofOMOBRSCtK574EKNtmm4eMbye5HNudw+PFnf+X1zR0IP88Sa
XGfZPCOhYk0pniVTnlI/Mw/fFx4XoasUtN85Eob9i/zlMgabRBk7jAWb6vlpYHw1pY9MLM8ekB5K
srvM4yy4waNzxtgpEO70fbJYTjrsxbNf9lg+sa1C9GI3oRyq0yo/Kq88mnb9QJ/LTOW7u8583P2v
xSnYIhTROMsr6ty7fMSSAc4iGZkM2c1h0lg96DlrxaWL67a4zNm6axuELordaaNX53Junom9eFID
iiVjuQn5m9PasCojBPFGf+xhSQTJsHwODCD0wTn0VX5Rrs7okymMudylhn/ANfqodLizILmUZj47
nKJ+Vod1lR47N4dDyRdiA70UkB9XO25T/OIFsRMJrQzGicKnA8yIB7HHU5Fq9K70fDhxF/XLEPM3
3K2M+fslnKgFVeH96nH5MNOIRw9EmXLunFLEplHclVXNziffj8yGDDQkrZvFvVp2AmiFPowHa+FB
LOwLqFs2jkxbmzWkcQ0Nv6YXs89pLZFmGd4psxs7lNDLNxeaEn37ZtpcPMuxxOGW9dbLRmKA0E0U
HmB6M7YnDOzGzovtFF3dWB48RRivSKKkvLcUL0mygI12Icol+Ym89Z01dkgC3QjIWrTwXUH82pm0
uwtWJOx9u8kwT2PnHjJHRgzInvOUtOPbzBymCfSbXSnmF9BaYN88Fs1O+bCuTFDFlzZMb+Bo9jWf
AlLxaDSbmHnDA6C7j2kpv2SufSCkOLJspN527nGSReyVf8yuxt+VqCnUYfOyRwoENALEDkw8f9n2
iNWX+Tg+7np7HEQBxrqIxfCMHyUyVhaDAxbNwXxHAnCnt0VoNUY8eNp+2ax7mDKH6sb9K1GTMuI1
Ki3MFEKjqu5+1pPg1SXQhIDjTBLR3XvxaOrnwmerhBm6hJaqqoesQx/Vp/E4MwN2rWqHRg5hgfaA
TZ/MtHJ6yNOG0Mp5ipJePZoW4gjRVRKhkfdUFAjGtsIMbGh7pSbvXVSXhVldrcUKHC09FX5DXk+3
G3PZR+B6uIPJwGAkeEkn46ir6sUwUtYrc6zSfu81bG/8dgfZD42v1b+NBdRseM1TlKkc5YX5mA7y
iKxnCYQnUPBw+Fg1iGfhQrvcBjzc2VHbphObmzwchP5IlsdNCbJf25pldXnvbIx+/ORg9QB8itIO
hF3vSbOAV9TcSW1CcdjMt1iP7oQe6kXPYUhJ/2C2G8oJ1JD2wF6wPiPWY2kCM46BkvcoTWZ/heXT
zWG3DiodJ5EQh7Xxz+6qXkempzm/xnrzH/9xp/2/vv7/G13qBjXzf3Grq1EOf1ft3/7BP6917w+D
m9PEKYJnxXFd/uRfhbljkcPr3zjXRAG6Opr5f13r/h+wfQlIt25VOUqv/6nbt90/LA85sG4h8jBR
blr/1rVuORQPf9W+0xDo7H4w1Jg+nCbrHzDuv9zrRZrLTGy3QUiK5lfXm3rX8SRvWk2bmtTLeVl4
9Z03k0mzTNb1mK6QL5zlnEzYbFzXPTAB5S25ZXNIVhYreDWrzuw9BkfcAAIeCcgYzxuhlXoGc4O8
ywNrc47gi8mtoblVuYhax3xVTvWsM0WTaCnDLOPOmeVy6znVDupIoGYMiL6VP5Hj8bRsa4ru26TL
zdVlTeePREgZmkx2gmUqfwitYwI790V4pt6CwFEbLhPxwQkUvvOl7pAVDI2zX0pUcoRz9KmxM1v1
VtW8r8PkfwkTTxF+BHmU7QNqvrB2yavGZ0GNn/hHJ09IY7cGhphdMQer7aPF8yRoA3Zgge+fMkOR
vpW+oPkxRH4lbCRooPrU/bDrfNdlkJj1LLLizJMg97rtWiGvIzjonrnfK0jqZG+kJbIBdm2WfLfd
uY81ssEdt6C3dwhOqAyE6Oxvd/ngotvSvy0pLlhvHZp9yU6kTpJPg8lLJHB5k+4sQs0SfSR1pSIN
FVkLfTKSgxziyuIAdGbXj5g7JkHTuGNEDtelm7L2aEoybwg9RDOSN4ec26vwsRvWHTf/JOb0ImsW
9SuiX90qynCTLUMssT5Nem1A+NwueaYZUS1/NcASQ0dqX4SnrVQeSOxHIuWiYfVnTtXWvHjsZvHi
FCKC2/Mzz9lAriXFDjlkLK4UOUQkBIbsZIqw0ki7tXAiFfBJp8ncjj6pH0RmqqjMhQqS1mD6w9Xh
Y5sJhUSKDBVo20/jqB104R8Gk68EV8PctGlnr0UNmvbYSpuTd7rxpAqhRU3DpcK2Y+HCL56XxL9S
LVw9bi1EjEHpCn6eqZwOaoPjzPp7QhHSaWDfPGRywZR6T8Js/J21JaeWJOcDtw2XGnvvQJe+z001
IKNrMjaHIouFW/5OTJ/U2rTvWdHndqwZ7bhvcmIfJOWSLBt7xyIZ84mcHOClw6NuLYhpTKoNmyRF
ECX+j5oRVjgpabz4W/GW3cbWVCD42HDEwujxxUjxRSg5NQhGjcSwq+M6zuHipVOofGndvF0TIyXk
JAmUSXYfpLYy04zKufKZ/WljyAANJGqrXX27RkDiboh9hrLd8eIwXu6LaLI6RGXQyBcxpbtaR5e4
4KbR0Iwz5BNz1DtzRRRDUC3i5iAbUVN64/OKEkGZ8gmNitgbZRFJFK/RkFs/TbNx+B9NB9YRJSk8
eoxzj60ychHNXfAsobuGCzUvQVsN6BXyLW51YLCjnJOz30k70MxqjHVKnE4jwG5k8bw3S2vZ9QCR
4RBCHuiuyzZkb65evhT8+iJmfuV+0PMn/NfsJbG0BP5NzNC3/Au3vCdN5LCk+Ak65YBrQTl3M5K0
MdEyjB2UiUyHVAc4BHvXIVkaLDONk0C11+fICZsE0mdlfGR+TYCXVf/C3t0gH83QFxYoK5WvmZHl
U6hoY2wmiQFrhz0sBeVumfSHdeivE8B9pn2QAAnOu+uLtwGAQDkAkO7M7JflZuepZy7LQtYLyUkn
EIl5L1mYz6am6IM4GoKkt8j7E+69UdvgYwnPFEzHo8Yv84MLJdZurYRbgddICA2xVll8JGwxTiY6
LaPcqX7u7nPTCb0i0c7ttO74IZlBwwculp1PqiHYKFZm2Po9lp5Tt+daeKtKUihZJISJnwxRYy0f
KhF+mJiehw4iBVi8gfpkLjTq2XVRIKpKMLQXBs6J051KtnqNbrrhlGvRpoYcgUbTR22PniUjzgGU
ijJPSzKcdaEhzuCQFgJNE/y7RxZYNcUciv8qt6hGZYa0OXMOWLU0TiAD3AkS7tH23gz2enu/zTze
tR6ld1cfNwc9BWaLwUgOVY9DYZDGXc36JRLVlN8Z9cPg9iLSBC5MjKT7QVgnodn2Xk+QzObISkyn
Gl9z981BDGJjZwssvW+Okyz30K/kTq7ppV9lHpnsSllQpChUnWs79V96nw1RLgEol5V+mRgcBbVv
IGzQPlvHR8bEjGgs5N7oHGZUzsiD5KvHAls9T9YtzNFBqNTS+Azrg9ZwbZpO8eDShfXrfCAM4T71
EufbDMqP6PWThK4draaJpNZbcBUXDs8QukifCCgg3Dw13cIaoxpWJMrW3nQ0yKK6V+z8QBoSbc+y
xtvqpUd/BDHTWvUDr4PYL4n1JTFo0y4a37MynyPLbsN07J7yYYuNvpwilLtJmK7znsJnj+8dpFlq
iagGhR44IyrBaXrP89tyfxrmwModOiSNxi5hCp8XWX3sNj2LODgoRSTM30JgV9BB5H2f1XIkc+1g
tJq/r3Hnjkr4kaeAf0F2Y61TgGivwFPeWMd5w1OQ5fk1a5vihKmn30E8UWGS7yWQcCxWHYmAHo+1
wCJhjE8mIzaN8AOi4B7TvmC1xkiuVi+ELGg7Kyv3bDg/LWfUaVUatvup6nG39fWObXawpuVyWvG0
e773QpVFWM7bmvikufAbyKgjOt3QADl5VGbOh+VU9BiJ+vBGjFqNuCzCI4PK1g5z7x2HXBwJCImT
vP+YMvNCI9A+emN2ka3xtg4FWIoJJwCyx2M3SS8uMUJbbXNvsSCJQWudm5wzAMAeVyOLkBKYAhJ3
RD4LHrxwMvFPrMvDYioV1tIwo6mISs7BaCUE5SBva/DZfSyBTIcyF+XNCrfvM0xy/CbM3WKzMllU
NGBkoK2qRDgrMz/iDNtxKdGxpG5xSDx8bqg3q/wwzbM4+DivCdoDgpLrFyfNioh4ndchMdSuYHQa
z8n6nRoG2lGKR6or8reNGmgk/oPQj6aA/cg3Tg9F8dh8mdP0LU3Rn5rW+qKPI2tAPUVODwOpkOSS
miiWS31+3+ZaxFZJKCHyBYSa88qopk6d2GbVfNl4wFZTbrCyPC2eEYajuOK9nBHSXACnuweLsPg7
oKznocKnRBpUSORxtytTWkITxEC4Zk0Tapo97Ss3v0+hGR+IecwgmLA/nDgeaCKIaRxXFc7ACF0z
YdLSoRAwU8u/JuiMbcWeyW7SV9noL1J/1euU3Dvv6JNBtGMsrjFLGgOMft1xMQpCk4wyRCPonIwx
HYO17Z7bkQq+GxDyViiwdowc0H9zBkfVhOrL0/ea67/66fyLkKGLXSzTLnONPUz0+pi5FRfI1ljn
QhsWZm3Iz027A4grb1C0eg8iflfvE345DyNC6xSZRbj0JOaNUZ6O1RGLx++0ExeIRQqlAqP4wv2o
yeFh2Zl8M7MZwd7K4Eh3geclqIcG501Has9d2zwS9GGHTmewNts2ig0sjUl12JzqDUenRnXK7FEf
bLJndDJMoft4fjs92BvoxFqSisisImenKQjNiKyxv8lI0ICVizHQGRgcb3WNOtDO151unRsu9yDV
8IfNnByJxuVvpKN5qnR7TzRyKKnJwBQ0UWkvnI4F7bQJET6YfaRNkmxgBgLDT8xiMGkhF7LTnlFg
Qyov+KN6TvtDhUqB9KHzqmMGGkvkLIlrcZa47cmeCVMpupMa5vQ4++qgmdDsB48plS750DDoxiMF
csybgtBoyt5b/Yj4oNnJsYUo1wxfhdOOQS4RLSK68GN7Mb8cnFeIV9s1wN3EnpijryQ7GK5kAGmR
N7u5mdFKu4lBxL7rUz2j0E9CT7UP2gh6kjyQZzAXJLrPrDvyFZfU7VPws/xk5DjpUPnv06bZ4TbG
SOY816ZYI2AjqJg1/80u5GfZcxvOZG/2N/lInXzd6uyhl19Vo2WcNTbL4tasojYzncjzD8pKFsLh
2KI7ogBq0CUHc77tMdDyZrZ4NXtEVSQfn7w1ndAUTXRsxrcVGWlc2+PNIms9ltoXfv0bwvTIBIyV
Cqc5hq17rz73pI3vRX2BwFselgxmyCyIX2uafT1gzpOW/aHRITMVFEevSO3dONuYU9Or5VHPTkB0
jHH+EP7GfmfZo92C7zK0boCT3ghUSwXetN1Mq1WFvUU9CP82Y0hT4xYjq5xLmCSCbPtRTdrBsLUq
XpVxwmIVlnPRH6GWJPui4y0bkhdttMmNIOcn0O6m8uY3GvQplMAf/MnwQVH315HSJ0plB+/YEofZ
zA6t63EFD4hP9e9W7fLdWN0W4ZqUQeY5v5d55f9b3xb0xuzhCPJWRJt4b1zmuAHxJvI41Z3CMqRf
leHPZ4e2Nh2JEG68LkzqZjsuafFr0HEzebM5xYuX4V1btXfhIOwtMHFbg81VBNGunnraIvk0WFId
EmFfyhaSpE+eAsT3KDF0Lew4MELxzGnoR6ifuXA2eAGiHDS2DEYXe46I5ml+SZaiiVD7gyp3B5q3
YUAAvdIVF5NengcgCbGpll84Otu9O5n3hmRTUHdyZ07p9DhS4T/007OROgFYMu0Z2ZBOdFsBRtJa
fioPJpJtPI6DHaAFgwV2sjRMFFXaEnLnIYlek/lqafqLkO1Pa8hnbHycKYrjLJkOmr7l8eAMmO55
eUQtfrbeQFVQvWib5LwZ1StlTBn0JpUDRFS8xbdsOgviW2Av3u2CF0dc5lukbcsDeOWozWH3g3f4
0GgzkKQenKw7AJHX0NnWu6Hil1pDZdRAlytHA5+0sgUcnepk6S05kPBbwjZNirOZknFm01mR3sfI
gt5Vc8bTYjbdKbWbbr8oKAYGSmAME6baU7d9w7gjw2TsGRhYWjwY5XfDcrujYnofF/mzNtvWIZXW
NxM1NsubJPIsQCsSJALi/fGgLSPy0c64I36W3Yl2n94VXse308Dv1js2IksG03fwjB35tqRn8qLL
pz7fjDsyZXadoHHEzTRy0JV32ABx1vA7Z3rUH3XAikm+S4vzamZmTKTYwc20AjWFV8W2M8NfuP1S
3FwQi1Rhy5YNNbwg3ITyG1dzjh45m7s7vRvOlnQfCsI+yZLw3kqYxEHhocsiKn6FB4ss1/YKI54X
EhCpuIiYWCmKrQvLsotVmK/+SiW1MrIZFLX41Lt0BwW+wVQdR34DOxe6Dom73FIGQjMkhbQS4LdZ
1f/o3DQ2IEmclPLDrLcxeaPRwBKAtd6kw5uQ45fVkkQViGIk08P7hpY26Ja8AJEbMtRNjovYaY59
IBXqjnTyrxGFFhQtg3dtpn1rkY54NQiF6c7J+2M1LfeI8jj17Q0Xr+zopYrkPUX4H+RJsobTvB4t
T2+OxaqdK9f/UJW628Z1DPtlOamKb1mjbWfcGZjG8FZjTNDAlGnid0kGC+PpLrZp9MJWZ+hS2/6+
6gyyRG9hRY4/IfjGuYyR5ySMEl9Sk6dhP5oH2vsXtd3TLx5GUWsRMa7c45P35ObLaeS4wuOs1btt
6B9mCuBw1amE2eCZsZMu0YB9b9f7xcJYjR8t4TLXyGHCqWRcJVlfOLuaz7I0FzLkSN0k1vlb81RY
PE6tV/zwZ7nLNP2pbYSDnWdiHkHm+JTiPVfccck6EAmKtyRq2D1sw1Cd56zcJWgxCBAhQsM5zpb6
IVR2aBr14tKGUKnlp6I14JQjt9tuQZ31HCnE7sHMFV8axFYYVkt3aP2qaaToTfJNvjMvwqtEuBxm
zhPf3g6+BjZvW9AVL59inX1uDzd2pMN8lGeJRgtzQWVGzcTJC/QjdDWPrCiW/jYrIp5XP2Jr2boK
RICmzP2oFe/EW3ytLmRZpVW/6iR/Q5tGOJVwvkjUOIEAi5bCeC/9kiISj2UwaugMyI9KoqXDklz7
ibOzlTzXuBGDGuxvJ5cgnfp7qHDYwuxm3gmXPNy6HLyg4oLVFfFC5KlfvXRhqbalJ6tkXggUe3rQ
qY63hVgKQneIIEKibi/UJwX5fp40UGp5KaEcdHIdbglWxZgNMdsn+OsT6nEbHHVF4JzQP8jlvOXM
8Egidh2xZtq6+expUOPmlgNgsJGiSXbHlTDPEr4Hak5xU1VkR2fLz87kP1UtEFbbn3+Wj2bVNO8W
RZWbXS3GUejc9STqs/qbkn5MfV8e1Zq82jMngylw2zfliqkSlrwPrzUc044w0ZFovg4mhoEADvFJ
NAvRYhV3j3PGvJmLDkCEj0HJACVSoEY/JY6PKJ+/s6mfej++EiKanLSwUcz2euP2errZL89rvk3a
9mkr5Pcu8DtwNCeVvfZQHqyEjVKvYZJw8F5R4d/p/tdSof1MNfO9Y41+42XzyPd2nEqePYRpljlp
oVqIiOShuniMWrWCY87zkNYIoDVMVWAgAo8OE20eg3o48hZjBdDEd76dYc8vPzKNdt8mFOoW+FbP
No4WzkY2rERZE5ygARYgkUQxlXAMaoT5LFO+PxhCF8Mu6kjveZpBp/7cWg6kHER5mM9cnMb6q0y3
LvR764qC1kbBqL5Qbq8RmAGMjB5A42Y96cvW7w0iBghKa+wgFQ5fsUA64GjQPyD3eOVZdpVBief/
WlMLZS4pGf08USoCeQXTwrg30+cn3ELmibe8xkVtvwvGC/cgAGGL2AtGNlfFvh+WBqPB0Zn6U636
aJQuvnrkS3U5wwHrf7jM6LXX/hb3MaOjx9F7GGHCbPnjpMmck+pm8Ste0poxapVkkcU3wQz8PVUs
hj3x6fXr95SEOuKXkhf4wpN0KN91hPYVybQQK55GRWrsZOpMI/3mrsFArDPODSX6j4Aij7d1Nj+H
7neSWUxXJLuCWmeHPk2RcrKXQuE9M2cII8nwXWXkkgCaiNJ6ZDiNIgoozJwyujCeOqn/6pnX17aJ
JQU7Vks4nbZd1km/ZgMBMkn7BoiviiZVksSJUnwxSDMEL37sEPj3Dbt/hrbIQQY2PrKZzzafxrMN
SQ1hV3WDUJyYMaN7bdEKrN5uLHrUAtn4o14c+gfPL2GD0Nlgz50tfzuvc3LiOuVkmFFPltj/dlhl
9XV4m/TGOA1AOFDV5E/wb5+csjxC9+X365i3PIHlngHFhnKsriLT9YIFsW9paVezrrkqOE5Ch+HR
UrYxJJ4n8Q2lmbpN1z6EZtCnrD+cYkXpBaIJ0p1jc3I1iDV8/9vMorffLOJZ50Nn0v1TiVoK2Rmj
m/ZGVmrd/n7MotxPcYThJei/8BzHw1w7LCZoSJm7HB1jOJvcWeTgPrSl+cmu+nnWhzqaDLkD/7Jz
Roc9eO6SPHs/txwPZb3HF99+k1Dbb7DUCSPjfZUd5qpm8pIy8NDrr0qgD2CecMlJSAjoNKtLLvhR
Z3kQuDofvE18TyYfffuMHhhCy3gouD9MpinfGiDKG5O1vbViG+KT16w1IxOz9I+r/+Daao6ywlU7
uwWAplrmUynFDSALSo4A4XVzHgfRnCdq9aVAmKOs9bFg/Tf7Ei66Xr9sie5dRYPI2knTuDLlY8+Q
/FTl+IhVPTb7zNvu/TrzGKx73019UXdDSx6lA66+wdNVCxYi01h8n2Xs9s6egwXdatVa51rwa9LX
5+GW4JOQ2ggjQSXRyIcxKv3gziRG93odIk9+8LoUUoBpX5StHpdRudD+RlJACOdLiCPap9+Z+OOf
BbqTsbIDWLZ84jz8alFMEmmzHOpkfhPDSLqr9ZuU+50P3DdQPdKBTWX3KUa0qNsI2MDVfdkW+d0b
u7tyrq0Yyd0PQrkumzdTqGjdg1nUB2YamL9TtnaDPSA+MNeDyMoWXtjyMI4Mampn3ncG9PC6cAjX
6MvnpfGzx27hiFm40Q8MtXVdXwObge61h7KqCAZydCBSGznRNG0sYF0/VmXtRLiCnTjLk4jdqC0Y
gFdVigjIt+NhFUCIu9t61TrMuoPDaXixK+1jZeVhqPo3aJUj1AuM1iFu0hb6oz7jpLCoqTqM3ker
R7gBKsGJNqGY304Vo2ae14lt1+c35KHeWSup5VprPiGCjGWDrqLr8lttZKN7FguUTUrKmest4jJ6
nIq84jNrre8FqjOVxk6m6qeunpvAWvi3KYtfnHbYt0V2563utVIaIdgy5eKWnQVdFjZEKZlLGtoX
0NcPX1+Jg4B9gv4cNWZR9hebNBNaKvsl0aXLaKYQB7vOrbDPMGlarvnT6rUpzqvV3OMWIXTOW8YH
Q/dY7+UFrkBDxL6hqNjgzoNYB9czgOLQg6Xiu+xcNrTb3E9Hyyk/fOp3ox72xB6ST81QXk35x+Qg
m1Lc3rQGxZvJaD2YrUzSCxLZOdSYtEneXltv3xVY/sbBIiSidS69kzc8+Q7ybLhqNZ/iETLRQTo+
/k6fn4S7SoNSdxsnEBImSv2QtRhtUeJHSnm7vk/y+1tgai6SZxKH35y0vxgEboaDWTywPwuUSuur
dPT7euA0GZb5xJk/RAJyd8S49qNxZ4ijdnPX2hkmMIuf3hgKVskpbmigzvDtiFPXjraT3uPvZJiu
jRfaSxIXU0YgqMi+zwZP8IBrs09KGfRl9cG748Hr4UqZDdDUVfvLbnvycZ3mAf+4bHn+c9McTo3C
KOO6Fz8bYUHfcqY9CBA3c6TFiiDJi58NYRax6HMOphnxXWPk39BpjCGQax4z1Y283xAY2JQenco+
NuCOI9snW6i6sq548yV0pWxh5OaRrscSjbF3TzJ5AHaJZqdhWJvVbR0mbJPokCmTuKWJoxtKQpRy
oe849A+GYV3McRmf6gw/5NOQPfgpBqqc/kIvix+8C0QXevk3Lc+Tm+De3y/OE2HZ9C88o5ZRCVyI
KxfXpL9NAuDsuDAMTdke2Fnu0z20FRt2LHyUIcbcGDvhlO9rhhyY5n2JVmvbUVR7D65vvrNL9GNp
EJtZ5VflFFg+lM54ydyKU7PCrcXSeZmstKJp7TAWZ4n16Pv9QSzad/DczOnZWoVgbfBmYq/QmWA/
5jPFHpSVNcx5lYjT+MpnzFQJSpJZWD9cs1YX19Mo7tLmY1KbE0NxYWu0oZRgIjIeofRGCx8v3I2f
my/yQ+VPl1zrQEdYEpdIZ737PBmjXb1mA40oiRJ9hDVujNPcrjh/I80WrOQ9pUezS3eg6eyjG3SQ
RZZ+tyAyCEYVZFACnR5znOyyy9IoW9ddrfW/GjL5IixTfQAJqovBNzHSy5Z1l7gNFCKt56LLkovJ
3bVNZezlTAZ0VtNV25HtTBXj2+N/sHcmO5IzWXZ+IhZI47x1J+ljeMyREbkxxJDJeTDO5NP3xyo1
1C1AQkuAFgJUy8w/UTHQaXbvOec7MsxbZme5GFT1rDO3riUO3bkPrIzB01VO5BUfdIDgUFUAoYe8
eW6lhrxd4WzUQQzmDbNnws4MGpiU0EeWFzMzjD1fH5ZaPIL1dxsPL1XCTZabTh3wuzDY8WLCXH39
uXO4ZXejBryF9HdJtBs1BG5jXrLPw+hfnkEeAf2Z0cCLXntdW9aOanLCecGwm2RJHeJPYcmxM2X/
05WQp4exZj/CxapRcxrmgOoC1bN2d6TO3shrIe5mxUnmjXMQM6q6TWoEPgSQZx1LSfq8qGE9OFl3
YBgE2w5waCxDvXXywCJKtNiPQ19CiW5zjpwKH6vWY8zkIrce1oSMpsC2HhVxvEaG352LVjMOs6F1
7Ocbmhmq75lKIsbdhXpOq+HeO8QEdwn36kulnellyqPaw2ZjFpszwmLzmBCox9zSfJPctYMEKiW7
IQxF49KxT8aZj2VhR9x0w3ugPeZJYEmLG7Bb8nx6XDdA9TYxTgRpGb8IXcLYw48QUZJY7F17oR4l
/9M7xnQ2VmvT974g93Mw1+tjjcSzm3rbuIPv/oiPmgv5JZmLC1dgDASp85T65p9R5h46lgFf+Fyt
GYa+QuuDdfMh9KViXC/i8h4c6A+GnpkC7V8paM+9NmhnD9QJiKbeimhG69vOOxNhx446AsjPY7/B
QQPhrTPi+0XI5KTKIVxabkVzwvVm4COZaez/yxzt2WXfMMzpvtkE8rhxd9Dv9nRC8M5RyxfN6fvE
oK1B2y4lxTRf10r7Xiu6E13Mr3zXjEoI/EyV2o1fgbropwbMGeoAP/t1XM8LOQZutryTK8MK4UZ9
pis9UP10NyGUBf6IOJtTZRjL+dfoEnsHYXlMGky4dTaSidxy8mKeSYYU5nDwewOoasfFpqsfWysh
a5fX59W20sNcbJ6REaNOk7nAFGteU3i3eY6icXG2iMkIBNPsfiWcBoEnM1ROIhOP5V29XzSoUfbK
Apj4HnsO9sszT0EO5KxHxTTTQmMN77zHJSpn0bR4ANbsmNkMNaRoHWxphHUB//goN0FbgDhE8SpP
fsy9qiucYPEB8zVExkMl2Gk/+bLrnmv1CtDpmqzJFdvqGjb4yeLmfvFo8Bq04S87KxWusmEbbHLR
zjNBK6/8KVtLcNJPrznkj9HC8aGQRcZm5erioZ5n+cIvB1AEJWHvwrHbi1tw4oPVtHWWNL0teAKr
tb8orQyX8c0oZL9nHO5Db+YRBzRun/BHnN1DBRmbHr2VhzQl3Wv23lPntE8mAeIsd639wNkaWrhr
2AS6vKcilcDDyVqfuCgLSlJBIB6ax6lvEKgMNj1MCmxY6uzBlxrBUOS+fYp9tjVRIbWanLvSmnyH
rgrqG4Je2CwhwDkRsC1ugzZMMVU8ZRjMbd0y7oSjRS56OdCjLA79lF8zRr9D6orHMZ1aNhgDC5Rk
uRi8gIxaXag6uItbuviWoXBpqbNpHl2KJyVsJ4AS+JmCaDwk4C4hll2TebJveAytqpr2U6E/T4M/
XdFRT/gqKRkngr7vTbYxbbbewROztqNu3AMYOS4a92rZT2HX67ib+0tcc33AUbHJlBmZJAPcT8d8
5ZYaT8X2EbIMNmqaTTmdTNIvv3TfCNM3VC+D9yK6c9Hj4rlp4r/LgB2+LkcRZgY5cTngIuEX60kx
/cal9a1p7ael+CHrFaGqOG9RdcwaHlVxmq3EDEXc4Ay0/3Rm3gdzDYhQk8UjBT/poeUhyjnv2eRb
d+78l6a2lOxqZ7CW01BSa7VE7WZUnh3FgiPxE/Y059Ge63sJ5WbnePzys/pYLOXTMtLT5VOdPmVf
s9UZnFHpS9PhC+W+uue9MZIzH8/KTqCzdPKSZzd9tLj20pUQFIbEJ+9YN4GssotFCndUH7m1daMd
YnL4TblLgIILerX25z1tC2dPOtjlnHzv8zbe1U0KdtNqOXmd5lUo5veqtJ+HdjjSdUj4eQvnb8TE
EOor+C+QojEZD7+pbiMsWNaUfXNItM2lbvp7I+d34EHEuuRq4rPvmOdMf2xTfptI0OyImtg9gEK5
qM18PfNFBpJuCHKf6HINrDQcEai6bO3jKEutE2LucMicJb8MnH6jhZmOFBy41ERkzD5kTWedP1u3
/AVXyGDL8gV1/zlOxs232fEnlXkUzhiHo8Nqz5qqOiipBKjqKXScsy1reh0mqKHpoNMl5jSh5q3G
NatMHtp5DFuPfwVsi9HPpJshg6xMuGxn9OaHo4qzjQcY69f3outaqJfzAfiiPDdc3lwnsuKDcsCa
aUX1SxjskXFZdl7cnaCGPWN2jIQnaWotnF88Ad0+ydcfP50f3Hj4US7EqULXk9PsXhreu3cMZ1Qw
FlueDpeMzv1gusu2rJ2WMCUKhDrDWsnsEcibCObxXaCUb1m9gQEwJbzntbjuoZ0GqCb3mkBfo2D0
CuVTkWZnOU4EUMbZV0YkkNWodai2lGCy5QWdLTkIg3DdkoTplimcCRcSu6eyCgqqgBtI9rDbUojF
NiyQ0ueqipbktHB76xZ7MvlLduR18SiwmBHIUSd3aY4Ln4ej4S28PvT53Ju3sWH0xrexiVruZ97W
3MFW/AqIvMzSpf7lcFHSqOTQtRW3v59SwlFOl6R9Ktg7210CE3pNvB0bs2NsWGao0c3BNSXG5+dk
/kH3L96SQM8ovQe3EXeLmnm2DUtdKQ0PFxsYxvqgioZOC8eAh9gyV2NnIE0fU7ORmMMeovIruEZI
JdzROHBh90bjZpVI3c8m7/ktJMQY2HtThaBshkoxBV2DTts79VUsVruDCkwiCvxhPH+M6fpc1Np4
sA3s3jR87gxtGqOeMz1jGju4VOuGmGtBZZTybpNZ3brbeAZ7QIcKyxDHWa1Vw0uzqZG27+/gZLQB
179Hm/M70FlBIz2kF+kn2q3CtXc0Rwx9dvHVw1sPbGeGgOtLOB5c4/bCcldEqH4NLMp2ZuTjoOWe
41f6kRjNY+m7f7e/KLJsPuYA82Yx5wR1PHFOBBn1FXfICsSmr3LzsBYcGODNQ9yL+CZJ9ngeXNPa
/IOVdj0QrsQw435mNPBh5RLVCfURE51FRGUrEOH96N/Yj+8L+B07KU289UiPDvHUFnKUk47vlOV2
2/sm2PKsIJKMK8XsxpbyXna56nkKyo68z2LewbZtTQ8hoyoCEPvwL5euiWLc0uCd9Ld0nuFSKuav
eK5OdHYxqdogjEZYJkxR8V3hdUU0GdaLTDdcVxyb+84SF7brNY5QYbJbsCH2QHhWQ3dr4hKlhe4+
TvxzPmcXy3Oe4xYO5urclh5xQGaKCjx3OCWYS494P/jmStFEtaUbgdK8AxdnFxdl8ZMah0K0+amf
rciyLey16zwfvOo4eWA24TzArDJpD9Zd4zhXo34ws/6FvkReFCo7NngVoQoNE+QHtAnu5bwgCPTA
VqHMYxBHV9nnzN5ISFxAd0nriwAWG0+EKKJ27J/teaFFCP9/ZNoAQz2SAbVqs0M3jr/wYB1jBri1
q3hFLC17WyNA2zS07xy28UmJ+K1IAYJLvjt7hFzPFnlPBhEpz/M/hdRF0Ggjh4BRdudOmuEC0QK5
hjwONTh17tIT6wBhsXOCSolDL83iR9S3imMzoCCjLQDzYBfJLE4Jo+OoO66zWCHgX/WTmUM/yFBn
6AzlP/XiaOMv91itFYrMd+Y+WWP5u++BG9hxhZKvPQ78BgNsnyvxKbkEfNaF4x3TgskWVOve98Y6
jP3S4tiUOEdKykXwkLXuqZRjc6OnpyEOoiUHKnB5l7tx5Dt1zzhWPHGIFWHjjOESNydnbc4JSOB+
zt5bYUyYdjyOMgWm32S1SyRQhwlK8xgsDUwyLlId7M6oRjWpB0xkjS0eYbsRQQCGgOgNIguYjz/c
mQsS6naRZvXu/Bo2e8DansCxXq2x2+rRhTiiV0Du7/QplDray2RywjnqgznjRy+a5qRcnLK6eJUV
InRazjkWlJXG6wElmhpIEm7YtA2r6XGFr86+82vqH2Lsg7OOrZgB8jo1KFFod9rZrHKXBaj/XGkA
txpFxK42+JKmHwzPGMKG0Fg8lqashKqujsQiSLfk02Uy7YdGq0Iinowa4sXEP7Mzutm4ufCbdy6B
HW5VbYXpsce8tFl8aHV8aHEe70XBZ8lh41FCbY97bJdxNv3u85Z3qYmDC58vWL8hkKZmPWSNEqdZ
2GwBpMmLquqeSfsBQvzOk4T1RTxrUV185uQm2VuoQ5N3VwD/7TnVZ9ZY8XIHNOfLoCZT1tArmRS+
Sg9o76QNJ6eb8wMKEVw2vwDynLOrWXOOzbrVyWAIXOG5waugdMTHMOKWlVjindqEhJ79rpMVKY2k
Ae49DLf9uiS4tCU+0qDOILWZbPyjpheXdn0dTAIlmkxaVtG3qffKiKTHzSDzHFGK8CebhuTgCcZo
ypsW1iZ+EfRaewF4CaS4JsJj1j/aAlDF0uFL2SwM2eauIrCLNmVWtZYgneX9Ypow31y8F90btyVx
5B0IhtLDXM/xbBIhptqn0TjlCmb1NExiLJkb30MMW97IJM4HQLfZU6j9zRLLDouE1AxQIqYxCrTi
VMfN/1mshfNIoPEEdhtUGphdrpv516pJ7CRa8mHPjzBPgcRh4WkXDluOFOCCfnPP8vSNVsF3IcQ9
jMSPtFT5c+74/W7hM3boALVPxq94IoIlU8Yk6UUCyP0+pdEyAjxOteaC6iGpDrxjcEgYW9PUuXOl
7u39EqQ+fPQxsDm4pV2eFFuGoI6zY45JfJ7oVIaJUoU2e8qgX6lvZT6rIp9hiK16xQPZ9Det5EJG
nSdeNE/FcJXMFGjtPDDfuPGefScL2LETfOCpmSZrTM5oYoO8Yn0nNTIfum3FQRcRdKrFtAPmE54q
CIy7yoJeXQ34gGe3oy5aG+g+s7+cwnJC2EssVhJEMuWTvzJsvT9VWnWX5mzOc8tiVlQ2wyhJZmwL
LMLU+iNb02Co7NBoff1g9AWNvjkkhlRv71YacJNl5SQl67PIsExoAZfb58NrjZ0zVc1xRRIvNcB/
5kxuiVrcOpqWGmvSl0gG80A/LNsAmyi4ndEFYDWsk02jusEdRJ7I8UkN7rWezRqWMSLuKCd0JnUY
S4b7xCcPLPzWP03TEqFr8mmaxyK0m+yvp+FHHAc7v9qrkheLR3VK3fu+dX8p4cJUdlQaDfE22XU8
OFmWvcmYbJQzp8+cKfwJ7v1+ALNYEE0NZ/Dlp9yB3t3YkL4HdTHvDRZMAHacYCqb8thuOyWrfvaU
BydwLX9sHlLbA5FXgRrZzeSPjeIhppKukgJDGR3BdAE+uPpkM8/4vzutuPk+HEteBaglw5tB8cVc
0G8Vg8oO6Dj8tlJCJZl0n4F7w2fLs1CfdHPvr34RzjAz8dtxqlse9txFt390Tu9pYlOwKI4XCwBQ
mGgg+SoDwo37Y9lN1ILI3BdIMAeu4zUF23ccY2vtD2dpYTIsFrVlLTDy6tSYKaRYhriN9FxHrCVb
uGrJOTcY1bGJYjb2c9bqA20fyp4/TK8gS6TYqybw2oOeyuNjYWsB0Dn/XGk/uoZtNSY1fXbzsXqa
gHZ6g+I6n0M26OnZHUyobdUC9APHUYno+qKvp5a0cmkmGrFxZ59pxL0lv2Lh00s445IjC4Paj9Xx
2GeTxtEFIVvO9UJMGT2w8medqKKOmA/AU+mDxgGs1MXQsghhlfOqoy53IGJ29GUVJXl5ZCVCKxPq
7FEs8jvOHBoFM0RVc/6JFSy+aqWCeDJxizvz5m5vcdXrblxFed3dKNy0EcXG8a61qT4qClQbYyTK
5Sn9ThgzwGf3NW7Th6bBdauzpdr3CmaQTTg/L4f6QaXlndV7uAIg9eJicA+ifi4zfQkWR7s4WMUI
cXGHmrE1zK2fXJnRuKHGymZhb1GooddHDin1/2klf9rlv9ZGZmwYj/95svk6zH/KL8CV8X+sJPvn
P/pXutn5h43BCQCJsF1YIwSa/z3dbP/DNbmy+/xPYBd0dP7mv6Wbbf0fBiggy4VaggVD+HwNDM7/
LCyDVmTRjgvIyLd8QXHZ/0662bY3KMl/KPbSDYuvwTYd6Ceu7tFQ9p+hJUtjJ7HJe3Enur6nAcZh
P4D7iiAPN1E+K6nIa/ZUE/WQBI9LA7he7YPUnphQW8ikZcN+ms6R0GpRGldp8VEw/W9Ntr8So8z2
FPCWUDC5SwxdQTGWL29yavHH6DZzG0edBodgz7zxNbjd48SebdXaar8a0xTYJmssOX+04BtUg521
Udj7E8kQdWk3S6IyycbY6d9K50JDytTLYdMZSYNGas4Ewbwvg2RgKgwBbZNGwcIKnARlzI4Z4M20
e+1cQTHUKAmbVPPeljgzB2idhXxwh/Imx4IahFrg6Fg+4M3eeDeeqH44ZKZ9LKvxboZWqK1+dd9L
LGS2GvH08Lqhj/lj6LYYDIEW2sDnCpaJtRK3K2n5RPzmE7rFQwduI37NcExHwL6K2T+N5bZrqEjA
bpVoc8NSk0qSH5AOckflkx647E5YgFns/3lN6FL3j7lWfw0TFxGPSA4g56nbx3ZN9yhSmfm3SIeo
1tsXrjdfiWlNh7afThuCyZzhCht4TpRRRgN1a5vCivk6IVAIPjnf9fSfUFrX0TIw1Tt9mmmYaWO2
MMur1U3XIruR8qPjorLeMcFSFJDcxlZBhItpR7eSv66rf8WxjxCs3Y9tfc1TBe2tWKPKmF662dky
OTn+DzCvmst+LkYmygTf6NQ5azQNFPUa608rq/vU6o4tvRnpiq4h4tAx2VnVpa2jbHufDJ7yxx+4
PnRNAubKfXFm80erZ8gr+qQiQ/d+pVb7SREYPx63eRgQhpFEh5ZdMc98KdaJLiQWeURgrCfIAmBz
BrSicht5fXugTVV0iIIdRmvwuvHkvgKKAafhIL9uhNLaszhQAMeQ8+VYFKQ31qZVrBTgUoDxCx30
CJefua79NvJ3AF9VtPbrm+GZ2jERlM5JmUStdYpZsuJnOKfLwiRnN0/DDC6zZj6Jey51FQzeYR0P
wme/a+rTgSIaEPEjTQet9aqITJD7ad/MRbg81FwtUPeb5dHFD5/66tXMSH0tM71iBA+5cdhvzlC/
0FDEutqUZzX5Vw9QX5EwV5p16E0kCbX2ZWquXoJwkX/b3HT3I4uvaJ2vKes1So1SMvrCgcHZ/fJG
WqlL9eaLPigSNjGpthxTCe3ZkiWGADqjWM5PZBKt0BLquTMAjy/deNfjlgXUNVyrWXG/6L4qbBo7
F/5yU227Fb7szCs+jXZ8kDrOVNNnYpUmhWxXRcd8obeRJFS3g87zbTKW4mchqGB4/W+8pWd+PFRC
pZ+5wAFJm93cgIMdgkU/xl55HnqT9qp46bktGF/tSJjfK8V+RnTV4urVjjsM6QD98e8eliH7pOKE
ip7Z/q6KZIuZcsMoRNqGwG353K3+vZW3jPWV+Kchn/I2cTGm7tSvKWI0gV+nX94ZQ4p9zGxdU0jh
dJYF2bZgE0ZZ7Jolv5JuJvrtZV3ot8NHXuvnlAgmHiHqmsaH2OK6qakRlBE3bhCk0aBBD/UXzIcW
izi6fPgBpXGYaizgrMm606w4uTe0Nj+SLMD0x/PHKvbS+5gq/YKNZDLbfI63tgMnIX54mlh+8oe0
3t3h0CDxj3dxp3otGJPpb8/NjWIby6D5Tz3364yTWOK+N9NT28TnWGp3UABY4czzqRyzh7kdNJAu
M+r75IhbW/ZHY60PjIznqqXy2KFdaZvIa2zIQd/8Xfr5CGnKxY64NCHp2306er87XDB5HH9x7lzh
jD7WM5nGflpfOnvPboba2mxPoRMtMaYV5avlhiZQT5JvaOF6roGywL25Wibr0g53VYOKaytHEkKv
susebzz/XwTZvVMyQH9Xjv5c+fAe4PQCrqr1X3T8HagAvvUs3E3u8vQaonV0Lh2wyFijrz9Qi4ay
pORGqpRPPYhsGv4+l2x+oU9eAEZlnzwPE7XIWfGeEvBHdEa9A8ca8QYiYCjHg5MrDIW8uVjWsA20
6a+QqVwOmpGXew/jwo2XMnQ6lV5pCGKjZrQnSeaTRj9IsquHj5hg2iGn1MJOB7aRDdJswyZUuFTb
ibk6J+1EO3xJIYdpgg8sde9I/qaERAA21sNCSRYUUbOcinut2MZPbieBYSwX2wB3MOKE1NEiWGFM
e6xK58Fk2mOQrnBYlvvxEYbsA96T7JwQKtbZQmWJA4i+6lBC4gLvjP+Xo+Cm1/gFsvpFliz6U6TQ
/VwY/d6wRrEX/ie5mHsnTfJ7c2izt5q5gqH2wZbyZ828xx7nkL9ueHefjMCQvceKjL+IEWPTYX11
Cyz5S3OaaC0uuLSwpOAkpc13Zzfmd9pZUDeo5oq1Xt9N9vC06k4ZyX69VBAtSmO+92dSuby1wrar
/tYFXgQPUXznE7LZaURPDsKV7A81m7pOHCDu8lkPDDNIkvExS/5i2HwnAB5ko/MWayZhJRPGtl8i
1PfXems0IiLKptDvPnzJRqrS3SHMnAlPnrj+X8EM/dd5of9PAYkgbP4v7u0we4b/sUnYsPg3/7q2
C+cfnsltmVgvGpmrm/zNv6BEQv8HpGfX8RzDdgWGAICC/35td7a7OYBCy7B0R/x3JJFt/oP7uuX9
H5IGTXOjgf7HW7tlESKzgY7asAYd6ET/+dbuGUYv+s3SJ3IubvlblnSfJMEZfhPrGZgSC0kiJyxz
9Tr/XCR0AWLzzI2CWMFGZe/s9lxaR/oRXwhW89JsIoF7Xav9aKadJXSdP57LGt3kXtM0YdrMD4AK
YOC6bx4bQdljhbCoLm1dzC3eqa7dG3JEmUy3MjUwFqg7cnosGtzH0TQAVXiBQQN7oawne30YqgvM
mKdVtFe8yi8JMfZ66rC7Wc15bJjdXbTuHFFia/1V5sdSTQcoUKyvCvNdzf2ryB41zTrUqfxUU3dr
2w43ojwvJCORhODpaaiHXExM7340ukgRSsrhePb+j3uP84REnH2p+fZ1+ZAlT2PtP/XNcKZnhI0P
Pkamdjoqbj5qSw+InbX/23YTwSxINN1ZO2zseaA6DIZtRsylCqYRaOMoN48doMYZXXkK9Y79c1E+
KBz2VXxejP6x6vP7EdYNoUyk7enLHPWXpLN3tp+f1JtBr+E+GyZ4kCWeZsm1nQCdNyqqRJvHxeec
5vb50GZLlFcF2biivyXA0GJGlJJ8AYQbbl1mVOfdUyNkxOP7IZI+Qo+NV9SXskiBGnAINSlL22IN
KsvnfLReXHx3PDUN8II6Je0uiXD1NgcyxRqZ52DBtGgjK+y9JUVk+8VjPvIEwJHZu5O6s4vJi2rq
SulJ+qltN9TK9NXku6CzJ4ht6r+05yH7Ja316njZiWvac9em+1Thwm+HF5QZllQJ6enuCxbMTOS2
uuVJHXS+pvOa99Gwi8uc1WfCUw9tUpzoNwmR++h6+JXa8mZztd5gQ4Z/77ZNKLz2cYyt0IbD3zX2
Wc+S/cIoydx5yczP1i4Pqtjaxj6bLv+dMZntxFieW0M70iFKlS5pQrXJunF7SKl2TLInm9q+BiNZ
V2gX3YxvLt7QGhmQwVoGoxWt+CzKjlvD6uLO97P+ru8Bpk/MBUK+jO1IClntnWwOahox1lwdrJlF
u1owAF4TSRhs4Irc2EZUiTUk/YWjIr44DHVMMFUH93FlR6Rp2X1ivvqdh9V8OSuX04gGqicyKq+d
oT1M6UXFx7aEGlSXzomOpbAb6hthvsugvCgr2s+ETGjtdg9uUkfd8o0z9cdOtymTJtlUkzd8le+l
Ay+AnYX3wglHRL1ForTp5hEJYoAt6M+N29e57ROoSeYJzLzuLa810R3THa9m19P7wW9WJ/hiLd3Z
6N17MAqPkgMXQSwULdyOrrXfa3pHYWOdNDc+CsPRuR79Fs1bR6KsdTIasXryWgl2ws1ozPJb09+c
VePKeg/0Fw3+IW21P0m5XLGB39VEdAbSpxr7uYnQZ5E8+YaAbVOakWbGX/oAtJ7MQeLEfxKHe+M0
YkieuXW0KZFP6bz2Dl4VrjM4KBKkUt8IMF1WwTL8pI18VEDuwed8g4foiK5hnLf0mgkmfvHN9jMt
eoLFyrlZJLQUcCHXudCEirsC/16e9celoPqEzfTHOnSHtO8uhaknFJ3QvZUtw1GUyUtN6Ceri622
GB+/Fz9jDT4r9WNKIKd5d8dI2u/1s90av4j5Pvqqe3KnLQDujsiYzLHQpayZtCNTaVbDdsY9Cwjo
FefW00KzKvwNTC5+ULfJE1QnPrhUzjMO6SASWzNkZflpaXVEpDdgp7J3yQmZg0v6atkTl3hzZXJF
ZcLYCrKTzo/ZBF2VjnqQvvVmWwWOA2uIG/JP5fExyOFPBUu6xDtdjUmkbXVl82fF/a736/Ogvqr4
BxsjhY0n2pQRdV+q6YWKyoMcZ9JhDh2ZayRMcVFGddYJtzu8lYRIHiFiopcpn3SsDpMWO7RRgasr
HOzW9oID9l337H2V/R55s9kYjROBeE1OoE1AeqrhMBAOxyO8m1Yy3asNeKq59rP+ITKMF1Zjv7uu
dlW9DN2uPc+9eG5H7pkZEkq6+l8N/c+5bd46nHfEjxEfxkkcXJkxAPEowwLF+QoQtJmj3HO7/dIN
bNflmXaKXyVShkGkYuLN5gv0J7KuVrNXi3FIKP4xcInsXID3iPD0RN9iDBD56kWm3ObguWW5Xv/V
muJP7Jbv2VT9kWR8JiB3tGOqZ0pbVlxAxW9iCee24OdoPsmUPXoBDcFqWSTVeRH1Sf9Zx+oLRrAR
YME4WinmrpSfceOlp3VK5l1ZfRAX2Yu6uuh9EvSZdpig76NSvE4u7mKB/GGbT/A572TT/R0UKrBe
4od7yaGx7pIE746CfkRuff6ra9ldunA3UMn30GEjKNpDmSxf5fTR9Fg8bbBysYisDk8aJXgsUpCN
VfaCaLerjeqNQj68aNRNwzNQ7bnO7ld32TspQBW90z4RePy+OybFeqIQj6Bj/hwbbs7q6ruyN9ML
5QO1p13HmuKreAoFHZNuiqm9btqz7cbrPm6P7rx2TOXJZ6mjz6vlCcEWC1MfESb7JF57Fdb4i/6z
m4bZCaN7/cZQBDiLRL1tkYgpg85Ig76uIl6mduSaJigx48t0DLpQlX3RJMt9vOVBr+qYNKRLV03s
HB1rPsdmnARI5WK3+MUBFe45TZOjV9Xnyq5fIK3et7p5HEV5L11MstjUr3EJlqIlj8Mm8YLq9svr
Byv0HnGSrH9izTtX42OeIWi7B2cRd4ViKUqKJmOCxENNGGmErLDL9eJle5G7E1KbVe4kHRENDCsj
S/5s3jSmscCd3JM10aAu8caIAFTczVBF2Cse42yrlSMVdmdogkY7/5qJ8gNiGuV45ouZD78Tn/hk
WoF42F6TiZa+OpS9LjzSPPXcZ7lHENeFUSONdF/5rxPCBbZGRsB0r/snv/wDOPCQwiOw+j/UTpNi
vquWT5dY+rK2nFyFi+i8gKla70HE3WNuB18sj7628N1U2dtMIougwEPRrCeN9Jz/qpb81Z490spI
5oaKBja+ooZgxsOEUBz0/DDW/EWxnxjK7NUy0eptcdFE/9hwkHTwf2Th31Vlfk7P9L1o/WFQ6dFy
/CdliatG1mGIl/hcT0Rz64c46T+souL+gonR4SrltuW9biYfG/ALue4n6bvu5BOl8Og53lve5paO
fCpvedHUX43ws72iKpcC7T2xkAiTYTTJ7lCYbljbzW8+Gm6bv6I2fJXdTEE3BivW0PgD1xc8w9Cg
HLJAfsmGgC+LU7TAHLnZ4NP51W/Uq4MK+IRp7ZzkZmCZ8CLkaGUhBGa0S+6uq7kMG7d5p/DaAZKL
qpK1mNuoo64rKuowfmB8x7d4K/mFn8QMK7RcD+ymYWfpEMASM9UIzMpfFlAQizjWUhvsabz4hXY4
lkHuVZf101AYPAS1eZDFPxU2GkdGTBhwKEjLalxxO4EdkzTlrhVdGg4Ft+45+5aV/Mpjm0Uh2Km0
0yhZHdfLvFj7zBt/QGx6Cahp6arnodiCoaaOUzat9p1hHEjcwnsy9maT+ijlCS80pm+ShKyfOXzp
GZcPxpGk8WvNVo3MEPpCPvxRLizPDe+AsR9sOAEoMEb+ZZLx40JSG7cCzMi/iuMGb++uZovbrQ6r
e5BjNu8chHHxbS/TwE4SbYOyvtBV8wFTLsuA7t1PCGC/oys8LX12pqjoKeXOK9rkxfWyq81SJqGq
dHW/R3YRrnxF4D8XE9v7udNY5QuOgrXD7GmBWp5pjrR0b34nKxKtWOuaxTyXwukP+eQcFokzpnci
ZY7v0gS1wZilXUz+E250YYpPULPHnuJALqWGzSEASr6s8EGO/VlreuC3a4/jkn4vb6HJqCOHzGBB
XMidp32zeSoS7UBPA94mPxL+u9HjMve/iSBeqRhelcN55PW0jXJj2jTM5Dm19HDN21BDGWAFDHK7
jF+pejmumMoW+aQvEg7MsGIcdUj+M71dcVu9D0n9TKgiwjz4ARs+qZeA+ufHZhzptzGyF8tfqWmt
0Wr5Eb64LXyq2HIi9qhRRfV6P5wV5WHoJ9I+28bXWhEt6g33MM82VI83sdanLOtJUvjOk4ItMv4b
d+exJDeSbulXGev1oAdwKMe1273I0CojtdrAkmQSWjuE4+nnA6vtTlX1WI3d7WxorCazGRFAOH5x
zne44B5NrrCbn46JF1TuY84jV/nHbp/4M7Fl6jmPxEEF8cHJHhVyhBtKvKd+6DaIYHcjKezo369y
IoWpqHd5ClYWJyq3a2eyyQrmJWXUPWdedA9h99BZ4uJN3gG23Q3fQd/f8CxDXMMQa9qxUrh1WvjU
YNq/tMsX4Carfo5DeiTt+xRyw80C7zwTOcBCzXCpALYKTkJBNKXfIdh3X1tEvD7lbF8gKiliVm3+
51J1DKSRaw9Nmi4BZj01/sr3vuW+efSxT8V99KgZ0RlmCWBN7xfGWJAPWx8RdxyRyIQ4LY4fKxYz
o9Wy+tO3ka0e0IY8hrwD8MR0qdlaipPPTTVTWrjqhSZ6sYhgBvwBDHoHYvLc4O6Lp/jsEQBLE22B
MI/cE4VBvm4aCjAr4Tge1i3tJ0HJO/40+5HgJdunGaa17NuYPdolywg1GPeRGYOgmA+1a2bU+uG6
L9HpjQThuYpHw3gqGu+KseWjqAN4IMXRV+VT4dZIq2BbuVXzzpT37MasJCPrNEwVcFF75m4o0D3M
GiVPCsUdEyUXcR7Obmqu2SfupGvfiQxnZ+zaV1MShg5ZgO3djzrXZ6/xn0ikwONuJh9Jlx66ZLz0
gbnpxMTKx8lPxaC+RZJAPreA4qLiiIdBLo+8l7UZeRuvL7eesusbfnk2LCpbRTw0Rsw+rg9M9J9a
ksUcdzap+ItNoZvXoTbfIZZiUHPW0HRoU7OTNOw9+Qg0sM02D+ad5c2Qqp1HzwIGeaeLYN6Yobqm
vQ2hnqJ2AqMwqLeCaYc7cb+O9ZJJ7a5Fa793drkXC9+9MRPYx81DQ0Z1GbeXPOYQSiYFO2YWrB0U
UmRwIvihO1BPaI7ulEJIM4zGnU9BcGNQDN64gJ3HWDxFeiFxGV6xcxiuW7FBeLFF9jMoNeYDLPG6
kJxKZ1fDSYtiExmrR9WvjvOETtCTdnRqi0qDlTXvBomiNgEmdMYtwxK1h5XHgHnYFlO+g1cPyDFu
ltn80QxyixLt1FXpN2hfj5paQ2TZpsuD/WzR+Cc5Ko3eJTiOLYsriztUt8CjeHaDS5v7/QDRmcLm
KwMBi18BsCFkv9G3n6Pqh5fntzYybdnV+3hJSZD1h9XpdZ24L/ZiBRx5YsUA2KoG6J/+EZF7XVcQ
apbEjU+DVcfosTluQfbm3gvsAO5jpmGx0696x0EpZlvf0sw4JF2HewvZoIleqY2Z3bGy6iaSRSb6
sxsMp09B19KKigMotUu1OIQy0/jEuFFTjKh2j3BXxBh67U2snAuyLUwkL3hf12nKYeS8qY41e0Gf
gycXlzViUfL1xnMaxFvK/40X8ybztzr8qM3XKhtcmBTl45SJbTuiYsSJ0osC5INjUnqaliZad3S3
Q3iUNmI8tHVMJQuQi07/3A4l4sqheyADBKO8SxCs21ysXJzdrrkfpq4lu8A7WolBdDDthGlVhxF+
sN0F1zZ8NahwaMYNDGBjsGWhc87D8OeE1HUgjRR4J4JS5nfZ/GCL+Ls0+y/4D9Q+KQYrcMrrMOHc
wo3Dljpl8uPj6601NuR4/pm1EYM++9zXd5zLe6XvCvLBDAzl8ICZstJOM12dJUCjkaWy39z1icdZ
rD+Z324s3t7EHUk168NUjr7laPttsLdFclw0p2W2tX3jqvp43Q8QOVywb2l+W2RwgFPzR5rQ/Eqq
mnOukU2noKJ7czhNbsJ4LnUZTzZqX9PYtFV8TBp6JWWjAnX1tW1fucQXg+lDDvgENfZWZ9WJmk4i
9GhSe5eQbRpWcoVuFPpAtiKPauO6F5Y8bL7Ku3m+yGygjGjWOqa2TBDMRhtUlNekRFwXoB6gw2zW
OSYrsCOPTGt83I10BIThDECR2ZuynHqYfMLQQ9xoM4/CDMt2zlCDiOUEfx551+nADOdaGNMRWe+X
KKdjMFH7ehlbnQLcWchMWWhMER3D3jriXG8wihfo8RAQfjWSdJtxPck3mYW7OWV/ZYiDzz+ZgWYb
kRDQeTwqhXlVrQPpU7hAUYvUPrtd+NgZuKgLYR9XldV3PvnMi9duLtJD1dl7k1oREgGW5LVRn4f+
eYDnMiRLeB4C836DUlx3G521h8DfshIcZjxIalWNMSV/vSmzfYLpasLQufCkg06s6gHhQ5JCE8DT
wBjNQNjesbSaMc7h4NlPnr0qoW+MjrGdIswe0KAidz26et0tlQiDK7t+tKp+NzibZSEmzR0KyU07
vjRMJHii7ewlDZjwWT01ZDpiV4qfcwyAcDFc8NQR7kJrwolJ7mpbjDtt3k0m61l7VYRvmSKOg2Eu
ZTsyfpNrh1om+BYi3UkRq0SjvNbDidTdPEeLmIASJ7kvKQ65h29nRtXW4PmfOvEcI+PAL3ChOp+x
d4Jc2pkDEM9A8/twY9rTuswysK8sAglgkQAgrD68WvbPruw2RvLUpXIfAWqnxSAsmZV7/Gxa/iP+
+hqMj9O3D6PdbT3cV0zkj0UckLTyhut3AsYoyPfTzLGTc1p9c2Cpqeemzy6MulD53yUd1CPIZMqb
n5Sp2C4Tn4I/GgWw63AyZ3sxsFo383cw5kcxfRSt9nZkEJyof/xNmcOia51LVTLTmcuniXxH37fv
RiO7DTP7jABpHbbGtEE8GKw80xbHKPVvLWGTIdN07xakW6fBEzH1HEe1zr47Po/8qCahlM3OJSyj
p4rRdcOoq6UYs3V0O+IGhBgf1cdOM6AwWADVRAz7cfiiYSCzrgfTrgPSirz8WLSEuwxLsxcW30eC
mfmEKb5zAVs80vuhIH2xCbR3pk2H7ICC1MMuSWoVGkyuIecYGZppbd6U7vxQVuF4M4XOZvpegIcP
cMrN6NbTeVeExGNwfMAcQS3ZgWN/B7eHYwpWYbZzCQDPWJXY/t5WrxV+LdwQuJ0MfKmoW6yESQEx
qwZqcXKmyKRSD/Ijcd8oI8DqQvjpcEIkWH/9FvQlkwDTWJCN1VowWUrzezMqdoGFzCJgZa9XWQ2B
FMyIu8ibLH9rgu5LPOyFnCslLNRI5GdZbkb2U2ixogw/egmAirX3Mkn0Yw21JWk2rdFckqRTZyzW
8dElhguA28MwIrz2W+tpBgrZMTvEWJ1FJ0p21HIR+ysry6kjucUtq2OY14I/cwOf1tEz3F0e1vJk
t/mLP3kWowTDxCrCEqAdQFNSX8WQDXADhQ0arUCN9Vp5BA94EQoOnVpo3dI7F0qyC+0QfWK/lqSd
n7vUZfSH798Pkd0HbaafqufeRZs+TIkGwyWeRlF+I/coWutu8vcw+TxydLj0STPeaeIrHu2MA6uI
iiNARnZk05jfx/Z+EpVzNvha6y70n8K06u5C+1GGxsEtfPertpNLGuTtuz+CoHDc79JZx0Nn3QKA
j/jE4GL0unoiMTS9a2uutiX4SAK3+ZzirIOWoM5B+ktyFxoQ/jnfgB4xuVVUFkZ4H2Dp5kcIuEpi
86PoKrUeRhyRklH+MQZ45TXtJcjdBQM/a6yeyIzsioJ4fgDrbe57eIJsPodvuOIOVNLoeSIQadhJ
2nMffUUsQHeuHbyHqqSFj2ec0uK1J0KDWh8GxQCyi4RRNnPoKQBXszBtaXIlIMRGgaVsuvHJMdtw
lQF19yGkpyxfsDb7fb4PytQ8Ngho2qKXKGKmV21BAp4jmKhJgGctOmYXmOD9qsnIMpiH747ALNx2
eItm9SOEE9WZ+ClN9O2RAgQcKur1LH5OUJSu/ZIZ6WRS0Vsez2ox2te+NWMk9+SvqfYxDuolOJiJ
tWtam2nOoC6G0W7wgx+mXVOI1UW2zrI2WZve8FA4JeAjVYKMmeuP2NfxTjQ8bLHpPmGQ9LdaL09s
jyAJtKuURj76vjaBd0L8O3DraWU39qas0FR6jnVqTXT/CkElmBsL89JEWQt5eCMSKKSjNWO6UEl4
TJc81eLQzYkBw5VZIab/4maKmCb1YffDmnkoQOIglrVNt5OHNskft0wd3TWyta9w0XhYXdWdbfeC
+xWrZDXBsgpbogz4lNh7cordz9xrUAxoj8cZc64GLcNWKlgYEhlPRX6uZnC5LWPzRrbaZCzPsiOM
vmAyqQsCD7GVw7ue4+lnTGRLQjwG0VSnAovwTQ1HM0oJ7lMY2W6KsR23Xh49iFgTNVzuahPzFUgE
lP4kVzHubRljjatZlj+SpVhqDXBF3MebmbLZMNtise2dSlfJjQNr66Z3KFU4eukEPyPyNFejUJQ7
Tt0czSw4Tx5GWowu7FR9H+A7rvaZBpnQqm23wD5860a61cjb66nMiS9k6COZolDc6jYhQ2/8FjTF
R+uF5yhQp6Ijyz1txEPbLzPTYTpXsYG0Lk2mVeWpTREwtLJZElPHi1WlYVFiXc93eixeWhvxWGaa
0y7A3hS74z0KR8gD09b9QI/EN39A0ZRk87wNynVS9kyiPJN3CFppRpcAbNvYgd+ls9ItId5F9+jb
NYKvkQcCPFO57QEU2xBmd3h3HgkCsZhtnRMmjMhSueGHKb5NBmjW2jLIJq8B44/8FpsGlOwkGrPN
yFxpUVtCtSYkOR/HRfjsbFukzKuR8MJNZtOLkJdCU76Q7CKAZR3DsRsz4+nZz+gD7Lm6pYwna3ly
Rp5ijz7vY6FE/kQwwlYYcXQYvwyBz4HVdAdifkB1WjgGlkMgyEkcNsPvucd1nslJ9IJyOiRItLy+
uR0mc20kVo3d0wOXkhLP7gt0VWaQMmRJMG8yIcRtRV5N02JYS0BcBvYCqDVeS0gifLRXKyBMKlDP
WW3/yGRr4Jc1P5t0ZAETJtXWdr6ygEFNjxGpdvp3D08+8zbz7DzpXrqgUmCz0mUfyGI9xE4ndxFE
5A28sQgFt2fg7xlvXQ7vVTrU7tbODf8+0rN/r8Lhpw7IrsXgGt2IRtBwWPUJTLO41OU+I1cLpmeg
Nn6KubwbITjMg9bXsOHrqs3sIXXCFH0BbOTszbTEfOmxh9xOsLU3zE5d3nvf7ka7Opee/dQs1BY8
dXs1k6DJJijaSMiHW28k3zGgP9u7Q7ht+34618svnpchCLeHn7XXwca2PexDRrIvUNhv9QQRk/vi
IYv1rSzhDoco1/elCbPY9ZNq1ao5v4ENMRkWjOvaJ7gO/SH2/Kw7mVAVGNQ7Of5fCFRZ1BEdg+Yh
IOz2RrJ93HTmxGB5gMJneO2axq5elbF8hqnXMkGAAVzHPh8IZUaPaxGvJdPkOEEyGAj/VlvsL0PS
OibsOxsxTF9y8q+xrM/pVLHIavGJGK0bElVTVMh3MYX5cmIvlYBoH4trD93wkKV+uokA+EFyEy6L
IeurEolGHPExICM5VUbxOSUHqWa8TVPBPhMlXzQca6LODmT6gHeIGD3KMRig4ZybXFRLB7crlT7o
HGpHAYXDmbXcRpPfbjDfR0gFyfvOa+NzruzyNrU+oSvZZ1ieW24WfEJCblDV33r49s9pDkaSt3Ko
kgJNysK5cVS/zDrDbBdORERayVW70dXLgT40PjoNN+oR/8W9eVMoAhIbpkEb9LNQfvDAXIL4KYuX
rMmSTXUsHfpvdCWboczHTYa/APlJh0E/th/gLbDJKsNDA046DQiLUVjPOARxceqCybeM+ZGR/dhC
5TxPKSMuYIAMyx1ST7MUSYypBoa406uJOwrY6HlEM7YZatCQZD3d+AzKzHTmnNcrq5ZiAZWmq0QR
m4bii1w0kfoXpw62o4qKvRaPwwTQDxJzxFvx2iPxq9oYaC2A0zXLhGMic0QPsn/Mbe+cITiFi6he
rOkjRpt4b46vuLuzg+xa4E9tT9ake7CCeNzlicbdnKF6x2+2NiLDPVFlrhq/OrtDoHa8b07a3mH0
3weL3VJB7XO5AMpqi1McjAPjynleucOEJsrwuBVUTvInym4DZS8AD/yT3Rx667w7xwi84Ckh0vIl
bTlL2GctnUs68y3KB6RDeOKejJIBCEpT4owi9d7iiISvSu1SoOtgTl4fnAFWRw2icsg9f60nb4Ny
Jri3QtksFZi/SapRra0pcT4adF+tkPJ5bHo4NIzrPJaFrGKss92iLxlqZNFeOr74vX4nZPUTCPpr
BWX+uoT+9EwcMpkmzyoZ39wiht/as4a2az7r1GMeNSGSZ2mOj7CsyXyfgvm1nty7smW+4ct+DZqF
x3tHtogRi4fcdDlk1bCVo71GuMbWCHxtFT9YiU/+ziLa4+aWcXUDSwfxco+3rY/4JWekqxBps15u
gEoBQWpomtaVk7THAeb0wMj+4IYIsKPwO+YTbP4d8j9C+WLr52isLIA3hOvkNX6x4mHWAKuqhKHS
pAf6BR75bNTzVeIdMFmapxyidMbD/cK0IMr8N4bcCIWGAhWhXVWX0aKYcSV1QgsJMMIG3sz5tqef
YdxmPfRphgyAxNZVjUpslTFUOcVGAMmFrTQapNKD2EJuR2Y+evCpbj2n05e4OQF6SdcyIlnVgKhz
TwCxuOdYoOcD/Igz5tSYUjx7dnobWCGn8IRJAHp3eB0tRrmtMRafmcdMuYwNJNRDRbJGk4V7XqO/
I+AkWuHBKnZk6YXIY1Dy46tGnR6xOApyPz5HlMC//e7//G80SIQ4IkDhAzv7rLS5kETj6sYyORRp
x+DT6dNk8ayAFLdiGMeNH4lxO9ij3njJZB0slDhGh77KHEyClMkpNpPW2rOxL6bJ2fSO1Z4DV3+W
7YyBKnHTAwoZjMHFRZlp+mCyiO5AapOBmlEIT5pC2p0OHcjLLKrQn7lWvUasYFPKPgeTzaWgvi46
nP39eBCxvXZnAdEuw1AdDlAvrMp6nlPsnCLzP5Yef+ckSCC9CNtEBM244JusMR1fCtlSa/eDvqB5
hvZuz0dwdtZR+eXFiSGOmFYDPVLet/h5b3vSpVeuoHFwgqQ+Wt4EEjbt72tvOHcJASq0KvVmjBO5
UwsbJAxxiuBWv0asmgxpkcphE82hCEtwKS3YiO3a0mnv24Ekj4Lt+FyVxrq2pLeLrrNgpiFnBHGO
A7+hLobD3EIHIc96UzN6valRrhC1kZAAVDnprpEFyw5AFatZ98MxddqjR+L2Wrq8WYivRL7PTNWN
JJQbQ2jw3dA0t5BWaQ1d3wEwX+4bmX9kBhU1sUweHtD9Eg6JEd05TQX8mF75Z9DP+6kK010OydVt
qMU781P0P3DWw9WT5sgcpqHUjsP7bK7cLaU99NYxjnZlPLqsxesXwzQjhJJIcisZWruMIuJmGJrm
PmQ2Qbn5Ek7+eGjj9mWyfX5kqFk4dRNeb7f/kB3VQBTflma3N5vOfyFOuLxgdWIM0zOcLqPkoZzu
mzJyt5Ls6DOgJdSdgK1T7T44gcuh0H8W2uFOZuxF1rFkmJ1n+MoXPAh8LlcYW69AOdljx3ctoONd
jgzBGHJY9GFN/lPy5aXxuoLQjx+b5Wlq01e29nfb56xtxuSVnHQ8DMY3o/NeRmZ+pLNkF50Z3zFh
3c1BnZHjHGFPqdxHh3rHlOPGVf3EdottGlMZYFmjxTrT+NkodWSLJW/CrMMCo7Z5FnKTK8HSqEHc
KnSa3HiEUuPIUCsD5E3eH9l0NiuoG9tYxTxdo31QTck2mJG+xlH0GTkgKwN8V05b2NgB/GxNvfIU
5PXZDLoOhjbq3b7iwOwMKuFaIShGiJLMI2ykt7poVzOSq6GzD1TdaWS3a2cqMTUxvO+AvK2dBBRC
VXaf7iDWYd8RMoAJm50QQ980JKi0apf1Dt0Kcer52uUytKB3iKNjA98403YwzIONTw51BmnN8fSA
ShvjFKJusIXELVwnNLn2cmE8wBydA0EHgo3k2duUmFoEd1BuXlvm3F3a32kHh3g7A+WNRfFGj/y9
s3H8i2l8jbqR79tc/YjT0WdzSesRl1cLGNbVe5wm8HgeqoLURp7tlSTttLAAwUDQXultjOVzJSyo
Bl4ybinkpp2Ih5vYs8AFNUQRhtLYhg599CAG66Yaegnyx3vB4davnb5YS1ACIPXgejkjpyKTpXMr
IHrx5L4CuJePgdLHjIAQDDDVZ5laVz8PGFwVpnkYWfsNC+G/zJxzFE13TgTRV+D38r3sUGbtO5cJ
9mGD1KmOvY0G4cXXZ9w3eflYLrYVf0lNQQaOtqaderyNo8HgEkUFCMLVWEK/NGAZ6Y5hlWz9kuyR
GN5AgD0mjvdtqXw4Oj7+fCV2YlxYtwJYW+5yDMdGdXR7BLpNy17DiGJUYFO6zXu8mz3N99pO7kos
QExErRdyjtaixwPfOZC0workFOBWsLTzrxY70E3YufNO9oSiuzCy2vSbqRezZJx9DLx+lhMYxZ24
WgVGco3QWFbGkyTT1u+Ybw/5AVgZZH8hAHI12bdAt/W+DivmfrK+VHwx0ajj6SmX4I9jnLD5zxty
tJuCFxSS+VKOvJ+SZT/OVpogxD2gzXMFZXmMyDe91UhTH3y7h50w52feHLEEfUs8Qj1Ul0xHL9nI
xJZieGXJNNsyduFG0GFzizQKQV16HlLTvxtx1a87ARakUsQ+ycaiVq4nUBWQd0mDcdfAqTdizrxH
vhQ3E4bZm5j0LXJm0OaBqTgzWEkyI9gZnNr+3Mod8Q+IPXkz146g2la/AmKqd0bpuqfEK2LCPBn/
qiV0ODGbg+0IfUcgqwOMEoRzvst4WP1wGTV1svOglWd7FooKRHDS2hztzbOqHkAZbkrvvTYop1mv
hdpY2cO71z5aKeURZ6nhRitmwY1fM4/ONpH+bMNPi1c9iy3E1LWk/zeCn2GOsGra+DAQUjlT3h6z
wlsrPH8j18P2f4btg7QJAaq+JlzZkAJ2QfhVsdWL+TBgMsH4aVCKdyQKpdu4cE5eh31uyI6FBV4E
IV0Td4d7cpIg45AkwBsfQjYoFUrRLfICD2V2rp9URXyOdyl+pWX9ypC4Oug+kndBCLNLd4nKaBNG
4sMX8apZVN7E04xO/dxh46UnupWueedN4iXyWDsomzir0v1uaaaJKvtm2GAD5fDmoSKYmcanQ/yj
THtYhHcD+dFRzyZqMg8zYt4iqx492CHKbb+Gdl+0L1n+3azOCZuQwHlph9NQ+6wq7JfaB/w7sl3P
y+jOyhaMKntwUrdK1CdkFOUpsmcUyTZLMvla9dE+68MtGohDC7THJEJPE1Q6NXLFiyR2Ju5hSAwL
hvnNRwjTgT1hng07zABd/zUmzV2U9zRdyQ2hk3sM5EfmAEc8NxcVL/Ftu2KsLouJwmGXkUzu8n1Z
QL1YG1AdecYGXcJtRzk6pfdl91b632ZTbUSPJrll4D8nJBEQJ4ISI3zEsdjdKBM5m4wOTCPvyME7
Og4xg4/5RNEP2JwlpcvEEOaFqZJ9r9VuJiFmZabeh5LqxNkjjiORUmWMPySUFBE9VHnEX/spQG3V
zRh/pXUfCvYXjQktOfbkDzsHeIpRnoaP0JmzySJascrEoTjb9lUJ65vXcGSQGbejZFl79nAi/GXx
pn4SHLA21JtLCQVCTYr44jnVZaotrCvLzgS6LLqLgu90623dnv/0nI+pROgsOvjDTDk06+R1b5Zv
MBM/wavd2SOJDEtZQqssuvyb0YOv1Pk57YJ9YfHFGtC8Jt79QIUatXovOhi3AJDYpTr70fAli1JO
HHaBJ+RDPcU6YCFEQ0s0kwVVBIusGQX3qsE6ms+osJU9rlp3PHQhT2kZHSdE+0pXV6a02xwVmFvo
uy6MP8xAP0u/XzPwwFDg4hhu20uMY7qTlHtYbNcJMpKW7bSYyPyAolI7xqsRdD+tAsGovUc6yfQT
seSibmmbfUDmzAK+E0l3Svt047kGulV2HIQKdB1nTD8oYCTiVLXGgXCwtcLnSJ7I3qieC+/I/Pak
MIAWfQSjHbQQUnweNuouoQIuBv/FLqlzgzBbt657Vq3zlunvaUloT54fXMF60V4HofUUtuPJhC1a
auM9mwqGguQlcdbTg77ZbgxKMowBbMfpGbnjqsirdaLJtDOMU4nS2pP51tIha+lylaXe0bGpIgc1
3Jo8HVdg69K6+sQoyZSnJj9BF9ZKdsnb75x8d7/Z4P5H2RNbjZqg+8ffLOff3HEO6inSrV1p29hH
lj///vmAcW352/+zylOh69KZ12ylpn1OnkyM46YJEWuBXciy5F05XHxGv0Eoca2BTqsBxbYBd7yp
k/Wvl/O/vk//EX1V/3o93T//k//+XtXMzJH3/uk//3n7Oaiv5j+Xn/mvv/PHn/jn/58uTEv+7tqt
P9Xnv6grt5/F1z/+dlCfuf4DOGX5+785MC35d9fETCmlNE0TmyMeyN8cmN7fPcvBZenRyVtQUpbr
/y8HpuP/3QxcYfrCQqTtOl7wX+AU2/27I+0A07HpBTZSQue/A05ZXhfzOB1V5eHHP/7mmxb/uudA
TnZM0xX+4hz9wz3mFs2sAhgczDcDYrLetaDDAoiBPSGaPRbtxbn1bdaCW7/0YZXCokSyBYaud15p
EleiHx9bB5b7GH3he4h/Y/b84ab7w5fgTy9QmDIQjnSkAPvkOZ7zpy9BOkYCeSHgEekxgUsdkZLj
LUlFNK38yG9Y3ggDzwUxX5shJISwSr93Zd4/Jk2hmcRmzRbfT7QuQu3gFSWGLOL/5FBh/PjdJf+/
fF3dP5lZeYGmHyxOWmKruXbe8k5+93UFeQX6xoUcMgdT/V5F/jv6vOlSeWCqYkb4dFjtvSaYHq6v
9F7JxnFPnS4augaOGxlVYm/FZrKZe4dldAP6NM/3zjjnm6qv9UcbjXtRv2PMFPc+Fq4HhJNPUW27
J6uXi/ak6JKdCvS3hpIlzvvw0DWx8Hagpcu1jWXiKrs30/G8p4ns6q2PjtR3tDyFPUTtBpVtvC5a
pqo4wkG7UEibQNWPLNd/Gkr2d24+wFsoSRcguXEeH420R6cEBkWFQXuvegIm/vrz/PPxt3yegWSn
u3xzhM0d+sfPczZEbamxxfRRG9exp73Pslqvg8r45Uxiex0Gh7QJD0qX1hkV2RN5y+DZLeaKIajl
eyaab3/9msS/3Y18TS080K5perZlOnijf3+NW8TiPQqT7mZSJiGlKo4v0KvH7WhBtTNV9Q7gdL6z
VQHePkHiyH6zUFSEpXOYwqZ+F8SpnOwsZeGXuQcUxu9yHIM3Bx0C3rrqe1g73gkvF8+TiBSrAqjQ
jUVdc+gHByRQwWpmrLv8ROeXbP/6vVn/fv+yhDFtW3qOCUhpMYT//r01WWsNSanhJtK6341ofM7l
PL/U06wAMprGpWR8ms/ew5DVP5lA+as2H/RHAVaCxbJ5899+OdKypc8hCCJKCv9PL6dsWpE14Dhx
U9Uvjmyx9zAXvhni6FuFvAkW47Avi57yJfx0UCedmB2ILVHYeJcqFBR//XL+xJfiZpSY4X0pbJpM
jqM/3YyBDr0KIST/flCUSwAC63++o3c6M4s7x0rvgilyDn/9b/75cBYWFndf+BYDf1Pg4Ocp8Psr
wkghTTlscEtU5TOceA4Tu2H+Mjh8FZXuieQNHYW1lTiZgSS0x35uAzAcdrJNcurXiLBjK/DvG8d6
E1YcHmJrToGySef/cUqL5ZX87jGyvFLBTUOQqbQdnwTbP75S2uGEnAe3wlxrv0ZZAmdlsuyLZQ3v
yySJhVJtdLtmrO1np2IGEAXhgzcqRBN9/26wWKLvc0Ym7eKVaSZ/382zecMU0rgwWDj2tOG3ZkH/
OPQTR3yH0SPIrlM9vUCu6W5dEEw3WlnVq3ZwDv/1ZfAWVNof3x1fddfzBZgCx1we2n98d8kokgl2
+OL9IxrNwJg2Yhi9A6WElzdBQdZotESFKB87o4rO0iCi0izrL1MX4n75s6lOqseoFMap8sl/h6wL
cy9m5MGQtLkzF0ovkdGPxCR/9WzSzv4w++vYCmGqtMPRSAZ5T0A5yVNG9RYGVbk3vPQDhl73NCD4
nLPpxJwMU5RplduUxl8CNPN1sHewId14YgZsGZgubmu/fGQ/dRsiOdt3ITxEQoZ5bpKkt4/N5v3X
kwvvBrk22cUowupcRQh8GiezDkNf2jgKLlYQ2c/52LHOt+NLVbC7/HUOtKE/oZSD39lZY7av0YIc
JXtsYjsZbwYCSX+DmPCx0/IJW0mwzU00wwH97yt2rM2QETxQN5V64GSZr2lY43ACk15XacCmqalu
a1ait77QMGMY+EzDgEFYd/4mSieU0y5MrY7p9CUqexqwdgxgfQ0pwhAQpCq59jy5D8Yoo0st8FUr
m1Ez53NSZxBqWgBptY1SQHpevOk9J70dBmhIEh/9dlhuvmn5xZ3hC8mse1LCBxEeeuZZRwULYssx
6qNqDbF3DIe5vQrHU63FmwH/9IQz2jgFpYfc1EG8K9w2uP76BQZ2sDFYDvlTAws+DSbi2ErzqyLF
p3R/RFn0UQlVwSs3JRId+qQGjiUoZrzjA+zWF9H2V/Jw2O4ITgDhCvsShyGhRUgFM+V8VYPdvPcy
SlcEf0S4/SmgzAqNbJ3PXG9+x7BylZGUdq/S9450p6dOjP3mtwPGtQj3DRK/vS+13+zdCsYDHSI6
68Z6A5nLxIU10L1yEPHDwGLFU5fiqIi4OfgDWyVf6WZl6PzHr9WIJOCzLheLKDd6XjnFNTDaPUD0
g5ib4d1xqFrsYJlQmyzP0n7AP5Pob3Vlez+KstnkmXH59UWQ7PIeWP3EVZUhKcvn3cQtrP43YefV
HDeSZtFfhAh481rek1UkRVIvCFl4n0Ai8ev3AOrY2emOnXmpIKVWkywCyM/cey5L6Y2+FEIkWHhP
WuQ5sEBYVFSD8ZZGmFdpYDGtuX6xxd2yi6MQ/XfogrfIEnnKqhBrjsRKTNQ39yWUWYEHZM+02Lx4
TAd3pV3iYm/99hD42AEpVnmqzTXc8k/Z5nt3zQ+tgxHF7hHbo3vW3PpLEgwpunoHHW8Tuvgfpo8o
bqdTq4mB7BouX2I/oxMo4X5rBaw6qsb7rHXlnF2KVDbAKJx4UTFt9timqFrDco/lxHlZvrYuCEUr
TJR0VSuSPQ5OUh4qt10RxTihDBt/wYWpP1FrMP2zPIF5sWzfOFPw4TudywCff1UarQNVonJPMhC/
EhNZYRhpAP4ksYLADZGSVSI8LAUM8O1y1U2e/TKAWygMOe1tx82uk8eyrzWneme7FYYu0ozQzSAI
H9r4JKy+eM0Yc7+MDHeZcK+IUMGXN797Ud+/BF2/a0tfXgttSEi/ZZTaZ4jIJwcFUslyFhqAgeLY
7H+kk4dIldX7PuNYudbNdO5LAm1ZspVYR5Akw9/zjyHYhm0NVB9D+d3y6oSdavE9qhz7HVXNZxMl
R7tr1XPfpRmZCfWwGWIAYl2Ag7uCDuzHE6NdPb+xyNN3aYiIYImhiQS1J3DVQ6fJ6WAVI6xYAGQH
GKs5Nrc6qb0nxFWnsG5YTKfa13QY5Hokah2hZzo+ZQqkmNRxObKU2HmRjC+dHhIBOOI+JPhefi4f
dSBovjiKbIDkmOvehPzQL2+2isP1n+PRLzv3ICIyVhCEJDt3KoZXRIykrFjZW02Q7IO779NzSD5r
TOGgmTfIIfFM9kWOXx30ec9fz9Okdn7xWElv2kRn4uhAkRoERbeJywMZ+/fEscd9VGv2SzyGWxsm
wZHbhulzg7PSqvGkiOWAz6KTmKCl0xqVe1U6JOTmfcZSfQyuVoIGshuJmzHIWDGzWh71JPvdFIim
URwK9NJGAk0r7IixEo9MG77oFEZHmOeoy7OC5wvgtYfdONFK9lb7JfSy72HHo1ywusFKXLLCLmug
Z2QwhnUbvxjkuOikmHdZNby6Y8ec7tRODM2DIjTY+Fjqa6I9wTG7hVX/3HbI7zxmbnvPZqo3WNN4
rsx4by89T6wZ3WXpuAKXCWcS6ess8SSDTLQ6qdHdTD2ZwXqZfxiEfwB2h5mTcaV0OYBTq3zSqav3
tWbdUO22dxZ3EuGmV+36XAUX2zkr3Qi3NdtEJlcDauJaOsg7R0K+DSSjeNPVLj1xQ/TPRNqp54nC
aeeDyE39Mti75Nqg2yjjU43yn716CHhZWI+aPgm9gDFsFdjTfe/na5BweIJxPGQDeOn5RVoOpj/o
OasqzgkLMYvxYAV1fDEsvNBeWp0nf0yvuZ4jVcqSYFs4rbwSnhx3l3p+cXQGTr5HCIYh/e7hRPhE
KnFIUgL32njTwXB4K9LaZ0wYPmFFpbILGjbFdoGNvw+iN4BwUyCjW8q+iMsQ72LaDU98bwz4RT29
GHHCzBJK4JylWTGClhRPa39+i2BvWluYAdklbgLWHRlLdCue4McU2cMBKYApN35xJBbWqWG7AHKe
xDypCfZVxVU6NRABTvRXtEdEQrV5viNdSWMOaLUXPXZTJKC4rFH6X/TGby9t5PyI4WveBErMyert
l05CQ6ilau+TFr3B+usAvRTGo8aHDwjZyA7wj1EXlz3LOYXCfpU3I1WeA5nOwqhkzv9b13MMeElC
7OWICbxz+BeEpDT8eOzROp6yIF7CHo2WX71zQ+/cqi8Qx+uvQSMKjGFEKaAqn582aXQnyZTrILXe
/Ewa27x+jKOb3Sfde+lZ3xGyRDcw5D0s8CiiWJe1fJYdX4IqBtcl7KRtPzbTFxxr8BZoXJ+McJh+
DkjmVhWZ8bai4EUmSdJBXYI65Ee3yuih5oHHAF79Ovkh5Q8UGT8FJxtOwys5MmD0iWc8EOvSPZvW
U1TlO40x0811O847RxXbOiR5ZoJmYDAxucDTlDuabzJJRSIeUxdq3H8y2af29OGnzU/fA0tvtgFX
01AJliNua9MS47FscnzKGbeuMbjm25SDfRWAnMax/0D38fBlWb5282nUxez9SV3tAvVAaB6dk4Sd
n6kjjHcARB1JGTT+Sx9hzgzif2uSIPebOopy2loHfbf5721EgOGrhhFPR58kJ33yzX3RjwKCARqE
XBu/Wkgj0B75IHOAIQ4++ToUjN3T8hLlpNI5dkQyePt9ecPjxLRODPydoynBY+TTfxl2/KOncz2b
uYvHiNDkqf33eZYpGz0n84a01pHEhdwOoquJhOTQ4ZZkOxTeSFYcbplPunJlq/H5P3ddxj++fOAw
4/R5tQzX872/tZR+TVAHiEL4/pAf1xLc1y5B6bNOWMyua11vD3bMbsxju3FO2YHfvH7X+AjeYcAF
VXAZPNwlve+CvB0UeTDkpN50D2pjmCLr+c/frPWPXy2E63k0FDg+3Czz799sFBb2INKKBZFRUJxn
Lomk1C9jNZzRkgznKc4ejRki0mBf+zaivWNLY73PVc4lQ+my9oYCg+9cRPLIjDcTwQVsX7LxGAg7
2PsawV12J9VJ1sNPmXTFS9F19DNDmOziDqho682ZXPAdWYdpO0KH7P82jvvnjxjQ/NqBjrTGNA3/
b5NiqY3pWGT+BPyBinIaOSmBojHn8gNZbfuqJJt5vlo1r2u2doncwNHD9Pyf3+h/DAUNqIQOFwZ7
Ed/2DG8eYv2fISvWfXRWaEwI+UGG3mvpACCrZZ2DcfTe+jmDkeVwSKfAXGlMtolIaZuTM5JL5rvN
z4l0Fh4aSflfroB/TM/mb8x1GVPZ+J595CL//o1NgTK1kqcoZKYiv5CTcKnIDEHDCSQ7ighnMPIf
2C9o+Mok2+QoLo+9IEiw8Ozoqnuodf/zO8UQ/2+PG1M3bdfwHN+2GKWisPn37wiaROl2Iat1M+18
doewXuYZQ7A2lSAyawwlfh7WgpHd6Z/Cr3/ogTe8dH3RH8sgL/HSrooqYgCn1ylBo3l+IseKWBVQ
0odp1FiO5eW9TKVxDZphnecOQvAuJ/lj0oMvcZmfMghYq0jrpmc3rH4lnZudwCO9dE3bPQFmL56W
Ebj7dYjG6pZWqHXhjM2zH81GwIanBNise0vjLD0sd8bSaPnQf2hDZ1dRFH//M1z6UxMnvpFAU9Xa
uyeCT97bRy4YXVZGKOk1z34JX1pHKjujmZ6WSUM7CYAc/oe+/TPdnsqYsFetNl4jqattjnUSkwNN
Cvjq7y3qUwR2wnpLyuy5qqfuGJZINkIfukPS7HSjI7xwfqlMuuq/etEhto4UbUS10Wls61EwwG5x
/2KMgjmC/yJc1a43/rDL3x1d2S85DIS7l/hALXK4zlWUiSc8//TaAcGGU18dVeoQjWdc7Rl3l+ni
sfwouhYcBgIhT67J88Jw6CmS2HE2iQUDwhdB/bCG8HceAoWKCQtEkkLcjgz05qHnOmP+wUGVHHox
y2GCGIsx/Wxoi34JsJd65gHbVgRG2alZbUdfFtc2aB9u3qhvtkppXJI+eA9H2CBRW4yvMmg75Myl
uCPVtkZ6YovxPflWrfqIFG5ocwQpoE/k7PbzNaRGGD3RXJMbfvmqCkYfKBwhk+hMi7i/EW44VAw9
qJG5COrBOq0rT14sFYir3WE/zBHketGjx2P97Il8BKREQkxVB+1FIOPdcMvh6TJQF80FAPHMxSuL
oD+XjafpO6Mtrbd5LH9p3JxVujuiBImDr1kFocExfgQ1ZhbgFPplrGZeRkGifZuMKFX55R1tJC5l
OHEbu0oe7Ta9lU7X3hOGPexivbUFZWszC9RDH7BlYAr04hUD7bXdtD8WmfBAUiCu2b8+I/kN9Ena
1WuN0IXnTg00iMMIs7TruTFMf5UoA0nx/EV0zdTR+VWCC1XdEZnJrcyrX64GwotIowhxvPVYOndJ
03uK7YmSkzExYrle27V6Th6bXX0LzAknkwEpLbTA12WxLo9xA3xm6p3pqS2MaPPn4TpVfrKFM/ue
WTaSfj8+gryILgWVD+QJmXMDYnrj/kQg7xAAPpQhuPRa3iCRt89hWhI7kpo/C/Z+L3FO51xjqtvS
N+xzkTsvxRByegXGzyZ1SKnL7FtE+CitYfLuRs54QdS+UobSH6E2dMfB6NlaGdALyBBPLlOWX4f5
EmhlFuy8oKUAMNz41begFXq4PECv0uWdkxCrcphNp9Hu9QuQ7c+/roTG628TC/l1FVNJJAnOXzPz
z/X8uwXn0VqQbapA9kdd068iBZnBqVOwA5DW2kjxpeXRFO0BmKAS1nPxiCPypDRXjzaTLe9jH6Ei
mV+6tqmuEe0yq8LcPOpuQVg9giGolS+jwp8Y2+m4NuZiRSPdfGV1tbMv++h30XvjlRWieTT8nUPz
uV46cx8xOAwhjmVX8JiQGMvcQRt2sOu63fLdF5P+mjYVnrz5Zyn9WwYeNZ3PzHA4pi2KSNv0xi++
GZ7qiTil5VE7Aesi7tyIZjSddRrQEO0ml9mr795ya1TUqjpGXwcE+tIeF3MaXI+Z/c/TOlZgL0qr
eY5F4WK6MvfLF+9gSuwDftswca3pAt8c/n96Tub6DGniXXdS++TaaFjaQJD9p5qtq7GA1DN74rEV
OivcMFcfXfpaiDnRigXUBr+32lOLb/XIzm52N3C7R843ZxLmWyrC4oZb59vkeTFmTugRi1vF5B65
Wobm7kw95c9Q9J/zcArPTtsb23TsrQ3mZuiOdksujwPaDceavjG7qL7EmdORDwk8KAeiv2l1DUJk
B7GC6zrFVU5i/Z/7ZanU52lOklvacyqsac96qf6sUQPuprbH3TyO5dlHVp05I3dCI4A4Cmpq9gPW
i25YRBrFzb7xnPJkG9ZZ9ZX6WhJyBv+gP2jpqG+1ikhobci+6cy3t2NXavu8zr44MjS3fhZYGAhS
QtzwPm1KtqpnRu5PS5EUy9Q4JHjcDt0cwGRO0wXQfra3OWN3UV37d6snJw8w+Q+Lbp18c0NsSVBK
VnYOJiD0Q/1O8t+0G/ICdX2e5uulw7QKPdsELAhz5ec/NNXmuDlG1MtL226BsQzmkzOo+w/TlUhY
iXvYiNQa3gcdDPp4G7u4w3tVfPfxsv3Kx1eCZV/LYgQdk063vvxZ1qwA9aZsYSnMDwmrYQFuJ2X3
KZSiGDG68rn1ur1TEg/sEM51yYHpQCWxgg+3tx54P+BhPcy6qNd1lJjTQTXu0/Jd9fzcZwMhZhwh
Jm8jDWt1VVbn1Kz5kaX+w7PhGXSWDM7dLB7vTKYx/dCfB0I1YSjUa9p1UoTdFsqUcIBXBcP0WabR
K74AoymLO0Hpw56dw7D2Ee5sPD/2tsFwQDybfC+UPOjcK3fFQcwxUXdAjeZzzMwHsS8a4Gvp8BkS
NvWuW91R6SwiCVgzzqQjeAdJR7XOHCNG/24PJwPEJ++S/IZ4bGKwauCDLh2d1FW2Mp1SjLiN7r4s
dOwyPuZ+cmqIxDzossrUykLmsRaAGvdG0LAQkvZvQPRXYZJTHLFu3BV1GAGlwn0lc4nr1SyqW+em
BEqaetRDg1LFaWkJ2hiSaUUlvEND4BL0BB11acUiMMUq7lluUqySrDHGTyr326dS2Gd+w3spp+o9
qaL4IrkxV11kggdxVfbow+B9zDOszEUWr22Gwq8mGGfM8uObQ6j5zm4CCF512Nwbd69pvyNDB2lX
UpCyLPU2dm31p0mv5MEQSQ22iJFJCsPARUA5KK/+zOsOU1cJVlR0PlLSAsoXyIr4uQwzlkBtNa01
nne4Pfr4UJJVnZsIQufVGJ7KkdCPnCTV+WHSz99ajzHNNfJ3DSjWqXfkeI2T6Np6WvVqOt1JG2Tz
WTCAXvZvhoWkzJ3c6uoZSDqjYJAgqFIeLrCHrX3WMPyw9exzomggVhjDn2i9bJ/OVU3dc2XpffOH
wP//qnDorP7e/tFN0EnYbMlovjz/78ML0y5Qcho4XgbcaqTemfY4d6kUWFlnH8nuZcY1tP2Exl2p
swsn0cU2euRJps7XbnT67xpD8S9TP40r6cGdaYvCvoFr1S/S+9BTG2s00LxvAthLbINwMabLOLRI
M8saPEXkuhg7CnH2Cz05Mhonmd53BQGZfJqbw19/QY+MuckQX/pmAkjQG8XRjUPzYveNtiOO2H7y
CkpR3KQZW4eiWVVd/lqPnn+QTVy+guZNDzrICt3C6z6fD8b8wlhXbUfPy7aBy4aKnqe5qQqds1nU
FRmDYf2CFvtr4vW/iHWb5RBUqHZuNXcLIeis79nhQ6yu/3pJCqjkmdJJBJxHXFYwyR0EBk0cA2Ql
5dHGfPojkAaQYtXviG3PjiHt+brzfHuGvazAiKo9MXSEpc1dnaP5wUFXGEczElrGlTGerYS83WVq
U/ITkZ4bAA+YhkPoYnquvd54rUjl2pNJ+WzMYUnLRRiQVwcmkSkaIT3fCrgscJp40ay4uwLkWEmd
CCws7Ob+X28PW6xvfiPbw/IEcJr40lCeHwscyNkQqK+On7rHYh49uhGOsLjCI1N3r/AisTuka+2H
0+p4iM2wuleDM57NEvoQKFZkjshnDssoj60Uk/4RMkKbnGth/VJ1Pz2rOP2RSY6o3jbzJy8Y4z9r
IebhNzZ9c+M9fqkKHCNwdP/MCKZRd28xXq+q8MetDOpiw13WksbStievHQ+OdRlyW/vaDZ699XDp
bGwFmTBsxKuXesEXVKkfDu7Vo16xHGalyRw1GAq6bBhBbtq89+3oXWPpcd0UAZpmRltHaPLTIQ2g
by2/rvxnFLhElc7zkiLrYdPHSgfCCyQpZiZ7hU0C/7xXAGBBmr0EaQ04ow2ym9/rOM3YlNFRb1wb
4jzZG2zxY918A7hrruFD9UdWCd/HUWRznHX3NOk8OoNy2lc2YI506LM70/dJMd/VBlO91y1C/LRq
tkYzjPThaPCNwvkx8IiE8/JXbawCvf/TUMUSHzKaRZ3TKfeSp3T+Gkk+aCceiFcrcH8Fbi7fdTc5
lhUWlkWskmGNeKl992NKRsRc2Dzz1tIBJRCCqelwc/Qg8OYMEX0vyNs8Z5GuHdr5I5ZcmPW7JFwz
14UFpxf+eVDxsOOZnd2C1geKAmOK2AdM7M6gCBUSmLFMOEljhjkRdKBzV8lovTuifQNyrjjeDGfv
aGjTtVB718fww8twusfF9LV1LByUWfIWysw4JQkddJvph4ZVyyvePDYJVBlPYaeXz5rC5N61bxNK
rl866+2hVACb54gbTST+L8OFWVCHV7Nyk+dx7IJXDVCIV+DRbyGy4JPud/AZ2NswsmNpS4RDn5Jj
46SlvVFTcEQEypwaxd4WA4azNVsISIEVGCcU4NUh8yFBS2x3XHSK9FsGiBsLJuEuywaXyX/h77q0
IVy4IwHZyBtvlfeDhYDosKgwisGiZiy16GDbnXuqhOfuHTsZuA05xfN2l5ffQbhu+T2oj6zAsla6
8kuazerQVpLsQ0n53PuJC5iWcXrvNcZhKlgkhcjzIydTz8HkjM+MJcQ+ILRAS9JvNcD9h6uX3QVQ
6aPN8n7fZb0H7k3z6TQns9/9OWy7BtKnmJukjnvsunyUmOa1sW3MdPNNY40wFSrriCJaJ4sgCrZC
FfFzP3nRcw4TfVfNVL7l08QicqKuyuFoZBWRxUIxJJbi1Z6vE10bZ1S5TeiF8kFx+kF8oGhtniE2
gsHR1TFuPfFKnvF31ZA/7oJqvOud2DZkV211YaFfL+v22IIpGqoO6QWmmjO4870TjAfmOOkt6XtU
m232AXYkurLST9h59DNEojC+kEFq4bJ7N+NmZ2a9v23T0L/FReLhk7LH15B9eF2nb8vhvrz4ihV3
4135JuLr4HXDaxyREKUlBSsjM3inocmPaingXAuSYtiifACCTOoXasNMjtu+Yas+GnGzJd8KkCgd
+8VhrLbxbKkTgGVYhD1rPA3NgWiBICjXiWMgVtDG7t7nU7XmIC93ixonql7MTquvlKpracXqUaqI
0CRSA3DR+aecym2Fa29kkBFFD0O9t6Fpo32Q0cb0EeW4aXRBQKW2pe7nW1LbJLOkMSQAccqf4GRu
jG4A6utm9sZxK251H3+8OzksBztMnHVbZQ9PM8BJ4wqDtojnO3KUdhuimQtrIytLYXjdmJuJix0G
mBCg9Q4AIr5Rv69anGefretyOrv+77EiFpmkj/qcInXBZVq5P6GaORx7sJV1S1SviNz0VXbV4zqB
xZaVG4PejByULP2wHRjwKWN58EnnZcA0RosUWIVQuqAp9gQdPzcSPlJKA6qNPZN+t2g+TcYe2wjQ
aAXuAvanzz0hnNOQwaadr/S+gHCSpPgj07CY2bQ+SJQ8hb1HpJhbdN87Y0LvAYur2VmMilZy1uPa
mf7bzJPmJEZ5ChxYJ5xK4slHdNIEkXvVzP5LWvLWiKSr1pM0zKfCcUE84KjBETXDMySEh+2oK5bv
CJd3f/rzGZlBU01ouyRQa3BkcFJm/DIsd7CknsExD2KTc7fdV0U2gVrkIxQ23IKtcM5xLM4uHdv7
CAu8wUi48zpwKexPgms8uaE4Cgfi/QiC/hkdz7428XabWCRuAeZnONjmTQVED86FNkXZdISN9G6V
ZGKCzuw4IlrwGXZ6xwtbvHqayCifnbdBEvrWBE76WF46PHuWrRvPy2eiAZI6Jt1Ho8ekYRu4/qRK
BY05iyJCV2CZ/fm8TCtI7Wb/tZKtoHLo3jkMQo+lIewPvUEgT9/8hF5Je1o+appwjg0GXtcjSdiH
EGeIkbecF+lTFki4tOd2FsSpHDZXKbWPaiCmpxBkmKwmO1OAk/F8JTNNnp/WjErCMKGSLmc99xFL
hlGAM8ctW9fS5/rmallelhPZVeQxwDWeF5zLP4FXsO3GUT2MvCueTcxHTFyepRWCM4EtcPfC0Hs2
oI2XXnKIRkzIan66tGD+GF7HBcEU3XTQo3QOwEAZboY9icnzm1pKvD9GDVsz87eKaNVfIp8xJNzN
o9LUw6um7GZo0e6PWE447ooM9/Slc3skDxMBHDYeroNREnxvdSQBRi0IEC8Qzn00Gcd6Y2DTARnB
MRvqaIdYY1VUYUyWeUOeNAKVm13Uuy5Pg63UGyJbeg0aonBAz0zpByui7i5Gz1k7LhWp7pXOiwV6
XAdJtqunoaY3V1/Teeu/vMSldU5Fz+RrsmBMR5G770zAJYHX3KWtTysGkfZ1eDeMqv5iQGdpRCkB
A+R71+rjFzk3hI4CjtJPxCg2WHyewLpgovDZvHREwS9aHmc+ZkkuJ8SKJfcuCnrjvLwAJWgPlqnw
/E/q1I+3qosa6qGpRm4fCjhly5KrNxmZEElge+Lk+CCD3brhMUBMu71t+Tt8rs7N9kiu/DO2nied
g/DEJf49dl5/7sdsOLuNBhmkcL73KE/PreHYZ+BuOIAL/T4Y+SHSHvB1gn1iBKyKpEOUCS9dan5z
pF/ztDQLdaqanJEnNeBy7VkFsgpTwZ3ChMeTpOJiQt4db43OsQ9pzxlaa07zKPwErhw0oa0FeiNJ
hbqB+1K35SPgTTDOK5dpGLCA5WGwvBgugzn2JtUGTsW31I+bq+wHeRu6/jPAuPvScFhR3mDlzXi8
NF72lGPR88Dhn1SU/Pyjs8xGmvxwrk7QuxRb3GETsDjwR12HFTcza4YarYuVEULedhwCuU3xmr6y
u4/PvQnvSS+/YTSwP+bSat0jlF9bbKo2MmX+Y/ppuof6xRO8HD8sQWRY7tbTk6fBIoVfLJEs8peJ
Cp31ENOYhXiyt/FUD++hBmGr8qc5/JJPkTydo65lqFwzicTRMj74VZ7TeW88RTMbGSPxxmqQukeD
3Z+bXLwTeqFehzgcDzIGBeg5hfUFo8ZF6DmoOdylVzzRBtLWVZvx1M2i+Jcr07e6CryvwcCqXCRW
eiZ1E0M15+hZOCko7Hk48tenaCSWT4lmhHzZMFW0qHftpPc+oTQabDMT4wacdbjDGPiO8zrZFvR6
YO6y8rluMSwHvW3h7OdTTG9w85362ugIv1RPM0yiefw6pBFX1WBA6MtK9IRWHG/Jg4pfzDQ5M96d
bs483Kkbu9xnbLGGFNZsmCj7MeaF/WAB/6Gpsbwsf9RN0GUHtJuEKhbEusw/C77I5pyXIBmXTyvf
adBla1sVAOqwE6f5DGyBPglU4MWbUDDF2JqjImBq2xb0ZujEKoYlUKgwFoZCuHcO1/XyWQLi9JUB
eACBtvdssYeIz53BNOkpKpMfRGQTVjBfoF0d9ic5mbdJTWevM92faQEQXSS/NKMcHq7PwrogyYqA
t/akrCp+afT00AXToRjVL4i8wD2XIi8xJOHulB08F4WxN3WeC8uDO5o4fkoeNisyXUs8ghwiSYNp
kqKm/LPIJKjCgQWFRmd+XPeJ+mjypt6C98V0mkv1ARlur5y6vckoenXGIrq6NOBr2nXtE2agWKle
DU9Vq1oaefC9XUrLCnUuOiQN0IacRJ+DAEv9AdngKVdadjCkFGsKuuACoptvPMhI/HOGS1OU6q3v
+nLlxD6bHbMlTodChkFfe6fyLp+KObmiI9Su9pU4Lc9ajAx0rU4utr3YFF7BsOJ/XyyWGuva+Ob0
hDfIeaTH/bsHfF68tXkvL2Pgkf7kJNrdnZPyjNTeLVrjiHKMk22XyNL4nOOENrHryZMuOvfVlsMq
Jwe55dKKV14A+tie6t9W3L5iVu5eyLh6dmHXk0NSx/eksYdDXTQWXrXEem6S8dGyYQZlAeptuQPy
+Tboop6YQRY4vRXtBa7m6wQG5NmNCxvTKwnHWenByoiLo80Z+wFljuio5vjnLE3wvxEiU117SSu0
6kASrE2r+yFG/M5spGBZVQbDCc2Ix2MYvSezUs4VTXYZY9/fVlVDPAV0mUuhWPM0Vvgx0ibDwizz
ZyeRFXkt4knM+3k3ya+56FCj126zwbF2j4ta7D2NeB6ngYu9jJpyoA4bEkKYLzfMM0WKnRfUfbyh
hLKOy3LAQ7SxsUyMKFNZq6MXTDs8YOWqccbg11V0Ch7+0DY7N/XIV9GfPGmmD60FiN0bwyu1t/6I
2+oQRb55XR7MyoO1Ksu8OFgI/LBT6ZelWIV17h1C6d8ZPs6AsgTc/dxr8X6xeQXuib0seOZS7PEu
q+z8Z1Khd352l/PTZ+Q8OlZqLiOdFxye7aGVzJ9VWpwjYoxsWzVXWvfwbkZGicMbQza6NKYWhOwt
O3nLw6cY1uJeVPjIeTvbb3maHKuenTcYSfh59vCmsrq/WzC+eq1HLe0Ca2MaaD/n2Xgo+ia7pjMI
0jK7nTNM4w0x70fZ+/KsjcAKm7D07iWMtdAJu4Nb4k8K5j8fXAYPLJCOy3+1/FGqYIVkETt3jq0e
SfJI9zsa9oMwuigM2LTbTKyjvLm17NX3KJOj9SLcX+qnxMV/YaS4oWu3R3rHulzq1FuVsgikXCbk
8/h9WcbYqrdv82NxRfHJY8qb6s1EKuW7ZxIel1YsZIysvYG+i/EltNW1QL+4BZ2BwW2etvYpXoOQ
6Te3GckgUClDrESQoY3L2DTsgEuuuEFPyZzl9FvzT4aNHDLAolSli2Q+HkR8SGX6Neys9qgU+CkR
WzMcj9SPEGDWzhE5daKb/FC2lj7CUvMveN+eBSLN09g28tpK5JJMgXe8s9/KHK1R2hE2uQzoRV0/
LdpHTW+J6jPsCm0jxTAOMnXTkT5zGhXRibIHI4Tb3+mOfscZe5QQEefeNOsfU2YYT4Bhv0Nk9lZe
bcTf7VKxX+NsZPf+paT2hC3n4QPJcN2VOfeH4bQcJzMbkMkd4XFNrLQrU+3QZfDyreqH4VYimFsX
Q3QqHMXM3Pk+uMrZpZnxsGXCZI+8iQYYil+r+MKEaBeqcDgQi8b4hxCd0tfHfT+gES+jCbZZFX8g
hswCm+APQGAB+srJ0lOcBlm7Y4L/HFj8KpnBE+Oxqrt2a1bSA3MBtnlwamc7aWRnBQEeG5uTIpSB
ehkUdKdawyoAfKvcT0WdbJMQHgCos9HJcswOCROpGD640s1pV2o5TVryDfCas0d1fm/ddsIN5Lmw
A9l5mDr7/yo2PylJEc5MPNDj9hwOCiG8//CPohDZVgjtg30GOgffPCRYM49RmLG96ROk6IHY6LTu
bgBxKWNbZmlAaxpqylHOkTcWWAyzrLYg7U9d3jJTLPOfRk19NWVvwDcggDMAJuzeJAXI+BHLBvmr
aR6c0ZkvyibcZgR0sgrptz107kYngZZx09qcxBur1o92LL9CpAWhpW1zq+ywfRqMD4cfXfirDEic
TPofkSWLucloaCZJhjCM4hQRLA3DnvgYrWICHJQEs88+g1ALdjTQv2JwLS6/w0aB+EH+xpykJNLW
X+X5h5BjuBMJA5IoIZyrGzOHISsu40lTvzPNrs9B6JkbhvaMtDPamFYfz4R1TKmHR9XA01M2RCkA
DW/A2M155QFQC5FAILGj/uGTRHX1YjpBdEPVemxZsoyKxNAA6f25cwIoSCgGV16TvM1z9otbZPWm
Z0sQMQbyLfdcajHLFx+lByTKYUcoORjHBDxFL6dib3Kd5Um4dZv/Ieq8mhtVwi36i6gCmia8SgJl
5zD2C2WPfcgZmvDr70Jzb92XqTPpjC2J7i/svbbHjFBxyugjWDjMyIbIzCO6pMktvJ0Q8aNKrHY/
6X8ry/1bakR+INuBMRtXiZ9Rhy2LcnYJ639Hhx1H0FZ4FJNfFprN+rfjK3hqu5Rw8lb7SnUiEUBS
kCHgfFV2YYG3BR7iNjSIAwXX2M0/XgcvE9eVQU4tl8ukmFfFXdrvUutGmM72UQIWP55d52RPh0V6
57b3UJUsTnaMnOk1z8v+MNlUsRVXA1qK2sNEUpohSXnM76JivIBENvYE3P+GWbiZc+aNeCjgjEmG
m9qChwDAmzFwGdvSGq/lMdImMnK0Mg742BArINXwEMrh6MararzAz6ewqzkxCDP2iN5OT1kdRxDI
AqZf8FnsHJx5ue+1oaF0YjNjYhcalgpKkVfqW4NSZkfKGRrkfGtn9TUzR7iJJULzucuOTSk5OpFW
GI32PNf1ZfSSI8jSUxdxPNUN0BLc7U893zCCXk4Gk4jSDfPIg2YN93rlDSdRHNGjMETHtprio+96
G/+CrAP3pzKigtncxBmkFw2pXLxiIyzWwGAytejyBzJlF+Ce6gjggpUqbcGI0YZBqtsZtFmtORBY
8kwF2Gxivf5bwdbd5SNiFtNuH4zhLdQNSGMZgpNey+8QDX66+rhaaZKHoTBSdP0hb6fGJsXIHxZ0
hp618QioZ580Ax4vfryGCA/LfSprqDpEshaHYZS7aeBmZVHSDc15qOUWJuh2LuPmWEwCa1pBR64s
wIICWCsT42cNxxfCyPRt7pBEEgqcH1u7SYKWFYc/tM47ynjnXvKeLwhYxkFmF97xcm/X6X/1pHLf
sRPEw81EXGDqHT0Xq2zakMeMqgQLaUomEXGI9YQCVQzOxc7EcxxCabOM8m5VTuzY6IPul1267SE1
75BvEKwyfTP0uS5goGHM22hMiW84Q1ICNFTWB81FPS9DatAy7vblzOO6eE8xnLSjPp7mRG8JXIZK
xPDznjNL31u8Qaa5GCSzjT8mpgt6Nlht1mT+5iyld2mGMrPSyqspEfYxlK43U2z0QQRqd0M4h+33
zXfoAHSk92GKN2BDrdi7ElM4NxuDbMrtGLOwoTUt2IuUBTLdca/nTLlgq0Jgx6i5qR3486Zi8Q81
GEys4UTbxmoHPwxHqJou3BVTZxoLTFvsnLq/y3segtAqOUqrwN0NC9sDWysUVwlN/Tx2BhgyJp9R
emjdEi5dKNlHZ0DcKrLACsRLKGiAFyWJfcXk1kT/gaCdruFM2R5xIIGLN9tAAAlHU+IGRb74VuMR
8JD+0RNu49YEYQP3BVgi++yk7T+w5907wv4jZfSGjLq+99wCyAQfHOplko8gX9gTosH4Q2fxu2EX
+C00SSh0RPlqyewIIVk+pupLcVjt2qr9KgxYnAVZbDEeRb9O1F9YaoiPxMQdO6xrD2N5SSLGGamX
+NItnwBca7R4MAbTEPZXh1ooROY6Ja15sNvuzSFDRwgIHlN4v+TEsNs5O2XLXkwoeOiLGcEnu7Tv
Sz+1foSiwKBGDnfx0p8NkbDlAie35SLJN/Da4v0Qab+SLNcgDo071IkluKe7ljb4gFmJIMfojW/7
bJk6/LaU1oWQDQycvFm0cGPZlrxFibljbOdtDePD5hFFD2ZwQyMBMBtWJtQcGD0nCThEDby1rBEw
DROSK6BUNw3329wxCYmm/lgAxNj2afqNJAu1r5ZcptD7Qs6Das8eeYW8lkj47lIoDtQuj1CufMmE
Is61nZZm/a/rtO988p/Z7uc+0VA4qsMYN8qoWw9t3u9MCJslgS0bFIK4Sef+c6TC2rt0kswluUaR
RQk1hugbkwfbVWob1nVDEmUBNtqbxaacBW9lWJBosXhIgpqXeokYCmmlPwkJfGwkR9HMX8qyq8hf
5nWY3S8kTn4M6E3o/Q8kSj7VdDFaW3ASe8/YYh1y3rH+EQJlbbIyuRgArqnEyUPr0G+hZxrsbdzl
xOx2a/ASGEY+KDXzfGC8aTFlF61kSdmnLLFboIx5XR/d2fkhJPZDH4lkCWs2xO0w+qaOZnJ0BxKI
mSziPOwB7x0BSdIjePZ7P3CRW3MxErgzXFU6omFqtHep3kyrglwm9EdE68bG4rFHUx3UDkVBXFFD
4HZ8A6hAxliyplw3+D1hk9CnxmoMpiz+Y3DhJsS3zzO1loVFmurdN7P0qVY5CHWps6rHmFaHGp9I
DWIjUbz1nUZMSwd/2KogGNoh5yK1X0xovD9Af93avYv8dHYPCSvT9UGwuM2LxOIz3nmPVrQ6fXNz
z5b4c50J5eH4tya3K8Q/OikzYmq8sHCVKZb7kVpc17C6NQRN4tdqrm0RkYiT55k/5enfXEeDWRma
gT/RDcZRt3fsu8wNWOhHS0zRZTDvWEmQolcy8utDwSC/6E50TB51F/jPpHa+wrKDkUqw3FbODZWR
zhdLvlprRm95aTdHU/sb176mduRNGb7ekX0ZT/0Oz8ShV+q9btp0zxic0iufeWgwVSM5gFrbtM+z
Z+ZBghEmabm+LS8uAdmtHxbXPhE7SkWde92ZGlizwKiNJbd6GtHW807N20JvMNGH9c5K+5e5VPre
cIwDtgiNQMDBAbTo0RjTmi/TtEe6wBMA/pBlW3YkUVQuyU8vZ+fQkJxpNYq0M1NhIlp4loxMtw9N
3x9xnBL/mnIUVIsNDsWAfuxRIaVnVRJF4oQ89lCGuIPvOuTsTC9k4PWmCKZyrna9ZZ7ZJDD4BGVd
SAZRrQ7hr8zyw4SbaQn7Hz32nvTKnoO8MrHBtuNRhM0fQAIMwgRWAcd0jK0378WCAZzsAWJtHLkz
PDItGEZk6KyQ6Lf9M7RBBMOlkNtC9J+5V2pPEzu0BG6G7XyXRed96A4iJmKtks1AeKQb9gOJMK3c
W3nkQFVv4R6A8w4dZmoJ65coDMkpk2FLFwSELcTWvJnKieTDUs/2mXa2+xTWo0g88IPItVYce0+Y
vG0vvgjtHoIgOU+uTjp2jgYPYjETZiRKVqH2I2+xgJHllxDqA3sIway53WmoyNlyW5DfMHQeKgeZ
STPap8QDhobUsCAlFZrw9B7FVrbmfiq/4GSNwY34RT19eTA4Cb7z2n3i/VJoxftich4Y+W96qO27
pJrHDXHosDJc46HjUN67bNKZBmt+LdWJl/saZ8QjyCF8dCcUiHmrk0vbEw/ak2zDxeGGYwx9akEg
RByLgVfdHcRP7TK7ABBPdBX6wAkJE8O1lHkiaSxYbVxw/y0qORO779JKm6rDVbwrxyzT39o8OWAp
AKxbZoLwLvgDqkbnuMk7RCiIALNdQvhGYqE1H3H/7vqs/RQxBicWovcWhq094tIGjTDqDcb3psvz
iII2arr3EqNnQKOCwiZl4IcR3+9QGWszuEUrHCDb0agObsHGkP/A9zd9xXLXG0xwWoSsOWEhfXUk
1yLeTqNxxzu4HNTcoFPwXiWV37GFYDs64bfTDccaFo/PxlhuR7TQq2aTlU8OTJCMDUiSLj91mSec
e7aC6DJ+lBDWjgl4FJjD3hxLc9/a5g7iTLStlolmH/MMPv6Z0e+VNMhzQ3iIr2tW+dDMlwZq6raz
YrrNniyoSgIgiPRSXHow5L5o69+qLx8rzECcDyxPnPIDbV+6r5Plo+Js4TWzN3ZKOly4vm1mx50R
wQ9P2idNkruU0M5xFXIGWvrM6DPew4ai33cEkX3FGmxoHQbkwdeezJZgRXBtk8I4z6Clt+QqDIZ7
sAeNJBbHXXatEeckLBAb0HxlplFz/jOa5YDomZrYpPX147avy/EcLSpI9fE5NF3vEifzm1jk7Lfa
I7ziz9kRj05JVDTEriwIO3Cv9sJrRIiKgc/ARGrNoWa6aL4a629mEl9Ta/Yr8j5xhsv+rLd/EgvD
tYPgioUnEo9WsUInG9ylDts1CZjfcfA2iLTUxtKLaoM4U3IkWCzs57sJ9uadLHUmonNzGozU2SLS
iX3PEszI0vcWsa9P5Rvv84murUEWErQWhSBm7AMQtrt8IoqiL+h+ncgEfHDDCyRyb8D3htTNGnQE
MVbo3QOaOARfRVVtpJmBJ1WO7xXdwk57+mzL6tnjKweQidJJIYWGByk38Z88KWY/OlTbrktM9gL9
iw5d4A5f8YFtZYK8jzClGgmGtHoRlIYOeAXNaGMJf6hF0MDomeuG9E3LfqqYRvvN+L0gifVj8hxQ
BBNj1QyHcRiWezPlifYktbDVPrH+wf3mEo2G6HijWnC1mGdfk7a2fUeben8y8NSBm9npRsHF4oi1
rkX1gC10x9QcrXghznn/ldaZcwE1SppHGyzhdOxQ9G+Rpjc+s4C7JSZNrZbRyR7g10bEQOt2HZ0S
K0HgtcybMW0+6qF7AwEczGsoHiXXEJCjce9EgGebcD5yptYEtQx/QhUbh0rLvlnkRidmzGIjImSW
arSQzZmav8gheR4c+4TMFuSZp8cbUk8SoDJD2Z8GS/2Vefo75IInxhtoGKZhjQ43t0n34pWV9EG8
5r6X67/5aD4x5i13dHMTvZSDxjv9tlUxBEUD73mfW8yTFsT/ux4WWhvFZHoAPkUJkaqTJMSpSpkI
VXnV7IyMOX/aauEuWQYeAWRV0NL3tZ30Z6eZD7MxRJz0pjz0pfeQxuN2WMdWtqOmwIykxNvRyy1m
EEYJKcoFa3T2sRSQxKkJLWtYrnoxHIQrSUrymIWHilETDSjrHn1Id23tgBye5pbNI4Oeph72rSJp
2+xNQoURTUZLo/uG+EsQuXYQyfPsAKZ10ukNed9PbZGG2Ug0SxZzkqTHcG6bT4CSrrWD4L9ZYInO
/YL8c/bmu7nFtnMnOt7YASXLltxJwSbBZEotMJKL8Zs0hbuezdqGdJd412uUfyWiWuxmEJqw1W/s
fD70LHc3rdE/hsgjKJ/dnUxzSMzJXY0f4Kw75ZfZ5henzi1EvMZ1UPK/DpY+qofs3h4aj6EmSRVM
48qQREXwNIzr2MRBZ/icikvToUKkp1Qt/W3cMfhyaDrirCmZBoUBo7ee+CU2mjIpL9LJr6N6qcsE
C+mo1QcgzuNJrqRurgS402l8lQWCD2PIKSh4PmEJ4FX0azcVHBwIyIZW+52F+aZijXxXq8TlhUPR
rVnwGtgRCDxptshrrvSQJJAOfEb4WH/GYXuIcp78AqU5wegmw72m0YZTWq+DWeJrZ2ZDbp9fdGP+
GvRaPw1u+cUwRgfcwLS4NGbwHeUdkrpX6eniULXppykq2DDD9K1kWWyZ//IUdMPbUGr2xU33JCMG
KfwYv5wGl+nxcva63kR3Er8zaTQBNYJGCRNYB8TbJnuAd//Fc/OwsIZtjImYNx01wpA5ZGTn2tnR
G/Wu5e1Br61wO2qq9G0r4XHBf8ch+YTOSttqQ/Q16qN1MMsIhyL367YEocF2T2egDfe9yfXHbM2V
6jLBFnPOPxMoGyZUCDXTuSiI4xE5TJvU4bPYlMZDOpS53zXl4M+iu2p9fD9oFbmeRHhLINKDCyaX
Y/dnDHWMhQVX6MxK6z12+vSesAeWMZHZmvtQrvGmExm0GZbY3SBV0K4pbK1Sx0KgHcNg+Zw7xRxo
o3iH3Almnmk11w4EYLpcGh2GJMP43mrdh5aXGdEBghjJmRHgmBfPkcZjqozpWhqnmkDwcZEYQchc
ocsRPx0JHKvf9NENUQ215K5OLTEvSpgZqSNM6JRHdYrYwsZRWAx+W5ZQV/TkXZFmMGe5OkiTQF0n
JXUszNdpd6aSBzeBk08+y6ZnO34OW3nXOwPRf+Wg6OdbAhnCZrXzt4QNgQ/cLlX4FaehIvqC59cK
teQ0LfbTWKVaUFgO8J0aE01qLE9mlTy0hb7jA58+AqR/7h3mcMP8NquhfsZ3GlTz8IGToSLpNHkj
k6ufjPA6leGViNTnqEJbZDfhM+sNGj/zK5mYv2eSelt9NV3MfCo0ysvwR5EOU60u0jxO6AZ6oo07
d57IFeiyS6UIeCAYKt2BgOF6pdvlvJ5/m5AEdzMVlwF1tpzaT8ObmZ13/MEiBeSmjPCnbEFAj2TZ
I8OCxpK1bA0SvcwvRh5m/37gJd70rHxgyofLfiiiv5WbrjVf/CPwoO+tJO42g+kFmuU6+JeokQlu
yVCs086xyiRt67DUHe98VuwzQc+PFBAo7Hcr0O61kkveQAga6g+2qZfbsjI/0+F3YgiwGSPdIA6c
QEJAE3KD2Ph7IlctKWh4xIzotPyZow5hwMjgM7fsP6lHw50ZgNoF7YPKxWcZCxc+XXg0GtZMsoyY
KjKHrWeqwCzdVxrhXPgUiSwgEfWKZMNPRis+mIgtcCyBxs6IO3cX+6VVxF4MLu14VOo7FTECjlQa
iIFE0Ap0+KEmMGyzYMLVUQVsFgIAZx7S0eKeQ0+j7bDEmy59MaJsFza8wN3bW37Xit+ebYNniO+J
1nKz6J1PAZ/fD8xIWVcoavwlOqpaZ9SFGIiWS8RbJlVM6ScujFaQzD1JROjlmxDRm6VxqKXNO7hS
7E+mwk+vitdQW7jwNUG3N5jo7V2D5r4eTo6e/vZxSGJvVX7R2b25i5MckcwCPVDdU+e5zb5lkJ3o
hrUVk8t8kuRqqb5ma0XBc6LLfHodZzRK5m8s+x9ec2PnpIzD0yRqPmu0zOYUhjRbHVHrdbf3plQ+
5haRg0SfJgOwkKXes1KC2tkRAMUX+ikdlhdCeu8ex1WbrO02Ei1T+y+d0OD09QnnzsA5sK4U7K49
Mn37cGuGzNKkLx6a2VcTHzydJkxnGhjLwQocmxqJozKH8pU11lVIygIrx265MBwK6HE/w7mHE9d/
wvaefNSBjEAk0LFwor+mvAOsF6VuwP6XmwYIEKQPH75ptetkxdWhQpaJmnXJ0pGXtjGTXdLFO8tl
SKJmOisvtp4XT+Un15jeBzdO/CirTszTSEIG5R80iuk5UdJdONvXluUWkXreTiHW8g3DQCnX7XV9
rK+QuNiODbslRk3tkOK1bzoCuhWJw5WM89dEMTkBl3RCbLGxdaJAyQQEESQxZIXxYaGJ3+rUu+ZE
zkeSwmjwlItmYFkDfvE2aS2f+q7iQtIShgSesBmEscjdOmN1ZwhGBdRE07aHuJ/h8/GF+jaFZ60K
ugLHk5ER38UQ3q5nOiEjfmpsc89mNwxUg3Ohp2RMiKmkq+/2VlXIbWZmbP7lex2PwPTQeQuBsBnL
5JG9B76JZXWiksXRWtVWuvkRrhWWyC1kv2YLMvB3QBPvjR8h3YWnO8XRKOxnM648pBgGQ1WKjy7E
ns2yoP5uaPHn5E+vtyRluHPLFpcPYsRxoiuKU+Ui59BGopx50YvY4gKAkkBCI/r+EEt9KJnPOy51
6VAxWR8XA6jESFIYKot+hYTwz3EasElTm4y93BasEWOBniiWzKVj62bxyGQEpZ0d0TgP7wXyyYrc
u6e2yg+j7Adfa0Mqn9o9TgwAaOQ9SjVgWBxp2X7IP+s1G5sgwI+I4LGTt84G1zGK3c44O8amQtzl
Cjak2K9qU2egRz4hyqgNElSxcx2Chgy32TlwwHa87ke3JOTPqokaj5fiojqiBdiEb4YWcmhPK7Wt
CiZtzAHjKcu3LlwXf674PzkOrwEGEsl5J580vL5eyx3rTnelHSEN0hmU9yhbkpSUx6QntzvMp4NX
EJdhVWzzO+sd4QWaTYdIdIY3kDZExUNWkPTRs5grCEvejXZb7jxZ/k1xoOuNq0MxmMFLoWkdEt58
d90aoRAor+jIdw0RavzprGRqh5efRpqswEI+Dl7yPq76ZItcXlOrMMHtUUc9epEVPtq5YJOdL1c7
cy/dRI6SLquzLbUVCNb8l3sjGYR8S1QPCwG8EG2KqGQk7GlfEaDTfQNcaeNhC8YVyehZJctZRuGT
boLmMwCWTXOjUf87CdOgcEUlGhQQdQj51KOI0J0Te81qg+hvs3jZcByhuciYGVobuYiZl5LAv+J7
ghfgh9DeaYT0DrouYSdayFwTy0mB1H0/UwNL6mR4Ey1eS3g1vTLdyxAS6Uq1gt6ifUGAczbsyN4t
C5gwgIfOoQIRxufGPc0DMVRLNG+8tHqsm9jeaSWldtSbn7aJhTx9cgdNCyhxZMApt2kVBNxB6Ltp
qpc1A+bBnd1X7uPqiE0KAkMjWNN57XnhRBA9RbARSYJnk2xPCOsvrVy+WWw+tXQnmtZNF6+cz9h4
bb9Rs2+19CBKyc4vuIN7XFGnWRl3XleTRK3KF9HYVyHc5a4doThF3kiYQtUdiRADia7NxZbCBNwQ
c4+oF09D3EDKqGUWoAzot9I5NxZJ6ygMfbsU1gnvIo/ClIW+O04HS43f+kDMMAJvoipL+56RI/Um
MwOy9Yydzz57uSws2pasEAFlMNoJiCq9nYrD8pqX+ueII+g5XC0iU/Yde3lxD/jsrs3+Tvn4wKhC
XWqbERKQe0xSU47FhqEO4ptTBTg7aKRjMTOP/6Rgb9gYfowgMZHYdtjAsdj6yDH/Y6EmGXjE95ac
wj3hNxG0GuNVS71rlhZXQ4Q1Ck5d26Frfoww/iRp0p6tgllprhtvipQTdwa1Uvbqd0i6IkAaonFJ
8E11H3BnUKQI9NSq/STZCu0JZ/Ri8xFOcpp0D3xzxLN0aFZVo70QymYxrB66irzH+aVzdZtegrok
K+kDCBzbxpgYzEKixlHE1VYYuKJIVrAGl5cwioHzglSEPxv3Orjbmomki2XHihjPoNgLRozw3EAJ
7XOEgyD/tUrCjlFyfWoVwezhYgQSjBUNcfSCcxZleU6eDIPROtGVj8urBZI/SlsGEfJUN2bRYDid
vie1pDND98TiLchX8f7MoqOPx0ej0vAH6gLhSOQ5J0H0EogYp99nDiI0tBefXqY0ogLXLPRM35WE
paJBM1YlcHpJqahcWwRi+i/PmP+aw7MetSyE+ThPDTGpmS6ix4zgumi5z7V03jOKu+gIXzaGp9W7
BEFsUHRPtVvOTP+SZGOE9gkrcxhgmtiEg1EeKkMGeFLsg7VEPgsaaycKEtQGQmDlenfbQ6Eurk63
P5ECVKXguR34/OgJR2gyc6EVvqmRQkeI5aai6WVzhsRDfcM4XA2yfeV7M74WCs49LriR6ENrTk4J
2b183nh7FMmczgkiT3dupP5mMGaEbBkh8aEaVHjHLjjZ3jybyogjJPA8/Pytwby5VdXj1Kvr2JrI
2SkfaoZQSIDjaxHG3i6ia4ffwBhjuu9LgKnaaiJhoN9srMnRDpoyPtWyNZLnkeF7xF9m8s1MvypI
zoKTSS57vMknTd1FzBxPk14/iajYK5ykHHitd56q/sEwetpTUfdYqZ0PyukG9cmlyfBs2HkGHwFE
8bVB2rppZ3Wn1YM8RZaFM9vurzXet8BJH0ztwZAxtEedOZvo3IOgdtostRbRMLo6FjdgwHKqSRCd
XS+4cS4qnWhPs42jB0y+coMkA5WfB4FiNfZBCuLtQBWHNAm+zsQHTkwLqN4YFFklo/7+huMqM8Xd
lbP7ZILnNXj2oSDbZ0cThPQYGg0Q9D/ROPbBFSTlltJRe5onVJYOUs6CZT9Dl5ebLtQgrhQaDpm5
4M/RpcTeOUZJv41QiLPAZ6R3+2NUh9kZFbC7ufm719nVylvu05GP4dLhqEuQPqNVe0WeBIAWvGuH
eYqhIAx5XkUqsyT1MVWlnM9e9FK17lq5qO8JxJCluXudOveRe6t7RINtMmSLuS8Lg6zY9YUQcmTk
uiAFRPoKJxLBeoas2R6ma5a4/oJA6tiieH3tSmx2S21tJgm1ogqxWUYxdIMYKe8rABX6gUV/Uqp8
8gaQZqamtrd/2ZAVLou2U5ewSl1ujgxbporLF+V9oWam8Jyqbn+jDlA3JzuAJ9KP+SsG/h+qZtYz
jSfe2ypq0TqaWK5TUk5u75idVNMJIv+DnMb5cpOkwiqxtjeU3IgEghAPEQV4HQtgST2Db3S+98Ak
rHvs7O0uhMqCVWhOUDoa6CmVmZpbs5F//+HXCqu3XmxK5nWUS6VDNY+zGHMZw9IBtIrn4BUjGTQD
Vbu6aG4/lAtDnrgXe2NoHxZ2Kc+Tt+8mls4kp2sHqNtHnRCSp4ol8JbcDHaYGrZgu3Sut79PROc2
9oTzJic8ixE6JKHle4caRzFi92/kGIcE6WCsJljtAItu362SSwjTpOKfMSfMh7NKXzFzQgqLM0Sm
N36vrjBiguLAj8tFTU2ay13K+OtAPfVbVtQQMD24yio17yONmI3IlcRfq/xl7OoRE6vX4bDDiEN8
rh7w8AgusA7TXNu8cEZ+WJ2uH+WEiAoZiPfSlcd2tdkNwLNv2SgF0S5+NkQhBRIodoY09aYunBnx
dHY19G7aWZgfzlblgKedp5BUbc7HET2cpir5M+UCpxvz3QGU1VxwK+UYhXeGUf6uBJBzvVrwMODA
jVjmFI1oPF0Bi+/jrk7uUCmiPo3h8dtLnj2NlhvMqQHnaHGejdUR0ndFc1/ys65FlVuFJUQfkyxO
XbbfQ8iMGLVC/Fgak0BmxVuX2qxbpqRf/kwpFV8xPpSxql9n6FS8SFN0zco/jIXH67gC83OTZC48
rw/T6HzowqKDGaa6ILD1xhDpyBCrw5nIwoYyu10iTDfFfMbu3j22FsXijZ5kxPaAVK9CWZsXUWCV
iK04euxzsfxo/DqhblaGQZdPFxKOZwcSwC6OverNrKpdSLTyg2lmFVz5ggupVw5kmXS1uONTRWPH
Gtuq3YOmRUhm1023KXuBY3ScH2Dxs87AV3/DwyQKOZUdp1cjT5WxLW5EFm7f5Ixcrb2YbBa2Cfix
XduTo0vk/GmOxUQWTP16A6w7cwLyMRfWXRs2C3eX86DJknNAGPl57lrS/hjezHOM/LFLLYxho8HI
VOlMwz/aYaJ/TAe4NLCARpSJmwTsWJATUl7jgztlDrEOleflgWUAhI6smBTIyEtPsqQk7jmAHwT7
4tUDfXtRkSb4dZ0SvQr0j20xyXkrYryNYRwI5s3bigfw4M6jOqDELWiTV6WgRaR5x6wqXmFdEaQs
Qzj342rWBU0eB6HA7Tw6munreUyjvb4lYdxhWM+YyvPn8IawuCXqMvaCcsVjYgUxJru+ErpGlmUb
skmex1NlSWNzY/VS2HmbchzLJy1tnaDs0OX9/9+OdP0b3IFz3w6sPWie80Mu4i+k5scM23syVe3e
YgrpT5UBDh4Y+B2/EGRec77hqkl/7J/KhIFNUR4TXb5VcR/c8FythcL+RqSbigJlRL+s50b8PJVm
u/Gg4NwORAyVoC/KPLC7HOlATftDLAVNcuUys8LgOU7RP5RaVfhNofTL7bKtEuuvHGIFySMdL/36
w6DjgYLGbRzS7p7VyIVLej3f/++Hwv1wzEq/r8fqaWSWQL3Eb1l2+LceQQrdfraItKR4H4dgONAR
zH9E6La4rXvkCDUfAjlb4kkrO7/pW/VZ9tS4iAnFNaqK5IKGgd9QDDQkojXqnrfeQILgTvMfaZ5t
FXvH0hnITY6K9E8+OKxqbY3OoiVb1GjWiJZc/SVdXnwkTnNR+h/yzpNfiDboOAxG1P+oQV0l4amF
v5EeY7awcQCQbvOmaTDEkaJ8MONVToOrppmiwMhQAVhIDW8MmR6BwMZgsi7sZljxjuarnI23rCjE
tU3ebgdtGHo5JLXuD1mG+pYzxbuf6pAvglRNaIryyQRjMWaWD2GXS39syiuiskeY9IToiYhvbqV3
akb4OWIBOWGADA8lSD//hk5Q0fgwrSa3NJ3r46w58Ws5e08zEPa7uTGS1yExmLI5KUD39TfF6oeT
3Oj91FCqLxzcvdTSs4va/FpNWc3sDVf/0gFv1hS40To0UNQ6xKb0eTvtx3TMHruaw7izmOjO3HTH
Nfn6HxstHSEARGQkgt3eIxGBxh0yIkgaRbQrVnnNQG+wRpIvpX7+d+E3rvJQtrOswuin9Xwpk9Bx
RRvBvzcHv1RFU8x7vc2ATOSlg2sbNGRXDq8pQ0dUbpN2nmIcK2h/u0tkwZJMiMNe6d9aVE7Q6BwL
xwoIQo0qZFPwoBxugPZl9pYjcwoah4EVo5M1yTc4g0eHE+vSYBrc6H3rHnU9a/xxJEF6xHbuR1U7
XZv8v1uFU3Cv0b7CfTLH3gmy3MjO/+73KnPmh8qt35QlPea3nEaxhTEQwUfji9R4qknfuXPN1HpK
2b0uNvnGnm7NlKWRybBmONpey7amFyFehtlh9jiHRz6U7XbwwnybYDDZsTw+6Siq7vuwYi++fsvs
ktzHf18CokINvY+qD8KJ6vcZceAqtgPr0tX1SUvXTBVUric7tt5CLcz3RsLeEW0ATDy4QjVK+4PX
temBK5bBEzAjXsv1LxG18kByzBqyUD3aGka0gtjwM21Vgo8YLVVb/LWgEfTdUL1ErX5FAmgzA7L5
GQX8VsMZ/1KO9FZaamFzq7tLapfNPa43egYeB86S+Q8ebzhs6/fk4KoalEazht09YFpgXOrK3o2m
3l5u3JhB1v+L9PmHJBNmqm+sMSq2+YiKmQ0/6xvZMNmriaaJrb8dKwEeK/8G+c3YCIleWI8qqsEW
FPKIzOcuzeN6e8PIGCq1HiIVo3pF6YfW/T+AIjwd/Mco4z2uaTAVrby/fSkGQ/Z6r/CtcayGmh8P
GHMZJ6E+6/T5Y4jZ3RZdd48LRz574yukg/2Sp/FXlFeKONJbwLntBZnOPgV+zf6GSR1U8j/sncly
3FiapV8lLdeNKAwX06Jq4fDZnU7nTGoDIykRM+7FPDx9f6CysjKizaq6972RhaSQSMHd7/2Hc75T
bLvMusqO0D13iR0w8EdWGLCBoaaLXf4fLQv2mR4DqGRv7o7u4Rtg/H3q2zG1chW5BwMlEl7KBBRP
BfMYXCCAx4Zy8rtvU71pBoglEI4vnRpiKnLa80TuluAIzA/Jlw7ST6L/344FJS0aP+JWfYWyfQHv
9+EgDunQ44dyHeSHVTtueodldP/NHTDS/DBkUBTRnCWbRvgpfQklsrN4jSENsNCoxo9GR9RSZmZA
aBJROGUI5eT3f2o4Q5i/1GtDVvaz5REK46eJvUfhYD/3HgHpk1n+KBs3O5cgrDiNOrnqSsdaGwsC
08awdAqT6nMUeJ++aZNTjY5Fn1r4v9JzH6am9dd1/UUuI5ZUk8BqR5msCUHUBoweB5Y4PVpajH5b
rxDpQQvDRxvi0G3N2VMtDCzkqPyvPXMXOej+7xQqng8lOmKQBKN36tpiO1EhItei0hlClETfLYHy
XP1A5Ig2t0hMh9G4L0PCYoes+lDVpLGGh8thg9Nc1Vw532fl96nJ6anKzmQlfAKjJgMaQdLfBihT
nmRw8P1d5UZ8QtQbrVsFKNt2YSUNmuXDujL3uhF99YyNCRAuWK5+J/sMZ4Qoxd5HzrObfOecqDZ5
LNozFb16bUVB/VM7ySNAEPf3uSN4Ayx/sl2sHskcNVtP+iLgY+tua68pj0or+Tg51oMAh1K15GK5
cf2JK/Ns6OzKE4zct0PofWE6MxnEOV8lpMJr4/QvcyK6LRRGRgOhCB8lMZ997OxmhCwByujuVrYa
ocuFAADOJpTdEU7PPIF7HdGQFXGIVLsDJbcU8FpLHMn3oRLpHreF3a756M6XyJxZJHKSDS7v7j6e
dmVFUTU5mJ7tmIlvWTqHHoHMWfjjj4jAu5Nrz96JMzKDAMPOK+eMfVCcZ2ExD4+NSZPq5eKZYyv9
meTdnSgKD20IoccNMgPFVH8/KaO+eLxtV1nN6myUnbv+vu2XJTdjtun8/T1P7UPpjepq1BWzaYO6
4DvlxIJ9f5hb/fB9mdmLfboWOh9jUstMYlqWDJLvX52q6I20mB68oz/wQFxvk0T1vTQGk1fZ8492
PtyJ3NxXS6xVpcy7ZtAwATj9MTEXJMJ8BlnSbVCfElkcTjOgCCqonPbPXuAiEI4sNos9lHuIi/cG
dNYjHxh0UXNHjW6Ru2LrfX33X7+R5aG9J1GNsWQVX8NlpDDl4RdyMXuL4fqT8aq1rQdp5+SawKS0
ceoGbuF5R1rK9x65Datxzi7NyoiqUiFqv6WqiEvv6CRgFwbDvbPK9AE/XAtvJvIWsxjHSePEa7KP
WYNhbGWA3NdBqeeHeGzIlOvy8KbzkRdVXqaubcRK1uTSaINRNaSX58Mr2koQ01i2A9uqvmYECIcc
bSD3VuTRycXr7ziUwtfY/pJVdZhTrJHcj9HOJh7gRpU9ZQ7bDCwJkNJVGCOXG7e6HKe9VhHxtrDa
buO6uP2NJLaFv+3ijJA1QLBLA53VjAbh/KBkWqJWoe3Ei1uBxhrUFVuVlAylqnpysillCMdERDPS
Iw8GGkWHl/X7l6awe7Kh0wR2YZDP5dIhN37yo+rLXV7kLx0rzovW2D8yh7mgSjn3S+MBbeDwZPcA
4mS3EEW/DxJG1peiZSqsS9t5zFL9Jonh+relDQW8GIrD/1L89QmzS2MV+1VFvV9Y8NYhUv8v3YxL
l/mPzXUvbqWN9VzLjwZJDwxfo+cxshlGzOuKMmjEXJiQaIKiuvoC/ZPMyQG1y54J9A/dX1SsNWD+
ZoKAWXmr2GL2MJB8VFnNMwGQLCdjHH0oxq9NKx4QU26wTHEdpObDMPofynQ2pQT2M0ulBVlkXxvV
nk3oHgzW+S5Eus8xcEayh1fn2sWKdeInsqEnAgN55EtIkVfaB8tN8cqbAhFtNtzHXbvyde7hNKwf
6PQAErHKxbLc+pKNwRJXjganTlomIdNGwz+NBnkIM6zmMeFB4EsNj3VjZbFWmgkrEIWxiQyU5sgp
NUsn+svjmRLtuS/r/yFv1fxr3qqp25ahG2wsheEYxl/zVsu6Un47phWjZrkemEFdpuWHzLtmDTV4
JSbFRokfXEPxg+P+46ffvxa1xFHqPtqUGnH6DSPVoxVVkAe0MidmwdLxA9m2dff7B0XJKQd6kb//
7d/+4zve+/9Hgj9OimjvT4mStZ7uf0WJLP814tsk/4Rn9Ruh+38kgq9+5RFAmb/+gd+R4M4fQidl
13eQb+uOSW7H8Ktp//3v5h82AEPH93WTHcoyO/lnILht/GHrNtEiLlnwug5/95+B4ML/QzAY9V1L
N03h6P7/UyD4X1J3dDI+HJ/jzjY9DLFEnv45NEQHPJ9XhYO7DR0NQy73kjU27Vj+GFry6Kfiwc7t
GhW7ffiX53P9HYP0r0Hf1pIf8/uXfyeRf39lx/BI+9aFLuy/fGUoz8wEPc4pRFK4T+HopFr6SC29
M+YvZZF+QVFk58i1JU0UAkG9R6Up5tsxQl3uH4tjEsXhyjX6o28NV9cabk/NFWHBjddcODD2ohoO
UbeLLLASFgI4vEXldSzKt//+H4Kt968P0TB9wZjIMvh08VLbf0legdsaYs8PCVUX/oSrMN2WI0uR
zplfuAiNrej8j57A26Bxe3+TFvOhATy9QxnzhovwYyDhQSBOZO8gzSBw88jZW2H2mvaxopYbv3qM
boFN8hd/b4aORktutBnrjMUgM7Z8lBbY1KMwztYN55mw8lNiOb8ieA3rZgQ83A1IHmv6EKuCO+Mx
YV7E3QjZ9eFH78fWKmbV56EiLRHKOXXmIncwz5rbP4Xll/XKHTLoJfpPgiji2of5b+trFJ7sFATf
MIkbYcDYjfgY5jma/4WdFUhIrJ26cLhKRzshB0yfE6vGt5J2iNE+xhbs8JQbLcLxPIfNMEPocx+8
riT5iRQES/lffNwO2CujXRmhLMkqJFx9/VYhTzhqXnId7gWqlqIpyjXQ/nk1e9Wx0buBBiG/ceFt
tgAYEeejdjZxmEUFrt+sGPLbtEES6xGxgZuwDvSWkFAK2f3csjSa08ynTR+GizVywGLuXsakq1qh
f/JN9oh5x/BUZAJTvBetcsLSaFvS5WEc7KyDVVklSCQjbe8nsqP0XeCw8C53giU9pQ1mFUV/UKUZ
7DzkFqU5h/QG81aLFbtEkOFrmeavUzfE1LG2Fdg1oQpVNT+q5IOCiVmkFT34Vdgh/UvR/3nmNWOV
rjcuhggmWjWd04rSFFNLfDFra6eR1j0kqgmk79B+OfpD0nGTuHXvHWa1mactC+YhPRvoQILZq7kT
WeBZNfoUyme4RSOXN/KPPc6QboWn0QWbZW91gYlSGlD4CSZg0d4M82M50lwV0HSgBZ7zKGJU671N
kfYjtGH390JtUJbgfbenvbK/mGyiSteSbt07xkHW8k5gxbddtYOVude1zLqQXo7ekQgDZMH5lYn4
obPjdAGEXRosEIUFGDxcnL3jtA6d6gEGLvWQCZugdqevqo02FELGaiJqfuXe5qF8RXrLgnc8OMz4
LcRWfhQihendmjUoDkmIB5MGS69UNK3jOGdMZ+v4NkImMtFortxJRiTPdgl1mnmkXD/3KCRXSZkQ
iwEfubWmfh+F+rYtx/7KZtXB7ubZxtGrOzJZ02YTQWSEKBS/JAbbuGHM32227oHoNACRxVkYeC0n
V3+N2nodlyVhPENzELI3T3WW3VRmaW4GS75Kw70dXQCYo+0RlUsm9qpYhOXZaH/SmJeBU0XmGpn/
W453lIj5uXX7VekzJJfGg1/UjH9afVinXnV2Jcka8Ujdxw0VZAB4qeYR3A5FD7uMlMTQm4cdGbMP
0llimwFHpx3oA1uKrSUxuaU+g69Sswle49ORMYRH5oZOW0oygU+yd86WRU6W4fOG1dHdwv+dTo10
L93Cb3Km8iEuwqNbhl9g7jImLMbPXI15UOSVjz7R7lkf1REe03pnRVa+RcSkLWgLHp9FpkZY4N0V
oFSY1agCj4zl4wxFLYOKKkwWXTTIILSuYQnOpdKG62KScPWJ7O7COtTIhOCwbHhnYITBgLUxaJl1
T7QH5SWPbB9xVCiL4iFEayaxnPreR2bg13FSw3kx2MKNP2Wu/1Aa9IC6aMNdWgCTE013S3DIh2WF
wIAN606PphzIHuS7kWTnQBxFPr9YbWkFDK8J/9bu7KT/0LzZvIdQi2acj3UaPiXYZMj29kbWIIuP
AOez4ainWiOFuu3LW8Z/N8mAHAlQxp0O3GhdvJoutknIxujyl8TvikfFroJXRbptkGsxBoM5ex2Y
bpGOgn7KNe6ySb4glUWQXHvGDr7MJKGVIP/U8NJXT4ZaBpyg7w3/ubA8XttJvo+J4uZQDDB7mOgF
X+fcCYXqjuHVOnQdGcCuVR0CT8eGkuHEzntqGM/QsFCfpFgDGE8Z8JZw581I/zNLHWsPBT92RBAa
7jrPKwNdDNVH3ZK7ggW0zxX8Xm/dKAlg81QSU7OFa8yQv9Sf3JQmxspvq6k4wE8hgSukAPZFAWq3
IEorfOu03NrbMDh2rPzXXTlLdtra15D4rymnBtay+QGjXXgoIMPt/JBpk6MR59aYaiUba95iwj55
c4jeIlTplrIOZ0/3BjfirdM9LfAwBnBzLkFvCGPbDF2aqBwYQ+xkcYEEhex/AKcn42+M70jF9Xaz
l5wn4r03+gyyzyNkqriBhqMHdYdeNamSl1GPl5OgatdqCBnQDoGbZQVRKfk9IpmBD1TBBquGRqRZ
H0nOtkJGOO26gGur17xHrkr0LahO8v5QZoiIGZ+sjAKFgsegZNk/c8Lih4pqoa0az7qmvIKi8pw7
0bSIfjvhraDAyXWeTfHWEOkS20DuS9FMRyEtseqI5CYrFHyBJVlg9SOyfcRWrG1o0qrwnuzOjzb2
6dan0cMi5742o/tQkiS1Lory1OOA9ftn6jX+LWpa2yLm7YI23BxyfzvjOi+8/hLCIzxATMbZiYs5
K+RT7HCQtBN+R3c+sNvlY+Tolw7V300ydumKSChvJ+NDl9h4+d13I8XboLc3VdT8iEAB1yPnSubG
BD43YUAc1rgCKfwZYdhD7oPToBp5HlYXXswiPYPpOJDmqBHUZORbq2y/NIIqNYaq3P9aRngPfKi9
NzCn6ZkjB0x+25s+2pnmrpuGS+V19UMymk+hHqP7NJbCxcyqPcRDMhVnMe7K3L11bEWNG083qYUJ
k9j5lYVsH6jKI6LoBxgDHh5N9UzrD+UC344et88uXhzs5PYHw7WTBnjTLG3IiW4wjO2n4ZLgHDGP
JwvWCOLSzgIrK38wBsJ9kPi4lwaMVv4MNljHe1wpnKVIIAhUhb6fau8eLGqeEZZrMC7Rst4SeRmk
Cce9N2T3to1Ha5zKXW8ml+WbwYOKCmHcjEi5etu87fzxpW69iemXW13rxFrsblAIUy4sShfL3LLo
RTeqmPhxQ+4ah3tMBxIKFPXUECS2m+LmqbH08Ygnco9YLtnlU5ztQfke0OROo+q2TMXL9S61an8d
e5wsqsa3AefkdRwy56GudhCf/LVta8NWLVNeYbhkio6pecNJ8pB6EQeyEYLSUMPBbqFDUWy/NLlO
Qvncci8Y1WPMVnLfYWSChkkCMNaV+GT6P6VH1JLrdyMGjZiBniO6o06KFEx3i2REACZwO3waEb1B
+RajnvFwJLkGIH7MfEjtWvOnmQzF0xQyfXHg5sjeC/Kuy/dUqL1GcNdU2cTWEGqrsTxdixo5Carw
w9Dmav1IxWs8cl1j+054q9kj2qA8E4i15sdOWNqL6zibxBXNq1iUqTVxFNvJ6WoYidjP0gwH0bdY
i8XcMWFhBPktUGweVrmWP8d++UbokoeY86WNU39xK1sbg68W+tGHvzhPYU9+pnbq70nirTfREEZv
0IB/ZVXfQjNk565lzo2WmXfcd/NrRbydnAHd2KpEROX7FqpIAoec1ryQ6DXuRqyjJ2xFfK70GBqz
bPZlOAKGi42Tjtacuo/UcqFX7zqOHDq8zjvkWEyD0RoeDCI4lCmnbWTXhKR13kweGKwMTTr0Yz4P
0AokV5M77JZQhwSSRBo65j5KrIe5a+YbuxuOqWH+kJ65xWWarCqWMcy8MKkmtOD7SpvQyuWDv4R4
rLR5sex05uc0MJhSkCkCmXmvluB0UlXbUc+nt8SQnGjyci26Kdr01Q6JIy9xNMHrpEzVIS0JjaLu
+wdnEsN2sFkfhQPwFHAd1x7R565FFz+QHCYamJ/O+CYWh7IbLfbvZO/r8imfmPcXgEVONpx1mpAZ
YbTxipwHtHEI9G2etcdaVSambHiPi71VI3qb5OfFYi8KFHNOdATXWsECIEahzrjmUu6CQadM8lB8
rjJZVxeyXZ9GGTn3k6zRyJEg0Wuf4wirxtXOCNnn0zA7n1rOtRNpGHr1nv1ZTsQYpzyQr16yp8Yx
qPkoPerKp6abE//YD7V/jGb31fIj4NzDHK6doX4ZVXJb0AIw/xQANXAmdnZxyvwMMxtFXjl7WzMd
eAm7jnzVTO5UBQd1qOHzDCbcqNC/SgSP5C4jnIKcfRIs+LAjJPqu0ec3vElfeOlKUFDJL/q4lmOc
UkHWjb/J+/GsyLtZma5fBX0zoEAsACLkYwX2WSiWly4i4zbstx3+OwrKGfWmhzxS080lkZ6PfuSC
FLcjdcqSUnvF2FQhfutZu1tWfWhjbCt9kpGaVQO96FIaNuF07Snt0hiiW+0EldnXm6LsKKgBy146
Q6FTe/dwZmw7ZwFd60t0am+5m57OpG5JqDQmA2hsBKy/hyQNQNRcEKNGH18BO6VYkqjsdaffFgQU
ocZnEO17j1YFTdCNPozohN0uXeVwu3rhvxhT8ilmPUMeLLbz5D53aasO1WelKi5sbdIPXIN8hIFB
QTK5ar6MEQ0VJ3piXBZZRGVeueWqqzBffCvxD/niowDU4uzYFtmhmWzLvP3MeOHNDglO1T9aonFv
KfESxwRWPoEHw+gY+Pm3cNG6Ohhz0bhCC7FxhwokJg9ZfwAK1NBfwy5AlWyza2r1+NVusfQ0pnH2
K7kf2ljfFV1+FpX70zINiSSUysNG/InyEsiCUPox6mc8MgTbs4HUL8SpWGuZ6PlWEg2/cwhyMeyM
YM0EPTHaEWyFLNrhh6sd9w/6wiI/FfmyFQczjgZXERNbdm/FLna4iFB2kmmPHI9tTDYODz0wBIHz
do5r96hcRychxOdBgQBi4YOQMzKosl+9HgqXVYH7ocET+95eGDr4JRRynJ2Wh6+lW2o3M+lwUktx
dadIkZPY9fes6I6zC9IwTDCHg2BIZf4rQhzG1ojeZtlzaRWtqlemya6dBE8IclbnUkpSQNd7ry3p
CsvbjJXo2gWCROlwExKPAabmoTJML5Bm+mWH2iNuZZrR5TNn+7iQeSn6c3LQm1hf8S93Qcb56lhV
6eV7n1S09l6fM+icht6tO6OPnuKcVFWkuv4KjxVGsqh2WMm35n2vjH1cSftUOdq2GhQ6DsvpD3aB
E7ewUkr/vHuUmNMe1UjOGrGm1dBdvVqzDzysLOiKBr5hS0DQ9/8k6elXjdalQWjhyI17VVyastn1
ECguQEmCyBgamOqgCZTWYUjy/GsWFc06xF25Ua376AKgO3WtuwZxxEeLaKtDs8QmRvVzh832+vuH
UDy3iugptMO6qY2BZ+FtSDJsQbAzb2eTxDviDfpt3hs76ROkTVJNfAj76hcapUcfezU9st0s4Ln7
NEGlp1dZFMTe+OgP5AV108ZkS7qBj3pD+WJtPE2+KosPv12QTDthirwdZXue4L+jV6HxFhVqI/PN
Gdobm3DdAB09Ek6Da/w7n4N6R54YiGD8UmytNBdXfF5f5jEt1+gIoqy6trXzJbv4iTjtYVs7KCjL
FlPXbJG8U827OtLvm/KUqg4qqSt+Zig88C7sdCu5iXRmeoB3SGBAl7wOm2kPZpbdjKCICZdK4t3F
Bw+hlHmLq+/tiXXv1OT0lgjDMSPQkIVy3kaG0MFZAI6NEp5QAbsDL6C1E/7QBpED46YgNwalLUs2
pn8CVugpkdxdvXQRFaJACYYe2HvZloDAypFzQmf5rtKg6LNjkdO+ClWj5Q2nN6IY2iCGqkQqEsoh
ffrgd1SQDA1URdif5jQaK03yEUkK8u0myoSuHMBYFI9mYk+gXfBeu1WGPaKxjI1jhqi6DQAUKD3y
aXxnzs8Hj9oEdXFGMHB9b/fVpzDsZaYqNtCAnEM9VcBg0QqaqicvRN/nmoaaXQ7VJqkCGwPi3qrp
3FwtLk7g57eZBVkEu93PUr2XfNmL66gGcIm38KlTAnbgvq2ZeVxzonoYcOrbEH0Eh3PU5n5QDdht
TsbYynXCJMnUnc3Y8TFGUBXUBkCtNGH2wF7rvQaYB13M4fAP72f8SdtWJ/Uit5HKoxTwrRAFpS74
Wl1yjefpBuQELp1hsndmiv1YtGyoyCfwRv/L8/uPMrA05y21Fp9ehwRvNEg9VgQLxROnock8p+hx
oJeQ9evlIde4DoIGMXGietLcGMC1rcR1VbRoWVPPu8mMdq/GSmz9xfpTujj+Ue4C8FL0Cnmq9q1V
HoYmK9hrc2c4gBltJ21XMI7RgCfmaahSagejpIlxb2caCuUXFltmkLeiqs6e41DTd3Dv5NMUE5AC
6BqzWxivK29cR6Qp8Epq914bhgC53MAZPY2JcpvuGqI821l059jqN2kqdYrE6pAmpNbKPDwnrEgC
l6y9GU1mmz4Xkt5vbKp66ySoCsbzbHsMZCLYIlFy1+nFfe9KdLFZdARUQ6yH2rXj+DEMVk8g3XTT
S0x45DRMe0sYe30QPxxmY3lsc4BF2T38ygXCVUEDtPoevlbCYIXvV5EsRFMSPYJ3TjT1EY+cCn46
ApIZoBkkUZDlOL9FMse75YWcCflFVwYXIX4iqVIuAOBLhcEtoJBMC6KTSzCCfkNaCPL/unFeFC7k
WTSUlFYVwrU9W9skkfrWYdIb5HV2MyBgGULXO0iZvOa54UKvJNy2ADc1NfHJIftubXDopNUtsd8P
VdKIYzNnd8Lx8jtZjBet1oOotT+NqrukKbB9QvG0Em8MAuQkKihhRbcnCvpGLTRtWf40W3vaeTZo
GLwpx1p3UF9o7rjKDPp/S5k0UHEX2DMiwNLMyUZiBB1MkZ8hlMfKRcR0waMaAFVtk7D7JIBy52km
p4Dvb32aH250Vsux01+HGWmzi6yCUCr21MzrsITw3pJEAwTZmC5jV7JnnIpNQI8dkNeqXcBIeMgm
MhCxagWsRNZm611KC9hM65FbGQ6YxTisoYupvWpmiSCVmhu2LSJg/N7M44Ghk1AN0tJNjRW2JumU
AxgjB5xnWDgBo16cmB3oJ3HjVLSAZKJR7iZEKZWL1dyCh4u0f94T/yDOPoVgmicILnBpSVl8JENC
DpXwXnwJbQh6Xb0p43IKMMiQzVXau0oBgzMyXh5f/7C7NTJ3gKbzpaggF8x6eQblIxgzdve1NaeB
n5BGIF50MqMYBTScAqX4qh1iRknp2/HeZ9gUcTV4KZunXngHY6ZBxfS+Ih4b8p/o1vCatJUrunLt
RdODi/GiCyuOuya5n2ZQDSz4OBqL2drokNxdxgGlL+Hv8F4OfLfvb4qoeSltdaSI5OWD28juFkhP
ta81d8ajFLFisZHgpaC5tzr2I/gUt5OqLxgiQDQJoDZm8QXS8RlHHrBkTEOGS3Ng+iHe2KLC7ty/
EPb5THTEhp2PvRuS+rahNSvb9mXKWCROMwAREnEfkmh8ZIQEVQx5IUuOwAxFjeWTsLocuL0fmw+O
LZ+yztZWqfXTiw3Mu1M8kC6tX9OluZBNN2wtzHUofY4j1GgfDkSZ8qa2G7VtY9pkMBcBA07tSPjx
D8MtmOFNqHXGAmE/auCVFD1Rfe5k3HgBqU7ceWSMJPFmEvIyF+3rrIzp0OGKAbk37MtSfwsTSyFy
PzDb5GWY6LkhZcLoM9urJIpulQzofYWZftRtgkfTtfy1YEQ8mTeZ7U5HKx2Q+BDu47kNlJqe+aaT
TEkgK+3HRORxzF90BAo+6Ytjtotvh5S6HJAWoYbu8IFNvT8BGgMwA56pJHmA8iJ+0jIj3oRg4ozk
C6+XfytKsbcGvnQxRhcNlAxVrMmcNhN7w9UR3nAqCgbhheavuAubbeeNtxFO+FUYdvXJmwQ2S+Ie
A2vgQaNALFYdwC/uVOZDfG5ZbwG0Mjy2iJ55nKTnnVrmPFwvsAeyTazSZ9xkF+BAzlZl0auGQuTW
LUdBm8N6MUrTG2gfOaAym8pHNzdOPD6iRr9Pa2TiiSsxM8T3SU+tb+oaes350RwhMSdZyX6idz5C
GHcacxG+CQlQCy+txUNHKD58lY57nUJaOITcPCg6+2EJaIgBOO5A3m6oRZLdkJG2rFfzncIEFfq0
G3BF2sOMVxKb7rkdGAcPS8KvTQA5ftB8jc2l2yQE3W2EVxhHwEuwAfnAxATTof60PkxkVAMhzBRC
CXgcB+X/VDhHogHWox8esTRZexYL11grEA2V9HbpyBA4yod1Q1gByQvyQIYueM1mr8uc5Gsi59aq
OqtiqDeWyzhuIEBvJvWxrtXJaKE46lidsrolHSTJCcF4yVCcE4tNxnWMxRLDG0LY9OS2uMtR8O8c
F5PbUD75GflAWggkPkQ1iw972+ZZTIG9ZPLcs8ojVsPr7nrJIq5NnmzP+dAltYYzYuH1HcKkbOjl
CvrNGq+Gt1Y3YYHJpgLpyTYHZUPfES+mNeU97+OPxIu+uu7iS/4FaQx/S1pMlapwJBzUXSRY8qSq
XNxA65UkTkExQRr9081B4LaIGroWfG3tyXuCVoBaXc2ujzdzObzo86jWdQ8AzcoIaIMTO2D08Ifn
vrKJwdTcuy7n4SMZ/SlN8zFHDO7lzF6yyXmtJg602iUrwJ6KHSwJzKI5NUORseE3svSZRKH4QLa7
vRprecgQ2G9DVu3bZMSiBLB8PXG3B27Z5rsoBXERxeyzXds6uKNTB5GbuVsvhWBpaLf+K1lcbHzy
sAs3I4HJEED43NNRTUHlN/m6bZpnr+h+6SnfUNYhNtBbwIDa9PBNUpj8LnwR8zK6MSjJNO9eQNi6
jLo4OiPLVnpFtWI6SMa75fgruL+vd3MEIaftQaK00/hMPLgVzOQX2iNo1xA7t11rT30DslYou9/o
tVsf/Ejdt0QrdqXxXi239rea5N/+FL3dfOuIPqXi4sYk+Zef/sful7y8F7+ab2HWP/+v3zqtf/6U
P/SPv3QRI/3pJ/QySTvddb8WHVPT5e2/ypb+b3/zb7++/5b/SRWFmOm/UUXJpkze//Ze/vzb/lc9
/0LLl5TvfxJJ8ed/i6QM/w+HrHFWO8JFDeT53n/KpAz7D7ROFholoZNTLhb5TUknFv/734X9h+na
LNiQ1pmm6SyaukZ237+FusrBH09AtuvruuUbf//Px/APddLvx/5fwrd/VSuZCCT/rFcy0SAaHqor
xD6IJYVt/lkp5ZKgCDLISjnsNe1OL77I6lB3gImejCEq90A+XhEvz9sKqu1B5flxGobhvufMuyEB
bqk+uVmahkEC7v1VR2DtPiIJA1oKTXmnf7YxWn4AnfXZnwCxCnfef6ct1j75rLlPN+0XkU4QDTNL
vKLAMu17aJrMfSxrJPm5vmX3soqUJ59dJ/sEC9KsUCUFvbw12sl+yOv6o1L9FGAktA5ZfkUK3T80
MmIHG6uFxV5vtSjunwW4Fbb7Y8E6u7RYxKnrWMn5hOYWEpM3hmfFpBzTSbsaU71/cGI339op7uyR
8pxLrjtUk+MeSQlbNgrdwU5w/01ZeUKNMd0Cnf41ZglVNwms59qIoq1mQLmypd3ctt0ApLEqwwNQ
7Jo96butrF8yi15mNfQvcYHiNHToQbKvuid/Aofo2hPUcx5pm1wFaICS6r3wkDHPUwTsP0VK0jWM
zJZw8gIBcCGviZdScEf6E9Ewtha1rBHKdK+BwtI9Ka4Zs0loPd0OPAqoCpP4BlLepq1JhDWPhIwD
M3c2aZM8Cb70inSTx8InvEB6nNWOcedI5EiF7uPe8qq9a8ztQdDEQtaGOCmznzIJh41OoPtZB07o
DdMAVRg63+Dtm7iiYY+Sca0tA4jSzWFeRtNd5oLiFTWu1pDwzU3i11RnCtZQSqoXGhGW6YXXkGQR
DScT6Rc6snBVNJ/I5tqgLCcykynxA3o+/FCa9TsACzy+QYs5Y9bJnZHosiZFVqSq7AkPlVH1w9lQ
NaOCKVkXPcOZatAfNWBYpyhSPubjUq1LEWNC6eUx5drAv5Xtm1GZtwDGu3Vrcz1aUKi8BpmHUkg7
TJcBLF1huLWsPN1bI7A5TSUTaxi7OcT+iH2LbBBJGc3k1EWIkDKwIRAGzHlczbexqADqtl/lqCja
NVQOUpIcDTeNmEhPlecUNdcZvnu+LXu6bKNDXGuE44YPdnd0HNpxcCrr2u3BcAApY0UUr0P0WaeY
TRH1hboiLhouW+yF4kAi28TevmEs0tH1d+wBAq1mSsgzak5e0dwQQM/qwWIfiapORt07gJK1Btft
DfuYgbWF5SrhYyUg/p2mCjQsLMz5SXZbAHic9To7KAvJ1VgNj3k7aNt2MF9iBZ6onmP2MyrC5z6b
NggH+8krKtKam9HbDbFOfDZRegfPmF/8aHoXPR4qLZsZnvXODxBFnDbNZcKSNFXZL2oP0N5x7hyj
Ylz3/5u5M9mRJMmu7K8QvW4lRGeRRS/aTG32wXx2j43CR53nWb++j3o1ChkRxUiSKxbARIKZFaWm
g4i89+49t6regHsHpxEvN6SUM807puHYg20iANwSe01cWxktgPiG4Jb4VR/y46yBSjWzqjzYQtL0
NA8lTrdHq3Mdyg6KKi0FxILy7TwFo4C8hpV0yC8yozC8NnO1G5nmL7WJBsH15w87m28tlWdvep5+
OjEdrT6qbvWRENbKyR/xfBRHDIbM33zUTymecrQWwTrKsx/SZDaReomc70oM48HUlZc2B7fc6f3F
65FsEoqY1Yzccgu5jN5ch8txpJRg7c6pq1wSbhKxSX3TxZzcmvjY0oLzSnvMCeceR07sjh8EG1Tu
N05DqkNU65+NaT4ygpq2kQ1ozSnaI4VOcUifzVqrjg4+xxUlEIPgDuBP9zV2DKdqwXSlUMuaEEtO
4HFZ0oabP4bqKk8Gjz+N4zxiMzrQj4nrQlflKS+o736btBccbS8LDJXgxfvLuIyj1aQFlPM10ocq
uqkDS20ILL6WeUfi6/SFeeTOtSNP+HO+X+CVWZ3sk1p+WGOEPdxvnw2gRFJ37mKFQ7K7mgddrHyw
WLjt58sJBBWQfN6OOrp1fLQAC0+0hBpV5QzK6sKWa6Ai98IEDNCPUkfgtyCVoB16+jDsQ50OGHoR
OlgFNHfaHkilulo9ixytKE0iPzIQak5IJqYKx4G5xKe54Ys/KeJ6DKoLGgyMmmCQhjxtXX+VIcSn
oWJpR0+H4sLf5YJjtcycK5LZEtIBzb1qo9tkLkdKFHNiGUy2Bz7QcpvO0VETgmlBjUOcOPgJTIyn
Bby+FbkdLMb6k9VBCcvrFussJzk8B69oZk+5VQWeVhEfPZjZe1Mj52S6C8acRJRttzBiBOE+63IJ
DJ8lJ9gOrcmQ6LVXU6cA5qvOfUnnKIV2lI3DWwjQBCUh1urE6s4lBwvoSdZ5gAfXh9IG5BjBJInn
T0ww0IaTDxMhpkfjlKXKjKAjII/J7PGp1Ew8hfNdbGN3TGWGuhEBwhi9GanRofUKDiXYcsLu/Vd3
ri5t6dPPHdNo42j+lQV+buVoyIbojD5plnsYhd0e0xdgph8OWgISKMFhcIskazU0zuYFcyOaZNce
IOiw40VVedOLyoDzwgveVwKPtFUfRpgK5Cwhz81CiszScXetvYSTJfSToqI5ak7LCak/+g2vF5DT
3ZBFm1TuUz3LjhAUKA+mdxIInjs1RxT73XTA2fkpLKxLowl6skruGgkMxSBfREsh8vG1erpomwuI
b3WMT2R0yDzxtYe5pO2ubPVI6betm5pyK+viTUFKNNnI7R78Sb7t56Zn3R1g0gRz6InCv4hjU3BW
4JoK8MV2XT1yJ5CupIJOj/Wed3BRdDN9zAfCHYkuCFcQqFAcTgXpUbb5iTuOPVVQOnf5tB/F8Iof
ct8rh+NT236l1RK+q9t3taiOrjPgAjd9kG6LjX7KnwefJElRXvkVEpHIgZkpIdgVoZjvqnxRfHTP
WdP6q1BHWtn5xYB2C9OR35IcPqNw9ca+RKraJg8+XD1PA5q2kwxD06b+wj6KFTCP+x1nrDXuRZ9p
EL67BnZabVAORuVattO002xkNynuTCsV3FbJotSSDn8YRmMX9dW2ts2nNu7a49CZJ0Ja4iMSQIJb
DfPAsQqFw9Cv1TJjFE3xQyBRnYja2FZ6/bmoGLeO+BwQbjJOQehcJ6ZxzKgXvwOohpkpOTtgvfVz
wiuWfxt27LuaGm2L+s6asxefA9loAOPyBaTGmqA26DZwn0FMZuRpoGSm3wlKg8NoyRiJLs6bbSVv
bkjYPVk9P8wZqJIaL7HPfiQ9UoQ8wUhNYBZ6v/G+5rOzS+2tsu3bpu5j0hicexmO6bbT9Xkd2hGF
Pyk4UEU+0HXSTVvIKHVTPVjVEtQ7kxsKvQ0uvd0+JxYosCKOD1KOT7YZ3/kXkFT7PeLsa5ipX4kU
cqe5az1EaElj9UY6uKPKVKBq8a+c2q936MmLEdhC5QeXoSahscn46PTpQYz4VS3DvsyH3rrsRuvU
2/EZodEmh1QmnfASPSfziSl7UwE2RLJDN7QmvwjKDZpO0WBFfePQwuSAlNKRWhN8jxMps881PSeT
A3c4SKyZRfCqhOy2ljbfYBVluK9tnWTejKyiNLgnep1IbCvYZXDkrIi5jNtWZL8GN4FKl6bKSrfa
G7uhJWOq95RMxbSa34Y2ua6EdhARsQc5SttBH2fPxoXlNzQtTRrValZvc8j4rQeTVWN7tIMRR0QS
PibNfKNV8yXzi5AxhBZtl3QVGverCCbUdgrba+h/tJ9p9VFY9bTiHOKPMjENwG/mB0TBWPxtfr/P
4CXfmUUJHWYIAOUUfFBuXJ6k/xpweeFAygxne2vudXjI/MMoMnd9dJ8rEASDAsig3OVF8+lmzz96
n7KpgnWby7exiu5d4gdtmjKAE4qIpT3kYWbiB6vkzVTgoLM1ehYaQ6HWd+yDaOWPDiQgwfQ/8tgc
yQIwEHb2zBH1Wr3ZEH89Fm7O774HmgKJ+uJ1Q0Z/6ZOIssqjlowettLegmrKv/wFRP4iJSlnNyW7
ASUwtoVFFhFHt4J9fhP7+tF1YbhSLR+01Ik8m/7rIBmY14yF+OGkNwJCT3U6dbTH76wefldCug8U
AU/vDGM/1WC7dHpuJQL71ZC27jqG/KgFECHDwmEO3z0MGQoVmTf7DIHAuh9cZ+PfA4S/KqNGP1kO
6NU4vg5GdtHYlbdj3+wykw5cVF7l5EeyU3jFkN2Z7JtyynyaLrwGrBNXw0Rnqy7yeoOmglrCsa98
H22QCDHodyZLm9nHKc3V+TFJljCJ9s0cmeuQ+nhfQLg9BYZ6qCfSOVsSmL3KZ6RTavzwlpJYqGzX
+JGDDwffKNrOAgy/Zk30fQfJcJjl8GrCckm59jQnznxXMKiek1pdTuPVBKTOA6dUr1O01UMDMKPS
8PA0pr0rZk4wZkPnVLdktOvBWuyHGvKEiwXD6xXio0qpTzJ9rUfU1fkxm2GZJJf1rI1LAxPQoj+G
0CSWw2sdQqVD6OPM9U1EWCEpvfCwCbaDXmbvhMt33kr9BAU/9XB11PAi7C/GMrgmr9qRBPjBLMHM
YtUtJ0DFOus+V+bFrn8pc7hxcdFeZiPGy5zMyElE2b4UOrEVVFtARPH+PFjECPG7pUmVyrRFjNoF
Lf4A1p9JTqiN7SfGTDFXTLY7zqOLyiaBcmEGL76L5UaP3P04tziHHfXBmEjnBKm8WGNrBcpLw5yI
Mn2ktwi64EOPwqdBUp1A1kq83HVMqmoGbn04v5k1G1DH+Xg9WNYPY4KBGtK2oYbOz7XN3DlD/7WR
qnwGJoESiXIr7Q5xaTSE0ZC1M3L034Ll40XPnhirMj6qje2y5Kuk3qci8dqWAR808S8/aNmrAWnZ
/cRRLdtkCZPyJIRMlJGgWiAOw2HM/LIYdgF4KlxZQb0GP/LDjeFpl2P5qgMNdsdi2itIMsJGIEVz
pgfuBw+jYhRdVh0Jo7OOwAMUcgi3irH0FPNihoX7I7fcel1YTXE/OEwEe4OipMiMFDkiyaYugnS2
qOYjCIHCzBi2xUApxFV3q4owWhwdy98RR0nHfTp11Ctssd0qGk9qXvTimj3gsFd3PQuXkbQ0bIRk
kFNfuuw9qyrzv0Rt3oBCJkxkRHHSuXu3Qm+NAqqj7AsE08r7PGFeB0McvSEpVs5Ip6JddBRMVxmR
W/7VOJcf3QIA6gcL5xUqOezkF9wFVE7aBdI39qcxYp91750BxvZIuOOmF+8+URMYs3kl0fWvzCh5
r/B47CiKOSHXDLTi7Ch77YkZMWayZLp0dRZZImqPpT0+9pl/qdJ4idwgqG/UzKcOkEZicGTSp9AD
XsIbLnnDJqR4LN/PXHO81CpoCyGRrNrWv5C+WxzmCXxJ0sd73v1toUEL9hnYbOfxbewgU5TL+TSv
EGyE9b7HtuNAl0JlnKCkcRG6S+C/1ZKRW7VGcN33745DHyInSnEdkP3jTq6BZ2g52IU/XJ/wGKzM
BNGXztZYWJ3t+GWhDt+GHJ6QK4Q7ZJn3AULEPXa9xJgPs0ZU9ICtrzXRLLu2fWwZHm4aSCarrLop
awEUyHZpa0mgtkFOVs2AYwaKlnVMbe04mzrKV1pvPTeZbY3HqCO0UcxztyWBgYfAkWKNusheTuyl
d4FtMVj3QYEcPCX/QUcXELOj7kBsEx205MPEWBbjyZ23xZh/yfld9Ab03LRJbsm22lj2e6VVA/hH
igAHvyBg2gjBWTxvkt6/l2ZNVIYfveAWv80UmlSHtJdDDHTdGBltRzPqhbYCf7wkdtc+Z2PuA2E3
MZkE+BL9CxpJilbLYrKiUbriiryBRFkcMRWxHCRX1kb6ikB9AcvWB6FRhuJFRS0aRozIU/U66bxL
RvqoTzZQ/Bmxw8BVxrp6ogTj8J0diBRn1tCZbIC0qoyQLAyRNKWXaOkFcRuACipjJXrtUTdI7NN0
a5c3CHLNiVzc8KPSHQK8u8+OLOF16cR3JpmKDOENPAYMzaIBC2Ba8DhalksE3nexA80xSb3UEhAb
EAvb+VYNoNrCcHgNVI1TkRrCjOQDlgwCDmb8OqGVPouBX5xn5WtTGxvd7u9k3zCWh02RoRcRrMvr
TNBshH37kfc1wWDp7ayktZlLUmaANl5lqGO3IK4WjcRZVnW77Z38JQrcjwgtdDSn5MO1aHUiNKQ5
RoiV28OBFAtBMlJUT0MjCCIrT9MixPNbwrdyZyEDdksU6ryaMlJbajF8Oewh8Jv3TpDtTeIuJ5em
otWjH3BB2eKkWuZHbbl3SXLTeEM8aTIabLMllJuNlw1Yrjnh36dT8Cx5e3DDTj/aynziveWGwNxm
pM5U0Rppvk36MfcRW3aqee441Ll0l0BAZzhN81eCt5eEAVYBYbyIICR3cBxxFHGaM30gZOYCL3xC
2MFh+JYKdOZ1p84EZuHmFulpnKtx25F1q6jfY8GGCxBrVbYIKiIOQHJqBtij9pI1FhKzG3evTb+j
fCA/ziACLpyrHq2m/VwE+RMieHYIDpQyXojYgfliaBw+OE4zJu6nl7rSrohWuC6MysOjeZEhEKHE
YWa1vKeqRZkayHnVC45hZXNsCvVlapTjstW7DREjh8GKGPEjtYs1d/KAGAYkZKUXXRmQDWfY7+QM
oXgHWGZP5DWiR03WoA7eo+ReGGKRU3BggPqzhubDupJDAww5hwTBcPz+S+wUWJH4/L3Eog8dRZ/p
0oGpjOTDrxsfQeCTVvIHxz1HuJHuT0DODIgpQnA7ZEgE9G7dUW2Y/SJ1Qe/oYbTz8crCfQDoxdAY
2UdbbAsLWHlWDWQNEpzYstZ7WW48u5N5RywQYn3kBw6R26uiUwo3xtNkAxwdHCwXg5lzenBPdmG+
Jy0UDrDXksUR/gL7+Uol7X3kDndQ1RblBXbDPjgKcmY4SZOsVzEUBbz3JeLqTDeS39BztkXEyL7F
WQK+zPtYu7SgJVziGBcB8lrSA/h5PkAfz7evVWJXnllDtWgbdQ77+C5Cs+RR7RO8mZzNJLjBTrxj
rlSuVBE0QON5Gddmhrwwz8hvAINflXbLzWceKWBjt6mB71VuEQKgXqkJ7gwMesZt7x/h9KOGqyJc
e1ITHq35KsKb3NZoExEpojtyemLYzNLdt466IbZ0Rkow8/3o2qNSfOUzq9ns8rDKHPCQLrCwBfVF
CZx05c4c4bO536Ru8zjH422glR9RrEDAQmJPGuZWJbJYPCDRnZOHdwhHCAdP7mKX+zbYsHQhfLm9
9dkV3U4lfNlJkfAnZj3r9XSlIYJaWXX/ged90+JWW09G/RqaT9pImhCF56vjZCeUtk8AnNnDmv4V
aa2x0gw0A5KT67BPRiTbtAM/S/SRRgnil3DoGWEowjpSwslQjXYy0b0gwcSJIXCL2xvX9ZC/xAtm
yQ3F19I6sGiYruIbcgvQvzFGWGvQKIlm3WE/ehVZjMS/TW590s0qO3lpODvlMVMM28w63l9qOYZm
GPVZcvJWfoxZUZ6ngccb+PG7P2M7p2RjRR8/iwV/q5Xtq58y4MO9x8kOV3QGt8lpuGnNiPssMK0r
Ha6cTV4Ap5jV1PKmtnRGyK0kCyXqv7LFeoRYiCGiY19ANe3A6rMRko63aRz+WTBhdtXDY1JArFlU
pWhOVmzDVB1Vxjrtv0wKpJhbydSDegR+8JqoVbrHxBmsOVB6PfYutA7yTabz3nJoU4KZQcNMNxGJ
Pu1ttOazHTPBaiDozwGTIJEkxXaaT5rgQXNWviXx9sxhnLwClV7M4Et1KMejm5ycAatlFCF6aVsD
rcJYn/QSoNFsfggmynQBfQ2run8cJCHhgJuXrDMLZa97Iyx2OaNp9HU92zsHvc0ShwzAay7uNBG/
BmFwTWRM7LUT+6QeI28mqPAy0te6lT8UBFFBdcy+MpO/CZdECyOmDBfpJcwrA7kPD23qhz2o4s9W
LR/FwIYqYkDpbfzaOmceLTItsgfI40gwTJghiLf0iVE4vNnl+zGz0KP2qFBZruoq/0ixRTJ2Ggjp
ds2HcWSP6he6vyLoJFw05A3Hoia5idVXHUSfxGWaHqk1ZxPG4oR7Uevcuy5IX4qskxvOWw6y5O7A
2QJc3kxwB4PkRisgNpSjZyvOPW3IXVY5rQzY9YGhvRZxcI3avV5HUcoCpaVXKsbUzc4F9q0xriLH
gW3nwmTi1k4pEQm8hSxgy8NiEoqcrHwRpfY86ZZJrjuZl8biNUN/zEEbte9ABvqs1Uc9LU5hFSh0
lst7LXF0ilC7HDCli1m9RIrVGtMoeqaa1CzXvBqQyvVpKtiIzYToqsILe43NR4Ubd8miUeV0qmJB
7wncJ+aWjQY8b0x57vpInELRkEajm/CXl7dBr8YDwwKPj+eFsFmGXrLHxUUBN5ShV5A0tg6h6q8N
PbvN7KmnB8th0733w/b0TSct2lZuEk28igXXLLAbbwnLY5FhtaIzcxc2yX6OWbHKis0o133SxYLX
NuX/wzuczuYbRTPFfCKDtYMtZyT6YbX8TeTY74YPbyBuWOH1iZuT+4pIxfseXc7358rU2lj1Ljhh
t8nuFCNUBxZK4dg3bYjkOSGBcIt6cs+AXtvOAmdKT+ecDhRWJ4UDq2EENgwaznW+F5iGJLDh4fAn
PnqkNrsZQTjFuDt6OBL0bZNS74RFclAvNoKWdWSGT9UMsorqbF0PPQIpld6UndxN3bnIWeUDP3jI
/PEGqPOHSPy7qK3OEqAtVRDjjYKLjxqkiKhIN7g9l2wRSuREC14dkyyoItLf9QIG3YzvCZLr1hWK
t7ZvD+6EHHW0yBIPpPXoYLdc2U6QbJQoEbE1pDVWfv/ejc5aMHfY5nJ6GntqaxTtFTM0dkmqqdjc
xUN047fqZLnD1qgJs8ktgbwzvncR+0S4+o0ce9vc7uc+vkYzfttGSY2KC5mZ74ELPTeKM7aBo2rk
dOvZ0bXR05LPLFiAvbqManXh9sTdl/KU12yHyXjVAL2MI+OlJCEpCjGxJLlxYg/b1Jn1mSqbIDFB
mof+kkqNPm6IR2jSX7qIQKZQPcqKU91M70cQ5ElIO19xSNHo5rew3YnKS5y9jkx2RZHHM6Zmzo2S
gjGNZjyEuDinVYthYKuyHsdxY17RunqrmUt5lh3fEVuFGa6hJdHN7g9ClbW2vNaNeqZeYB6qtSxG
ethVR0M3q52T4sWM25dePA7U99igS9TyfIxw7V7Nst/nsMO4oel5HAznGOJ0Qc0y8nVyUosNLHm6
Rhy0bpx19MMIedc2rynfAad9dz5qYF7WXQhXw+WTGTA87mvUXzQs27VTcZ62ZHzH3Pq5DqYGPL3O
u4+0Fx3BhaYVF022JEI1U8AQKFuHHbv+suZifmPxjZz7Eu0C2GdKZczqXqCG57qOK1oH1I5N9TaS
Dk34ZUKKufI3ZA3BWs2YxacR9pERpOhmdgCjGQ9CkiCrCkFBLnvCDIiUbaYB2OI+NVnxqpDANquG
2tbP4hoF6kHrl/FmON7GQXksZ5pm1WSt80D8yLuQ09iSDZRXi2mVM6dVaK/N3LGygvtAMsE/TwJM
0yHxsMp6imM6+KaGW2XEurlKohfelYcobRz0KsTOCuoHS6GztSqAppOFEG8g2hDxsIkFmLw3avFg
sSQmWTl7roldAFzNBFxmExGnx+y/AllDTlMfpFgRickbluOuz+SqsjAn+8iY8rjOt1gjaQWWUPRc
FsMl79UZNETbruV6ETsI3lEUPOMj4l1i1kXEit1m/w3J3NVr335WvwrmEN39Uy/3H6rqfvqXvLv/
e/9vX0X9b5d32/tf/7hFb/fPP+9/hv7OBTX1H+vvtrDIEd/9VXC3/Bf+IbgzQYxJh8B4cnTcb+nd
PwV3CvgYU1XKN2WCIZOo6v6/4M4V/y6UI2jTWy4yTVqq/xTc2erfpW67gM5c4GRQbZz/iuBO/0Vu
J4ThoPqWytFdSiPpIAcs319vCcxr/s//0v933Bk6PmQr3GR1bB0qW54tex4RnWokk9nTE7hyPO2w
czRRPcRomlb+VJTbKqDfG3VNvvFp5a86zTH/BlxmLDSvn8Bl8HUVgkRofsSsu0L8fGXdiAi4HjWk
5ALcfjuMN2Y4XGfa2WrIJbRAugHajoHjt2hGVPFDZ9RCIqx70PgRIlTa0dSyLYCJy5S6d48D6Mul
Or8szCVUbRzpaeOQ3kHqROLb1OXWQBMoXETURdiP57+8EOd/gWFb7uMvvwbkAL0Gnp2BWvKXX4O/
putrQSNZltoRvmt3AdV9k9nag7BLCDUuOip0MOe50ROcWBXYsaxPtbss8ik4dUBKRe+f6uUvuTLf
54woFuoV95rgJRDWqr71W79+VFYL4RlS19nqdpkw+20fNu9aXDoPZJrkFnHpUhsrkp0G7N6qNA6O
LMoVODdwWeEcsi61+Q4wIuekZEr/ATb8SXT7V3mnvog3f70LyjAXkanUBWrSn59pVAYW7mQVb2p/
yPZhTY8u6vBj0IQ5kQeCM01kajfCuDkN7iKzdLQbV0bR1VSgN/nzI9F/I+MZfEEmZxrTYqhh/8rk
k1ERdUkRJ5vSmsbz9wtlB3Z+htu0iYfQPy2piZeYiEc/BAkdFmr3DWH982Us9MFf7glgPnCFWAL4
3rkpP98TH1OUORYVPg23jHZ+XC7cIJqATRSmW4E8UNEUOpgV7LiRJHU96/fakN8zdDynfZ3cTswg
bzUd8GxvfkAIiHaTRQSMrvXIDOkB7dJyoTzA00XOTO3M5+r07Y/Q0V5bd3Q8XL7gl5Xr0sko3J2I
63cZEaiczPGtixZ1Ga7OD5ZvnO1Y3P35xxvLa//zC8GyaC2/W3LOZTn8+cebpbDw8C4/vkF50dIJ
P7pWfhB9lt3VXB3GTzt5rOWwFdkoCdUI7P1QmHfjKPojQiFMW6GPdmno1JV0LGdtGARFuaCsjUDG
V22l6t2fL1ku7+jPl8zKTJyYbkvbVbTgfr7krKjiEVdTuGFBF9tgUvkGQn2I/qJ0MNT1n04y4tvR
kkfUzdNuQj3jpqdvmLGJQNLjjcSOq2JxPYzyiSOmvHZG4/SNrhaUy8Rravp9k6XPSKE5Sk7KOApS
GxjWYWOAcJDQtR1QhdEVjkD9EjuWzYAhcsvcmTqP0RwKa+ejvDmPxz6WGfKFEf6rBH7P+ZdCn0yz
rPcPhG9jcjc/06a3T33X2Sd3xGmKu6C5TlnyV60hpm0GTHEN6r7duTpQWKsn416HXZ9iuEKdi4VS
t5ubdvnfmUE3rgxuxkmf412qiYR2IZ9WH2iaBxrCI2fG+tL6+gQlv2CyjK4P//0QYVJE130RFRgO
3DnZpYNF94Tz2YAtG0TrEO3yKeYnk2vAl1owgbeQdP3d6vTbGu2Y0lIW/xG6tZA/f36yAfbnSefI
CIx8kgfCVGDyB+khsdEnZ5ZF8odEXUeecw32eHphZOGcCyYkdYI9WmGwoxVJdD10bkqArOtq4DjY
EH2Htf3PL6HxKwrTcNAQcqpATWkouKK/XGqd66aBICjfhBORVkIuEZ45NqkW9+67DW1tX8Gw/l5R
wExcNIzZrTBsHzJCG3ZdbRWHIg9uSsiU13g1vKIKy4tsCtC8DXKnzJrQCfPmG9yfgt/gsQcwu0uw
NLQFLvQw1nd1WbmH/8x6+PuyDMGVOZeOygtrgfgFWFpVoiPoUwQb1ccMWlAgIdTU9z5jB/YkWXv2
QP1RMomZpnbRekU7HO6emOb2GjtDtCNFudjNoDOcRWWJ2qN5qAvrIm7GH52BaFcZ1cgPlcZNES65
kWR2Mz4q16JeKmogaV8DLWxDrUNDL091Z//488Mzfz9z0f0TPD+h684Cnv35PatE0c24TkPUscur
oc9u6+lZlZ+N/k0wX4ut3r5SFf3LgQSNDZ7qCkUyY6qiRecOIzOnDXrIxpbloJxcL257AQHPwsRF
iHM3x+ady2M7zy2z1bQOTS9hSrT9PjPIyLixM+LPwz67V32WXM/pEi2baDPmPbJY0VVQNQaaQETR
3v/5l1vLs/t17WTT5dNa/s8xOdb+9bQJvIcMQCdmK0vdkOEzexFt63DHka7yWoWhXW+MtT/63UYc
81IVN1NbXxNpFLHGNkwbw+xipo25aWbbPnG9sG0sa1wHNY2zjB4kKBS1MZkwbupBK7exKTGbyVl6
08KF8KtMgQuc7jEu3LWyfZs6UgqlxvgW3HsDlYPGrK5tcMhkW8dNaG84TngofUYvsYqNPTUdbCy2
mB1hQ5sMXfPffdi/n5DYBgm3FOyI1oLs/fkOhWZGti4cxg1FgToKtJpQkCoU0cQeYzWeYRsVlIBu
FT0H0A3WRjj2Wz8hb1cj2D1ZOJq1pi9Ozfg8byrqj4fCyDcJI56t4CR9SrQoPjX0zv78aI1/deGu
cPECKZM1SS3HnL8UEoiG/TEDYLgJStf1AuTQ+ArVuXVaZEiFqXmmNnwYCu9xSRs0ZJQCEQNRetCh
77B2M+/jQ2PIW4x2B5nM11pGQkK3QO95uHfpJeLE4PrP12z9i62clohLO8WylbGUUj9dsza6dKsq
AaCgORpxNsC9eW5lYwHqBbRHvtxwkeLPRG/eo4PX61XYHIKppafQuO6GbvG9A3IrtiL/tg3dz9Eg
wLlaHO907djA1Gcvh+AaiX5wbfl7HLmULIoohCK7n8vMQ0mAAj0vy31t+fKqypEjDxEzg7zww51q
yAqVWLnxSdc7MquJMmHrN2rnwnWc9ojYfiNrEkz/fFMWTvbP3yg1F+YV3ZH04zGCLVvPXx4k3lgm
1rNk2hvlI0acBAN3hJKLE9HeJmzolLWPSeHbp7B35RYb0nPTxGqXzJVkb7wc0uGarKHGk3U+b61h
7NeVIbKDU4bnNtY236VixZgRHkxznYU5jja+5T//iN/LWocqg743C6wwJbKhn39EIcjl0cRoekFN
wt6SGZbV266jvZk6urxYNCZrOp+mNzvaMyrzYKdKHY2tgZE30dRRmsQnmxPCi7+5sN/PGNxbm+Oj
Kyi7je8L/8vddYbAkNmYwrsYIPX26IFvey38anuL403p5Ic4IR8nGH3P6uPpbPAZDZNbvjit2OLF
FQfSoEGuSrgvqymV4mLsW7xM/4kzxu9fh01zgqXOcSnXTMNYNuq/XKpqiqmZ/IEgHPxFF0vct1ei
d7qA0H47mdM+CSeUs+XAkjTGWKmYjlwqjRquTm76qb0sVaYfHL9z161WuHs2e4IChJ/uI8OO72c9
+QgEN34eaUh2bYPumY9oZfW53DVQ1u46AS/T1jlxBUjT49qln6ZZ0JG1KbxsOqNaxuYv+UTVY9Cg
+Ed+h5v30stDpmBGUT22ufNVoa9/cIe/WagXN+TPn4kjHNYNlCLQgn9/wyJhpGSUdZznKwT7oV/j
RiB8DHpYcquT/IEhLhCeWRoYOWLL5yTOXwZhvaKKUbtyKqZDHfbBJSoJLPWwrreZmxvb1I0UhAr1
RMJicqLdaEDnZlRO1MT1gPNog8TEBOwQR17Uz5RyFn37XuJOriihVrmj1fswbk5JPF4ZWuMTNa4r
9n+k0CGG/7BoLoei4JqsOH20lLj8JlxFWnZm+EeoeYFHhDt5z1lInaWeoxTWouhvNgv995unW44D
/cK22OsAOP78ahn9YFiNmYAK153xbMxMKd18OHQtWY5Rnz86S+U9T5jGkYLS/AhwbhLpJZ5Dn1//
nVwXgwfoSiSORjZuheETM9xm8vDnz/X7Hf/pwOIA1eCgxpbMYmI6v2zHrFM9qg7H9mgxo921HoUN
NsDxU6JZxruwngHYxpV+FZBLvIZjVWLob2BTFd2wEp15RLUhPBigMX1woS7igRNZz/T7XoeX/I/D
up9Ff1Oi/r4X084Q/IcK1KDJof+yF4+StSxKCBItoX4uxfG8iSyqg4nE3b2RRa7XJ4vfIu7mh0bX
xFU4a8+6qrJLfFmfSnUNE7XEvQi1HFaaXSOwd6j7WqcwQXdo+ENIAQKHvG9aY3r6L99y6EckSLH7
KFe3v/envyw7Q5hOuskL4rVJi21ryVImPAFGsEDO2/mqvokLXOLfLzBpRReJ6m3CxOEgCgZrq8Zo
80PQJNMuJFwHe30eXppJ4xmYa07fSVJut7e0cP6bdpL529nWMbCc0NnjZXEpXJZ99S/XPWUDsY9R
zHXHKYwNiaW/ZNR78f29C3YWNIoiRnLaAfBdWIsI3MlyDRBeSDQvyLEZp2GQTI5Fox9LP7dPWlyZ
LHcmNjhnuCzC4lAxAo0DgncBbbRHo7Syzff2ObsJbQiOMiBmef/GodV3aG3OaF8ab2jzkO6Se/vn
J/V9PPr54zAsZRi0z0yyX0z3l4/DKoQbtr5h0CEyiwM4MWwZy1S9F0Qm5hFUtSwfqDRD6WKzIdY0
Mi5nVcHyCOVb0I4MQcFPbDs03eu+I4rtz9f3bRX/+froqZkmL5Jlu1Rav6wy0KfLMUmlxbBSSfKi
5+rWEfLuuypGhLD0pTAPjzWVrVM9AFc2MNCmmnlgbXwNG9Xvvv+LsjPktq6JSo/SwNq6soCdOsMG
LbMmQnDkEnsw9o8mTO+LpdF1YfD7Lv4fZ2e24zaSdd0nIsA5yFtJpGYpB+XkG8JZtjnPQ5B8+n9R
7ouurEb5x1doJOysaptJkRFxztl7bQNXMg8jZrk47vDqBGhwC1JzTk0SvEtRuzh32DqBdjwEQfIU
hDVa/thyTuGMqYrbsdHsSnnpiM8JcIZsYvbAcA7+EkhPj7rQ22OQaT8dI+FdnXgzAFGw+8ROfsqW
Tv6/38p/Nm5ZB9nnyEMBDECv9MvDHVZdAiO3tnGE0m0cdbEdVEBB4ZznazU3mwPltE1iMHrMSYWP
WOnqO3oXRNBGnv9fLsYyjSXgR9V5br88dxCW+kRpNHtTg8de4ZSCaJcnZAM0FmGCxiAu8VJGGkOX
eXJyUFjlqesNZFfvyyrP/3ASuJfrXx8zYdAI1O1l3b3fu/968duOKXE/4AoyNdDoY23AW1UyFLvA
oHvNPskER3qrqKFvSJhAZYauHa/Qe17nz7YVkPLGAUWjIDzGLnDABOcTMV/5mlTUV2W2glXRCe1Y
loJmYwPBj1TTbc+TtaL5Jjf4h09xQEPnfhKzEv2PZ+l/NGSWPRBQw3KUtiyq0r8vbNY0TfzYprW5
z0t02ceX+yEkUXRxJON0wyKORU1L5DZmUK5CYvWFnTz+4RH8Wqzh1TMtZmFUa8zM6Bf//TIQPtUx
ww5cz5xU1n04dN7sIiGbFswA0kZsvsUPSX/hiDruBTrY+707VdNMWceOZW7+/Xr0ryd5rmc5F/Ba
ICm0XfXL8bhU1UlHSqB6cZ+hquO/8GI08bN71cNY+qPQ2fktnPR4ssm00LDy2LBHnw2D+JZcSyBH
jp8xQ7Bdk0z6HmAPP5UZR/vc1Q7jRKOqXhpuFb5i1yg+KbRgWQ/W+FTaItjaaoBLVwFf/+8/llhq
3v9+mpcfi+OyqfOJwgExvzSncmLfarUrJt6c9jD2i4JY3RJWmb2OKCtislY26VTlmJhaBWWwPezD
FJBP6uo+Xggv6BVE3QlwnXuNiOJfUzmj1fMxI4hQcQuenTqECFmmL1oJ9VFnUkTOR1G+hJYB6dxC
Q5HbE9HqSmPhJgsL5WlwsFu4ODYjhMx7Re3dKzY0/3fInOix8M/4htkIjYvKbV8x00JXk1DtDUrf
nJRa+3XvkWV1G54KZcBDI0nyCmb7kEwk2mqle61JnLiKyDroQYppdgBh6ugMA9Ww6H1nHLOjhREg
rCx5bGfzA68JIktYVC+0iViq8dGQMcoPh2KbxroXBgFk20mQ1LFEiKu5nW8VgDYIs5vS17WFCAVl
4/Dvn969gfbfn55KT82ArCZ0S9hUmV8+vaksi76RM+/qMle7T9OUuVgMwEvYarU0H6A7lsp4azuH
ZhdlvBu57mWgt3+/RYGdPQeQhk7NQBwgNjLp8xroN+aFKMHc+F2oqHIB7UHVthhiLiNUJ2HUEmlN
eDHNs0nI3npIAQEOy1ktakNcp66O+t0SRCY48z7CcXMh/TX4w34v/sdCxQLMfq9T+oO3WaqO/1qI
iwxNhdNa/1mo6I6h7nbimo9g0XaXUZ1DKicQvSTFnryqTPsMSSzhaB+qW6awL5k9IQXBzgw3nMfo
s2uk42tOhNpCU6NDrmD0trTgI9JlciinZDg5Nb69311cy+FkpqbzN8QeC2917j7pNuqLP+85Kwx5
NvWBhzIa4FdistlIOX3wJh/LAHlnSdDHnkbQR6LL9oo6Ut2Mip34RmzXF9Dmv/MUS47exLEG75lW
t2u1Ci1m4zmEVSmaTV866sapK/OiTuNnPphXhhzWMegcmCdThGIbC6KDQ0BH2+jW8ZpOnnrCsu28
RhUqJ804WZrMD3OIN+E+KA7RvRS6HP70jH5dOKmbTcfV6QELncr56ygcGMWkDuVkbX6HxsqOefQs
yQykc7KTNJ0J+djhpUvfCyXlJSLeYO4C4NxASnedeS0YvmydLos+6sjdCYJBb5yptHM8oA22l++b
eoRFjnTLI5NAv4jSejOarXWKR/u7ktjAzBMbll+dn4i1Jol67CxcaurIErIMGUcnfQ4V/UCAqspx
JravRRrbf6gXtK/7GbdhmR+6NtBv1B/ul+ZjplrU+koqNvArN1AJ/8JRgM9MuqibwMbDPAiYBAcM
yCiji+ckIUh4mCCiKPbl/0Nv8b+uB4wpfVBeH/pS5pf9TA6olEeafEBAxpCVPiLSSI8CZ510Dc48
BIo70wywgy9aCRXq9H4ODOJIErsD+EZJEvaG+qdK9utupDIKYgRsCspBlUrjy0WFjAWnfjSJrIfi
cro38qJ4/K6nTr/rANmASnm7v6sKSWsry0kYUzX2gDU4655zoV5DBd+PokvmLFkWfUNze3aEMR/M
2hwfPoBFTSdaUt2mNN305qbBN12rqyeVc/6/r8zUsF82Vn4UemhLS41kOz7yL5+3kvcpDVys6BMi
QSOZn6wkWhgkuOEVicnkvngkmfFOl2d+CpEE34c4Np2utYI16DIGYILg2p8VC0qLVkN5plE0XSWO
Jxpn99mohmXFJhhsZxWq8ZJwLEUZzLiyQvPNZEjftGNRvRE/Me87m15aOs3Z632voPkTF4l7DVLn
s4AGvB8EPnAkCSYd/bleIQlBv5/Keh/WRn7DnM3DaTAwmyPy7AeIco2T5QRyaHjgqyVI2SZTZYti
FQFnIplrD+7iQGKRrX1GO82pjdpvsyTiu6c/7E+BilR/nGNaIxw20mKxGrsd+VC5HuydCBsjyV68
C0wROmX8qEgWw8ZjOtvIIGfLNnN1W0Dv205yfqvTGriCO8lT59gPcylYXBcXEqxFvU7PYJGyC24y
NLm9k+7rnNgdDQZlJjt/quACNF14zFHn7uAzVdsqwh8c5ZF6Vq3i3KVDRmVPfMidG6aIQPg9379v
n8SZEzojBtabXj0FqXJVHPNSDzQlCUDoti3HU2JO3vRGe22WsG2jtle/b1zDjgxZcLmHtTMkHoHd
zSkc4pZphIGYRxNbl6zoPcyjj6ZTciC8qbtzi1bui2b+bO8dZM6r9ZrojPaapKg/ZeUScZwO6YlK
3t1ZsQHoKhWMH0JhbTImfWr6rYCCiguEJLOqypqdPiLbn+0+P/TtFG+NWvoFOOxjOBnFFvWB5d0n
hpxC8JYxGv/sm/kV/db1Puu3ZVT7sTu3V2KgdiAeYFEwH9gYZly9jXGwKaYWhPKMd0SzXA+Qv7VS
amyiR9nnt95CxRnTlSpb5O5GrGvHqCuhIo+6dRA9DlutGV+drmnOej00B8qFgz71lFBzZu1DpYlX
icx/2uSJPXXA+o/xImDJgifCxINDlbZe02LSUaPiIXNte2XJwCCefHBgHmPQ10b9RXZMgWOjl6il
oEQt54A2MN5UsOjg5Gf3dP9VN3S/pCnoxP9hmfjnrsD5Hz3Qsi3Yy/b45QyTJygKGtXaDIukzhHS
IwFh2PPNd1wJ2JIZDa2xWXTM+3moSsHohQhQso9I8gpikAPO+KrFVb3Sey3Z0XVcZyGRYSR8wgDD
Fun0rk9+92NUocP/w8X/jwMYEggHCCBlkanfS6b/OoAlTB4bmxnlZq5U3MRBv5v65JQUlrtGTYyr
IYCYHSSdjuWBmqiQ+Vaf6bdMyMpPPWJj+OGYFlpdeWrLPDwjv9/GCfT+YtZPBIVxBIXY9fF/uWqk
N5TZfPnHRjyMeq921cBVz2qM7jgzueewRsOF1h5WzbxPtJQHL5UX+NN42drqlGbmkwQVxmI+AmlF
UD67ofFS24c2GmxP12zyK/rzvd8Yt6ib//2araWD+/dzPn03hyRUDCykun6dzRA1nznlIvY1NGhW
CtbvI354aAKDBQ7LzmJ4s6wyCumg9385DQqvunQ+XKvZTQDxPjTr6ff5q7Vqmgq55R6mqtncJ1Ih
uCC1n3LQp7LdVRXbjZpifLovceGLaeLebgYgS2NqY34Rk7npcWfsiknA2w9yKCfjUJwAjowrPB0g
WBedp5+oufFUtwE3LBnNT0DJr8oUWvgbqayg+j1TbeIu6Sb1o3CDdWBN+mtIRpctHHkMEbWsaGsq
rwYcgk1nkuiZB/op65vJq8T8pwHP/2j96ybHMqiXqGz+qcuDfWiIRgoTPyV5achS1oYRfs5Eyh6r
jOfbqJvi6d7gDKxuXPVEluGeKwkA66u3zJbPajRZR3VMnKvehjsnJ5MIlIXiW52DqmqE8oeT7t+f
i//ZkkUuy8iTtYMz05fOf2GOkYACbhIMiIFsUQbOSrkzGIXFiyI8dyyGJnN16BzT3mDg+kUwC56J
JMdGRp2G41ZPwSLy48aXP1zaP4/9OiMUk9tJEvMyYf77yoYpEt2LhgrsfqIxsneSeilK8nJeT6Ul
35/IqnPwLdrGYw6bmx3DNQ4yQQ865SmQ+DwvfRXP4CUOWudQZXp5cWj//+Eqv57SDF4mBy30UkZb
SBL1L1dpsDU1deZu7sKi1MEO1iXxd2NWX+8NbpUYNDkYzRX9v34uRc4QM6pfUEQxv7O9OamV10go
yGyhpv3hNPwP+QwXx1VxhZbgH/Ip/35xtiJxlwzY5++bQ0h8RVcm9rEiz3M3GeVjWzftNZIm9V6P
v1JTbu6yMuRmR1Jnnrv7vu1/QFu+OWMfQ+Nh6qCNAc6EZUBOpgMRp210LmZhnkbY5vFMAMYQNqHP
UUqcO2eRCfKo1EuPvNUwqoSh4okGs1nAm+RnIV2BvLafWxqCuCPxGvV0bmodkp60A2VLWq555lN3
mYvRs4WZ94e5/zKZ+7IyLveImsFAPM7ryzb093tULuyDRl3a55Np+/aSBtbLKd7XRogDsO05Cyp1
Xp5q4RS/vxSl/aw2JTZet6An0iUHsHLW9v67cPnW/VcyTD4hSpPtkdaXZJTD86C2RF4FM9w156JS
tD8CirmYjIGOVt93D31bvYkung73b91FxgrYyMEg/QblNlGa6ThAVBDaw72NAkVg3JpTrSwBNlRa
GLUmaHX3Uwbcs/uH2yjWDONuarb332p2EOBEDuxtR5IeQW/qEwfe1Ov1bjh2KX22BNJp3GI4AYXi
8VBBpJoi9STNETeYaySX2MWj3MyoXEw6qTunApFUym8cK8E+JGl/cYrQvs0l4Vf1kll6Lw6NRoAM
GvABKto0HR0Uof+5UCdwjqGZf1Ncs91CNqOcnCFnKbGl74tebHXaRKvfn4XUy5IZ+CQPlUlh3wzG
OUhU61Cn2hJDYF4UfUo2bQtkNlpI61auGA/DWHUei0x3M7DSE1yV3tDS4U2SoMHZWyTZJE33FGnJ
hie7Aj2tlGcrm95DZDs3sHmjL8EH7aRWtrjxRUjnR/yITGP6BibE+c+lpaZWeobC1DFqSQZOTUTx
Jk7TqxrW2zbV1CemYZ8KcnEP1y5SrfzWMVGlyw+iULM6UMJDGr9ZVvdcK7lFlLT1irTXM9mzX3Xc
rBu9gnoaEAuwCXEEvJABDdEoeppGUzunbaA+jU7A/HZogQfI59hUo2dlnsenXGyE2R2B3OaHjpTf
c52E8QlxpPCVzjTeBDr+3G6fxNyx66bS8sOYMGcXfCm2/QCshRueA2R46yTPiZSwMVXRP7I9VQsK
X4hR3SgIUiBpGX40TngR6B86TJdYBRob2uc4pi5CXntAY6huGlvLr+oQFtdwwGxJcF+8Fq1Jtzcu
3jpASUOsYUajqQUtVm7vS86iO/IQPICpWr7UUtneX45+GvStphIekAB8bZowP0fipetMFZMfEjhQ
QykFK/NccJWPFs1P6P4D0Zs1Nddo2Md4qmNfGPLVKaoPMjePBLh1j1lRXO6TizSb1jTyGJvWWoMj
FhCXxpCSOI3+hboZH3qQaKe2Z/E2owW7pskRdnD3ynpMmGbrvBJOHK4lyiL/3jm9/6nO/YUIXarX
zhjifarrlOnkzgO64YA+2JW7TaBCQT1ifyWvqgQjiPq5IDImJrVWCFkdjHEWDxHGyI2BOMALRWly
ShOM9gKZQOPIkx/U+zt7nN+HxSHhap4DRvYxsksbT3Sd7ERmpr4x6/AwNZhDANHFOszbyDejxsAl
qHgThTExT/D6lJKQXcBW+kXatFakSGKQWpjWLbMUBCX2FYA8XnjckcynWyonJ1VOssDTHWCD8BBd
/TUW0XjO5/NdiImEwIb8R7u3Qlf1uxDGmbwyAld4hOn8ym0t3vSjE+9jXeWYGhYF0SQ855cyhC6U
Mwn1gKw4njpTFhAh77pVjL29GegWA7+8LwecK99tFl6q/nz0FLuwDm4QDgja2+GWyRT91Iygboqx
SWbm1ZiMb0K2Fck1rNWFgcA3hvEWkjD+McnzRAL8JeI8ea6HEymx5UWBVxdnzqXriIeXU/M4Ahzf
3yvAe21eJM7gjcYS+Ld0KHrYdgeIZcEjmE/SnkCO0V0hxQlAjLXO0m3lDvOPwEF5M8aj+URW5XYi
EsnD594ucGcTyT4dyxFH9q7iPO/b0UDAVU27eg6O9y+k/KQrs0ubLVQzWKYVgfZ5l6NicwkKIJOF
PRVFIaVLZI830CTFmskZqqz0WxYV6k+0tj9NQaAdgs2BZoZD16WjYW/gYr6vHiNx7ed0gnP9uxhQ
We62c7+VBuFj6E6JMFjev0oMYuVUzKt/C9VA/BEb59C45Dz8LFWaM2Uew4BlcWlzCGKAdt1tY9dI
3MZCsjBQi5aOZhCEoIQ7HLlSINJeNCw+9Idoj/QyHAWS2iLL9qORt299uo8mF292E386aGQ2TVs8
4IgKHqA7ELMTuqSb63bn2SUuzEJRxKGW07ZHPmUvzSL8rYpfzjBOBCSOUSuDn0r1cm+SkTqIobiO
ERzdx1ODSW7SosVqusbGCt9r1DSJ1y/xGkZIBFSm8XffuwZAeJzdHOtraZfpin4RdqHltgSLyXMZ
9KCYanxdMW73W5QZ5i+AS0SlAko6z7PwJ8NWjvfnJ7aDgWpdNtfKJv/IuY1z4vNU108GwaPPnams
K21zf88MuSjh3R787KTukjIKTrJO0839z2mB9sQGmK5S/2yAD6xSYLXrRRXYhgUKJIE5lpw1dWe6
UbqyNRzcdQxKQ29whROye8oy0BEY0A5wDvD/D8zkFpe7nQQcCaqD3qVL5uXEipz5cUM0BUeTDqs6
OgrmawfC1OCOrhVzj/2mq89Vc2Mkt64o0iwkHpV9jWzNq6MfM/BsZ7hF41/R5yIV4U/kZYCGX282
2HcY3S6dMDoUP+1Ho/hgjWIOvHJoXFZYq/tiVDkfgCOK1blbmeO3wcnNjajDH2yO0VWdwEa5mX2z
9QEoLzGSvqJrpzCb2IiSGFqQFX62dfIB0/p72nACKEK/qp2tBp3rEurTkSX5ABeHGOBk1vEZp4YD
nCmaH6axvRARJ70hIGWMQ3G3toqg2kOqFNu8Yg+3BWG7jqsqBwfRfi9I9zsK9vn9CCfAL9zk3Wyz
Sx0H6baZmmIdDNPWakMsV3ECpcRB0GgOHKObFA/JEMw0CtFQZ9Z85Uz9kC3zJNJoYRRBOB8piBTI
g+HM+SAgl6CdXsn6OVkRh/yKlibXk4CAk3lxAqq1TisVmXhqtB6qWFBgmMBfRz1/UVrttSMnUZj2
CjIO4hSbgG4Xk3s8jciY2Qb51EM8V7K6jFVcwnu2jwm+wimOHjif4WbucBVQ9o7ARzCId2uT0rax
7IcoV72qHbQb+uiz04pflj2cpFrt+d4vtcah1eRAQJp9pTeP2Exf8ha87BTHD6E1Pro64Dfboo9V
dQPzn+lHPYfsTq4coAigWxNRjX89vwCc5ROaTsZcePFQEyXUkfmN9RPCCxHmV0MachVmrgMR3Cqg
xSE7d9n6FMCWFDk+jcnnpAxuZSJe7g8KKnn6523C+KNTCcmtK4fstwBZUBSAQqizXRRutTJ5UJxy
lxSl35TBcbZ+uZa8uaOAF/5p9cGR+ZzPXnqFcHfVyZSno+rNpIo6JvwNCeDP1InzRLCGBAAtwEI2
1tvxysduJprq56lFsjgGrpUsuC2G/gNJHv31aNA2OUCBNJ4/aZyfCdd9kqr+IvQE52dDI0WrCeHq
9zR8tbOM1fLYjtMO4iipXMg6LbAF4t3qXNiq5RR6Vu3Yj0rXK9taw/g1kFOw1pqSyE5dgxTVNPGb
AsACJJ677l3DS1Tibeera1/N8lcBTBbCkp1ahxhsfxtF30ZS6Tyhm2dXHzeir8jFIZlTH3Zm/RNk
CnSER1QklmKeGnd6SOTAYOZXR+cXVADmBaMogArhxSiy9Mk22OidTm7H1mSex5bX9xXMwC5b5Xol
9lYM5AoEdx8kym7SnTd8LpbXMFWM3GzaZ1aHIXippLLxiGVmJgi5/OHiMnEY7BvDa/jSBij0LyEd
UzJIdYYJgVDXHdQT4ny9nAzOIGGB4FzO67ky3fcuzd3XUJvIm8vHFyDFyjGsXbKs8lx+6AFTHRlO
SCnZ0pV66B6MqL0lVdp9pAM5SLEiYJBkbX4oGmSJOC9P9ILSTV9bDZiCqfcpZh/HFh/vgqPXc/Fq
Cei6vQmNy9z2GDIDi5QRi5c1hLyH6bF5r1VQ2hTkBgS5BprqMNqedFkhl7hBv17nyvPU8+NaCRyI
jUzesJTBmO1010NxkfhJKK89lprWYWMiPfDGwbPbg4RUN0HdbDBmriPJTWSHKLZjrOwT1zX3C1lo
RehBwvvjHIB7QwZvgbQJeEpWtxub+bFrOjaYiRmCws0rbHDhQXlxIzAcg5X9mKR1RfmOmYGuWidH
3yIzCvRaOBU7mhk+tK2VWYfcdQcrNAei7kdS6nCIMAsyLReDxMBN7IUAgWvctOpDlfm3KHnRXDt7
ims0aag+BhU7sxDXhb4+2OjE6n73mRQKFJHiexB0fhgQ8pvPjfkYaxN4bVt9cVUiakfClDX3e5pj
KHeIlQDMvrRPKUQhfrTQpZBhHYZKPSpGOG9rNflZ95Tc864qLQiddXDuIxh6BdUSAkCANkMN9eaZ
B8beODzIBDArk+2PuGj2RVcOPMdjcgidovDMGGy0jfQn0c3msQvmnUrs10seUixGtir8ziEGp/C0
iuWmJLiBrM5UZyjUDbFzItqFkQZnWmaBM6zw3pBbuwEKluUENEx6yjAqf4TT+dlVqe6XJUkHmVEq
j0bZnHClRcfes5KTqIelCMRNdpfZPyUwvQ5jcUt66D3iHOj+bEbrrGONBrRnoKSMAEzxCGw6nkGF
Na4KGbIAjVMXQFfgrlPt4OCyF+R3guvzkwR4ilZK+L1aRkxfyaI9OYTbE8WVMH8qBj+Ocj4atvVc
UQm90bFyFZx/eWo9pDrJCKxlbp+GMn5xRfaIU53RFI1gP9OMduci2cfdoadHpg5kmcbmN41+KfEr
LC594OgL22RdLD+5iGBQ0WtOqW3aMJ5ei3Fo9koQ/mxtaMnqSHRQCMjYR0N9Di2WazagpybydCV9
U38N8pfmPMas7eH4mSW0ySfgSwAHLRiRJGwxNufPPauoCm5TyuoaOeScv+b9XyX4DmRjAa+nFWUH
KmjwxTVy55QzIN11MmWPnRUD0AftWLTg4VNDLb2og/0qgiah9d57DPrSV1FaOt1+1oQz+d98ogMT
29Fp4dqI75JotdymJ5DUqBuajVTPc3BOXPtoLNaFsr3KhpaQUewGu8xOALIfSeXCRlcRqs1wQ1O2
y2U5o/EWTbS93owKHXxQA7WKaa09chQgMALqszpx6pf47cg+J06SgKNbYajKehjHH3aTfqrgMLdz
N+5GnSOk06ZIs2HMi5rXseZHvyTIPVqAhCSLVkzg3BAEHgckW6tXkYvZ8XGahnUHIrIZXjr0xMlr
UsCKfzciU3Ai0GOPIIj+IVGi13rurPWEs+wwV3J4G2RyLgCS910wXmo7IdO8wk/OO692nL7Y89MD
Prmzk9g95SY4ytZR9bc66h5M5dTq2bGYCUZ0wm9NS1+zc6MXaD0h5f0qtaXYlHF+tFOGXVEBE10I
FDnRPO/alg1iUUgAeN4TWKPnwM1NUnTlRGDupgoJgXXZE71ROaScUHJIURtQcyFJJuOCh7WNY8w2
xHUwBatBwmD3Dh/rZfbP4T5qBWLvSPOXfIdM4IQsGKy7elF5hqM2L0jRgU9Wvfih2H9VvJW/nNK4
URVSGetvQ2WuzPxomhSd4Pc9OdJZOSDmKxOEejm9i4WR/lPEvp2T5Yig9jAaD3a+d5W90J47A5qY
9qxmv0KFoz/yEI4udCMWKcOxUCB7+1Kknqwggl2ShvyFh8GgrcLOpc+7UN8qwQG6wdS/GOUtzMlE
fkVflin+NIJk3Yhwo7FvhKQyRzlJ0CinB2Mdtn8Z5GoNAFeD5qeA4zOw82jXyXmflsAB6zuaWGSB
owVa0DO6vRTHPnwPj5Cbe0bNjGfsLdtg+xrgx3c2vIGieaMxAVQzJvWvRLn3LFlyof1yu13C8maQ
okLtPPhtENANhYOTiQW39/s8TG9pGc5+zw7pkY/DbKVw3itrPBdxZXrEe9qkYoSA+bEm9fk2FR2f
V0nFVYATDDUWx/YxaTRtO9mAO1PX3JRJrr+aZNcUakr1bKFMJ8eUTJMWBZ1S/sy65f5leUyNlO7h
ybl7zjqoQidTXkcqlW0N2TVTPFSd06qCITE67kNLK8q2TyMvFISoQlnndCdn/ZP5eeJ3VQfhojH9
SFrxKcfaeRgHy9qCdDev89hiwSFQSvb9cxOY6GhRKJ9d9JfbgfylfcSCs+5lUD4FJigW04wz8rIc
UgPseq1M1dnotb2qc0zOwiP5JRCpkZSROwjWkQyEwZsFARnZ+0gccIUYy6TvQ2w6KahzjOWm1KAG
T9QKtwpnb5C9oUtdccUefeF1RrXT5ECV9vlA4CM22anw4Vl6+kDQCKoC3u1dala7Mgn8OsqOHFYA
SjZt8ogRelxFNVrqDkMxugLCUndZgh1hPCV4LJ5UJCsza0K7FT35oPQPwK0Dl6mpvWcQxJbXwRGb
zRfWdQfa1oCIDPkzIt/6RB7RuIYi41lG3Ppqn1Gwk23DQdQBhWsyLU6rnmqg8O3aWgdJ7fHZr9QZ
Fr3b7gtjhsKADbmm9TACsjaKkiYB+1e460G0GozMMXFtqrY4yME6x2LcSf25DIJt1JvbKVA26VLG
EiDQs2sv95l5hFem+sYaeP5oT7ls8f3ymbgVdEYefc5gSR5i4iOwHMNjzsgdhBXBqG3xAnTa0p80
vWFGxxtA9sRA4nrBMg9GmYK/2OqN3AQGVcKIs7fn+YSpXiiYExN9Pc68xM6pKyklAeAXWrJqGfKP
xSM9W0+PqxOZ52VEFQj9vqm3dWUe2Km8UELrRceb12f+F+ff4um5hCkfkBGtFfMC2aIj8ZxjH89b
jpVHCNTUBwiNB7lGZgpFwlw7slopBtq0vmdKoeGgzX09ik8cGmge4mUkJ9PYBS2p3ezRFEfwNXhL
CXYpIM3JV87u7ETmtkrSU95fxz4LD2lcNI/58qUtxFsXHNEk6H6KOiYimIgeRV+zn3Sbygnpkn6n
1eEWAytPrDDpljuwo/NZcRONKm1aZ7jv11IGB9VKj21mkJA0rZIK9ZTIsflRtPMTZajFl2wdu6no
cas0HkIeQrGHXLkrhm5jW8pGh0Geuz/awp+ZBM1DiAGSFq50ifFIOCU7G1iyWIsEGG/D73lGovDD
iG8pTJkGQC6qdILs8RQVOe6EllMoqN8e3TegpHRSPdc2vDowvb67RtFHWzxZgL2p3NeFGDe5fVvg
Mola0kNmjKxnmOatVZt/sijF9gPPAfHiJMD5coRtHJO2oirWCTQ9AIdoTr0pb84RF3letvqc4zOZ
MPpfiuQ7Ci8O1sfUJK6dZa0WBARPdt5d6rLHBFNlrJ38LutnjSnD4LQXBslAt+mkQWOrTf46Cc3O
Jr6E6ksdPlKD4WmiVfDirV7fh02zH7K6OZM1IDZyzkKqMLYPIJhnewrDn0ynHiZBqq2WTUfCiDFj
1GMO5qOsu91U8Nn2g3iOy/TCW09G3daIYQc1/TpwistgqKeiiQ4OvbO+jU8lLUpYh7SgHTrOQ3oL
mkX6O7rk7tY6lZRYklPRQlzbun2xJVMYvW2OY21Ol37q34VWarfBvcEGWEDez82b1RdXJe2OzWxe
RNgdA+UHzHMQ3vkWa92Wae5RgXOtRn8ZMdUeoIu5BB+HTbVQ3bWBrakAPx929gVcxIluP+vNc5PY
XtEPm4ZzGT0qJjjXqf4Rkoyo6U8Eeexr9OSqJCuGtibBKCY8WKoYb+QJCIZHejHUBvtc8XK5wRRZ
0QvHqfldTbfUrBxHh3bj9uO2n2e4ruEO8Vd8bYPgte5hOBgUM547EuFegyGDCZUdarN6d0TS7s0B
grDIcUfprcVZ2pke4778zHtFxdwTlld70IprLurymph56DkmWRv371WliVQU7TkIxGIPMcg8tEEX
XypmZCHj0+PY9Q38btE+uNMMlVIxm4e2ZDrbwE9ia8veIKSEiIvd6onc836HsZWjwA9wkYQ4VK3m
uRH/P6Vt7V2dNN8iBgbXgeHCq14+ZKOwX/hL82NbZQ+lw9tmD218dcWsruOqPdZlYJ55hjEvzZfC
mQl8lGVBYCAWl2yqN6GpZy8O4RtkD76EtBqOpO2RhSzH0BvyLvZbnTRoY9Z8C3fi+1g6L2G0iyN7
H0b6x0DL/hwAu6etg0o6kFm9LfWjY0UNeV+t8pTlZeFrIQIx0mK7Q+QiEmSMS0qbk/2STjodK12M
x/uvsKNp215VHuwHLQaT0rD3mzUhGf0AhDmzbQok8Ee98DIrteicWibty2uvJtXZpP1dMdo7FqJa
YNe6SWlk0S2DdRlv1cKnqqvT8nuREHzexhaF3vIF7es20Eg6MxODs1qaFadI7YsTLVgKchvSYkki
tdb9P67OrKlxJVy2v0gRmodXzyM2ZuZFAd2geaySStKvP0ve90SfuA/bAQZ6d2NLVZVf5kojhjpN
f2YkhXzUPe0qcfhTwya7faftauZmt05rtVWYuQnVQ/Dzy7gA/NEFCSSm9CsmWcdgs7e2bolGHtEC
iyzUiq3tnuIaCp4mITExZ+HcO2TF0gs6XPOCjVeJUjXxSkAzt0O6FWsld/pQX9ONg6YaxyT/GnN6
97qHXJP8i9tnxTn1PGTO3oq66VI3ZXWasoBAjDGc8Ux2YJXfaqN4dLsE+1OM2VlYHEcbn5JUW+ju
kus5X4xdtbdqg91j58LygutrJylaVWplB5aaCpIZAyE78bO3KW+uxA/G/kNJ+RPXU/YQp1Gwaupo
POddrJPa17IT6Qn0Ltd+dVmOV8g058jwjq4av+hnhfRtVnKDwz47uGbzt6mKkCp76MF+MiD4jRmj
r3TTdiZ9q6UVUh3vVnD34o1IaHuiS/lXpaG77sf8WGkuWGxQtdgEDVSiJCwO94/+PVgz2DKv0m7j
spNJQq8B/rqjPmWFqLJxjLR8IPaYWHBivOCR6wBsthuFq84bvk09wx+b2cUGnABAUZsilWiy863m
ttpbZHJy1+TOaYNp57cMjFDoLrHBuUcYeCoHjMUws3YKOuorNXocEMWzEeqvaEXmuu0Hi9c5MB76
ztzmOoTCKbTTqzeZtC95/P6ZElzH9juK6aPsOq/fRWN4q3LgOp7jM1DJ9fpw/8g1wDvnUxAu7oaR
htrjVTHUlJvaMOlLsk65soKdGA3/Remg3ffA+oDLiq0D4QaDpF3jNzPpmvKh+I+fVb5XKezD11pz
2DwFK0rtcTOtBJKRy2KfDmR1ZbOZuDKgDafdI2UwFmu2F+9ZGqP3mlmA7Q/tJ/fDcXM2mkjtvTze
T4GsH73snQEG1H7r2TPKYGO1jXtGm5zAVOKWNuXJ7edKHNet1r0d0CKhd3KT5dB8cRlFi1oEEw45
v966QXnEitIf8JL+eCpSS5YX+BywpG9Es9d+pQUM6K145WfZq9EK+ziW3oNXJ8VjgaOcfzOHa5ch
/BsKMmnb+jVAUjjOIXyM2QtfUa9Y34o8KJ6LtoN3DUJrmxv0ShrC/bZTn3kSlcZBUE37xNtMvZMc
h8K3NhA7qnU0XcB0zBLfizKMz2hnmImHmKovi4aXFPnR3fdjPb1Cfd2oIliGifFIuUf3QG+GCV+B
OVtcBu0rhOMbicVH0wYsPkgx7XJgHsvGwoYz1BxCcqHQvQn5IMx441OgDPNh3nfSK3vgNbymYZJ/
cGvddmGPChlAA4qrmFPFuPPZSWz6HLoKWpye1w9V41UPOarHmiZf4LoItAiB85P835190FsXKZxd
3eZ/xj5+yBn2ma2FXjT/8P1B6DgkRNmzFbKxjchT/6dsi1dKQV2mrDlteWuC/+92JT5rTxPrIn2e
+5FCi0KVDmsBLNxk03tEnic/X3dW6a3rToOXHZId0fvmbYz8lyEH4eeoJt+wikuCVkG1MrE1LQnw
59QpU0XD4G6NQKnTgaC1KxCGDzGNEwRqo5+RpmYRsY7X4ZPJbrAy823bNdG2dy+KqRo/yrFemjGN
RdGP1rQ7i/CPCTprEUFAnvK7S7redsz+TVrbHHJvk4b455akbXL6mPA8WQbTS8S72KDCEKyeWtl1
EK20DvnI8RjxBee6m9RGBDXI5+wPrrBL0Rr6i8WGoxZAC8KqfUzYj7eUPRmtvqXixVm5ddwvPBDu
VKP+sd35PKWjQjekuPwckxH4QBt4NjZvbc25n5qJiiBFunRkiwOeYzgdDY9AeZwlp6cKXDR/4QA3
Qu2lp6HEbJeqDdzOsNZe9QqC/lRQC2iFFVUsAYN4u0YkSYnwrQwbhaMqjFcrLYBlT/FhBLmuekZG
efFQgA2oy8R8ZslhKNuFTCWT9uQ6mFv6tOJmI8p35mQGs3HGfbi7NvUE8t7B+8rv2dtlJM4udd99
DJzCrdz6LcrCfgwoMx16OrHbuXLOW9MzpW1aLbJf26ZlGM3URONlpJ2L9/CuMvW1wUsQGe/hqLMk
/bGZD7gWDaZih/NyLSx7YVKR5NpXL3sG1beK87NuvemIGxFoEI9BeCo8VHMG4hqsMdOJDw7DizZM
fmTF66Ln2iswsuIo9TR6yB7DBvlx7gNiB/HZgcweJhJPXJ9uGB/TCz1aFLcaoXvlRnAJcj9/icr+
kCofREZJ4XfG5Odgp161DajaGqfA3QDdmFAcJxAMwuQUQaJrXxD6WwDPi97glQXcqiZn37QcnisH
P1Zb1+Veaan2zMDsimTt9T+lmD6QeJYojvxgvBkZb9qIOiElU6nFdaFfi+ZWuti16++R8IZGVWaU
8tqbfIEe2f7VDeVKT/54/DLizCGneBudAB7F/SQ4lTaWi08RIeInRAxCCGikD4E5dXB8Ou7gXG+s
AgvTxu93i+scbUZjY1xryTxu5E4FMJii0LTR9rTLr83sCqdz1fE+7HIoJwgjXEhu/mZwqJTuumkf
AsPiEPUFl33X++6ynMjl4tDJ7b2V0/uR9Lp3bdMhOBdbz2bRCeIo+2p5T/nRcEuGuDhj+sIAUtHJ
krlW/BWF/r53/eAFcl+3nzKDbZD0VkUVa5+G3y2kjV8idrJdTaQwiemT5zQSg5gsenoAUXSg27vO
NczeKP7ub1qz9aNDGDir0uGNTicU9RDja5t7z3Ya0ktUgH5rHP034/6aWjmtbGrVOtEHBr99E/0C
BsLMQOlLimBsfPOG1ca/E5PqKlmoggkdWm+fAB5k0SzacFOFtb0yg4FKnZbME7YA3ImR9LayGODz
u424aeFzXory0UT0PUOOZ6qappvkSNZg5IIKN0WnP9EU/dJbZY5ERq6sn3rxbU+A+VsKuNlAJvU1
woWwAGqT7jvXwAgO7hnJKBk++tH/iTEfX2vZhBczY4R1fz6JidAoZtebJn/SVHPu50EotF5wdLr6
kHhmtmnTYSSYP+XiP+Aa7Z6N3rWARo3Nf982urhIOlrkY6MOTmMWjdcipFww9BlJUAOPRTSzHrN4
eJxhf30S0DAEQPTRUWTMOi3tPxlxQDynGhUc2kMbZAw5akb6r5yTFy3rG9K8jV90bueqBouFxSVr
lm8yAFK4fVyxoIQFYnq80CGygkZc+tHz6LJDi96D8dUfX7w0XE4+N2D+a+duAt4+cLgiLjMXH4Vt
U5kZoV/qJ8c7GwyK655eEcWMJn3DfLDUfVqKAjqsGO57tVo7FTtDSPkd9qzg1DKR0xgXGxxBeok0
QUisVPCeg9XQDhsrxr7XrCo0OOfvHJOxO+ZmEqWxHgmhIMAwJIsQhbQ4QYu7VtGvRcWGzD5nBZ5y
vHWEEdVgHK1w6SEkQUpdevThJT9UyS2pu15SW7GgumEZ5/mmSajEdS4xZQrNxNVBqescbfO+MWqt
mjGitKtfeXzTsWWL0Sasqe/cJVPjgdn+QmivDrqXz3ZLEOmL+IW2TBu69olgHX/zcCGkiWz9W3GV
pM27rL66QGNIJZcg9QyR4sP0gVxcMChtRpq8JlaZkNpPk7FDTcd4aPrUc/y3BBYe7aBcToIKmGHC
gCq3Fud23K6849JVx01+njeyTKwcBnOcSFfCAhygnnGwlMzvM9GhwGNINx41IJBSfqDsMrKmKrve
cyEsMxiu1pDMIvzCbpLV4Nygci06+81xIWztNY/3aVbsgghfSfTkuc8RJVhKRxFpnvhNLhr+LKNu
ScDWy4nYYuTzrueuqdOYV9uf+M15CbtFCml7pM7DX82D0zE79Ly3je5gVNbSxYCgGojN+s22KDhB
d+EfmaUBk1GxrNjKudkvpW4gsRRYUJQU2B8e7Z7807UByWW+nhjUqS/X/rSiP/QJDCDChpdOMmbV
Hvx8b+HwFPdtwq/H2Zo/R7igvy0sqe0Vx/zCrb+a8uD4+cbAccRmlDoy6G9sqFv/O9Wb5QA0Iav/
zj0RWDIWFfYDzfipqWBwGe8O8UuvBYSR3AUhWAKTGr9NkMEN/xNowiIesJ3AEg6+Q/fd9+sltC8E
eYuA4HqyxMbNeccnCifZT2v8ZgMjDKdY9XnFTtykoBauWwndNbSXFVxiTt99ypDT0mhL4sWaFw1U
55aBmcObxyrZaMSrwL+NrkLNZIBX4dBtSO6XNgOVAvfVJivTeFf60HqdMngodSleTAM/SUfgaOMl
of8R1q9MaSmWrW9OWODMbnoOQ+aPOQWUVdrqmZSBep6SbjU0ao8PfngxJ9Oi0SJj1kQ+/S0cjM+Q
t+E16ez22becdeek30Amo6tGicqhHRgudm53bm1710+ptudm/CDjILtR3GQzrhVHvRmyW9oU+mMQ
rDA1N6C4AJ4x6ce4GXM2Qy/wvK0CHnnDTJjcMCzuzYgKM07nzXpuJb3Vk6k/aJRaGuCXbveHnh2Y
K5lhRJnQz65I6qPpaqRsjCF4NtqJpYpF+YcNMHtMN/ymgJw6DBmzC6URZmcg/OycwfSvsW/WvHRS
fYuI7+hdIqBq11aVcXBK63eSdAd4XZswLHNICyi7PuvGhHDN7KQlAfrSJAOB1TH8SzfPRXW8UZnS
59tI6e7530Oth9iM4w187ua/p+/P/PsGe+YmkpIclv++wNqO2wVhHEXYss9qfpiGfBepejrcn0oF
7S//fZVCQnRdM3u/f1s3lbOm/ydUbcUgM9LPlueokTuR/z6MTblLlDmd719opkY/VwmNc3HYUHqk
CqxvxPFw8r5X2aBvXdtrN4YTa+91lzyL2vqTDFF2NBy0rsAPEZ0MioOK1k0/NFc5q8rLvKUz159B
NKw/aD4suMwoAuSmLUVzGOP+l7/Ch9No3lt56Yefog5/oj6mya9L7F1+0cZpuhql+LU9IT9kP20x
O8AOLs3kw2T1V217szv7uxrrcD2MqtkMvsavd0RnN5vHwgpvysZai54mDikFlSjBor5kLrKnqxlb
+sXZOYWG/SVccYBGQvlRjOI8Udy1owop22IJVO9moFZOWVGIiLsi7WsGL7W44Cr3to02McfpzJse
ZM1XqtvrWKd7UQ7COmcaCSUzM65lRBsKYWMHKVXu4Bf+DKLrbwDQraWAfr2LRDqdcERMpzhCUV+I
oY925AlNddMKgDy6jw+gNJ1FRJnhQWUmypkVJPWhJy2yhZy7MzRr2XZ1xny42eZly/mK70wnb02E
J94NijjlnHY9TI5mPbgeVUKAmu1V7lhnu+u1nVGH9lbWwj/fH4hMoWiYMDoUlt27HHR/0MIEdcaf
TmilRKlCR3DPbTNnF0raGMxZNiLTJX2anyncziBE4P9HWbr/sJOjgkA/PE1Bzr36/mflOf+j3jNq
Bj98XxVP2D7LVNu2JY17mHy9DdYwn7tGMgBoZdqQnb1GFFdcxbzZqs5k26sd7ao1Hj3DxsrG8daT
/bUiJ0GtpzTWzHYqivHwLBgU6LX87sw+NJZ2nO5H2f+WLoPxVnowCZLHLPXyDdxyuU4GELe+Ni/2
U/kbzZ/dn4rkLZBbNEPrZoJLf3bT+qdilHwSqsDyWDTDjmBMsiI7Vu7yJLae27wChStTkivzp26G
x7b1GPHeP014X17GwDjWtUNwqKY7IUZRffLbTUxRWShUCwOUeLfpIP77yVR8jEYDKKIK4oPhy6Mj
RHtJKdJY6rV60EpciiPnTekVOA8T+LbF6L1FxaQRTFnkPeL12Al8ZoO3wZ+pcV7VvbPVm5LRog1D
s0yT9Wgq+xYbNF7C3WMBDirMEr7q30VqIwx13fTlVpiMy1KxIEU/qe+uxnBEcKpy6+zZMB3YSpGG
al3Z7/3efBDzZ/evEsnDGNF3vPMoS8TnDOxt9X9+7v7h/Yd5Y1/tRpX7+1P/Hu5/luZZtBHbkEP/
/S///WhvBMU6EnW9/Pc/vn+1NcdLHeXxtpLR1vfszyrDmQt7gZZFpQmUGYZRQFMohOGXx+BeNZfZ
4nWZhP3Qcu863D+rvG72t5jajhmEcUyd+jGKA/dql6fEm5zHKjTynVMjC4B2sG5uR2o1aMZ010nn
Rk9r/tkHcEoa7mSL1orZyVZT8dgbauYz/Ew5PKO4CSQ2Li5/yO5/OUmKg5GjKDmTFIumzqxNHXwK
WxsPXXd2Bwrfp8iiucrGocGNHg9uk/9pKVIl2mFuPXN6oMS5OBgS4a02hLYJsq6lYwPVwjTtlTGL
GoicCo61jfGJunmjz6ylpYd/3DSbXQGyOYmGlqxgqvt1S1Tv0GmoLw4tjysHqWfjU6e2cCPrHS+l
tqHw8YRH90+dOeGWiIhPek6+mGGOXtg7lEyyM7TCjl5Tx9zTxiiPSdzWO7NtzmHWtpdkbnHQp3Za
VC2A9LFF4qdb90IJXX2uzHYXYgvbRjWusCQSmNVNXDt19S65RW+8oD4VXr2dmJx++BY+RitL4z1Q
Glqc+xNJA/tkizJbYqvCVWIPLDaJeIjaImAvkV7Tiqu567Hn11UEY9mJWjY7TnEOKQyqqjDBtDg7
EpRMV7GQ7OA8vK0sYBrWn3jgfpMtvcTnXCckm9/W/2MN+EMcF/GbsfYBI1WQM+4whIcHPgmO+YRp
tBw0XB3V9+hq9OiBG1+HSlS7Mvf2fc8ho8wbTKnRU4MzYsEq9WuW1jNG33JTDuznsYktSvIfcQFv
wQPsmhJO3zVOQ3dqyx9ohv0p7vT8wSGV0EheLDAUbI+tZJsYk9gL4At9Lo1VZ1F0VhEjYZnRx5Mo
WRlTLQSoPX/qDiEywPyR9CQb/n+fE9XVV+rJpNaUDq/JWet2/6IC7EjstMRGTHh1tD79aiQFndyl
24UNjmyVmmVAUD/BYVJr53okLtkqZV/Mzl4HnkA+JJ03jG75OHDEfjAEg6P6sQ/i4WIhTwGN0I46
qMYFmzazBxyA6s59/rkUXYwtiKhVGmfqbGTT9yD1flv1jAsHtyUZyCaa8m/0+EwMm1yjRFfX2q+a
Yf7eNn6xRDenrA7k2SRB2Pnwh5sw604FwsUeZxpR2fLZtB1+MQMjL5ETO1BdxqG26i5TYG1tUegg
c/X3Zl4vPSt+KKDFw7P5DGvWr0HDd6B6uzqWnIkB4aNQJJfcjp/0Psh3KomYzZbpbnAprYWqeaE5
RfP497QMBvjrcrC2HTIrrnqyo7XpRtWtDk0QIR3RNVyKuzxssks7MIKzuFltaHu+RvT4rWMN0rL0
Cb00QkxYuL3xlLqs+AtGIrukFzRFT8muFxZm41C+JuxGF2OA68BliVtEnKZJr88rQXv0B84Qbe7s
CqdHUVJNsca+rHFcVbIVx48GMs2y0biO07rM1tTnwWQ3EGfdgdDTQBylRUX3pPfrhoV+xh5fMX03
su6HGXrBpGiKEm1dRlC/eurrCTLYfwuV5gemJ5s4A8VPKcux6jBy+bmRwBQXycqMqoYKWPFCry0p
OLogO6xWmEjQUpPuVI4unbuWv8jYIM7nVKqD0VacnlzOUIJrgcVkbCacx11jmNuhhzuC0ypYl0aG
34hTSYQ4oxs0LgRz6UjTOJybp2RDZoNirzLaY/A55x5ArhwaGx5l2m8SAYq6Cbq3Xqk1/DPqqryn
AnDiEHJbJ/m4l19DP+pnMVo3drzlW46HZlEVonm4f1oa717l9zPsADCntNY5LOxiCORjnIzOOXMx
aU3Wc18p51W1LspLUmlbClsPTNlQ40hmrihlvpkkJZciiD4wEJGt9sd3K6XPvDAMb2X2vOJ6TNml
9+LXk7OI2/xMczUXtDnAomptgiVoGRKTXK14M+tpIDkx66ciArko6XSZZ7hI9Akdg36csY4UxbVw
KrEMBv+1VBywGbTaa4VUUMTxUiKnAcP09w5nwZUpB2REaEEEekhexu5zFnkFooP6HqPyxelqAK7l
V5+2jNMRZxd4CJd50gps2xSq6FnEeycO/1oFCCl7nkbn/hM9Q2LlTfvO6cbV3AWO/51e2w40oFc+
DInfHYc+eIwCsem0r4Zb4KmsHXM5Ubu2KKGmjKVrEIQdLq6w3GtpeWs/JWCV2qggvUJ4GaRhrrgx
DAZN21J/MEghVailHjD8JTUxe6L7F5UYFIm38ZPhTt9JbGCGDfx2hW8pTc1xx/W8k4kY9vjYbkb7
FyJcDjwTmQJOB9ln2tdXaoZZDrG5yFvyj1VjLMRIe29WMbqg33dC4xuMtUCxuBit/0ZI3j+wogwH
oU0vWhBhwyV03BGpn5ygJ8sKx7ApyGDqJd7pFjy5mjIg9Z92MVqrDq1Drz7cks5zCiWeKfoM9qON
XpQ0NEFUdfdrm+V0tSg6y6ELG1mrDlkh643dMiOosYXs+i5jY+FNXDuBdTbHxHvUUm6oWnisimaG
eIXeNUsb/1o3wy+ww3CfzJ/dn58IAxfYJdq+OXlBmmPN5sacS8RImf6/h3r+yCXd1pMpQSlOK8VN
VYfHc4fypHGEJ3J+uD93/8iF2Lk3jZxB9FAcRKp7y1EZ45JO4mctoe1+MPOvgI7qR4vjCZil/CI1
HBWWGPcAbbqV39f9MTNA3HHwQ1ZXxg5gF2ZPF4YMV7aeug9ZrOdHs8A8ymCFD4sQ5IrD8BOr/JwK
SQBLAIjpya0iRcSKia4D4PFcdTYZKJNfcsnt9+BG0a0cIHEUfVcdWw+lTCjKCmKhiXMlDXG+fwQ3
kbVV8lb0LflO8CB9476/A0FM1jpFz8E2UK1U46SvBleNzfVkMfz9Kfj7swkIv3tyN3I4Tr43HouU
Nq4RMFUJ8X/Ie4Hddn6ewPH033fogWoPesqJYl5hcNlnF9dYTAZGLBTZ/PLv6Sporrnji8P/97wp
EHMbDcLF/afHwcuhJTnYYzrzzZ5Nm2n7RupxHnOijt2fdgksb0Mw1Zs8NNylodFAxIlPP9wfAi0m
pRHqOgosrylCwf3x/nQmSiIBTYamOIXxw7+HYqLMfbJYk4ogKPVFDwtEX2BcyvbtpJ7u3xg6BS+d
KOlWbI3T1LXcdedfvJ93QNYabXV/6v6QOo21pZuDDE7FsMt3fehDLLQxynk64AAeYJjVWr2tSqCD
DlYQnKf2S5HW2qlzWY9LMODvrsrC5WhN0XFEp3qX36R0h7MVMKyMxucw1MQru0+xMbTw28x6dcQI
U9EQa4xvvu0NjIECd1vPn04u4wKSsd5DCHDkVREXGssRG7KyzqOPIfW/7yIsh7eKGU/dXX2TUh6o
hRNmenC2Rk0Qy1JzrXUDx4r+Kfw1lVz2Gp0C5Rjm25SO9hcSqGzM2VTbnBAi9lWXLGV/F+Dp/hD4
SJaDW5A36gFFx260uT8/ofNsgwCuLMWwtJFVcp0xsHn2qjedtNXJT9r/+yAlpIQkdvBzpPQA3r9q
jPr/fgvdUvmqsEyG8RyWOCrzw/c/pq3Kiy2JOEjckZ20PSSPzL9aoUMk26vUKmN/eSrKYUsiGat4
WMbb0SvGRzU/hOh/OOmzTe86Ey526TwGityI54pH12GeTzvFXunlLfDndNHUd4tKDtU6b+jlZipN
XDAbBa+m3f+JxFvSdOFXWgyXXuWXDkjR40TtyKOZC0qE34TbVsexCnVYdQY2Ul+vHxFC0IsdHBvp
QNAAALH3cH/gENNufY3Ekt+NvMDzw7+vVria9SlVxMj/9wf++6iL+1UcchP79wVQ1f1DkK/o1o5v
3Abi2yTzm6N56tTNn6F2tFeZC2R7Prt/V6qzaktsUUgu/ZudYVvK++7JCYcKxYZwhWvAJQ46wOGa
qLNVSoJxhTOx2cdBt7kbiO4PSF+CXOgwLLXa0/fMtZfK28BOkxdQ3i9+U6VnJ2H35KV9h8MCRsIU
OCf+1cV6MExJyTT7V7+dbf6oEFrf0yjXm/nOtbFwNy3ktRTvEBzhZtV7TH6mwOftrVKHoXqpNqqd
ioVUOJvyJGWEHfSvk27OHkZQz94qVpk8mTmXLmZS79yn10H74WCpb3Fp5MsgU9+5tD5b9IaNBggO
Rq850kVZuscAy4mT8h6QI+dRCq2CMvMPShCFbDAv+YMkEAwd4RzB1sqj3D/YGVdZrZePKRszXJhs
2BmoHvCuP0oNpETlDlwh7TAPwzoi2DYLXWY2MInnzjVb8nYoFGqGz/l5AVkgOZDq/bBisC0c6Lc+
lYiE2dBVa/nDlD/b2ckly2g9rziir+HvUbrMi7v0dUGvCaLcKQreIuXqu5j9hDsfSdBPvuipoyra
tKIVREmTN42zNq3QuPUx44quyf4mIuqffUZGqRtTMW8SmNNHaZ5ssmHHkkiUGfvjrhq/Gy/dh3rQ
HtL+qbGs6uiaRMCk4bF9zrNll4qNrxeYpYS/7QU1MVXtI60FqX4w0uLJ40y85gVXO85vynBeOdkU
nIz7Qi39qvodYsEofzIYojTyTeeom/jB7MTWHdi6A71UNQjy1CrtQzU7nonLH2EbIm6UYCPUYOdH
I8Jh0NH6yQI0Tx8wsRw81n01NAdPOHOPPXfNSMVyW7aoZH1x4+bQbKOK1V0zOuelssW+i5pvIDTV
Iq/hcoXsfpknaWzWzOyPtNyJgz0xeFdhbMvSpwwM68FUCQ4w7pAY6wihjSOJBjFFmzDlRgGKLl/0
XrCBOMF3DZhRC27oFbOJrbIptaxypoZ+shtzbFjSCo+j6/Y7ushatlHDO96NjFm4pW9qQ5E/zMYd
ule9KGbQtt6M1YrtIGfv1YAPyku3tDo550q3AVcQAUlRNEb8jhsaPDDr6MK70G0JHcUz0rUObXrt
sYFb4g9y6LInH9NByVmTnGuvtgUCuCTOvnEAY5GS5a9J0sV+GBXTKLx5Cwm8fBOq8jCxM9fpb1zX
84qWeqhxZUmTsOy6NY7EZsnfpdlZKj9xxKN/vNe1DXDhzZBA9RLsTVCJMgsmVixYkRyzLPGlho+U
sTogG5qXqRtJUpmTza8Vx+wokT69c+GW+lWM2Xebq2rZCfwhJXZVrrVtNuT0HeZkzjgJ7WLY0GfX
daM14hi87oCbhpdxNnM8RhsaaTStdqi0ywK1LTv2NRb+QS2FG4KQhX9Q5v5Sa+X4IJiIp96kcUOA
b8rxazepEKNsLHA7ooJfaeEol60pq20X+5zfR+Opdpksc7wIkR/TuUMXE35Gu8ZgW2CBdO3suNlw
CnqOAokifYzz8qrRxIbD1ygWncGdB6sP7CAmzng3HodK/LGb4KOSE/z6l8LAHO+QAFm4MCLs4Dmu
Sf9lWeCf01K+VSV0GC9OinPkRV8qMd9tkVVbk+DEeeLmanBGunlqzioJHGtlSwWPzPPgiFpS7FM9
PzWOAPOlR1tWxoVgD/wBo/qTtNELR9jkbM8PFXttWkz8peGgpVkmSJcJ0aKtR4dQFIEmeDkbs4jl
nha3Yu1kB9gwDPbLiHiG4k8EjruDhwtWWI+Kiw15QJcUEgaRR2ONslb26P11Gv0nTYOI2V6ydILs
TXOa6uor2B5xTP3U9Db4OI6kCQcJBf8WRDsimPWBnSQnex9GqYf5eicaZDBRaRXu1unKNPaPASMI
UUg/JSO4h1Ene1JP0TUe4XF3ruBv3gn0iFBo+7j4HryTjI3mIXIF+WKYQoH66I0Giykk4ggMf9CW
KYWN2LHbKiX+8OaZo8RWHc2OMsxUVSRIOobYZQPL3MRTYexgcX860+ge6nFXGtXAaXEe5yPp2g7l
Q+lMEqqa58zPsMnjCBXYwpR+nHpMM93sLwHCuGzguPB6klXQNTQHwftVhymz07Nq1bjM/CLmXovW
FpQmqvpMuffA0UVaSxkQCy7jVhFZRnqemRdJzpY9bBlU0rBzINEfHGqLjbCubQfE1IeQ4bfNFf9Q
k6EyytPQhOZ+dDCElFGcrjRlm0e3/xMXVn1udGEssZ5mK5vFbEV8yVz4sXeOgU4fJDVuO0p8Y+zx
zZreLXvl6+Vb6LZYn8fxo1MCRSYm99oD4iEhVePbB/PmdRlOhDz5i5+p39hsvVkgsppJ/FisdU6n
iFTpMOMJYsqL5Lam4wTjY/wrTVPi/20rEiekgmMNnl7mi0UyJr9FlPqbOho+ORmI/ax5K2PuznM7
xlO59lgRjdp2ksRT3wf9MgLqtBJG8gj29tMm4Id5rH7OiYeflCq3+FT+JPrwBS9jq1UYfcEkmquW
PDsO630+emob933NoRu1goJH+BrVXuRoogbu83UZG85WTJSnaWYJ8LXE11cP/JsCPKuMHbUvTYut
nZa4zlute0+1k5JlqTTAGdQr7G3dnbb9PNuWOJs2ReSHF8PyiDcLiNNyNMadkNNr3WZXA2twH9ly
PaiM+7yUM4OS5uYaVwcKNON+RN2VrOmL69NVEtM6RoDpsZHiyVVK7XecsAE2KIjmuQEqzOP1ZkXY
Ao3K1lgbdL3/0+TY/yNUbA5Pz8teRPbRywXMPmMN9857cDT/r19M9qKWwBSbRmnLTPf/h7Eza45b
ybbzX+k4z8a9QCZGxz0d4SrUPHIQKekFQVIU5nnGr/cHsO3rPnb09QtDUpXIYhWQmXvvtb714pVo
AMJCgaiNprmnyfLYZTB78+BHPPbddcANTXtuWuMq0U6c7uwtejTXBHBOk6d6VjEDwVYZcS2Ody2N
qq3Vp3i3sUnaw6uTRaWbxhrjJ9AhFuOfVSWmt973x5VXv04RsjgzjqFc5LxvnfFzxKG0JX6yWuu9
wOsfC4A+vdxMQfs4MaZjwGa267GeB7K9lCvDKX9HmIxWmll8FjnLgNogL67epGRyjty93grAyLT1
uAwjvTkredStpFkgkgsD6yCrba1J8gDM4Mp08R1J4rRpOAnKuA3OXmQfxAD3ukptrFwKB8Hli+5b
yd3x1c9CEDlSVTRsi+KFFI5PWBvKWs+jYWvXYieA7rN+0BFvhYKqNA/3nsGyLNOQYUbUYWcwXsK+
5pfhAIa6ON9O/mdoNu1lkAqHUJVXaMR8pkhadwlaXZF2yilhogL1iEDlicU7+aX33i4vNI5RQfam
d+KNU0i4iTCoMxrL+lOXM5tpwx9GP3W3igqDJCZ/qyt6fXLa8Ex6m4Y4jhNV5/dkiufXfiTyJ66M
7pkWJ5Nif9xaxkiMBESMFzUx0B3X7W8RtbGb6pesKruLoqC2p14gslDB0zeFF0zrk4uKKsKiQGov
UhFXS1IbNYrxEbE90B+D4WPz3smSto82mPtJFNBoogyGWHPwHVCMSEFHV/UJUlVK5J9Kju8wq3hH
fEpyXLauV2PicUrtsXICsWEgv+9L3wM8D3NBRsrFs9jegaAxx5rDQcN3QiwnBvIcEi2DBjBQTWxS
NWUCS/zKsssn9gI4ikQRMTDPnzRPJ6Y6IqI4zpnrc8vn1FJoVClFVSaqNpC5DKxNnWuYPWtPY3bY
7SkYGR6k9GMF605lcqit+5HId9N5LUTXbHNlSiB8yUPQYqxA+DO4Y/DuhaRzmk05Z0j0mNWasXns
hUM88NjtnJRELpSp7aV0UjTjQMMskqSOyxfGmj9NkRi7PuJKnekTLN/qU5wjDQ8mFqsYTFyu2CXm
VMJImJLHuA7o78dDKtaVAXsPswe+2ckwoGw4JFpahb0zJF691nr0O199WsBoX1j62GByq/vZlshQ
Y2f2Gvq7ka63HsS/THDyO8vpD7nPxDeZVc15r2tHMtIex0SSlDJnzAjy2t2u7OVWR1UeS3PdAZoG
NWqGlzTD+jN2GuQIlN6t00euGQ3KzUrYIeNCJi9++TEAyn7yiXjHrQO8DrgiXCbJ2R3bgLnKUmm6
oerYD35CI6Sbf6RGnbtrLGR9oq9vgmSgpAt2eg5fz8wY0gxGkN6qBJgr0JEbO1hKWzEL7iDWf0Lr
u5F3YBx7avNZdLYQLq1GzV2JeeVGuP1nUzkdm2/9VPpJxr1Q10/Ls4xgGrboi7xThum3chTKyTiO
9slQcO5SotuCfRtt5bpQCk0pjhrzCGSbSnVZ3vQF0O+IGgEfnC6ixHMFwpIz3LOAZvXMp7Zbsjqc
EI6LV3gPrLE9sx5/kyUSBZOlnKo4DiEXMPApC2a6ZlFem9o3LzSf57QKnGRzLMpC/KdVs9YVGBGl
4eXrUhTlGrQa6pMWQfh8AjVxpxr8dmtWTsrjOcGiIo6rr0v9pBThze+N6VhTebYFwYmKjKIL1Wp+
8LBKRDppPESOWMmmHBR13xeWOJiah9ckrI1TwoZ2lrpx1iuFcZQTMv4KvRctL6bzhFppR3Tra0Xe
0DE0TNp/sU6mX9EMX4zK3iGJFXshnTh23fPyJy/A/VGZRfowNNbGF1b3zNOXi8gjlArXHKe45UvL
QpHl0aqEUgTh236MM4K7HLoPq6mjmCVHOeICDmqmklbhegoC2UapVxpnlgcNsxGDGlN9wgyC3UwL
UrdIKT5TOvGnqdGOlorqdMJ1epgqB+gTtimb1RTLzmPpSPVFn8bDgCuymbGbocJL85kQjFgRVkv2
FKTCcas2qEBSge65QbiLADsYIf7OMR9K1EJ0jGfAljVq20HHWl86foqRlV0lHAiG91Wk1H708cXz
FPIrsGJJrQhjR0MKOzYHFQ0RGdLYSHQ9cn3fVtjeOXbbXfgDR/ZNkQqyNe7By/y3oY18BNHMdsdo
BDCKnLEcKuOpHu1nB+70teaciIvTOBWYhxgyF27b0irBHDtQII6onxTMHXoKJUYlPuyOit/lSkC+
kSo2vVT+uyGj8L0Iye8ujK3moZRJlcj6+sSDMHAohEiHV9knnCjOrn7hqe+Dn7CEINRbT30ATkJ3
fhc5vmCO5N5JIewsHDUmpEmNyLPU4D2Ogd9tpzlgKfPz1AWkZu9tzCIvnHhokw4Q11dZITP0rdG4
U9Rs2oVF/9zW6nGMM163RLk59GQCRsxuLxQD1T5Uy0NTt6Sz9N4nKLW156ziiVRtL/Bh/PexfUFE
NW6EOnAOJrjs4SsDtWvovdrZSAYEX1Q5At0nu4WUJ9hGiRpeObNyuB79R3YS6K3eJNkwneTw9foV
P3lR9ceS0QhnSwRajh/uDfivbtBgkkUjwKdYN5zLgijZD6TRgMbX7uitky1shWqT9SPLSKWgqKua
vZlN3kMPrCnFg2xMjvbGusFQYJLjbrKNz7aRyjea+kCA5vcLKnNC05hrWIgnJ8yth5g41yDxD4KM
nBVmshJ5N352J9A3MkwQGjGzvzLXv887+KHxQWORBHSTisB87ikGx9fis3R03OVcxvfl7bbyrt4v
tzteYYaOcyvHYCcvmA9tPMHYGWmERb8/xUuHerSw7W+T8+SNbeBqvV0TRwEUSUaoDld0vIgfqBVr
97W3eQhY8jWu7DvVdUBwLrLzWujWJiaWehsbOGkKBlvU1ma5V3h4j+wYcAksq3VboGqOJ2PnJPgi
V5oS/cLynG4BsbgDpfiEnLayE3oJbT3tUlTFzymQ48M4x2WByAXXpapuh7kJTX56V2cubaZVxmnZ
Ab5ij5ZFGhsWMH272JLvJ64k5ZH7VuFjGyxhrGVpEGFXentZNYqrhHXnTtiib06tffLToa3yPqg0
eQAueINvutOYa8+AHegmV7J7iPP86Pfaq0nD9EFpEYXkWv829AGZaXQWGuv1C5Ksz2erKcycS98Q
jYAh18EDjDxB0NnZAje27lWDiD1SUjSVCoNJx1S+QVgv3N7U92wy7zHi6tdppI+NdYM8JIRUYFjn
1bsSCDjLJv2WMylpZhD+hJuVkTpHZ9zP1SqQRs5JrgzzcxxN44etKKt2FBHy5HcfDNota9H4tYNv
nb16QF3dzpwwrz7HFoFSuvRRZMKDgnML7QqNY2nzg6JvIrcZfLXDqG5D3CP7PGDYTF6qK9t6eFjW
TnxBTBmiCLSgVDDyTIxjAS7cs3lLFmHUuFlobJZU6yEECBVkxvbrWhMtrutU138SxGdhOpTQbtIG
H0rDDHQyRgxiitPvh0z8bMM+2sC8GO552h7x1HHI8HFyqZPUj4FE/1EQ47mSCp2lKAx/8UbLV1XX
KM9K46RB1Cno+RwUYbR7Vc0w08c6WHvypALMiZnwxEOW+XgGRJU/dPtMJSpIYSyxIf8QpUGrr+TU
0GOQRoYRUVX2XkelnPcK0pZ5ly7ILIGhx30x6Grn9hI8iNVVa0QMw9W0y1Pd7ZJBNDcyDqJ1GYY2
6GpOSil+meXdWpZCGqLqe6KLyHXmlcHTUiwIptEe42EmHUfpppi5FPRVOvStk/jwJbDW3l3YxXzs
XHXCCVDzDsG1sQXksQ7/7PK2xbjKNpbc6+NQ3GyV6rv15SaLam1vLStVRV5UycR6Wwq8OfbMlO0K
Cw6y4ZMfYDt7tcpIN2zfx4bMTgJpfyw/VROGs9O1hCY8HbkXRL/tRZRik3jctYWmVQeSwUhJGu0P
v9GfZWu3j2bHbRB6ATNexM6cxof6hjd1hmZUV9GNB1Fk5k4fjPh9rBE5hlmMP7UvtI3fJsV9zBAc
hWprXNvO+6HA1Hwf4BKjZVD7ncbFsOqrId0CvAcuM988AyUTxgC8pFHpr4O8Tx7jYo7VRaWVGXX1
UHdMALXUfLS1Eajm3BkmX9Et7Mw/t+h7r9DI3xXVaQ8FgDKa3J363haQTUjAJFdnGs6x7hh00Dh6
y45Nu+ew6AprtuYE9nBf3hpGlCiwJv9SzZN4AlbbfYyR9eTHHIUiX1f2qYhy7AwcuBxKgZNi5Jeg
hJ461PUtA38NBIwXS/TJbGu4YGZwW7iOayOS5SHVQJ5WERz7ZAY1T7h78V1Ay0wsvkWconDRCQA6
+AJSRpcluGPn5b7UrDdAkdZTY7AoiCyY55Ug2M1aY2GBFnMs88DEIFHqqPAKh3E27N7RyXQgK0jH
iEYwOeua08q2y/DcpLj1hJa+GGM9vC0rAMOr4jTg+N20JXfGqBedq3YIoBvB8l9Hg+0mGHHw+JnJ
tUiDjiM1a1fSV8jHJVl2gJRYkwWKPXJ9hg5thYlIAYN6gvs4y9Jz2IQTjI0RJavf34vZxJfhTnM1
u+BbOArUpr7MNnaMHynIq+ES/W5YTM34h1WN7dUJM2udxUa6B7ePQZptdeVgHX7UjfLiIAiQQ65d
dfRf6wxfz5aXqO3pW6/Gst8EFmXt8o5XgZ5j7cf7vsTDocUwt1OmciqdevNCbxPDnorm0KY/symq
qjjk1fiLro2/zrWu2k3DL+jAaBk70gYMED+VrTgbz0J3xXS+xCiVYeX3a3YLj7Qj1J3fSfBUd8MQ
dng6CY5SYXQhNOCC6h8nsr0fVUxn27wTw/3r3co6UtuXYkCWLVYZIAEIhTqd6yAGHHuyWHxhie9p
/Q+cCaCdFHq2h6Hgn2Jb5yg0770qC61bc3TfLPsx/im+Cc5Kdd8iZ+XWo7Y0kGU3b4FKkzaYj+Oq
0WByrRWEo4WJxXIgHX7k0mwS4yksDXRXo8Fr19BRz2sewO9KvYaN112qEk25AwtgiSSYdErriWy8
vQdUZAXmh8kLxYIu8hsdMsetHEylCs/YSK0PwEvPlC7VO/uFFdzypt/rjfIA5jVi+tXBJwkRv+Aa
oq0K4LZQUv0pIo8M01FFME6Qtuul4OyC6GYHbX326xKZHoKsw1Kk5rVEvOqHT/14W671zMa12/cF
3J9ouNEltU5LiQqUGimYScoXoak37jTNpUlckWABmL+3FDbE2Sm2ZFkxDdU3SoM5wcFLc8v7wG0G
61lyGz3qXWhcMAM8VqrWHjqpnenVFusWwd1xggCHflGpT63hv5R+timMEYt31upnWxg/cmvgipiP
ULJjfe8n7QStoTrVRHnVOM58nW4kiBEqHzWAd9oNx6y27wYwFaIDR3WNnY9Pq1POoBfDC2w/GgmI
/9HLGZhdBB7SsNL0K2L4DpVorBwIb9HH1jgHSVm6Xx0ChmAWGLRr1Ggv4ZgCReyS+pox371Untkc
hx9cjDlbmqPcgknHTCGnF9GhXUfBAWLXbBGblX6DjfTuVxj2bVwJfiLczoaxgMLLO/UoVFGTJ/Mn
GykUy/zG5Drcm7y3N9hmdIRY/WYE22FUiXJPhM7HYpvOOhyM+nVZ2qemeRkIdp+iWLsNCP3WqYar
tJjyQ2MY8rEgjXZjehx7Jlo4R9VXPuxcfZ1CNXg3bEa+WQuoB3XNM9qAskF+Y8LCvqll+Y3Cajjr
aVfuPMIdoPrRJhojIC6a2vUHUeurscaFPaYQO78OuEoe/lC4R1+z0p5WYVybF3qgoEPH4kepJv11
qloLiXKAfF5+szpA/82YBneMitZGJPTG2sny7+UpPS/bR29Dyvla/GNz8nZyHs3ZTZ1clj/VLS7T
Dkfm3gs6/a5U+WurivB7jYbUGvpbrCPfdHAuVjnAfF60ws+13TEfDDp/8Ot7qv0tz9gaHBhnrW14
wl+4pzeU71s4O6chUIIT1Q8BD6hcOu0wTFX4SC0QvcQTVWupvlipuQ/BvknbbKaVoLvqkwS1HmNt
OPfGiLxh8Af0a81zbWuQWvryCUMKcwS8ptAs/P6FFgwW56o/RB7AmeU6ET429mZwzTLOCFNIAIF3
nr6KY/9jKaX0sHoPsx/LT0K7pD1lOkti3z4F0SQclrghuqCz3tFc0lxyv5kYKAwcMh8ymJ6lw4W2
2XBZGghMdoFwcLGtUsJFz+SH/i41RnG+aKLrGBZL2UPhYWsQ+KwB1iPr31OHdGmTxEq31Yape/xa
mANzLSTO4uXiUuCTJij2+xIHP/pe6R+0htMDoqb0Geu0zgG3pxodnUmsOZL4l6z9xmxt5fcetW2i
/Qwa0OfGUPwy59swRsS0I5lAstOS3Q4DYzUUlXfmhAWEq2PLDsrDYODKS0vjNfE95WW0OVgEfJpo
D2LnZnEUhR8n/I8pehHE8PyaGpYQtYmzR3uMKUsJUN0vi6Pa294rKZsvZj4kD0VgKg8Axx7qvK+/
RyVjdixg/lbDavE9tAeEZIoagpPqqRsRkc17OLrkSwQIa1wKtPlLDuBkRLNxWMpAVZBflGSyvyjB
CMrJKV9svCDLNjNF8K51va0UotuJIfiK+7B19bUEGJdGXrNxkhD92JjkW6NmKEQBuVlCL5KmMo75
UD8Jf/E/qBoeLwx3XVGe/vNLkZJYoDLoOqEEvaFKEfQpgvhMcpm2i82MxXkEOAtE1LU9BpfLxliN
irhyGq/2qXTEOmWW90l8F8CysQI3XpP75wewE23G6mc110MGy0G1ixw+Mnww/VGoc31Vo6rNnZCJ
Pj0uyic9X1tThCqCzrR1gg3m7GTTHLsgVCBRkvGWcYbYTGrG2KrAnBCqRbzLdHoQec7h35vbqlFv
5LSn2ntCkueuc/huJiq6lTCL5k57K7+pVcvLG/zwZzZBJlM6dIg0mVlvZPMYVdWl6qfpBqwbMG+C
bzxEJXVkmqk/s+94riORHLeOQV+FI8NS+phTs/fnYFhTHeu9Cc2EhghWkdw3h33dY/kokq45tZMd
uLOdE1PtAHk6Iy8BXdx7lSvtujNpk3Ktxd/a5Ogs8UVYOYH2RBYUoULHbAN51u+U6VDkffG1wysZ
UtjGrHGKCu1zuZhqEwJc1HH/GWpXPWRd9JFQorqSJhwLgnyNvQCuEW8tO6sbSTX4PgKbCuT4nfVs
HxhVtPZj1XiS/vScgCE40r6rntCQesfl4ktNsFZlQRiwMAR0dbR6muIYuypCZoVSmNzgX2ac7GFC
YGgcLnOr8GsigWcWzmPuB4e60jXX6zgJh/HUXGVUP9gyjw+a31ns8bZ/0W3wN4BuHQNsWkfo5trE
ZAF4Q9arNKrTi+4h6YF8cwn73D8sH0OlIPg2Bu3MBI25tC05HZAVCVqhXoea7u3UPvXWS0RbEXJA
o4XwDB/K2uGACNYmceNMSbC0EGK/V/GFBIQzPtYTc6owVx98MzN/qWZ1bSWolIYGnMu5c02lJu4c
Q61DnnPIjahz/SFWnguG9KtsQFwBO/USF/a9lB0txpAW2NJLhXEYZHe9HoLNmHW/gFjNGM2GGKYA
RxQyqh65NdFsadI99DlVO/C/GJmZKr55iRdt+SVJI5m/h62ue+ltaq+T36hBfsUpXWQk8BO4DQpz
NVTo7Dqtf17qua/OQvkzJ9HtsdLJCppt7EoqTkvTVXIAnpufVm/MXp/sN43NFhW6dC5jT37AcpEt
p6JldVR0H7yZQLu1/FtslXRcEvNhKq3XYe7k6wTdHuwYuyQI4C3FwAvDaJs3UVpX2nDgMSoo4ctf
RUjUOu4idWYi/ojhEb62FKW4Kccj0r0TBtzsbhIdc9fY7JefN9kgecNIL10vU/u7qRoh0iQCDQCb
E3bbksJjRmP4SLDt3RQBpsLU4dOqZ1WuWruqGTYbf+zyHeqLfkVoxHek8riZRvb55Y42SuNSSrLD
lOmqaa35y/PSB8zXLZs+TeDCPBVWJ1/zKXvEAgzrtrc6ZiTgwKK4QcceZeXBGKP3uMnTgwZP5tp4
aJzYPQ74TkHbqnQ/iBd0faP5rdKRe7RxG67qWGok1NCJWj7C5WcZHZEFHtXFObDU7rz8STdx1X11
PE303Nhl6htZ3uizBO3fMtOeYat4l5yjHesSI4flGQYSvDiBm2H7VP4h+W+IrnCKhs1EljR6dKDl
4dXnxt2RAIBial7QzCR+m9BhLXFSE/ELZR2T3YdE+LuFbmnO9KCGFFm9X15yygBo35tHVQ+n7dft
6c8c/Ar+apF28XpZ3lE0FWc5+uUp8eZ+NBJM/Rzmn5UV2D9UPMTbAqG8IFIGtFC87SMRHbt0eCKp
9UXnSLmUMVkyTtdOQVlebf22pAZVB3kOunyijOHPqWBeGr8mYJkviILee4nm9OuYUjik6won7O+Z
yv1iNtn3WCBlN0PqRiWCTbgcXzH1OhwJrG7bJE9SIZyinDFeyx2XUQ7ji6dNP1YPHQOB06iPHyGm
7Ts2JuueJlN4qHUN7nE8vBVqcgG1wlxBI06DS1Wjw8kXAyf5NW8H6l5nJTpTfJts9f612+u2OEtY
Mh3F7rXO9OrB5EpZC5sojaVpridox3s2yjC1TyQ253RuYHv4Wmbe/nUSq1D/7yBPQSqDoxMmbQtp
/SWJNRssAS0/cFxd8BuB6Z1Fe9ksUu3Iopw4FtDtfSzQ7h94ySCgDXlonJimMVOZBvdMCtmtal0z
zexd7cQ4C/wwpKbR9phqR2Ch0eW/eMn/j+xRYaumLWzp6Col0T9nj/pCwaA4z4e7jJQMppHJLi9p
yFYggDrD+TaUFJa+sJWNlLW9N+wGPpvaEd5HN1ihbWXwRj6iIyUIDEe4WyQEFZF88hpng3kSGUP/
eLpHhccwuBb5JcIGwnVu5f9FCrn213hpQEEqll9h0/4XwjL+EiMMVc+U4+hXG9H7ru3j488C3Bpz
fNwyOqA1aCGR/qVXhMMQN8npuMtJE4ARk2NbOta68YMdDm6/bJQNgJiXf/1Oa38NE55fICxGBp26
Iw1d/OWdVrB+e00VcOeMzrhWy57IaaAaVKAK0raWPvUgjWecd+URbHt8CxlV+LApleeygc3jjcVP
SF0/x7oltlf3L8iT7a838d8/hv/ufwJYSkY/z+q//wd//8gLwDLAHf/y179f37rms/yP+f/87+f8
8//4u/v0P57/9juv/nZ52j7/y2fuPvPrW/pZ//VJ//TdeQX/eIXuW/P2T3/ZZA2M1Yf2sxofP+s2
aZZXwu8yP/P/98G/fS7f5XksPv/84yNvqVj5bn6YZ3/846HDrz//mD+Pf/8/v/0/Hptf/59/rD6T
t6qt//ofPt/q5s8/pPg3i9m2Y1nC0R2h2Xz0/ef8iJD/plk0/xwd8Z0ldckjWV41wZ9/GCYPaZZU
GVgQ/OmoxDrXebs8pP2bMEz0xIzciJ/WDfnH/3ph//QZ/udn+resTe+wWpr6zz8sTf415F630EYb
LEyOxoOaPq9bH2/s6z7P1/5b6TAiBuyHoYAeI27iPHkKipRcnHa82ZbDSKHXiftWp2TtKxnNaPEx
hT1pOiQeriM0/I0oNEyxTrNqtUrgXWeOEQY/GQFjsjKGZksQXmcPT0plWyejV/a2rTw1XnNPRkxD
tvMopE3whRw9qO1IyKfwNNZkY5ks/QyFlPeWOR4tlnfRktoxgRnLlQbtn2e5Zp3na3WwnmpmNZsS
TytkN1b0HAsCbiOw+7okSSFSvbUpUsKEkOcrVAokG9SvwokCrGPEv2jWCwp9pghpU6Kwy5oVylBC
dFSyRfyfGYANglK7GV74q3yYSCBd1zW5CiIU+9yIdizX3q7B/h8Rk4GxPW1hDZvNL+x138aqvvfZ
e2+2EPwkTUrczdLAlR30jK5VAOwINDZN7hxlH2Ia7yAntr3c03XvEAEkriOGIzPrLWq5l8Y0Q4R1
8gwGddOo+s4PVCBiMXENTo/mRIXypkfj0c+1knChjxgcXOTYn6GHLa0ra30dqNWqc7WG3nTo4Usu
8tf5E0kS77eeWZA4ZtQ8+j+yE6Ge+Vb/U7dPUkCvVDomsdPv7+oMKlP9xl6Dia7RwuKb/Y0WCf1Q
W93yor5X9txHFndsEP3WLJGO0ZE/5+rGYka3KwN00lnC7KwshtNL2jU1beYOE8Gc8G4pz9OA+6Jc
tQUhChbZQ5gx8dVaZo9mt3gcCKgLINu5ugqAzq6H5yyd9hGaQRrMPecCRT4PJBLasj4HxNQxNHoL
cOnv9ao84osmMKnqTg74knUxEI1jRcpdDnwWjqmGm2LwGXauCUI0jkRcdmwG9sXz6rs/MRVQOJQP
t3nTXilgntwhnIXMvc92HEYfhWfzgUI38IizU2z/lo7q6La9gZw7T98Lg1AQI7iDQicMoqSC9Mse
MrqB2HfgUO5RPJFSzk8XhM9wyx1Li85Nm+aU505grxKd4Ynss1WP+BE024vNwX0ThNx3SWD8kECc
6CHUeHoZQUwK1GCteNNUuuZV9NFqB0wjv4aKfNlY979Vdgy/DXedFhDaY5O3yfVin0MHf7GNmAsB
N5gp+oHDes4UYWAebjUDrWvkTO1DHTTMSq2UgxS+iGJ80UBfQNUbgCfjul8FCI917nr4t9OmzlUB
SQksI7mqH6XRBFvEmDV0OlVwLDCh98b2yaGBdTJ/0jDRz13b04pus42nAYspa6C+YlKcbY5BQe1L
eVPzYx7hupJitukG0k1Vq3xAGtmYYX6vMG1udPAXoLM0+F6UtZOWPSDbrTdGEcH1TIhKbvoAODD+
PdLMq9XEMhCgjd2Wo3xW5zJAyWaIpmk/USLWpqRvOfdiyUI36aPkBlF2xe+49j3cLtp5iLD4CgKg
EBi/Go6lbrqalA6AG6ccBdE4jf0zDaFvY4MPCuPTezhNxtE2iPXRZzmc6L8vLjF18qhpDIk/3dYj
4rV65dQwQd1zwR6qLmrOZY8HbIwYJzSQUWOmCG6BO2qlOjUiVxjISqw8cDbPj1NHlLVTlVv8/RHF
8LizIx9/ecwLcsjFXjfTb2AgNEUQX+J0CdzMA05e9gj3mdYaOYDtpIkjCI2Is4NCIFxp49dyvnSz
sGTgp7yR+jutsik71TBBTLtvz16HyU2zQKBWU7uP0n6jmkm1LUnzXMcRwU9a9RyQVKmaHZr19Jy3
D7gEaWatG/LA1rTlPnvH0tZdwgigMJoGiXMF6ijwthrPcBt6OkILrH3u26d6NCDmAqzHkjnYzInk
d9uhjQY8y9ttbcP0T36UPquS/EqtOloOK3diGGR0xdAIpuCj8mHoqMP02kcVCyBoKDvkfuv9A91t
xup2CMOrmg4SuQJheRVwmL6t1zLJx62ofmJN79YQYcadbrevUz68jqVeA8RTkbRjCGxRwwzMxrml
HblWgcltm7F6VfuC98Apt2SdQ2XOmBnMfGBklwg7zfDkYami62dc2PyuTPMKZHfvmY2/L6BevHKO
fOxDBdvJNlBZhCc7haZIc1m+FxaFJ0damK9RyWtQFKTVjPcPVgvDTNdv+E3Nu6OZv9CTdXKwDjYf
taW06QUO+RveJ9RQOc4RT83wqZPTYutoktOQYwB9nxf4IMRKOHpwYoAzl+LMy8a0dY33TjAB8bg3
sqkbTw7SaIJ3nIL8Na3LvicWgKmodU61U9kbw6EdW7AAofmr8fX16sZL44sQmbUzjPzeWkWzz6HS
1pE9x1NqrIAjuWK1MbynuylKmvfYqdC3DglGrCx9SjXSICJL35VM29l6GUlXdo6ZbMaZgIk8F908
ff2pcAGceg1jhUzSW+kRWATdaY8IDVua0z3onp/eITIj301o+RqYVPUx+OgZsWAvtz9NG6yPlrRH
WRR0SOkMCC+ydpUIfngVU25RDA/sb4yAZIP4tCXeyVFboha7uNn0FJ5+HdSuh9eNHbk+Thq7MJaJ
cw3dWi3DyqW5fhi0/rOI4MHg4G2ep1I+9vMvZKheuvP9ClwKKXewp7RLZhnlSjWD71FbuwzttzSM
wLU64D+1JPg9eSgie+BSxAZ3IXuylTk+M8L8yMQzx9xGNrAdYTTVtNmEqQ2bOgZAWskkcEvhIShK
CSCk6jl5WUYrnm7hNgto1PjiF+vdj8qDcIdGvFpXHtJcgffQAujpeeW+RG6QV7l+KMuyOBH1e9SK
vr32Ec5ImeuzS4GRSq1Hutv69XeC6bVzHiJXpBbGtps9IljrkDNPGIQxhmlhot/tgaanM6Ue70Ik
XacTYl0OkPFxFCcbvCOweHOy6oiJpFmDYZRX5q+L8Np3CERik9agAenaE4wzmhzvv2LCAFGYv8VE
YNhkmm1ivLRme4+nmExvQLZax8EunR9uyZsb4qQ9OARWz05URc+Ggz5rAXRhDIyOmXh6ZEey8waw
uRRHbKPR5NyAJGUoVdMtk2MiQeIAeXju6AlvfQuNUh6sx7CdfZrid6rJkl+wHLe6+pANDsrIOV7T
NpH5k4D71soBAikoA2DYdNpCE/CWNTBysolRs2qS3rC6xpspaiPWI3lA9pO0YXrjcIYgnHD6tRrt
Jzq250HOs82qPuPh2BBME3KDRNDGkXd0cOjuvYmlD0ani6C6PuWIY+w0Do4TEsndUCF5aks4Fgir
2zXQlW4LDWJjlCMbZNd81D7+iISyFf0n2jc6LGBl8VgVFkRjGA0WT4WMja8GhdUIfrR4HtnnYR3g
d8ygBmccBmeE8DiVcN3nHSYZ9N/wXe8Ys89+Zd4ceiHEf11B6L4zI0g2SeWa7VsfE0zLLX5QJE7j
wTIOnpNafFzf7eiCn9RDktrzEaNBa3I/d52QhbWWgMHDgC0hcIn+iJvKOygQQZDAvU3ekO6JeMKY
YSGdcmYks4eJrZx+whbqTsMz/UfPRWRExkNrPJgIlgr7f3J0XsuNI1kQ/SJEwJtXEiDoJVKUfUHI
TBe8R8F8/R7s28bG9IyaAlG38maejGFtL5Dx+mSFBoCltXEbiCQ9VsK64zGed11smcd6GOyAIAxL
DDqyDH0FK6D3bKRaBqmNIqiWU0vLiNxUToHm3wOHaWT/0XYxLtay19H0nK1XQcpaIvJlXBn3U1fv
48k9oJXLrT4P3m6Mbe/CqkeukfyuJjsrmueSJM6z1nWwooq5X9MBR+zG5XFaS8nY5s1QB5lDEZU3
2AH1C/UNdAHl1OtR4Wa4dRtWWU/PK4HYc+GJgxLTyFvE0H2ID3Ai6/rGWVh74fZ7GizsuapMAmdp
HSqXyM5SiQtcXO8ESEKmU6umBDGpt6pBxbpqsHxfZAIzuYivizudk4n4MJqJtWklwSCRZrT+LTsC
eR15O4enw2m+2igt4GnA8SHUjaNMIdSh17jxeNRKxwFR6c4ETLXi13KW41SAJ0nHpAqG0KDDmCM0
KvyuBDXf01EvWTBtsGe9JFb1HgmKSVVvqXDaZD8pkczZ4gHCMckOvnACo+calrLeH0T7Cn2k3Al3
NNaGUepjuBcA86MUlOtYVkN4kftU158g9kIu6WamP1fDhCMDeKtYeBZvq1s94cxG17ZpO2E08vr3
1nWLzWjH3wNwQHBK2MbKRtnTpoonOmOF17v9o6jU6eAh8rcg4pi//C6myDzXKW8rHkBZK99c2OGb
tnedpvhW2x47jg7HlVTkFT7fSiin4YqPc5mbR4rN/1QWR2sS7/gj4du5eAsQxYIcnt2mUCkbydT8
iTBlw/jku2sgt19D/oZncYt1iz3NAqGdsXMaiuQVwAe/8a7ajjr9nRYQf6uSvtRmSJI5riyK3yKx
vMRy/uijSgCfvszlWnifnamA4sW5PEwvenPTGQZX3N9d1eN2RwIBkOSRptaao9cDsltePeoAhM2W
v7Sa904YEzqFEtokX7pBy0nOQyRnGUgpyc6Cy+Jkw0viUk8u1VH1sQVDISzoyWaRdoRueMJBBoAK
+ZMoqEfwUJ5S/B8YmDFdq86aGcAdTaedD8PgI4Iz5+sdhegelQKdcIN58g1bA44+m2/UYL/ZDj5x
ZcTjxsB4qAbqCRuXbYuiUTLMPheXZfXdp2uTCgopC9ODOVEF6abAxiWE8hQec73MWLcrnQ9UFu+2
m9157XyM7DaInW+0Ub473DD42yU4OKVzrNzil68QF66648IA0Hwd6EEM8U9X6YiI2POo4q5kK6xn
CA4JWXmWQB5GwkRuuwHvHT6ljMt5adMmUgcHOXjFWenYz08qGAgFVxAeXLDmU8zFBBDwVh9TRsPF
9bZd9TAxkm5j10HEjLoLEtgm1WRxBdTX8501P9QhwTRadX+a25jsKBGBVgPJSNncDvCZvjcz+cKL
JbSkaYUJNIYsWqxbV/dZ2LXoUjSYB5AVqgdngbz+R0jwmolxxgHkZzkhOIv+1HIU01kb0pOSPuhw
hulaabgwjQ4PMb2rnaNUYZ+aT6rNdTDOXYtGW9ny582b6sEDwRju90Px55gUrmtJAiRC93vFgL00
9ky9Uen3RXOrGpos8a/d2HBQh1BkNyoun6GMVIHe8wmMnCwpsK9gHDQRNDUvMbJMSQnAuZnZ0mOo
w81JDadqfNaZV6zx22mnWrTJDLr3X20Tp14otd9OFMIEcyuJ6Mg/8ivuFal4b2FuCVLz0klOwMVI
viLyi/wZcc6H8pINlFXqaMdGlT6AsMECEFye5viiaek1svRX1uJ0aFDdtXT66s7FHYhz3tdWLGC9
y5BstjbYPV9NodiXenpJI2rSCghyqtCqnTnOId+RPtV4Oc45Wy2FEvZS+8cCjhJdhiXQAAySp7Wo
B7/JJ9+Ogu72Bo5xFWYFgNK8tSCx4wzcdd/OHKFGZc1OgJICTnIinrzJJH3mber83+nRNvBANEMi
/jxxNfQtVQviedLxHuLahyleepQa5BRt0UkXVNYaqYjMnZkScciAh8Us9lqD95GZuyhjYDroK6lU
VlusNy288TQnDBDuM38ct53e3VPit73R83AurS/j8jwrh6WYo4OJXje10hdj3m7xbHe+7tIWZnAR
T8y3qKiPbOezvZN1713vFRsm12YvyjolWIKdq8DFbcMbXtE4lD2LlCu7muPUa8GrCNbKeG7gJXaV
e+MCG18hK9GpAFNxZ1fi2U2S6qrqzikfivxpVNpbTq3sbGs2vHVIPToT9Ali0UHV6+Wk0Uung0sU
48Vg77VlP7gHTnPEUNxi+RDtNlmscVvwM52GyeNRLmTYD566nYiTbq2FZoMF79SQdQuQbQ6l3NG/
nYjtImXbOHwX2Coj/mHNNq+yzwzcrxQWjl1EfjklHzvUhjwW8/yUpgVpqgS66pJH1QXBFsODFmN4
X2hNmdTx22moWgYBDQTIKJCEi34jJfizjNnE6ezvuCnlOe/hTtKcor/VdWFvYUkCXV9t8yT6eRzk
yp6h3hNLenTMnTfkbXnRrfij0HlELV25mVyuthrA47XfnJ/ThWNrW7tU58MfyIF5BnpJNnC9nReb
TVsnfLPgiZCZIOd7GaYFaOfsvaEot/hrEd9gl1JqV8RA9bRLZasdz1zrW5yDG8Opkz3oDS4p3bUw
CcgmC5WTZECfNH7KZRD6zmlFs5Mrh5+z+5s3MqiKecFlCYsYqCLFl5wSPgtlBseO8trYHOkdzHgN
C93btSmVhyW2FSNPu30bxUiEwgZeSCRl5ePKjW3xK7WzjrmZx+laswJm68tVhW9HOLnadyWLs+DH
8XnEXvjDuHdMwQ1jnN1tblpQLJTJCpIW0HvRL19KV1zVtnjBY60AbgPGLVoImt6gYsMxgQFJVGBP
Ut1QhBDCvZ26NDZ6ErW5SMcnx6m7q2UWbLNeVZX9n+ooJ0DayT4pEphRhr4vC7g1rG1ASdpw0jyy
ZHVFmp9ew2DJvmfZj5hha6pompmqWU5gDHz1zl1cIHWaYDtcUFy/Avp0lN4wZWwJZmcYEV9bnK5e
TUqOepJFPxqKNj9Tc+DPBjqkHU1HnOCUIi06pxi3tq09uhuPNoUNVIm3lVUciGo64C8cniMC2tsZ
mkpXrnWF1L0m0qTWpbcok3SZppMhHPTZ2ri5SDdE+2qaIdl+LFZ00yf11txacxgPClphWmKw1Ena
+cuIs0yo4lgr2h9FuQ+XO3E+Gv9o4doU0TJe2Ch+6Q6NSeT6nUh65F25tMqG335TWZf/d9PN7fSj
TM09Ndm6FLHCUAptLWxN5T73gqGzBUFpo/nsOv2jLNPBnycW+yU0adxySCFtQhYzajMoSnBuS9U7
qMaz0CdGDEM/lKbCq3hCYWvnlcHZL5dcM/dqshCSl6UbTOlDd3X18EySXu65Zj3FuEBXWiuUYW7+
hrzS0zATVnM+QBb/61BvN1aeNz5iOocY6oCJVZCKSaglpZLrvIhSKqxkj3SWxMleq2PhLyb5fhzg
8bEt8f+NlosHGFFdydIUlGz3OjnaBG9i67QFFuRxuCdRou/0zAJLEmEYdEZ725ozTR7RCBEpA86l
6+/tlN1gI4Bhru2jm1dfrjEyjlE+h1egIu3iucca9PDewL4KpUw528JCQaKFwK4WzJxlGzLKSV59
vbm3sBL7MdMFFv97y5LGGjEvayScg7pr9rzl/svJHkmTxknwIrEXQSWk5gY7h0nUKFsYCS33AxGK
CyCxfRxQTpiMas+6i7h7rFHZxV+385t+toHh0JY0GL+ZWygH/jtmaWRUFh7bnAWHiZEHdd8r95Yp
2j3R7i+h5fIknfpoM9BwJnrgCpx8z8xzkUVfh4W9lj7Z5KKnnCc9T8ZrDSUQURjPkFeDQdFTxE1l
RcbUTRbv6pKDkKXWpYx7Og0TWmpGr+FLoe6otNXevP5vwFbHhTfCIQ8YKZHu1rXyCNCI+E6Ic0wl
+iO54lVRc4j093qGEoJbhVmGOwpGw3/T8pdqv6R2HPermz+Zl6jMtMV70xP2SF1UuJKsfFe1/Owe
ZQ5Z/u5kyXcbEUskdJIyt3KJnfQU26W6vJeCjUGClYjKuz8wQvrGKjzFryyBPdmxXyuP77dKDehM
8yZqLZ0FHuV2YHV5X3UGJTAFLnNJSzCWaCn6k3CmPa6Sb6eTv7VVfk1WP2ydQf+w4U3u/utH/WmY
5/aSegbbC6Jp20mJbVQxAC5tW39qyTLevOyjLqEoKfCf/azOqRdIynAWNDE71ICntQYOzNZ/Fpz7
pCuEERZtHjLWf2mT2u6S0eHiMf25PUNzYRvjOcctzTIUfC5NFtgNUo7dYoyLy5TUAWnCd544TqzW
ofemTT/Tb2QeKObWTejaL9Idn4P5NQ/puyC67aUTPfSceVSILD61Ckeb1kZIXlQEVlV+5nUCUm9x
X4YGioWTvJSwwc8d9v4jHvRm6wnlioDO7kWIV8iSp1k1FxYo8b8mppkdj+4WUy6l2iP4phjKcOg0
/X9V290N7KskgF5T2WMg6UDs2bTEF4bmHo2muFMaM/BeEf/Qxx+MxpA6SlYzrsmbbZHevsP3xhlQ
X/g73hQGZHglxq4ogdZS7MVLWMnofPXaUw+mk/B1SPC+/BWsG6uMzne4ZEcrR/pzHfAAzZOsLQR8
YoSkIymw0rnK4K/nACUe0YN2KZAWBnV87b3ZueimXQbc+hn11Kq9yITKKCCQ0LmWhvun9ZPni2SZ
U8+nPGONWxa81jxluvfYeKtRN7d2XvK96/BqVSlhTarax8KFd47G+pg6+97r3r5cJQ09HpOtgpRy
4kPx2zWoThFZc3I0ykTLed5WoDHMyfRoyeAYo+7QovHoG2qjc4t0MbJU42rW2nl+dfIVaP0oHbwm
MMvaY7+UT5ni4suOq4scGLZTaou8QBskdlXcdxGaSEEevfxCbDlrVRGavQaqagwAwp3H5M3mExy4
Wthlv8vjOoxAYcUjIZ0Jk+qETMjSCBcaVWJeSatY+pHnbwUqcaPf48E4szPwK+NuIgrj3ykU4tJN
gc5Ag2RP1Ihs9WYm/5/SV9omb5n46Qy+Rwy860kI9cnX2NIX+Pfbp6j8HO2vSsmgrGRXPByhJrIX
wiI8I0BaWrRlDtL9EutHRVNeCzoL1TGDap7qO/hSKXo48qg2R6y8WJdv+IdgRF0dSTg1bZ5VhC6+
aQD/ZmxUTfpZuvY/r4QDkDnh+v9BFMSu7ddddaPf6tDnvT+oDaXy3dXxsPug5ITwYNli/NernIC0
9bm0243yzyPMKGMYXOwaWP0C+lE3qavesMpulE5f55BHZcC2s8DS8vo0xe88/2sMm0/iX1d+5Qha
ELxBVFVhJT9SeVZX/F+MsiuIl3sc3zmiLETosoo+LD0nRpVuWFYjlb1pyNPYKWA3HXFHjBgV6ecF
fGcEsYuLpMyBmrTbDHZ+Rikl1BJepNGGR2WrYJjtHHYTbhBnvzoNjEXQxe6B5/V5mgURBMiwOFzB
YV27muuhghSJIikCAgCblEtO+w6EP8CDWFIl1rN8abTyoMLocOqZ2j82Ns2/gUbvod/runybgbfz
jZypf+k0+8hKCXyh/sY6LuU2y/qEPY+gwRe8FRa1bGc72AtpJsP99oj17F2zRIegVszoLSQTgZLh
w/CW6HlWb0YJOtHYx8IACrYWIqyL6I73izfeesQes/ts2WTEwM5r44lYEhfA6GSYc8gAwhstRwPU
dqa4Rjq/Oy4A2qvdu+tG55jpddje5vKGbv9s1NdMwbfAvpJYgicfxAxxdvCp0hFhfFoj0Mryw6X5
yElhJFI8S4REbZZwsO9jq6yk1o3Dz6eIOLSo9wNZZNjuc8ZKg0vExkN0VMzIVzUqLgYEXXhDVFGB
4v8F7oOS2QBv+rbGdjNIFsKO+jII/gqohLgpNS9QtA+13OJHQvgf/W7UrxnBNanlZxsOAlT8TZK+
svqASUjgA9sERGBqDP+tqwIbhVtYgLM7+coAzCaSXwf1SK21t73sVM0Fl8wGtg7dxPdExr8DFxL+
0GOkFy1RKE4uyxOek1j/1KAdZWwy3KDS7lziqIRdIRTbuMZ5E/c3SB49MO5LYQrzpeNMfJSY6lTY
0Nea8Cce74wfa9IvNc8IOSDv0EEv9CFIkyFpvPaQD3K+IYBJPvfeOGRZTnfCmFxN6C2HJpXhIn+K
yNetr0h8L0X3f5FgoVjP9A4zTZRDjSGhDlVVIzwNIrxlksD+RyTOtPhxpyYOYyJjTExsFCwNXKVm
fiXTxH5LzT4qpCbQNMzYFh7hrdJjJyeAfFvh7rWAb2TY1RTU9IKaOY1XCg+MrQ7/yIo8jQjoO9Fw
HV/iyq8bNz02vE1I+T/iSpy613ySf3SlHiZoYhDnQc8AVG5+CXDxuuFZ2bSK4GDSX8tWOyVFV28g
BZLtHXGO87rlkOGAMJYJntC8S6fsmxoUNCkLcXABCpCaaLPNRx7JMCqKDeySQ2ErOOKJ3seJhaJa
nAqHC1T6bMSgHukijsrX/N1dSEPOtonbTJ49glLeQLiXRPPGtLm9KSwrNmrkcqjj4+VNAtfCw6Wa
LIbPwmTTOcaNbd6BHO52QheyAQfFUjkkE7Z7R+A3IDKD4+miFPDV8/2orgwM86eGs+HSZORklEhp
E3VXNfVv85E8i2/XNMUhFE9pd5oJKHbt9J88sohd6XdvNq0VKHn0IWJDmLAFMBkU8Q+dP4gLiRWy
jOGqSVO5gOcexMPr5EKeqgSFc2s5NMUN2kQjtdTObN5LJsx1P+RdWBSs/icmPBJuA83ttDsJCLz8
WolW44Wp3wmL+848HWri1UDsb8zlV43Lg1X/mD2mjdn5bmq+b1NBb8YwMsHFC3pU+dkXKaaxwrdd
7dqJ9FY5KQ1C0B+rATQmdeeH2OhfwSntFotHiy+6CWxVTY0/tfiukuobLtwPbEgOVgcxqQ9yd4I2
XFndLo7UD+g8lF3SEl4I6nld5WxxBhtedHLWbtYmGs5DIrUL9gn23v3YbOrcfC8V96VptEsTD/0J
kzArhPw5yWYAOPCNE6fjTanwqxxUaAvae9FSN5LHpHkopJ4z9E/6cOgkETu1K3Vea9mHJeZtaetP
RZ5rb2WN+hM/dE+xj5izh60+sESKF5Z0uQc90uUiRluNu3GqjsuAxHchcU3lKAcAOa0grjjLxvLe
DYeCEPQ8kSIKBS1dLFuJz98mFEAlWx6pSmrXsbu7qRhv9LDExwba27ks60tuJE2QNvBelYivSZta
KfUhJs0qK/DNgNjHWzWnWgPjnZnR4IxDaJwPo+aw+Te3Y0sso8ASxn+7Gd/JQ/qumYUw4W7G/AMx
g4W7sptyZ2PwqhidnMm/GHc5qLZpsilt/iCHl9zV9pKTkhIK8LktiBEIpazWCBAX+7k+mra50/t3
Z9l3EmzM1OB5S0MXm5EYLrP8TAeSBAxgtJ3syLasc04oIUdMEjcXE8TXzGjYmnRYpvp0N9SF3YLq
r7Y2UrDbwZ3CEemXS2TE6OknRW2fBwoIfIKG+znXPRb0ajDaBOLBpf0ObCTylnZc7CD5sakHjyIk
RsKu+1Z05y2PYPXC/Gln5lalF/VxYg0emLO4ljSS2uV0FJ3c0tDyoHHpolRQ+QwH9nY1Z78ahszA
aFSeFTshsdx91tFswwKzrjbfN1rbiODojTXBuKKwaNDOY55eXcd4nlvr7nX5Q0RL2M46FXVstyvq
96w+OelRY4dD+lW5VPIV6afOpE0azja7EAs+6aWNBa+xU/sNjAWyUCq86zyM82d9cPYYsC7r5TO6
ZtVP1Z0neKxVv8M0gJbG2fORx8z6MjrOK26EfOw49XdItIzeXAedF7N/TTXopEZCqbYTdKO3j5JH
uxrjyn/qED1lYgmgMcD3W7OJXF41UOpod4TngkViXDSXcK7LwG5eVKW9eOz3es18BU+1mUEAZ6hl
IFQZvarfKekCFM6d5z5XEta/+5SUGDhStPnhp2aRwJRBz1/lawvLTjo/h/Gj55HLxd1WniEXhKrV
79RpZvWFzLHEnKv9vpYs8l49VQkS6HojCrme2OwE2zCRMwfn27KAZ+3DduSmgv2zGkARv6zgtzYD
poZ3TQW/zBxKW00IODh0jFUoh1G7EDNlqGhj+Bttzr8DUgJeL0kVOp/Api4RUabR7+n5tBdkiHaf
jU1ARylQ8WHb4jPg7uXspqzFahm0A/TKQOKgGgGILozorfMqmnPDYmkdvvAtg7fYl2p2SB0o2N4I
ZqB9rmX+BJYOpZ/9Q3d21XaP+zmIFzsUrCvr/CBN50VCh8CVGdisayEulEVMvaJUwr75TGb2gthD
G/u/ItHoVpe09rExW9Sci3O2HNmcBXmWESnnpUJbUwrlA3tObv6XKxTDTE/Mx6hU5dkUHpQI8iop
0VN3UdeeUK6W/Cfr+p57024YiVem4FVlGsBg4/6rvQALNvFsyMZ3CTbFZW9tkphGwhiRNvmFs0V4
ovG7Bq8Dyd7lWeC53JjWpbfnYC1g0+w8KDKP/NUqRhghhQzBKktn1Sl2vV0mpd+WPcnQ/tK077PF
1kfiq42bVeikAnHJgjFq915qUThlJTNx9OGUDhjJa3LFqkFjB53JyK/d9JdnjAx1es0t90G92pmb
Bg3EJJy9oMsxIazcF/ZlMH0UvHF55Lx6LNI2FsNx3Gr8mN8FqN+N4VbPmcewCgEvJ3JVd5rv4bFM
SbwOQvh1+YzyvefL5WraOQP/Y5Tjv6TFXw2YfRM5qXquYDJwi2YOKGE99oBdui4lgOW2/5l6TGne
coeLlASLxqqa2NyZPsHU/RfXHWU2o7cjYP8WmeDZlPZjaZQnGWUfi1YdsCtspzUHraQrurFr92bX
3GJJkCxmxc6jL6TNzkdCBMN7Q6HGqy25tAlH4YU8u42/aEdlADynq1htE1PFAUmuclvTxi0XVp4R
yUQvexEt3kivePfkl5d/ODG7YLwmmYf4N555W+9mLIqNy7lOgZtgiZO1H9RrBg3rST1+62ao/It+
wYO2Wskc5Xlg77DXY8gpuYrPdB40fNj9hUaPQ9S1p0J0j9xFV1ChEvh982sMA909I2PjHMMhBWi6
CtRpuvwQ6OKNl5gDkmJ6yxb3L+7frKU2N5Ot3JeMdjKHcNm5qXBNamyu5j9M/Tzx5np3UygFaULN
0N90MrW2W39pmRJkZrM3WUHYbcom7ndyjNe8yEJrydk4jCnR7P/GJFZ46/cMmNrVEQ5y7K6PMlZ1
gg99rdDLiwviusAz4+21LAtmbYL167xkmviZgd6kkbrHI3Zs4sYnIlxjg8pDXe7yOXliD8RCGK+j
O4rzEs3OPvHmZwrm5w3jkzgpGk9qnx3J0XO1V3mFTSMUZdgDXfQKgtP0M/7NZsn1TI2Vi4GpZlCo
Xql4RbDW1B+8bz/ERN830XUU01F5rntuZRYurJ4sKyMRSkl8Gqv+VJaLvmnG9gbWj3hXXV+4Yhz0
orpTEYOjgTqoriv2hat+KobJtVn7zXsO/GiIsa+3H+qqn+RUxlvayY27p4Sqz2AC6zgehNBfpmHe
x+ocGk29o+qZ3kAdj1Nywva8aYhnO3hs8Et9krx8H5ucft9B9RVn9oEePKg8PhgwV3VD+237PnR6
iBm9weQzELkXdsCykSIS+9ix2dloOuaWyq7wXjrNjz7K/IQl9t57KvBFxpsoPrig6SkNsTZzaj2Y
mc/2Qn1wEvmu0j6R6XnSssjcELl55tca2qlKxxoNkxhAdxkbDHVuaMtIe45jg53SOFXqE5vzE73J
UJ28M20AnzJeZuwr9QnJ5AEMAHHUeeoLjSCK/VTX8kQHAXaHVX6lCYkeRs9rMoblA2Vq7Ot777aM
RG9G855kP/gB/NSZkC1F9rdZqEgpTbyf1eCjCe2Ysq/YgnFqdcYJxqX0ocHn2MMV4OrGrSiqsw7t
K03+sroNKlYFrfoGCcCXPR0sOr9+Loxq7OuQ6QazfqnU9r7U43VixUxGd9N70d1utA22UFJEIACH
XQ+MwEymPR1z2wYqQt5Ed4NhjNqKo9L+YJKS8kEL0Haxx12rU7WhMjZm1rdbwMXhomjM/dZY+ACt
dwMFqEAQNhTBbp/6InkxhnMKbcOwhe/FArZycqqUmAAfX0j+yBEPRcdoGb1C9L16Ygw7jo9MP7vA
UbEEKNGmgQnRsdStjenAPPNsQOnsKSvgr97vkgxJD0UpBVxeQDCN+I86IF91JMGqDXuire1oPGrD
xVJg3mOc5PGkHpL4lVaHZMvbAGJxwiRSqzgSCDxF5b+mt6B3sTZcx0jbvJfoVYEGeoaC6RzCBwwK
J5xLa29qP0tEMgVuK8cQJVppydsq3gmowbvSsE6KHj9k3q22UlaUpYwfOaZz+KnJTRHV7Kc31c0+
U+YCGVcv+th/aPCvAdpWu3pY8hsdEqSRo/vMukWoy96NvAeFyn7kICvMWGZjUw3ESzRhUIK5tzHn
9m1m5RsAje8jKLvDr9rTuyo/MBztPDYHGoDeKnKBIY7boeR8sju/SLpwaEk14f5dlv7bKRpK7WR/
5FuNyJPUe+7SJzsFSDo3vd+44lSi6DlCp9/cik7RNFcbmBQfXm/vEmyGXWGFaAp92POPyJa5o4cI
6g3TB83Sx6GH8WVmJXbyiblNo36vVu0IkbY4KtPrskqm3S8gcDpYUZHc9BzlWP/q7FQU1r2hWFl2
+T1+i2Vy8qL3eqI9QSHhIghbTeDIuPpSXsgG77f3sC8QzaIrzK435egFgxaThOJ/M12TrlqsATYo
jxTtF7RZxn4EGGyaL4yZDcZqzGjs/ZxdOSiKLxz3lWcki55NjemgxrMVRBYQP5AwG0dHmuodBEna
cnuN8vKkXAMUCbrcIgLPaV6ceNXCMvyQ8m+cwSJEa4ub5VFwJ3mAB+MIJehndsVvUae+oQCtdzjx
et2uAw37Cf5ZJkecf4tkkUIpQB5fvIqFkmuZiLe83F2HpHjCfiN6gZcGdlMbfBMHT5bFH5qOQ3Gx
KVq0WVxuctg/E8UdNF8Ohzi3r8x0eMrsLXbbLZCxfVEkqxjCY6iUW4OeRUM3h8DRxBQ4dePrRFPI
GHPbWzHmcLuPVm8T+K+bVyeZXjMXe0SyBEwIMfdU3PBRByJKBcUTRObyiDBWOvbk6xMWQIiOP7w/
Xmka4CX7NdluICMuX0W3S9I4TOJxW6MTVcQDKbbJf7DBU/fGwErM2RmoNnDTmkOmYxPtxn8tTkC2
bZ9lVZFEpwswEtizY74mM8O497S2o+hjjVDGnFJDnjJs7x4pYu8U4SReIIoW2dHLvUtnEnBinIz0
/jZbqGfALZFhXmtbv87Zo3PGFwrVqbKdNho9nr2MtpKuirlXTxprYLADr/X42jornPUgXOt5tMSO
/oE3V4FMTBx4byrduc21p2HSnuAqhZ0RO6x+m53L+8gRP5Z5iSuNSyoN3vBI8jac9P8oiZ5xcNNc
t51MVifjq4JNoGXtNOZya5vcWDEScLO3QTgkSoIohDxVLglkGtpYU7XFm2s8UqN9zfTiMyq8s85u
Rq30S2Zi4wYRWDK+U+OQDteGEp4yit5EfrdH5+Bkmc+BeYi76K9KsTo4mm8M7MeM7IXbP4ac9DGu
3bUV3evQaEhJsHMJi6bF66RetM4OM4JC8hYr7rFJp/827hOBUXxgs/2uIA+Na0lTjLUBRu9ZcehI
c+bqqVOhzXEPq6zqoZr1ce6S/dRYL7aWUZ6IUzM26BRuqMSDUrPvewfdgvLE1UlT+DkBOlMzTqlL
g3ap/bjQOoiMYCaK+2rXa4lvFVS9WOZZc9OTKDSiU8WbGBEoVD27st9/RzM92531XXT96oEP+l69
R2oRjDESKjduXjh7rc/ZpdodZpVc+AWKD2dqgDV8x1X3IqKWoxNHmeH8xhrXy6nMXtQoCnN9OpAu
2lvMOp3y7SQ8TbyYeOCfRqc7DjYS78iqgq+GVr6hMvLg54+kEYz9URzQ7LkV3MwmS+40qJD5+JnH
80/WhvoC06Bs4l+EmwPYxgvj/7824g6QxIVFuT2ibB89gEfeJEQ9pe7+yXS5GJZxnzEPYsoIa115
TIwWQ6qEap1w6FQnHURloX0agsBQ4yaHVCuPIjWZzoXcR7qrYdJsfnAEf2PU2Fktyz2LOICScNlV
pHFHOdHb+iiS/KvLx4VSgOZlyjjMKJ2h7bf8TwzZB7yw/0y3+udO7acZEVvsOocIBq/yTgBFYg3S
3eMYMFPPgovu4xAc7vrURzqZpFU6LzQ4ZwizcfVeWMoxyUf8s/yekHuL0uISABh1TBVgyZglQb+F
ip1gcOj41riedu3F+G+O7B+DVVInVyN1pb4o+C+ABwcyi86mo39E5tAhi8+fSVadZxaAY9IeaVIh
sUvNd4OPHSzUQiNIspaB8BYeOWFWZGtMz4r3XlD6SsaPjC6X33zhCpupJ4CtuN00h+SYHt+c1cCL
97LlMzYM3CfYWoSgt4wWn5h1QkWEcX7kTHwxLHvJ2SP+dIftcHVseTuMyfeCBNopjOh48sSGqjbA
vi5FYjDe/xwbWd1SwdvaL55WUwxutFvH4BXLENt2mY/v/4wu8IYsuG0l86IuiI7pW+kiDyrVblS7
74YilN7bF4I6jDzfUzu6rWrlRruUn7pp2ORzwProDuTsFf8G7Q+UzczEzKj8yylrqNi1tWbPVdqB
P1M1d1oBbpoyv2cHt6377dA1l3RK/8fReSw3jmxB9IsqAt5saUAvipIot0GoZeBdASiYr5+D2byJ
N6a7RQJV12SePCTuN+7KY22Bb7XifGssKyXwomEknlHA7Gfwnes4VuCH7AaZvNy5ofHRxDxTTBj2
9mTCN8FkrhfAdN29XdXfuFYe8K2hVsnrL/qq58rvq20HkaJybCIP/fBbymgPCuM29z8t8oLNAH6f
wprJld/wZuLs8kv/3ibqMsX5elRVscb1jD42CX/QEq/1fv5ws/CrZawGw3EhNIsb3mSJ1zvE52OZ
SLjALmJqIofK+3UZW+DTRDjrhP7JLV+hIe8aH/a67cM/9JrX1kmZ4KVrw7vX2kcfm8smjJeTRzly
qz3JI++GY6NVZ3UrsnLb2eMtHuwrBvlj5iODgdsnexZtFhOLiHRW3ZvuYQ/wxGCNjOlltqr7SBgb
ytoYzH9iI8FtsO/MIYup0XsxqHzwqbvvDYuLvOBVdJL/T9Ofbvou4YoPXvNIuvGBy+rLSN0gznKK
0OrBS8otQolDUyCCBM5J6SZ1gVitv+Mwe6pd5jVmPh291rtH5j0khMKf3WJVoHPu2BLa1T+vZgeG
/LMwZnoLPXCZ5VBJD8HYnP18eLYIElRetSsLbsd8IDmtWffofyFLvyT0GliLn720u2Bpx6LS8hqY
aLGkCKJOhGi4kPvq2nk2oweglPQoCcURZmvzlhiUZhYgHSsk96ZaRxbyfPy1+0Jkx9JJSVVvs09N
fMI1Z7dR7BLzi93eaRzAQjP3QHx0zH1cqJHFBy5vjkT2ZLrXpQyztFWDUtx35zcGy1Iy4J7TA8y/
R2ycx5Cat9YAuHN7bnNOtoTUPQLWRyJF238J6WMxWdcw/l4SvtlWg/xVO8+ux6+QTOfCeG3mZ/wQ
a401orSRQQjxEhHaAprxh/3liu/cC7DSYj0sSFpUE9uNHEE2GWXSWmsJwDzPwRjXIS2HnIsii9U2
p1LTp2vP1Z+F+V6bxkvFyYYoZtPgf8kBu2B0Sg/xvIxHEegVfTDl3geZVAHopifc4UFFGEWYimhT
RqRL5Vh+uoe8zJnIpCwm2fvMPihUf6pvWl9vwVmeYybPIaGaZt1ma9vLm3Xykg/pQTfo7avpBWvn
vw7c74BwNx2T66x3tyo6cucyqYdbz7THsRQKhXEb2R7yH58pOro4HT6FHx8aDIkhUgN7bnmWXLTz
JKcHWQFFGfMIqz9GPeFF4E9ogXIXKR5tqz0Olf+k9Fs7P1q2sR9682SgoxKX3v/JC7GWpCjIgfyp
BVEAetJCXGFKBL4w3MzJYzEqd47eYCh2v6RhcmHcklrebVN772cmxE7YkyXyEefhiqBIprJ1z/xz
OEMQgIZfZps8dffpmL+YjLF7Rz314VGvHu3CeLI7sGGau5GLRDzGUm+goYTnU3hz0Bf9wyhRPdgP
wnQOAEi+WTMHRceInZKc9JtXq8iPSaMeGyi+9QzhYskUkr9dx9Q4ZZFR1NM5NYkRX3aoefRSWujq
B/zcNOXmCJFLZ7y2njR3x5Luq9KclaBHM13tTIXwnGCKXDHD/PIooHUWnW3yTiQeWQXMe/sx8hch
8RcCSJ1ObT106gFZbrzOU4eJKT6LSWyauAxSaitdYwkxKWJlqs3iLGvbmFhxR9tZNolptZUwMoue
5t695OA5q0l86BZLeTmcwlB/EbSgfvSQzMUhI24vn757ab23tn0eUcilEYEJfWa/NoTPGbkEo8FO
BHffjmtn33sI4x0SdJxjVN9rroo+lOwliHp0WXIb5kkp0jBbgYnR2ssJAeU0+HezI4oMhddEqRFX
5ha7x94RQaIhBwmnNIgQqhjFWWbgSgHO+iZbmIxCJRqOjjXve1qvjKz6VUK5M8F35LBedx4j+yzs
gMJOd9L1lnD4x5r5heCliY3iSsDCriLKECQq+zN1iEPFEJr6qR5yVg6hcwNhzJXEbDWtGFQ1sxpQ
bYhua3k58SRY8q1R83aRYexHHCv0urjY9XE/IGzIE+c2qFupY/bIWp8BaX6WHIxmi0U+x2GEHNYa
eAzL6TEW+Rduyvd5igEHLD8as6KpnHmiHCII+gI7866oJgBsbNy6IGUjO9U68/CovLRCnD0rIuLg
Q0bvfkMtkxZfvrFQIPqTnGrilYxdw4iaM2r+Vzr6dWr9YCy2SLvXlX4OBxUUjDtzI18ljvcjNTyx
ONoIIvT0W9LOCOlbxiqy34dOHhhuHhNrrOMsaPwHHhHFQdCyozc/TaGZ5BqhIkjjPXwt1kXElqaN
nWwz1urRM11DIHPq3Cp81MgMjWlds0inYNS95zwudiIFrqM8rvUFFyImplQts6S3YkxvXYhjHrUR
5oYad7rRfjPznFfTgsth87scwIVVXDxB4igvUmxd6rE7Yj85oi/de8gH4rznEW4eQ+8X3RoD8HyD
aYei0ltNFFdEnCU9BjaShQXmCHpV7U+fUPWHyVl2Fi+DT98f7TX9zbNGjDbop9Ido1yURYij8nVI
lo+RLYLM6HFkzN4gHVhJ33xNG2dDBWbL15hfeq7Oaf5dhHc33bPe+E0omcqsetaoe5NkPkRFuQOb
e9VAjk3tMVPxjxDmGsHpeui7d3DYRxyexoQipixtsCRA95iJbppSewUJ8phV/gO5VeSq1iRRT+uG
S1AIpOWR8RlNcss7f+7NeuskH1F7HPF5hlxxJc5hbDhxaq+L6cWlVCqYHzHFVzvWJJSACgC0F6hK
rJ8S/O7o3OCpdltfZUdndNZJYZ26iJVC2x4nVNOeKg+JzsvEuisMf/Oi3/k9Iev2j4anqYieXPk3
Mjq1c6JdMNPb+pGsvJvnq0cN/plT7aPwjzxOrlmX2TR3bxuY6mtIv1w/20peK2YukRMh1cIqker8
es+W+hCTWEey3TecMLL6NHMN8M+THjd3J1vqTfsqMox82T5tJcgJ5I96zhtq2USiuD7c9ZB4pEF7
aBMNKXOxLTXOLit3h8d0xCttxsVRueWGbda59awtwNONJrGwJSSBMjhjKeT5nywwHorxVSMlmytZ
LJZg3gwnexYIhAZroDNhgmUqsFRkmqbOPh1ellMQki05nNOa7Kabm/9wwWOiGOf9NPyB3t0JVr2q
+GuMEX1AvRmr7MWsH13C0ry/hH2nYY6oVU5V+dTReqfaP8/ZgzpYxxYhCiWZXHLF3UgB8+KEtxSB
ObfTWk+rjRPfB4u50ES++9lgEyubKJDcQshiDcl4AC2jKYssyAeN6ijG96LK9h/iwo+od/g3pUeG
ovPMfbPubq3N/jwhpgNz0fSWlurPcMjAwrbSb8Cf5CR9q3xv5t90XhGUSDwVTCPQtbJn67pPQ6X2
fRi9B6gFO4Wl7ewOmAeHXnuIq+rW9MQr+lHzLiHgwtQsvFfVTD96E43IjHGJhYm/cXS8bKBtDp59
zch1fMaR0ePD4LM1NOtjzuffFNBMLDp+QUE11uJSYvIY72RpIOtwS8LHeXkdLyGAd7Jzglh05zAy
IGOgor41TOZwzrV271ZP8IRqGJAvbNungBUlglkiUPdG3RawFe42h+sU/hs4AKFWVO43s+lq/pRq
L5pfI3uBGjogvy78u4FIcSpph0MCJ3FW64wvQp8Eae0vN977qQyYlkmNhqlcO/5BOmDDsgDqiF1/
zRz8irUKiZA0+GwdUDW4oHTmAAEVK+EOaWZlIWzkY4+cU2S/40700r2RQuJorg58CVKrw+o28DQT
HkaGrRfoxo6kEd77I9mnwFDWcYfGqQow81Io3eTAdPDa0tg39i+aYitldY8t3FF3lKI+OlcQE0Y2
r2c0Eta9xODnhAcCKgI7ggQxbFsH/bn8TZGHJPDLMY+ubf9Pij5owB5kaOaKmlVWy3P7OxLyvTDM
nL0V85ZrgXSpcdHBkdbbLx1txHGMzGf0f9PhYsT3rqfUSY51/NPJRwHJ1fL+jcOW0PaMaTCekiMj
o9RHBKgDBfBC/mwvoTw1YQ7DAAruDE3fRKAAc3U4RcPB4/wt5BH3CrEipKqx15yaVffQz4+x+m30
k/+rJhpe/cibshbpoarfi1oiwUrOJZu8qk1PnXxQzH7C/q1EhmZMKy1VnKIgjZqgVLxbjCLp1aHB
KyLK3wDirdz6Q+LlFNOmyM8+ZbeVNEHH3N6O1YZhy3rREuhsqh1a3cp5qhvmG0jH5Upj5m9ED3n4
QCLMxtc/QB4AhSFarkIr8YPHEEzj2qJpMVI0QfW6+/r/yWGYEQ44C7VqpxdUDd5iKN87jULbRbJQ
t3WTaoOhc2DU2VUY5/Unx/6MWm8zWGQbonPLeA+4kPz5SiMBJq82z46+s5xb9mzhRmwAUHcUIHN6
BHCEN2Hmzl+nfXoQ3NIsD33Mx5iv2JFDy2HHiK7LRud31GbM3nw0BdaaCfd2O6M98IuNkRobl48m
q96dxcAbvvgjw18GaRH1aFq9VcaI/PwzN3E3UCbK+Ba751Jrz25LD9dwVop1rD46PmWLS8rgkKr5
64BXr3dvEQkSUwXpy131WnvwEBOV9RsyP2YuXvegUJAX9hdKgVDjhlhCbQZIYgkuXwweGQyIodkZ
TPSTIUicXUgV2Vh7QhIr0MeSJhH0GhY7h4fh1g33EDCBhKNW1D9l1R9ybAaD/SmTI7qX/WCn+2hu
V3OD2AThKHoYCCgRhJIkKNl+Lg8MwdEOo2JCDVgxYatdJ/aXy6dWk95UT1+a5Iean0pprcAZyLbf
99ZdcSePKc+M+kOmidIECS5LJvZAJcdVyorUUWit2VQarFHNnpQauFPhBKKoO7pEE0fs8ecRYVWC
vnzaejbtNScJtEc0fvSJLJgnqjRMRQZD6TjGHYG6za9eqrh8kfryXGMrtUuKEJ1Aa3KA+AEX57sG
Y9uCtk0sN364KGPBDmh+D+D4XyccgCDT/DgQptJXm5n5Zc1yp+6rlTCebXherCMCyrtEbv2wxofS
hCWEJMSWRW9aIJ2w6pSZ3FQ+wYaDxcA1jJEYWDEpv2m3sDamwtw1aYYlih+ULcFGAMMuE7FroujR
SsqNHDR/MzLyiaOy3KLHHt5cVtXIa76rvKZuF029qTI7eUh67TV8DmuzZ7WRaq9RRtQgkv6Xnjbr
ZLvq2USNPIAcXGAqqcPk0mHDi2oWcYAtBwrWt8yOUQTr3HspgyOGzui51SwA+5319FoqC1G+uzP5
Ynt2cPR8jIrq9eSNW6hVh5mFFYcJUkh1ikk6UO89RsbQeDCrH5xxq+jSE+Kpz0ctzuCgtIeQKY6J
NoyrbutZTGF1bIOaXbyZOmSQ/1ME/v8fk0VvNir9ZNHA6WzJfRP/sVZZfxkhCpuSzDhA5jKGbKj/
i4ZIBXbDCikKISDZg/+kOWQvT4n88Wn5Vn3ZbkbdULelPGM9sEsjpa3NDnKGAOreGAQSxFmVBGYT
P7pmRlWefmRL9lJtYXTEfIeDuTe3PMb9pfCZILlSWJ8p9CqZUPG4m2zEDhJVc/0sy5AlDzcHWb4W
oYiriEgiFkaa5AXsmG66E24BDayUu1gTmonDoi2m9UAmKHUMdse5fIvn8H3oJjLqjJ+Bx/dV4N2E
Igdc28kTwlbrxzRrrTe3GYqtJbIzdCSqgd3A85Qi8MHzD5ZwQVpOc47U+dj32II0nFvtpkWqxTvs
m9Mps3QGb5zIVXzp5uYZVO5jQ11uW3x3/VnXgLShJNVi7x34jY5Nh/hxQVZQaNvPxG/LB21+kmV2
KQlBh+3Y/pvCk9OMn92kgiYPb7HZE1DFd0l+7Fa5bAs9/xflTkc+CHifzDw3ZuwsmJNrbluvGEZv
DY2dxdEwVDAq9YuiYiA+KLWZn7coAUYU2HhJNMhvsTYQktX+M+wUqWy3ngxtbWH1wBiNXIFNDA9r
VAwnQ9nPJamPafnVIqpsGv624uJnUtiKX2n1N0WPPeIV73C8l9wY3NNMjX+L9EtUT5P2lHQPpFoF
ueZwkRFEUr+U7r8ehWHjVYdcU8FUHvA5mNFzg6kBx9/GjlPwgsaa1AE9YzeBjrqOEGJVLImQbdYb
UMornx+osbMbGRSLcwrixT1ntuhPDPQ09lMxkkSSvIcdNV7FIb+I3r3yfWiZ/nf9qyl+R+ttjvhD
AUBytPcOOWZaWjQ3P7zlR5IukauVu9eC3oZAmZ3ETWLL5F4APZ/SIVDhT5k126KjVpmyNFjqfvKQ
ojZIY/vQcNuBSX8wQSYQ/0dec25/pcmTqdODcj9GKCCNGgVDxnic4DvCC7ngJky1EyAiCCXN1B1z
TdtKPtl5dHd9zjZt1uwPoOpP5VjvdQuFFWHD31VXHrNeAZ4nJ09eWGhuFNql2ktfK+OkN0xB6ROs
RNuM7BwbxHzNxxR+yKr8UKR8uqJ4lkQwCY8lH+YepkSb8lbgls+JHPOzZD0zCCVE8knRjrMzhUF7
m1tocVnXHEMMqJKMplS+JzZ8LmdadRzeLliMhtDwaFMZ5bWpnCMcm3WV0XFSsArGXmaCi9jrmSgo
igYXBXOEVxgRwuAydFdBlBxioa5pBgdv2mghzYVhPUiGWRZreQuHpxc9OC1HFwF0ZYartt/ISLyG
bD6Mpt5XNMQxACrfcTcueooebj9QX7JmNz1K6RzGDuDkS2Ld7LLdzTo7p35DinUu4isRqbB1g74U
PCrgbls8fW1HQaV/KBxzVTvg7djZHcMmkJotd7thq09lTet0B5+Ca1ttct+F4EtfsqQemch3S8d6
zfgCStpYWy7AJFa+wl+LeULaqwgmSC8mTThtkiBctCjkVsn2lRLfJwcJr0xhtDxW3XHZv6eKJaTB
+FkpKoU8xJ3QgpXBBzP/TNMv28xjpoUoPy6aTsrW31+cmvzH3ATtHQbBNi5YsFfmuUBKWlunWBjQ
dHnYkJHkqt7G0Y/dE35VMhmDSjWld87/VetFF5TiH136POSUIOgY8X48hvQsjjE+kgETWJlzg/e6
JWMIeXSIOZ16fSIC3kCRQYwwvj3ikGa2pUb2scieek0/OG64HUV9DtPycbFPZuGthvBYcZYNUj8g
od14M6gn7avMJn5fRLqamF8SxXEwD0fQfO86pVBKspdhss7UXLIpi13pL5Gq7dMIYY47pRn9FeMm
xiQtCy4zZmannRaVtBb/G6EIOIreJm5uHpgMNQHrMW9k3KzwKBx2AAg3/th/x6V8XkorHcHJOg77
Q4P/xhc96vCaGF0sCYbhHEfM/yUoAJGeDOS6XeQdOFx4bgAmipD/uuD9V6R/MC7kHS5hEbrxqbIR
B0FGqTzrQIrSzkbPTI8pe/knEAymXXvKDP25pReYwktUXsmQ24xa/lXPZWD9jPHVaruDNxJVWcI6
xJ6EkXTgjYOrwc4GXZgxHTRbEA43ntiznVvMFXlLwBjGFDMk0bxsqkM57Lm0rq5uXTuNhrYHQDo+
mzN4hEx5vzFNbNK/OTb5h0D3YEPd8VHsE4QSXRsQP7OzaSId/0dYNbwnNpfiiZle6ZtBadT3dCBo
/rsy3Z2LAQgb7sExfD7qbNq3DphIV370PrOYmW3N66jtfXqSwmpOsV5B4zCDRN7IgXxLp4qMEH9l
Ld8PXGSya2zvNaSsHPX56i5OmWWnw+vhMd9ia1KK7iq8YZN773G1s+ZfEtMDxbbCiYEwpMVv2pcv
Jg+/wN3Ai0epftBIKEI7tIpB3GRTu5u0GQ11f9Q7BFqd+Iap+ghQqRPxs8gwhFnDUe/R0IDB1FWy
VxaiWpU/dLmz11lGR8hWMYBciBICloMql613yufTBGYsXuIBAJGtyEY1sINhCSIIoyOSVS8fC3J9
mjYPsCCx54KPcNS5BMzfaFjwEiuT1twR4TZL73gIPdPdE31zsPCouGH84g/+rlXNg6q/PckkK+bV
pz1o4O2o7GAw/4qoaM3uqaubJYGebrTfOiSzZLq+ys3pWujpu5qvkkF9ZfzK/p7FDryabNEhcKbu
jLg+dlYHN44onnJEIMt9jZ5Xy+o96XbbrI5+opLKmuLHL+a3aH5wC+3XlgHg612ezKjDXm1lASxH
sfwPgQYAofBxzntwz+FPCv2kkh9l8S9h+4Y9OUaPqJLyGsMnPTGh35N8vV7SWvkemdvigU7q10G/
AZcCsMq6BvWREX2409JwRVvnn8g6wqRAUaEri/J+Zyf83vonJd9nQ42O8RGDD/RwvI8lo86CeShz
bHZ+XEUP1czQV0wrlHuF1THc/sws2HrFp1HhK03dN82FpDm9y/C3LfVNR+Mcdnu//ZfV4070FNWa
9kSVqrNogsN9cJ03hFqBrFjz+2iIKXur7FzJ2+zmT8J5HjzxJZzHfOyJ2uPu7BHGuH9ZaZ8h1axw
V9ZN9FUikzX6dKvVApgwYG0xrCYOqXD+I9UHHODBHtHuAO2h3N411t8UC1yn4uBgoyuMu1m9AKyE
4idQwobgGVnWgnaESYS8sCI7kfhUIt6o+oJlPa9wgvjNw2Jzc3R9a3KYxWiXc+I4vQkeXZt+xQY0
+mJ4KqJ0bbsIi1hAiDoIB1YKE/Y657ktud28RzO3b4tvqWyQpLJzH0FCaFVLJGCzBwNzHH/DGlBl
D3gjGdtNhCWht+VGQ0a3YhkJd8YKkHIdskhj1Dd8J4Ay6PXwIks/Q1kIohyi4D5VF806yDuLFkEB
mu/VjT9pOGun8WHEFeymj0l+QwiO/FQ0NuOY1zC+pgoQ3o/GxC0KmNkO/kusrvO8G7JzEuN327if
frXAuD4qhHm9ZO9pNFshOemO0AsPJieN82eMfmCxX7cg+LfcWN50Vnq/dkAsq5Zn6xqTYxlZ/rNT
MpAaszPby0mmp8byd+D3Tl7LPMn+QQ7Aw4P+nmxh1g8rJRlKts6Nd4r6WPFexTvSBRjQtFdL/ZVC
Q7VxsbjTYGLRe5j3WI/VapBXIhW6qD25XOjNiFV2WBvi2sV1MHbiwTul3d0B4pEZ94i55lQQs9XB
mjwCXNykhc7q6CRZORasRL2Hjt99lOO3ZhZiZ8dGe63GzyKCcybG6AGZBLHUoMqcXvqrbkhPapLG
MYl7QmsB8XIthAX0Lqp2F0HClNtbDQWLmqbuNeJPgreW8TxkqKnfKEZDcILQcWRpYez1oXxxfbTD
WpOQ0i7L6xy12g1V3YaAaNgbWG62dlr72yjTARZansVKlvlIq0O7ynCJbzwkBehX1sIvt36LgrvI
bfz+sLEmwFt3rd7hee0AgHMitJ5rHEc9eugd8GMjlDaObEHCZRw1Xx3KOzbvxbuhh3PQ2gfYOkkQ
xuYfO6Gvvi/TSwmVmgM/Omrg0c8hJEWWdz5dI8B11A3HBMDXqQOfhkS8ri+xsIkWrtuctQ5trhmq
6M22FCxAuES7//9v64IcS/waZejyT/EG7PV0Mp/IbiDhkYOOyr5FPPNNBiuMMpVOV9BPzinrLDTR
ouT9sZmD2Utkh9uVt4w+5YAvRvOOsV47Vy+DxtV1cxqU9oxY2an0zdzN3q6afCYYpWefGAH/JNYE
Pc70PnVSGiiviE7VTE2c2joGgpjNhFaRRgFfTE9hoTT2v0Hm5NKzWjr5Vf9XAsoM2l4rNr2eIh6d
B1ye0Jpwf/njXtZ0EZMxt/thYpc3+sre+27x6I8T8VWmDaPUi8JA2SD5e1KoDgbqRn+BAihVN6hu
ZXZy2pTUTL92mbyY4pj3veAHVDdpjlVQtGqTxAAe42U2p3mgVfNuMo5RXjp7CY4uK4RzcvEuTD3k
5IqsugKZLI9h+9iUcYXZF/8k9SjomWQgaJ6vspNMv0ON5G7PNqxdEUfJOU4e7CVHt+pfE8+pzyAY
jT5BNWOaPf5W5mR6CRTb1RPmDuGM9K1vmkMZ7aHJ4QbCbBRYZfvpk1h7KrlwnRRsJHnCcu0t2YAa
u8jHub/xwRG7LNdjksjDzAMMoROivuExeEb1lOelfbG1P/gmHGJV/YHMnKD2WTy2wDcpASM2e73h
7WeXawhz0GXGtDOLINPD71Gr4WB29JJxPRxjK+Mor6vPBKnVRYpwr8+yOERO9TtMTOTRa0MMCpNT
O4qj42Lyc8Km2qYGaeCwV7e0qozVRJ7tukIdudqeO4g4IoSZEWuszmKVxScWezBvwOD4ZvjaTxVu
zqynr60Xo00/+aiidnPYh/tOULFX1qmZbdj2uN7YxNuosMgeTJsRIQS4vnHOFlkhVINY5ocYjwy2
r+GCTxrDEz1Dc5A5czCrXMbtCWbDwcXYkfsaFhE28VM1ziuwTpo2hVhfrhG7yr1rgN8p3I9uoXh7
i4XRmpsXWzQLSkeZu7Fp756JmY2Q8Ct0P9YG1ajBOS6ts13eW+jYB+Ug3GTAuKtyxmsV+MWmAqMX
WZecfLN9bTNBMhWkWDjw5CZwi5JwwVlVWOxfBYDUmdgyDlggESOAU2imAbs3cKhTPDK105GBJmjJ
G1SZoRXKN4eCZq/F9mZYjLBJT7OXFckS6sHqNiLB3sgXEQxHMkGNceAORn9VcauuyIq/LZlmhxk0
R1Qal0LCcSnUlGClQuWVcGV5+ePMw7BCp+WvixkZb5vAFfQr79s2ONGzWF86x4hSqSBMpyADXQM+
xErWWU6H/EX2xSvYNjab2OabuBsDsnHx3xPKrVVieDPi1IHZnmmB37/UidY8mHHya5E1vNPwlqJq
Fe6m7W2AbBmDCq0CAtAn7n7CuHLPMB/67jBvDFHhNk2cJ1+wRDOXkUXnvyatdLaG1f80uWIfrTTC
dPaIX4u1men2RkM6Vhb490GVJQHZxEvt5PP6Fr3Yarn4IbGBcYGBlxBYRYKyHkFKO2kAYUOIbJPp
vRt9h10IyPghdPDGMupbpUcBlOvMIH0jexY4fgnk0OqMuxU7uDL8YVzZ2vijJybEuKR0UHOX95km
LGdQC9WI76qM5E7MF72gXRtqpHpQmnBhk/tj9j42/Bo66f9M+7JvTnU8fnmtm2Mapz2RJvLVYjGH
ztXwM/RRdWHXTKCa/jdGo3cM9dHZ1bP7qI9ZdnQdULaiT89CNsyBdJNwbNahyQzLV7GAozLGxd1P
A4He1mli6HVuECOEqEPCVnuOGX0ffPLdZY3BvQbUs7L+YV7yVssz3oTDTyb0b1HpR5MUYsZ1Tn2Y
2VETn/oZZfYz0g87g08eu5iBHDE9ISqzbn7zOUXGnjmehfkT5ls00rP1se6sUkNucWINUB9luG0W
83o0cjX1xU43OwfYnXbkO9O2vlaStcucvSNlPawbVOtcLluX9TmRyu06Lgiuq+AxJwOyYKhnFo2A
VMfYgX1RIFpz09kPotyHDW8JHOWAY8wsq8hJGAlCzYZV7FTH5SF/mG2wXYLBFqq0FvffUyNMQuBR
tLk1cP8q4/DNxRk16Ifn1oyWc389R3V+YRSp1qZ/TXw7PzV6yEJyahoMC6R7SPI7dfHmjNaxKEkc
jy2XuyDqdmCaaQVEv/WnIQQ5V9R0tdLDINJD2XQN2vAKbZPvat0h99EKdp9d7VoXqyKnpkWxFrr1
Q+MZKW5lCjPup2rDAqpgHh9F21zU4liEyYetK5y+OSdnIha7WGXAx2OVI8fuM+66v9x2qaBLCyAw
YZXaRGUhcCBtQa5nBjiy1m+PRYRKW4/aZOvT71tlHAea6fzWkfuWSmPLP47XnPneLtRQveXkrDMV
zyxcpB+5JPdw7rwnBHhkiyt4o47ng1i3eZd65eBDRAHoN/z9jvXl5JE0a+FktELbWTXZCK4CGgc+
FdzyntfS/8XNDwOlW5YvAKUxsvd9gXUtEzU5vL5bM1PE4RpDIP2eYG8tnhpZIJGMs+FR9XW3izPj
pSVd8VISqQDiBiEsvGyNkRA7xkd0+RfQ1uY9jNi8DjYA5L61/sGk0g9Vi7t8nCP/Mi8y7IHmwVbG
Pq9D82Sj0kn5Pc41ypO1xb9PXMvU7SfuTWTJxStQwiJoYP7iSItIkYf8OGczXw0hqMpo/2m+eI9S
RVkDAdCpGokegjmkbMagMfFvpB2iSOYWQKZ7D0h+AlWYnrlVdvfE1oE0VZj2yGyPcQqA30ygfdHu
g56lddw0hTPAVx5FID17gbeZZw1NCJvWbgU1hk7a1Q98hIjPOtbkLiHPqGeceOOMIY7XjKcH2C8G
QOuqMz9ZJXmSLfjZItDzqySE/C49mGwVgNXEEOl2ovx5z7RP4tbHD0b3glSBjVYhP5O5ao5diVrC
MoxXTAHPDXXldc6So03v8AAY/4HND9GiEsH/AsLEkoGivuVPVE9uMDuoAQBzA81z3JZXy2EH0F6U
WZ1nGzvFBH517WqOTi+am6iiBfPYcDY/Yap+jdOb6kbn0qVut6F2rxvjpxwL7TIhYtBt1pe2Fl2g
R7QnGyKX7jTIrSsH6AeNQTImF9dj+Wjn/knXxEc4otqjyWSWqC+GBP8+9cUyIhygK07ZE2MeBpta
c3adEC4ivDhg6/6xjrSDEvQt6JD7rZFzEw2ZeRrHLruyaV03IvyoIaujx9nODiy9ATrVSvkCnTMB
f49w2HzlM60gFe/RnQkaxWf3MQxhcfanG8mEETqSJRjFZdJU0JCnmW9sLNnhnBWxOiRevrFAYqHz
OmMWgOOjqw8M8Icpyc2gDaefUhP2zk1OipSrktzapvPMVW87rNXL/o94FTwtCVMm9R97Z7JcO45l
2V8pq3EyjQRIkJjq9rpX7ZP0JE1oatl3YM+vr0XPGETmoMxqXoPwcH/ukq7YADjn7L02Ot9SIdlJ
epS/3D7gEKK5FDBX8U6G4yaT5n0MXAoM8jYzEb2LYH5m7zy0FONHNbN2jT1INNkR/ibKZI2dhl8q
BgyuY1tbN4apYTllE4xrdcrNzIqFqNcOlj/KqfRdMYktuESfDXwGxNvRzAdYQuQTp5aoNIiY4Foh
8M1PRR+s2ojkjYhQeecjcKqtGGCbceYj3jUIJXJ8qTtMmYkLXKZcdY6BM52CFPBuGRTjkZnEd2fT
0EcgAqY6ddQ2w9zjxO0jE0CgSYAijyM3Gg9+0frdxQ/7vUz4uIQP3Li96A9L76WofTUSmrSej1YR
Otg6JQMTjzMfjzLha7YksTnd1+IPancUJGhgr7Im+0QozoTe0kTMFfrOeNmf2CBTlSwy21jlRBcY
G2TgBAFQ+KY/BNr7Fp6hjRmX8NsbfSEz0ye/Lts2k1i2kyLugW7mOZJd/Zagyct0YygC8goRgL4X
loUX/jRZmBy6DhzMQibTZFAU0ondJrzPV0W5kquy+JeUI9glKSKlxYfZO+HGHcf24KO7a6R7W0/t
ix1ZpPvU8YNy0SZmkcvAGc1u50/j3wDSfgcHdoyYp1AEkWvhtBN2q3jco5XG3luS6dqjXxGqPTmL
+jUQ3LbRgqudxs420sNAliWlyjT1V5NuxI56Bhlneh7nDvZOXN0ChQyBLByy2cPkgmcTp/sX2V0a
lmF15jmR+/+wySwg42eIdrHz6Fj+pcaeiHVuazAYbf2lQxeTXLumH/cjq+SxQl7WQmnfRjNCSngz
3RYd8rTJF338jypPBVAdd9nCOUi2reZQUftArD0w5Qr9LY7UzkctnSVvpfVYhwhTqqQlgFA86VCN
x3/CS/8Vo/rfQkK//n/Qa/Xfgl4lEcj/l6BXZrMfJvn496TX9Sv+K+lVBP+p7MAm4dX3HCFsQob/
FfQq/lP6juMFnoYMAcaCNNd/Bb267n8Kx1eu79FD0DY03f/9v9r/Cnp1nf8UrrCVFq7LqcxX6v8l
6PV/RDnznbRtSx+9LWMS13fXFNh/S3ktxrovxdDjRlTyPbD1Y5ZILGKsPf92Qf717Px7oKzkN+Jb
/Vd68BqV6wtX8hvha7VdT0ip/mdqNJi4ue5H9GhzC2rMos4dv6OE2ZqjXeR69VdSTL/9HKJRtMsf
RD9wiZDrpamHblw395ZJb+I1ryzFu7pxCoeeKGC3ib5EAw0VAftsEKlZNe55RPeK9k6VIuWgX8F8
TD2qlsBWxco3rgBEjxfJHp3XNmGCBhK8Y4svr0NIT80Aoj7zYeuFRv6dqgeQpNgfqXEXOGzLhCSn
sJ8Y6z8AdD/XlnMLWbg7KTQgfOL+m50MbEHg7om1hl8YJE/kRH7JYWJAItGPlRUMuNpSx8hBliZy
0nBrVAoiVM/kJcBn6Cn4c+U8jSKa8QSNr2UzHJKA4eJIDGTWUBJ0+XTqanWs+uyttr3fLPTuWo31
IwUogmbgtQzAuHnMojagZIDNOdapTN1qoyr70qfzY9XWHzIqrkfqpYB2OgZsJEUquQOA95z4ZxDi
33CchmX8JCJYbqRNkw/jYeNieJxz9I//fMVkZqhwzgvzzILADGqIxEne42pfLUSqFiu0ODarzdzc
LbNhICE/IEXBJgbqSBg8vsj8vc4hF6ibDInZIclT1uqq+KFYAQ5s2ffdUKxjXWRXanodiyo6gGx8
MzGnsyqvvgxlcBvMJDHAsRsM7WNPNfRLtDzcKKKn4DJy6mQwviVH3tpamco2bYwiMF2d67WDRM+5
aAWjK9ZI7fHg/TUcH2ThyQ3vI9Vzgbpz/QwIdcbtPD9buns1xYK9ccBBWRQaxRsu6zq9psArweyg
T3CX8dfpSACBHEqJylQ8hcBvQspG4rUZd3Sfho55VRC1IlGFc5DEbMtcUjj44SA5Mm5hQ8BQ5KAt
Yfhicv+g2+UZfDt7qUVV3y23dDhgxK1NZ/pTeCl8GqytJA1M19eps1BBOhoUUHItVAbr3GTfrQ0E
8t7FMEFRmX2LFlS15z3XNU12TfrvpvPLC3cRNVXu9+Rs3s1zi3+xXCPZrYmMxyk5+TnjQ1yDWavI
bi5fBx09t9wc0eUnyyboOSV8FSSRFxMY1maE7QS9/eub4NZp2l/Pb/8wpUfqMhOrluLTZvgE0w/l
ro4nCApxfO3yhwLtCMqF6o9LYnI18WJnZXBtt/yNKLy1FY0znCDnsOzQ3+BrG0aPvb/1sBpnqNab
O3oz9Sa0u2/RtbclbqepyZObAiHxkNJhTD2JNwTPwdVE1GqLnFl3dU6jt+VJJn8pBqWREn42jvjY
hr1kLF9q3wNDM9C0NuOHmdsaXW49n6wZy83o188yxcJCNzbXWYEcj7wPrDmIxzFkCCw5V3JERRDR
TpqTP8zObyLoU+MEsxRuNIp9xJKaSLfRaT+DwXmu6JgjRDKH3i8fWPMeqqE+Sdc+S/1ViJTkMZTV
qM/DY00Q7egpBhp/Qnt81z2QMNkuD+OYU7AemM48SO3ezDXjwVoDcbFoX89JOK3HIZu1Ld0sNbkE
kXtop4SWF7qlVlFtYDbGur/mBFS4Zbyo+QOJqtsLoLeqodzNU+olBWSkLlbVqWOmHaN4NMpl727H
qT53lsbQovEylbixFWbhLdF4iFZgDSnrqpkMKTRalMclRAyJvjfSmzR892SPX967h5Or4umhn5q/
LjDv2h2eyxhsEzX46Mw7wr129tCfMT/BUNi1lCtmmUANR1tmIVsv7HHnhB8JpnnaH/tZuEjHwjcP
BN9EGmFpKxq+02fTYStJC+/ocJi1U02srv7bxMm2c4+4lljDLRyFmDFFAeyj8zAAeRGeRh9soANj
UWnVHbTPh3HR9pes/Sy98bmPi/NIJYel1d9LtQJoaP3Hfn5tpfKztEgWQ3Eda+soezgPRGzczAy6
2gqWRBdetwUuIEl5Gt1g2jlQAF5CXkooWE+kxR8qNJ7CRmhQddPaK7G/psDCYOUgXGkbjvXfrTVD
/26s72BhIcS4dcdBHLD4rUXg44x+zW7BibJQ31Y2pbFVm28xMB7K9HvRfdhzfo5rTN7jUWbTXV/S
5hDlQlh1+dHBigCuNMAmqm9VWH73YBVtS1NY1m/KiJfGmh6b0byKAUVAXZ/Yh1zpvw2dlsd/NpL6
0JKwVIu/4pYEQ0opn2F3n/wVxPpdeS3NykUwiUb64ItnI4nQ5qP7y4kh402SwWfrqruydj4dp3/I
4+fJyOtE93dGexc6ZA+xNtcddvNOoFgv8vvYbW5awdwmX3VEwr4u3fw7BkS7NMRfqfDRLLeiyW9b
V5MKoLByeC8E/N43/bYCSdlCukuoZtVvMtbXnko78I36zem7P4O4Tf1mn1Uu2OyqexWLdx4mA9nT
w9JCfA5UowW5ovHqgwtVqfajj8b3PoRnc9sJP5cQV7rmOMfpvlXB3rT6iQr4hqxRvAzu+IKYjfav
+Gj76JIG3XsQs5BMi/NSLq9VKd6tqfyRk3Oxi2ndfTZ5Zx49Az0lTebXwrhkbRJqF5AH6KbZc9yq
p248auM8yr69p1P5NLr1Q+DfVjJ6wo39CXClQ7CDeDfLH/zSxtHqnsJyOZNIzU0unQe2y0PeuvvI
9S8irL+8knmEqvSnQ4n4rd0CYaulAHTJY5ruE2t574R9owS1HUdA9s1051GHh8H8HYfxBcnSD4mA
eGgw0YWB+yA4BA1zFGxRn9OZmN1DhfJ/DvxnGuT2VdJWGA2wdtfFMS+HI4IcXHBPVW1feRkTdHuC
tRLV0DIdDJqR++Fa9QPt3MM8DiUZCuQjWeUzMti3f6Z4ky7POXDtKSuvEb+ek6ilRxPftdTTva3+
Yl4ooveB0AfD7Rvm8I/2o3PSBvUGJ5ln16/0lA4MGd/GrL8khskd571X3Ff0PziOSHFbJcFRTUgF
sRIcFGtMptdTn8EvCmkikABAx2d0XzvlMAaQhAJlTfLOY478v7T/OjQjGKaAtHfaceswFaUXn9fB
jSv8N2fBqivGY+qgBreH0+gua8QuX2nkLhoxVwK1KPv+EV7eDcCC3UBGnacZKg7RtTsDdpHjIa2T
iwbUwrguXb35wYqK2aZLxK5Cl5C9+1GsMIfiw+3Dk3CnO0+2UBbknqn89fp6lqrblEhy4glqDLJO
X4xsBwi8mAqaXD0XKH9NFN4O5fTmE1M01tZXGNOaM5V77471occMsP6PUT9h3etxZL6ZG8p45R1s
/Pmt5T3E7XxTA+RtWGnN9DrXB8HFhFZyXWb61ZnKzSDk/YglHHbenmE1NMPsvnfHnTsNG1+LJ8eH
5GuhzgiAA7bVhQSxU2T7kLvHB+u80NRYnK9l7vfa2U0+/W4x3xIJuwuBiCAoyeUbxsojCJoH8oXw
LQAHgx8evLvk9eV6vjVSYDarXvqaXz/E8iTRBZCMlLTqYEvvzkx8dZ5ectFt/MjcirFAtlfsGPN7
nX0NSW+3YP4zkN9GGtw2CLUIr2uVkVkW73o9XxsWwFDoU2/ftNl4SGw0FWZlwQRXcsJ/y/8LNd+N
U0noE7pNT+wzHM2klDCGtW8KOqnzLE9pUF0CgyGdDwceh8sPAdApN0CV4doU1+ufz+gAYJBP2PBh
xt4HlXc2cnhZ78IqyrOy+KDp3NUNujuY8fBBjr77LYqY3rjcr9TAsAqZmE0HA9Itpis0yvkYuv5t
GCva68nDZOXYskIEXJwi6kdDp9JSSKOZ1UXXAwIs1fgvubUSOoJ9w8kkwo3s1PVh9My1JoUsQGXY
IC4LpoT80PiIX6knXGTli8W0W/kubd6+E/DxyyNFm/wAwRtCNRF96OjihEFywNwcqj4R2UzsdP3p
49BoXNR4RpFkAm27+cj2kRhBLp3sJXxc88PremWWEM8SDXcjwg58BRtL6a3hoguerpZwrtYlCKFL
bkWGoBBEKjdZDgzrOW+uP3PByXq13mM9RruhVSyRFGBtRDto4nFJ9EMLHC1GvVoK7uC4HNoa2zSP
jZzwpw9y23AK/Qf4iKWSXHRrUSvjcZOXuKeNw4YUnrrw25+qkyfjc4npeaGY4BpKaHrBfcfXh7La
Z2hvCMsjknTcM77EIcN7uFbBVXAbzvlL7E9n3dvHOEbXtI7JknxPXxU4yEKdPl06zlvUhjd+5Gyz
OKFLR3KlxRxqcu96oW6EnreO6+7LPDk5yuzckTgXOZ0tjBXTgowax1jceQdji51nIS8188UO4f01
e1rr0LE0p832ptLsbCjS8pncL178GJG1w5NTWBzisU96yYu7LBtneu2I2Ha6t9Lnvbhiu96K0Mdb
nZx7rzySM7khQ+7eczlqg0/s6cN3eIvX59kn6dvmE+q+JQ8qOsoqYbKkd4tB242L1kT7OYKdgT9H
oOgQw3yjyVQuBHkgLXwFwCJDdczC8YbeJLAK/zGY1Y1iwVyFtsL4B9sb93Hv3/XItD0NqCQ70Y59
KIG8g8IKGREihfPMrkmKhyDJTwOo3rKaIa2R1NzC9M7liYYRHgT/EPbypMB4/NMZ7IFn14rniGAe
sEyLDVOEZ2tdz0jwRAqAwil09k5q9qH5RIFENglOd9/frReCbg3TPRJQkOkUOtiXGs7jaOd/68q5
mZd3NRTXzOuOcZCBcwI778/HiT14pg27XkSZ2YeaoJtYRVBtgUDLlzy2D+ta2LgrYae7ngESCcJT
Eje5oZPyIOvlNVA+pXB7DrPuOaQnvx0Lnxi2fEdC7q1orcfOYsIDkAQcMsOb9NIFHBRpM4GOyDXV
BWCYeQZcURq4/+57XULQq9VLSSPninyaH6NnHB2Jc/F69e2ORATXDbpjYuYRjw5b9PmcaEPEc226
Zm4M7//8O9+ZBYA/AB0VvIhseuLtEthTZb8Z2BGaEe2XKixm3lHwl9keEPVRvkTWb70yHPLApT3k
2BSwsiQrqUBhnxjrsRyXl9xeO+sTNV+rH2nQ/DKPBOZySSqwilUAPNZZfKAIlFKkv+MjWfik2HT1
8gImfoVHdAenWY3GlCept87CY+uMBMjCzUzXrul6sctmvs80DHfGCnbAvpgzMIs8Msk+2Fq+o5Ix
TCNJPzH2H6etfl1r/eEL45ZqXsk2ufhxaKFTHSJ6IxADED+vJgJlljY7eoxiVqbW+a3n4mehT4eF
xiqwxjPlnX0cCFb3Acl6piWUOCsTo8wFGynOPoS/ERbRdQpYglJXEGZ9EpQqJQbWknqB3YpZodlF
NOevwmrO77yiO6/31Bcxe5nMf2LB/fdG/xEa+E+FG+BKLPSMclX8yoGxZMxvspCLSoh8fDLD9Ns0
aFsybkhlqe6KgVi/rhcJP1w/94N1xxkQng2XN4oikAtN8kqaTcj0jI86dvLFRU09oZ9MR/mu5+HO
9vk0bvbT6+kOebqHSgmdnT+X2yhOD5XdfXSaC2nRX6ExFD5FLgalijWeFLSNLRnqek5yW2S3SOjq
88Q0a29VH2XYPtYeQ4Ysjb46tcDos4vHMr1THJiQBJOF0HC1W6s72nb2pTWbgEqTazq6JcYmnys/
8llIMU0OU98dFLSvTWqx5aTBdqJCqCdqPZ9fji7h1ThA67LRqdEw40K50d5ZqMi8nsGtNcZ79I8h
kzfs/tx1R5XVlajnaPMQzjQyTJ23uyaNfsfIlWRlKFhtTfkwWM9zZq0RONmLsbzy2mpuKt6gQyVn
OgtDKbF8EL4bOerVigB4VIVuzkvP6CL+mGVSA/PiN6gLfLAoEs5W3xymznwGyfIlW+6+Ns1hjCJ0
ZQfHxPMe1wNoeD52FBGyxAnjqVL3bqSasx2SAJBL52zUGkqNo3AOSeKQc/I7LzVCeP/BKjjjtNo9
uT7zMHLoMUb26IuCscRmmH43CWXzEHnPRUhGsJlovzVRuqM1/Dl71nvQ7gPUqZimQhxr6yW1Gb4k
8SLo0nG077hkHeckKFn7OAG043cI873It7dhmDTbYa1/DWA2hQBrS4Bt4z92Hv+c253YLT1fPiK/
4uw+H8uYInBRDsJ+tEi05ZtXJWr/2rkrJ4egommct0vOIHuuoYlhmmNPXYfzQ8lBqqGvViCH/ufW
tmiz4ez5JxVT1zRN/WPV5U8thru6Cjv8LlyGLo3wHfTOSRqruBrsLDy3aAjUsnpyJlqVUTpeC5N+
EU7gF5xzpoi1dF2VClG3e16mH+mi5WDE/5p5jn+LoQnegPs+CZhX+Nw2cBxu8g5DGDrKITfLXUg+
z7Xop0fQ6h9F6TSHZWYvjYKuAGXHWHuysQlaAq6zeohj993zaLqaIDtL3uMIShRaB3R160/Bs+Gx
iKn31NRHIqlvrZHP6HLA2kgsFktS3ihdQ7iXHBsa0+7C3zCtMRK6zrBtq/SPpynb6w6/SqIHcEWq
PDZfHX5/xKe4s+CWiIRvlnosfSPjhnLdSrTxh+3sIh9lH3oHZQSsw2EhEhEPl+usj0cFPRzyBWIN
tCu0WGECDOQWFgG9zLzrjwOQiMiwQjkZBhHMOwPZ9tYCrlr0QOzj4qe365/QxXZt9T006mWXl7zF
s2v2Ig6wqFT2pk/c8lh1mLbztSuowj+0OdjIOqqiqc8Oow7u7Kzwbv02R6MAUK5aUrUNAoJA1rHJ
TDtmnJvNkml3S2ikuvL1+qS2xJH0GtoKZwdZTj+oCtytZdvHfhV4ZxI7JCDYK4+hO5u/OhJftIIa
+dHAPC4zpAqn4TI1DlCFpkMuMwx/hjxgxeP1cRf7dsqzG1CXd36FwCdT7BnATjZK8Rf4wg/cj2y/
JL7itBu9UNtz7ii592CqgBZMUX2L0XrWc3zoO+wgYTP8Tejtn0xLl25EwQDozS68DqeU/6Nhyg3t
THCbAWNsZdPnOvZaatqlINn10XgYjmAZlKigFOIofOUWDtyriH3+KsAXajOVQrfgvulhfCKd4HWU
hJu20czhlcAWOPRPOrJrUPlDcl34Ngccz2rpZrQfGdTTbWqenNXF7o9o7RbFhLpZvjpMbVehKn/a
GkhMM8vD7PKgqNX32cz+36Vg/jMNhNvVPkeWivaXvzLPyFX8C2p2nzreqR9ZpNfHxAXc6AkFVL3g
QRaS2w8oNtpEdYylI4PV6SOAsgnb1oJw3xnW3zC1hygTd8C17GORFo+L9enhPt45Luhxz3Wna88j
K4DEkmqX927D4GyIth0ZMO6SpyDnntA4mksA6NTtMvdgFufVkuBHYqbQG3vBJdIM/WsekAKjVi8M
xKBPHIPWwWFkeuwt/6FD0nLhEtmXJPH/upH8M450V8nHSg7LKs7Ssih2UM0RDkQ09dIYOFI2nGaa
IzuvIKAyxlwLbwF7OuaS6UGPBXkdDOa2ydoWxW1824ukf8DpUpMcTBug5KgpYhwug85x6EWrubbo
N4Sm8WjM2Xce9w7dkeym6vNXm/H+fVk8+cuU0XGyDLG2eosxgM1M+e61sb88JCEXqbF8jS7A0SSG
3h2RfzsFHUIDC+UW0g5qBCyoQUso+fBPyDR9oK5MH9wkxhzSuvC9kTcLrweB149PpE6NQH2bjyKb
b9yEIYFHQPmmaQAlUpm9TBWbZ9wBt3Hs7jGeKZOtATNsDOeMuCsq+CqM9zw7UGKi8SEtsTHFS4BZ
w/e+AkndsaCJcAfU8APdprDyHTYkyD4TaIOsiPhR4FEyawK6rlwQA2N0Lzz3TjXu65RZzlWqMY45
Rj6NZYUbkcOSWeyB/lVIwJd/rGc04gMEpll11TXLACHwlzoHjCUkYoreAZVYL6eBdImuphQb8+du
oDc2192pyEmQJ1qtO8juI10ISZE9o0TXQumcDLfLtPK2Qx1sbHKKEPoyD0F092KIPaED6SODHrLa
PU4tG4bwrLP1EtPu2UTP1YRU9DHCNrPtOXOAecMHLKgV0MSjSIqq9U3YRWIiLPF1Hpt3K09WSgEH
OaKkd85kXQ1V9+zp0TnFwzOac1wzlv1XtobQKA7XmzBbXvXkqL3sXeyXxKsCE+l2I91Uy8s/HMFk
KA6xxLj+R+gtYtPrmh5B3L1KMwocfHQ/QhTUC1ErELSxYqPh27otoCK76ckl1zSeMoJk/BHqzkgK
CC2UrNoVxDBR9ayzbA6lC33U0bB1wqkFjC4aGACsRbTAIQLaDtgSTgo2iskYWOI26VYhc7jxS4Fc
pUQ+FcIe2dvW9IpjAX36isOCXnNjMUuvEBUxv27e7FhJchIZfOKyZmOo8WsEFGZYdgjyaS9DVy0X
Gqco19HSAzLxtk7/nSkJw6VO423AI8jDZI6tij88rqxys+xIejBEQK/4GFI82I2Zbth64mNdnHqp
ObFi5aWQsuRJFsNusiGcjGnrkhEgTrW9VGcLZszer5j/zejMZ+UQsOBPr/WqL4si3p0lJVqtIjtt
rjkN1LRR7bTZ5UaSO6d/Fidni8XZCLThMxryZR9U65wrsk5SAJbqFaclNZxFzRmttbtzLtoHJi/V
aSp+nbR7YzpN9CC720aU4k/dkzPPDJEivas+Z028OBObSSOwbpr03kFafYlOWRvA6wjnCwQE8LsR
kFNkCbuutqN9aHl/u6B2tqm4Hk1v76UL6Czq0+yiTLCBxF9n2DSo7QjABQQPabji3LONceiQyp6c
tBs/mgZ+AyXbEepQ9zDV6SfGkxnqX0POlpKHKspQKS8SwzXEg2hS5spI+u3+yH8Qwb1nOl3iJtdo
k718+ZvMwFUstW0qwChl42PmHpID89BHqykJBhA5ZtaMJGq6Gq6P/WWeJ7lNG5sZZQicGpGh72UA
d92cAI0Qm15CZSOgMKi89s+gRHc+O9+OpZ5TUAswswa6taIuQol9ApTLY+TLO+3Pq+W7Mzs56pPX
+E9xTNN5zCYIgdq6JDWhAonLuwDIe4fooN6GuQ1gROTX9pSjbhUeKU3RV5otoHeItd/gWGUbxSwQ
HCa7CWhINA0a8L9z5+hTYo3+S2PjVYDSvpOI+K6aMiMyc4RBUXTzsleieBtQFB/nhUU9yJotTJRh
k2GoTYcKP3aPYZv+2I1uhnMfcfiYAoOsi3QAZYNfK4V3oma+DQLmdK21AmxzQ7iDTVmZCyL2UEBc
QqIzrorAx04bRM22U8FTU6K29QayMbO4uwsVikO4XjE1b8IowkznNsWK7WALMT4zRAYKFwfvii7a
izu1tNprev2GzLZtm2JjKIBxA/rV9DB2kG62QFSeRQtwKOkoMWzD3zWxebaA0Rx8mgXNNE5bRixc
vyC2oALx3bKGLcs1GSHFlrvXpACboMBAv8CBygwTDfpJ7T5PMd/kAPB3nY2LMoBKbSxDlgmTHPTF
tGfn1lu2tWZHn4J5FxArmFiuAO2YxjujCDMi2xcnAnsF7/na5wq3sY/YmeoZz2uJdciIwwB1nczE
1TAw3TNWm3eRP54IHD+GVndKpyZC1VzgKe8AXZuOIx/YP8Tv033uRU90IxEUtTmCPtIZd77COT6i
FDILfgSOcDejtwbwGgDyvp1ehKiPYUsYQKLhNE8QuNbTcZXa4GU6rBFwFvr9WAXMUzvQq9lcv5My
g2UjTj+xDm5JT0JWbolvQC/s5SUiYdo03MAJLgpAHXhtovJoUxAMPdFeTdzxxtPVs27lZXQiaLXo
F6EMyj9enVJZED+x1r1VyNzChqCwmeubRCzTI6rgJ7ESGjJYQY4LxL+/0lEVYIjJjl5aXpRqnzg0
y7337hvFErTcBkQREaSV/YW3vJlyUV9cpyJHRyE+KheFhav/SSKLzNB0+hiQGg0u0PvIo7IrEFPr
DAmQZFHUzL+2tk6SXTk/Gkx9O9l6X7F07jFcHDiZe4SG+e2EVVwgknGgW1HLvE0kOkIAAE7h+6vf
BFsK78ajREKFbRvSkSJDVKPaQqcaM8LH1DNxWD/kE8wQNrw/QnPYcYj32Awu1nWnKK/zpAaxPPI1
ZVXe1RHgDh1laKg4tRcVRqaWQnszL7QXXA5Bvjln0XQqbE/fRT3HrGzQ+3bAnaOD9AtOHHyjWdwl
RfbUY5nazZY9kbWL5UPRWbsifYVOMh7L0q2hsemzXWIBk1YWbHpkAwAPgtspJTI+tThtR96pyf3v
Km2aoymZ6sQD2QqLTL4agcu45lRDJMqe5ZMOU4UrRshk5kpoc6g1TROLnxH7JDBAXEKQ1RoGUGH4
2eb6NVrQbAl/eACo3FzbefcDbzjf6dgFN9LNJ7onEPfaxyjgmQTa2xKQhb19/mv3+c44Eo9xS7yJ
UiNWlRlfGbL7BZuYa/nhVrL4ADRBq6xiyG21v3dspFoIO04KGK4pIIHBOFlP4c/LGB/oO4QAv1af
F0bDVqM0B7mjrh08uT3kGDk0uwGq79UcSQAAiNE92tEcAeUxrFZYU8vhaUE6i5wv3SlT/o5CX1dB
8wU08XXoGBmsyhZWrzK0q32QK8QAc2SOaACPMXTjvSlf6sQwvezHE8rb06KZjY3VfIOLKPAY07tI
pTgzjwXzgDw8DI3lYPUugt3sBqd5sZlOYEG7MtNlVDNLPaMNan+S4SVrNbxtZLpNt8sqolVkEOzz
CQIISgtBkziklRjL96kgqdSto5d8iM95J7zLWGQ/PrJ90NCht02q6Fl2idhkQUrEbKD+iOYH5WV5
zeJJAmJzrNPxEX8uq2YclgQqp5vYddMded9Y2jTlB+vzlYPIbJcz6KqzCEhPpp89V91LAHdXtmFD
zrQhQBIw2hwVw8F09nMXfE7keV9HDtQij2mo8n/7FEA/sfHMo5f4ZHf44tKcYDbpLGeP6ZiEONsb
hQ4r4MTnV6VL6wUYFv/1A3k/I2arPNiMTZzSQsUY48FSBJ7o4tLZMmkDXxy9FVb8ZnMMzOPavSgX
jibXWu3JgNqn4oP+IKmavi2vuhyGzpzq13oE2K0p1/mp5o38wo0MEcgJNZodCHsArfotoz49qKQn
T0QD2QhQ85fseFdOuNqUpffLwPReeQyr0PpBOoTWJzFzku/VQIz28HFYGcYXTCg1naWEbMI2dnlj
aPLQuVh7GBNnP/bxJMDyVaE68XykC3TLN5mNcbEPPNgr5b1kONUo8U3kGOHlvce8p36g/5tAYrPl
XjYUHthEcmDtLn6Jq1JPTwoNIOXqnUMrTkYB8fTJndeGP4oNUVRvk4UyCF7NH+JEMFkuDEOdPjhX
pBJrwyGUkwcdgKjaY8R9ZEUaTrmowGQMJ8k3CYFlR96yM/bMbkDttfi3vvY4IXLixDbKeg36L+xb
eRyI52FkZ52FQ7A7Lo/1MIlr3c1JbHLIHR35kw4vw4yP09bhtEc/BaIgYLYew/7lp82D/1UY3HE5
A4k+4RwZdV9eAJFCdvJq4VjQheLG7SImOrogqNxhGxRsiRi6emotxHwRw8uC7KlYlT41cUOkU8iP
5End2Su+jmCV15L4AKuZH4fVH2KQ6zNtWK5At0eoSfCHhTbyDkYMhzJdIUJVYm1CjoZX0nR/qYkA
sNPMTwtEcdAG0JZQ9dcR7dkJ/IB2PgLp0XZLhzM2cnbwqGnhUpvHvLORTjT8thlcvzFEP5aEwBIQ
KBG6lCBKcPR2scDfBVb4ydQdEDt17r5ugf4HHC2c5KuwPJdEGf+RHgV0fcbdOUYhImr+slwd0YL9
ctBsOBaqWwyXjKy63TRw221sKXv4iK1VboMQjmiwXCTRZFd6dKnx6pDwvfwwTVO87QMACl4SYZPC
gboZSVlcHFSHPFrnrqFikklD2HXISgZV/TAQ+0SRQNcx/T/MnVeP42iapf9Ko+9ZoDfAzAAriaK8
CyncDREKQ+89f/0+jFrMZmbXZO0s9mIvuhuVmZXNkMiPrznnOR7xLikgU5FDAe3SbLCYNjHkAKsR
3yg0HyLLePUrBFRGWDzXOsJQHesWK7TFWPtAaPGKI1LtTxCFR3rldWSyqYjbbMK6oCDyKtxREr4e
fXTXUtLfRLA8IUuXWaRVfMZNvPIiANKpxk9Z0ArWQ3pmOjTBX4joMNA8ex+lzvwlr1UB6FXwUmlM
fYaRR5dm0enzDk6OZ56qWDJsIysGgoiFRw29ZaJBWq/cSmNDMBwzXXmcnK+z9DxMuIMEsx8k3IyY
aSYCTa181aP13IQWDA9gpK7JnLBOSUxUJPC+3ylOoyLTiRqrtjM5MvNmJ+clb0Y3Qlocph/qgCAR
rc4Vlghh0IuOtCQEUEmOaMJChR4xPNGZ9TJ9EPBI8a346hkimbQwouFNb6MbAqO53EZ2Xhb71DTI
yajHZzlCaddDFNR0880XqI3cUVq7jU5YlmInurHHK/ihSXshxjpuvQo+cjvy3tDVfQwxO0+GRE/o
mHwU6ejnQm6heZ08GS3jRvomouTqkcBG696NxXJIFBOLjqVD1unYQX3lSExtMXdfBlzTU5Sd3oQX
GS7ZhB9S7c4stgUyVW/EBcsW+WAiAEkkEIMKbBVXkHaySFpVops7WsIa7Jv0FHXZc96Kz51ICq1U
37VcO5sgZHKdGmOYfjGnsx1LCCMaIh7261u3QHUm5zwdZg4ofWQwzGPM21aEPSgq5YepS2uyMs8u
slQ/B5WQTdcghv52ACPQ9i6yrrBaQthDpsC4HqznaJJQUBfoNkpCf/qGlTriD28uiQ0vPXpCAOJP
bJuuWHe2WggwiXHFijaVitIHLiNQhmNIQMCin8x2DJHTRwdDkPeNmq5d1XtXoIAN3ofe4EwAsH9N
qhDaNLuvJFDuxlAghxS9xw7o8KxSh0PQ90+pxx1Qacx4Bkteq3LrLypJAWZ00ieBTdTyQ2Edp7cv
5AddzBYV1jZfx4euK8FTKRTPxpjqszUvxHsiN6CRgc6AqdYWXtq+yB0UDkth0SGMJuwkiwSSMngk
yG5bdC0+9MDAKVHtgLu0yMM3UmrhmxqHVayJa5y4Jz8gjSNRaEpohKW8hrM8vOcZARy8PUFf8NIc
19XQnAjAXstF95Y21I8V0TtuGtBwbkkoAySjYrceW/e19tgWFtU2E9lQM0WSzQAJuvAekaTLoYGK
Stfzu/SiURSDPLxkML09j4ovEunmu0Jbt8ZwrUV9b2qEApY1PhAZJhEqr51veWQHZZdkjLYdXYkl
XlVUhuy+9p1R0lW7RKbk74JaXVTEHD0DcpiJTGafspZln973Do2PNBRHVTN3pSnf9LQ7+nV4Z0BU
SAaSHOOhkOpDKrUOsSfcj9VlDMOKH7fF19UwHZN8KtD2S3fbtWdAGY/dlIO/lB8G5NiClBxRlFBE
pvoza9MDGsyzEQDJt4RDgLu+q8wpDU1DwIRUVC/0t7ZpUNZ67Fkt3koSEXuau5e1Pc8MtKHpN0O8
CWy3aB1WlEePiFgBwKac9GGHCQCnG+Hj3mqMg88RvGsZ6Ls2+GpS6dBKIJqDkFt60MYXIQod8GYs
eXlhsp4+FFqNbJz8rJKqserYY1b9W65EE5GaH7kja3yk22+qYJ3U+L4xyN+SQCah70tQh73o1UQ8
iE6Nx9almBubAPl/hnUhyOMH3LLyaLwFtCV806RksAibTxuCOAPJ2pncjKQdhXNlg2dxSi5I7n6Z
L2ViuWghET32tbVSSDOiPmRQ5dHNUDLw1yqvCGqRLXNumDJ37NSSDTUvQXQJzENcPi9V/mKVxRxA
DDcZbyPC4LmJkIq8ugwPgcv6b6bmMV816w+x9rduIB3M/tGIoRW6Ofv0oVXXaaNdLAP9d0ZU1GQ5
YunWZ5c2BmKwTHzzVYMmgx2TiZk/fipEDSDLGDckAD0Nvv5RqRK7hpEdtcFQefQ9bseYN2WOETNh
cWsqTL+yoZzlQn9nM2LOKlSVHaMCuhH6DuLcr4SnrLt+WlPlR8uSroOc34My4mllyCHW3perhsfE
VF9q9kBk5iyqtMEignGHQ0jb44c9AXetYA7AgS2JB51IbQ3MuqJLjwqZ40NIGFdUgSOUhNbOm4jt
oFxcEpy+tSdxR1JkoVQPEUuSHCkYNAwUuzkIjfjL1dKZDG8EFOpeDgL8HSOsN34+qM4gUKpKg8zW
hF9gUBA5PHZF9JEjyk3U8AE8xjtruWUnTjZMvaeLrT9y3iZpnpCBKdIxj0jPUW/ZmYKBCcas9Gww
xoUV4eRJuTZrfa1a7UYafSSbExchYogNSskRyuzJSsq9R7qSHuvEvU8YJhb0SIpkKtewPoZmgxQY
T93M6HmSFNFAjBg5rV7CYJ/29anJ5j14cn3jRq90VvhrY9VAiGP4V/IBR7deTDsiTVc3hj9eW195
rGEcSOOtQxON/H5vmskFqzTQnkT+rNv+ET8L/ikBExWouXMnHH1z3GuFRwpXCMaCv8XT5nkCW1Xr
XxuDGDH4SeyGNPkolhOahlBIVZyItHRxKGazdJZXKPVijUGDSl2WBvEWDa3E/ESwzA+Lje26h2SF
r0BCFF3Pc70jj3lgedHEKj540O6ZV0XLTlUPlsSxA+dqKWX1NVCB9MPDvFmy9uZjVNctvnH2edzf
OgxFOtqD2hoGdjCX0pIwzTFDPKRwzVomLjSGQPPUqD6aKmLx6jcrv+ofzXI6c5Brzmo/vnXQ7VQg
tjypuFx0QNCC39tTTlVS+0sFFgv9Z84rDlwRZJbwAwjGNSjCRc12uCwsa07TwUdZ+dSN42NVvVgh
7uusuTKFesqVHI1Ylr2qSUjJN4S2EGknPGXPqXdUxOCTsU0oE5tj9G9pauwoonaVojJVRp2dFNFO
ad0DvmwBRrh703rVABETU67zfrdI4AOgPpB8NsIlHDcGg4dZ1sYPlMNkS7so7unOZ206wtOuCTQm
TKnSGKrkwqnL/BdDcwlFLYRr0/CJ9G4CNUpzM7uxlooOJw7bGsRekqnLzul5OaGxOBce766aFGVM
73Bnwqq/qbW6ixGgLA25evR1RAIa+yQ+5YzBDu2oNFQy0+tgrY/tx3R5fe6BMOg/pRxA4ZA3h2Aq
3JqG0gNdUan4uKujKl+WxSsqpGyryryEyhp7iyjy/DKYR90+CmszWWcGy2PEA1NiBMD7AnuDN7mU
hLg9JCLaMTVuyShgOEf+J+Z1XUm3XmyQqtGbzFP0/ubhp+fjxA7AyNZcik0oQV29pT0k/74hNaLR
sYb40aFVyBwm88cXTZ7vskEP0h9lAT5tFpAQbF48HH0LZumXqs3urcH4VK+YFrT0VSw+F8XUpVmq
BhlTRzLwEgU1qlePbRqZh29CGZ1Kxv2h3pxR02pu2C8RSFi2SHZb6K/7qqW79zuiYiI+YaUYGyq4
boCcX2m2p+IHB3dDjmJ4L1RAjnAa7n2LYY3pkbDw5RyEQC2OtsEO0SzYFDCAJrMz49pzqkcx77Yh
H67Vkovq+e7OijCYjoDkEB2Ku9yFcAkMgxzMBr5DOL0q8vCCgukYyajZKoxQwNE7fTF2WjuXVOOs
hLTEit4DqdwhAhShmLrbVqY+FId+WLIGZUjAmATzAEIYI/7S0oY5rqKTn6I96xk/EE24OS8MZelL
quwkabLT+a0etQ6FTv3lT8GE/GckomA2WqwavExMHQAMTMXEeTppRkp5FxtkE9WFeeG9sqcnoUMl
CQEJNcqHXn+NJYpD1cyhCyaktNXqUq87CaDSVNjI2C0UgnKt0QmJVkvkYYlaCzWxzBlf5Pq6DIcD
259NV4nPKl0a+NYdilmxiT4G0r5nTQ42u048FER03vRKi4hdep9I/ayT+Ra0XoEIy8sg6nLipzCs
yN7ddMk8TOQNLdW7zsg8zsNr0sJPC3wEMsTE5D2hjxOMVRp3TWTsQr9dym58nv5v0Wnfs5rWLamP
mMxQR1WgPRK+HyAFjlaY80pyurFJ2G8SzJcN6ruXMqnK43sWbNDhxXO1pFSTY2joHmydKYNV/hJG
/2YExbvlsVEjqtxFLzpdYynIn+SdC6zKzjkD7FUd3gyVPSsTplWgtazvwCcA60cjqEQ45AIgvEzX
8SXAMnFdgnk8piHiLWQC6+XD1Q+rd5lM2jCVoSWaTGAkXINgwAKkQURbyfJu7JVTgeKOROA7j/Dc
j2EkduKe9enRI9JOqPIHOZmqrBK9fNOP+56JUkaidN6e3YQ2zOd2IJaQrppIFEUmybg0i0PuZV9d
1u0aIi46JPcpS4eZZMTLUYK7VGfDKwaLO5tIu26kR6qjJTnkDxYDgbJmfJDzak0k3FPNlBF4K+Xy
wNO9qjLmhkR+rNsGELo7cv+NE+JdqZ673JqJKF5moyQ8eGxbkXwb5N+p1czDCjgX1YDbyEwWbK0u
qZH0qPFLeIfLGArl9DOUJSw/+t2sfK4MdEFD3Bxro31UTY4iDQILaTvvVJ6YbWOgwi3UO9VKuhll
B5z7WLvQodyLRL/IGS8/SjvyLUxv4QntrPbArSXmJqT+yHjdkySgrcjrRD4ncpKWlrIga2AlTp+z
1fT6LCYCl5Yi2bm+fFHIyQpM+Ypi56ZgWRWk8tAU5THuexoJNzxPP1Grk3LXwfjzx/dGHh1Xu4Vp
vmP9c69C/QHV/zpLhH3bntVmWLem8FINBECWx1og+9Bk264V6inzzdVEp6oY9MNaM5ExWWiwG/dF
tcjt0FQ85q4ORqiJLjpHJrOPltwJyxkaSOY6ejzU+bOBWc0gIXqpwGsUOj0RnN0UsLS+D8R82Sg6
yM03w8BVkA07jZ2gOd3TvpA+9WWyskioHQ39JEm4wcNqrY3WprWafUc74VJG6WJ1ZN+yzusY5R57
H6M/sFeX8MFFFZNMXyqvHTulmuF97WcnILe8PQPesFOrHih+ZUMOQyeLr9KnbkoKYSf16FKylpk5
IoVjwn+qgkyvguzK1GTDGtFnLtxAPuW1tInH8KmF860LGj7JQDwFHSIkNlv07cleMykALPTwvLYJ
jGrT/JkTbd1Hl7Hq2HOHLx3qHXiPlHDAWMKJunk2kUciFrrKrp312jFvkWwbZg+iRehQPPQdMhGd
nL3sLadgjwPukU6OOf8Vi4gri3hA1p1LE4UjDvAvXFd3MWXvXJRlshjuAaKSuReQ64XKKMaAbsWM
sNzMkd0alqvliyCgiqeEsWWjKUw3DbTsIfPZpdBgjWfPzrwLYl/zCAARAjOEbBfcC7nRQHeRVV/T
hPi/fNioaYq3CttCKlNXB7EvzEwR97qifIY06GQbEM8nZ0BF0Xw1kYfHJFqoBMjNm96EqZRXlAUB
Wh0Fe0GHKyJV0vPYRtNxMsEYR0YkEm+GrBTmobdJAEfZShOze9JLJzqaQuJtgoyTBqgGQkc2n4Zy
dyOfQb0irMQ6gsk1NQG+wvaXnIslTdcts6T/C3KL85kd3lCJ/9vEe3nPcoR9nl//x7/99E+Lh/9x
/cdXVv5j/7C8/vZPHt7a+rP49Y/89HdX//H9295ntnir3376BxtQUD2cm89yuHxWTfzndfyvP/l/
+pv/+Pz+W65D/vnv/3zPmhQd9eXTC34mt1jiP39DbnGCe/kW40n4Ed0y/St/olsE7Q9FAcNimTJd
myaJBhyWP+Et02/pFKWWIcmyZMmKqfwnvUXR/5Dw4fCbmilrkqXxWxXVk//v/5x+SzRN1dQMyaDk
UdX/Dr3FtOSfoCqazt+gAK7SJEk2IcaYXPqP/BYWzlxGnn3xojIe5DfZ7mxsTFOQ4nu+Y6Yjzs23
cQXHc5+cqeJX8UP4LO67Q7JSN6iUmVnE63KdXJiZ6U66RLI4Ux15Tu3xSFz2WZh5B0xr6lxYuU65
ZjPdL11HWfLrK9R9D+aGeIxz5xhLVrVr1UZndsez+CLb6qZ5NDdEgzjsabFabOMT3F4ZnwcIcfZX
dMUos76MLQd0q8yhPTczZWdulBWA9eVgW9I8WEf78GGwkT3PM2fcepvhpr/F6wFDnz1gWL+rn/WV
NwNgkEf17J6Vnfqo0KSv0bOSzTbLTzWym1fxjZdlu1OelWfw/avsUq9hEzrRpXksDjB4H5Hu4+9e
9QtmSXZ41Z3B1pbdHsOfjdTvqD8WjrTStvqGbWJy5KdNTqA99TlrjwuK+E1lw3BdRKv8Wq7rnexI
C0Kk5skeNTU/TWMHXHq8rNfj3Wcg89I5+alcAV4+Bnv/oV1LT/LaPWEVR3hRMMWyx3TGh8YpmjEU
WI3SjoaArINoj052Mp3MeoJYjr0AE4/QhoX5mWCQqe22WrFBY8GdoWklrPSmHXv2HOyPhLXhL5nY
u4gIN9UBNIz+Re4LKS31Q38eDsI7op1Vt5WW3lk8MWpYgufZWcvO8ZeNAxn7edwigziXtrTFIrLI
nOZQnZl1xB+8aYbH5EznoD11l/CDQXN2KYx5fYRQsys2/YqgyOjcrknEXuJ3uwY3mK28+FCk9MNW
qu28nUVv8tnaCYtuTRllwxMNESDdaXSVq/EwfPUupdoESCCxYKEBDGw3sn+uG5qQRb70Nu5KsX07
WrjJ3DPshhXSonxAhaEhuFsiuIFvN7LRQ4qLvqndaIyadUxxczIkbVxdL3xYuJRW3s1AsHcabvWx
/GDH2ibkAe19aVa80q1SNx6YaqIKGjunsat5vVIOCVtcePQIVjEtFfPy5NMR3vRNsFEuzVl4lr/q
db8uP4QnJrj8XE11hE1H0hPp6/NE5KHTdm59LU7mQ0FmnqIDCMfHXj3RYUJhmUhCD5jLruxL5zgg
vU/xGbB9n2xJF2J6gVZNmXBE3Vx/YbPAt99fcZDFzG/EHRR/bFCkQT5679VRjJeIT+rkg6Bd5SuZ
ir4P4wH59gF2irWSJKSBXz1cf5U9PQk5r4ge0N+C7reTYgHJglxw87PM9rx/HQKgMrYv2iZz+GMk
Q2FNdNylka4j5qN2PfcWWLtl62UY7pTPsnFNbfOpgqtg80RscXmvzE+oLyTWMO1bRhh4F4KjLxrm
NumK8dML/VOWLQYSdA6hY71siFaAx4RJ06FE2Xj1vL1tGEJwf/df58ZWrWW0fOlF+Efz/utrXCbH
7CE9AzBw+lW9m5RIazi/xBXa/sEVZuFViOf+kb/B51mLbG9jzrwHz6T9dYQXEicMh1+N5C0zScat
pxA8DekhFQdJmtsVB6XfbIhmZOk1hYowlSvER9Oyc/ERM4Gj6FSJ5wxLU3a23HWRnQk+lVt9zjar
Y85gIhY7w21R+xMjdzk418XC/ZTaV2Ikp1QY7gvSXD/Vp+rKsipFkzQwc53La4WhnE8ZguSd9bC0
FK5l8K6ihh3dxwQ+RIhICiDsPKvsPvyQULmfhG7dPMP16+cjABpniBwVda6juaCG2ZHuRUwy7Rc8
X/admotLeowXfX6uyaNu3jpTh4aPhBBqPm0mjkLXrvfhrnqT+NeGTcEAadZ4sFXfxRoioLRwUVwT
E61x7vE/stSzlC2QIJHu47iZvEiQS95Yh5E1snW3yQmGKUZGJBgG/XiLY2pj1tvgcQIkpGgyhqv2
UCXI3s03smqrcTc4QCZayJbxtaYDDqVzAaoggxygcJzJFrAGx2Ofxqxj7GnxxpXf7bGOI8mZW2hb
2tUkg1XDnRkRI37rdggWJDjdQb8dSdaamSZpGbtgZ2LoeY7c6C6TEYdH6Ji4Ly7wErQiHHWY5D8M
2FFkldF92By8PuKxGWzQmzavjrU6C47p+aZvyYqaoSG5qNvwFs9Dm7W6Xd2Ves5gV5zfZVs8cwfU
3VlkL75ASFWt+2EVUVdf6vguLLVT61BxbwE83LpV7nAmLOSVa4+f3brcu7bqRDP0YDOm5mvfyReM
QW1z3j9jVtjHn83Wf5VXNRexld51mxvA3UqPUA7v7WaiTHSn4i7vyxviWHcl0zrPlEqYxed4r50w
1lV3wox0d9F+NkfpkSGvtWdkwTDGlLFQUPbPtcduV+zaG0MJ/MFQUxEfz/vP9oA+Cc88eBkTwdnF
99Yu+lJpK/fvLuNvSz58V23/r9mE/1UR/P9h3apD4vuviYOLzzR5K6Mfq9bpX/izapU0yk9Dk9G9
YemVdek/iYPmH6LBylyUVCpJ4K3S/65ZNeOP6V8BgsGITFfVH2pWTf1Do5CVLEu0dN2wdOu/V7P+
VLLqE+tQAjCi6RLXAUmJa/ixZFXUyFXxFIkEo42cIFn92IWxsqLHd+dW2kpkiY9vzKqwebjSJuwY
asvSNfUqY1XWWHli3UXqlh2rumZHztQ07ZJmZ4LbWKpGtG1SguhiVFvLvin2Gskbto6KRWbknSw9
JRtWTWF2aAmctL37FrdoEZk09Fgm8dEltus9KTohshUUBFZ42KPopZx2CN6V9BHPrD5AD5ZNVHyy
BSestbJtxPxyVlU6iFzFCxZxO4KqLbEZBKU5EHxnjCRUAADpC3ejQSJdyz3HdMr0EXfpsCyMhifM
VUhW5DRRw/o5MhFssdW3AkUiaFRgc4JZK4mhzo1jQ6UXqu+4tbtTNJ5S61GOgmuscMAaE9MMP23t
DCMxKEIId6xT1oGCXR1KcDkFBSV2g0qUNI+TKKK11tk/VLV8+uFu/Avco/pzX2KIQB7JV9EV0bQY
xcsGt+CPX7JQlUM5jDK+xNzcemXgrxusa7VqOF4Mtc7EInmoMywrjb5NfBU0YETKohV5E1EHlW9G
jrrSF1t26KHdIQedeUgIV8GgvIap+1woiWePNSVQG8uDnVbupcl5HwNIOkPkYoWa4Lepo3Cni+kX
rBYVvo3wWvtNxmRSO+kjnf2gV/o+NM15Tm6Qi8Egy4xDYMRPlo4t4PcfiDE1Yj/QL0VJhOOJUE7V
6fo0kb7vpw+ECaMkxCIaOiPFdO5Hcb3QBGbtcSfcTXPky1LaT9PtcBD5VJXDwLZxCAi0GSESF2YN
hyViNANpFxnRCAkjCWMMwZmFyg45X9vLdk26IboqNEwpS+cEWW5jEm2hSM20tNWiRWPFO01NCttk
IIUI5/u/4NRj7VMjHpCo5QWJ3xBQsK11vNYh73sLWR2S3SSDRuuFuSGA49jpMBbV0SjmkSoGC9Nw
MG7W0xu/chSfLzVMTnB8DTvwwpFkTAr+Me6WaqHuMkuMUCQpwKez4qMB7wyFGNhUFwxzoUM3C0IA
zIRYOp3bnyvPKNce+Ycv+kTl1AuM4L//YuTpuPn1i5EsXdEt08SzrwFh/fFOVQWP6/PZOI8475ad
EUB4K65+1Y34jUCO10klbdQ+9klzYfiHLCY0EJ8Zmm85HpYNI7Us+MFdQ8KHt+9EhAaS4J7UjJAA
GTM2gitubRwrbODgttm/v3zJ+ovLZzbBPAGbIerVXwYAiBZcaSTrY4pwpn31ZOzjFRVOnzI9k0QL
vz6BSYC5uZV0YewPnbQMM8Z0JEJxvrm0sgWCY5R26yGc+E8qPiqvhmcqtuvfX6s2PfQ/f9SaiPdU
BAqimewwp0PjB9hsWCmM1ZoWNXDc8fSLxHc1rPaUjDWNGBuPnYaWyqsqfJlsmxRg2IZcvLi50WOS
oizzC5YY4ri0gjzBBS0oCyHgpCb/cGHKQ7JQNL/CjGMSSqYxsNb8yIfnFGIDSIhds7OhiO1+zF9i
NweoytwYZZnKHJr+TRCy1jEFhzkpN4HI8dyxF4jqyHLa9s4++9UrdH3pW/lFmg5S5NMPbU/DFUYo
05W424uaT6NhGo/M/tBqyDpMniz9EDyfxFaxcSQzQqSYV8ns95+qZP7rp6oYBit6RRRNFfH1z5+q
OWpj47kkCw09F4aFFmbuKNuDFqGV0ZtyU/kbd3KcgD3BTqVE7NIRjr7G8E6/r9VUeEhNY9yOU6Bm
qi3+5gL/4mtXTEZn09EHO34qOn782gMVBC0xUhgtpmsrXBIaO1zF4F2hFEjGDCcPG7ocXYCrDwwl
SBjUwKZtLIsMPNNNlFlVWlfDTD9j6Ot5rPztQzQ947/cmIYik60FtlgyZXVCF/9wY7Zd1eRxEHeY
dBhxDYysobwwZUcK6DbnSIkVmJLUrXoKV4/9Cx5jFD7zPHY9h5xhV0SDbvTYW+Ru+JuvV/71TSqJ
PNpIFadZoWJZ6i9fLy56t0oQD8+RPu+5SpADqcnECS8EolXI+nyKxTTUzhTxOWC/h+g0HGzFrSHS
CxJ2gM6byJXhQZS5wYfYUAhz1K2lHt48v9m2CrB6GXnD33zrEzn6l8+U4aeiUS4y6dTFX1942FAr
twR2g5pnQlJaCEgIxugsq6ACw0aVQ5/AcirkK8VqvgDlkbv5+2uQ/+LOM0l4grEtmjrM6V++1yIe
s7xtJldudu01K3Fwr4xL/JhXzLd0Mo28qZsDjulyV2SKk5uM/bjuedgrJToeoHFE4cWkZPjPRlz3
J8Po4HJyM2ZWIm0Ko9pKakOSYkfkIe+/WoEd66voCKK/+Umsf/00KZcZGysUpJaMaOvnO3SUjA49
MXeoGWI6Ti3C41P2XGpjHLome6faXOsuv0A6CBVOWjvRMHL1mlzb37/eRi7uXU87YRhm90uScwrn
08ka7UPgSARdQlUt52QxSS6Vkwmlg6j0fharJTi6KXBIavHlCOiO+vy9pn9g653qoG2N9zILKJcz
DkXoRztxCkXQa4JF+47KgAIFtto7MkmfEKJwafShNW/FhB1dMV7dofIYhOCW/Ta/l1n+2ajIhwPS
joMoYnSUitfvI0BnagN4GPKIychGHAquD/MuSx0GykIfwcKXc+Y+cJYwBIHQQWOmqB6j5Om1Huce
iR/kBrZCdobLOy4NrSamOsHqL8gCRZb2ClRNugTS6L5U6DsztQj3HjF1TqzxrYYuQ8Km0QpHqNks
8mWXPfOGfOSHtZSS/TgeCQX6yd88/upffPEyR4DC+sE0adh+OTz56MNQxiGB7Az1hZgI2Q7M5lag
vdoln0CVGLYW6iFJzbvWqf5G7omuIce7V5QWLGZV2xqbRrfVx3UqjlclssZlZAzztuZzC2T3zP7i
mZgYfKQiXyMC0xklUbcoBvFDaiOmTxOWVi15s2gsKQvMYLMW2dys1wfyp5GajtMrs82NYmZO0SWk
H8xbl/FLPqjd33waf3EYsnOBB8yZSEGtmFM19MNBreQoWsNEreduy5MYxu62N4YvlZyobiDbb+wY
uU8N0ne54zF9Wo3tY50rxOVhqJ+hD/5qiEUZmYh7avNYQy+YpSNJWBCWQCvq4cUYm+ffn0LSv57g
XLTKm8/SuW7E5D9fdBNljMA8galohncvIUZHxpzEi9jP4X917MYnSaKYffDVkbqk8WU39DIRy/K/
6UL+olrUVZONFSezbEDc/eVusrDJZlaWkUIYDf0BlyJR5UpxcJlufx8YfTflJXfem2zGDdP2AlJX
D1fcGJK7mWihnffasxZX1JJT/RskhiNAmBWywPibqkH7i2pR580nMXYAAiLp5i+HN05nVXX7CIFF
TSogBk50ntODZ5kdeEdNffNV7zhO0YS4p7dhl9udxRIpzbGODmFzjL307c9qSCVwMhaSjypefXfB
itLQw4x7tsilk0YTsEnIWPwawzs2ZWy/I8x45GneslING6mvwTj7luGnWGaCyF6p9x6+j7AxyX2n
E8cPT6OFzfDezsj7VspUPQpBDYVI13LMKwQu13AohgpzYP+GHyV3Bqwgs1CEdZ4KjkfD5YShhwAs
GZZuLEByAP6Q4FVN04XOOF8mpoCiVkDRbzIrVAYUvLzppTTt1lLjM2CdnmBMXxIG4kHYe5F6N8iu
ROYkH7sOPPCQETA9zHu4GDu6HSLlpihPNV7XkintsH6syiHpDnkK5d8yoEumd4JcoHBH+qI1ccpm
eg/QM2WdovL2m2etq23iKnuIpkDdUY87p/IAphbmsIwo8zJyVReSHN39kHIYSgtnRMxuAbvSa0IU
wRYDHhE7wD7sKtIGGySuOPfSL6nSwL7k/bBARXPx4YUsuzB8I0ryXaY7EEvyvuC4D0s8IyHJuBie
MFk+0cTcugiZeo9ffKMFZWkDobu18kDkc4YTRzXTZqEY9crDKrfxhW5ZBBLAirr0tjomNeYL4lWE
DwlVirRrl2Pu+72TykLrEH9TovfZfPfn/Qj30GBWhdlRERDdBgEITzYnPM8ZFRrulYS3kwCwB5WT
+tyiJHVkixfqd7Wdob6z64mR3k9m3FRCETEwtqG+XJaQsmg62OV5A9PWpjSW37f899EspDh/iIk7
jdPLz3DVc1HzphsrPLCNL2fzJAiLZRMy4u2osAHWAs1Nq0UrcCBa0wt9mPpPpLzzWipV5/sJLmXs
uZLJA44cH90kA1v9nvlcASSbakFnbtd68OGNDCakiKGdKeYrlPSoTVX9IsZgzpK+sNOph4rK7N7E
CJxK4pPQjvMusPqTVVHPpxoUA100A5ZgfG0SEsu5J4rVIipxcRbsGttQXBdtxGfQAHz7fpTMUblR
e2PfRA98JALovdGNVymXJqIJ4N6hbG30lSxoOK1AjzBtTxtG2Fqt3ORe3pGMKyzKhIsO+DovGKez
Y0FAV9GZx0j3kosmdMUp7N/jwdvRQ9O0q+hPI21E/GJl3Rw3g7bU27M3TJBfEV+0qkQoy1PLMcfi
ELWNtOrxqlJndURvjPgeILaxw9CNxfdJSpAwvjZJm9dy3W4FHzh81eOSJLJ2UPRZhIvKJoP9ezBo
gKFxwAcSaeB10s4tXehclXQfAiY1gs59npiYCghNZtY4fa9YiHw2W6SOfN+WBvE/7DUCfSZHZNyh
ztaBuAoKcC3/ahCpBuU5X0o9jVdfe0gxg4r/vyGfqjFvWDS9RgPNIIr5E2L77/sl8adHJQ/Wmotu
OnY1YeGRu5uK2rsnCiCmprdFk4cWMa1PQWWZdhN4+8iVTyAsiNVociiZDY8/QSSottLxbIzjRzPI
hKBMf4CJnmArPZZoz3Jc12M1Wol8geT3zrH5ESKtjI1jqdNqE1QPZIdqegr/J2Hn0SM3kkbbv/Lw
9gTozeJt0rsyKiNVaUNIJTU9gwySQfPr32HULNoMpoHpxnSPRsrKZEZ85t5zR2vgqXbMk+en+OZK
cTS59baB6n5SRPNkCn6la1zhHR4aS8YXI5SXAYbNJWqg/Ooxllpp6bk9dg/VmqDkVthn2PF5UPFo
6QNYrsS6en23EGfIfMxQnNCOQvzZwIfswuoEiA21m7AI3RKYnobI3U9RFh0DH/+kX5oSDZfz7AzW
hV+IjFk+68kZZY2i5OQCrkBTNSqS907IiNfE27POyipOQcPET9wIm3fbnr9DvwqPfR3ytyx+whpy
RYganDChAt9JybSUBMv4ZjLtIpSUBzTDv8M6eMpGXgZpIgTHoFHM/d46xEP1LfOz713p7vVxJrqV
IV7y86+3R7ZYZ0qmw+z68FbXL7Q+Aj4nR+5DvaT4QYOk2aoUIKr+RhMdxNCuG1mH8v2urQG1m1l9
6ElaLUW3m8hDhUu5Y4drcTEYGKx+gh/oj9PC7JvrUh92+nBslP9SNJjkxwJ46VqekPORHcvSeSvT
+k601pMYQu6Ggo/CIl5YlPH95LmEka0DLn1i4NXgoalHec4s/MNrp5bAdirpjw+dlSc4B8IPolHi
d7NI0d3S+fb8GrPngdMnCU4ackFj0CqiiiHmt6ArW4TiI8QJCJBsk4kl2VXIvTyfh7t0+BkHRJmT
r7DTrd/Kzw94/brqM1NBBzYb8or0G9qbABPwX4M1Ljf6NtCHM9Jf7h/rKZYRXrwAKWxLA3ouCHMz
K0SJaBbgbCGDnBZ4lkZ3ncIy3cHf+K7fZN0MmWvbNuXJiomdvhOrqi8O3dFNM/JBcyyO1VhW/NHk
CNu2eQoBOWFyzPnWpS3T8IZvVd5whRo+HVbTcco5yBkRKWRdDtOTw3mTOPlwCEpofBOTJSzAm7gD
/lxGmD/LsLqVYMU5m4NHu7dODrL2zHNP5ch7pt9KJlQzh9pc7f0xOI12ha7fyA64m/DaUHBhV++y
z+G86lsgytAw/6WutNa5w1/nEpSVTHlQaDEZ+FRU/amFKJCXw89V/daIS/ul8a23VVJauDzvg5/C
B2tXWzPxHvukAipU5vm7kaf5FiM/y3ugX/sgMf5tWPLP7YDPvoTdmsXIZn15f20R0s6J4SkiMFWM
zrcWs76zQ7N5SDLsch0zfRBC1tcxLABlBdmewNPp8C9dyj/HiH5oMQS3CAEzmTj9rTVAXYuraB4H
ggGwgnFIg3gEarJHb4p3poI61zUmWSdh/RgbcXXiyZU3aTa3asjusmAo7sKsD/fEym5xYVQHMBYg
6c3p6X+/Tj0k/tvnF7quZXsR0rcwsP/WFoisd8E2pMzDAjKAFskVKkULPKHsPhtzO+6u9JDPRpIz
yVl9rqNSXIhG3B1M2QxHknpIpQxMi2UER9CUMiQJJqqdoXW2drgMh65kOuAv/ue3tmureRd741MP
wHLjNu4HMRGNpGbMMJTt9enRQgchg9P6nJyQIL137DLdTzGXR40xzh1mMq0FX6NC2Lg2wxekydjg
VYh/t4uHo5N5l6CEvEkbvSRvi8FKHeaucxkX5+pS4q8AGkbfqtp3ubH3C/lV30wI9AG4p/T4KBd2
UJO4Huv0pDyURGu31FgErDUEyFpEMqm1E9D/GhltTa9//N8fzn/7coWey4aZYapnOdE6aP3Tlyse
xqxOIz4cvdMDDKa2+ggiY5L6j9pqSbqHMThP1c/eG67WwNdsbKnRi6L7bufZ47+8nvVh+NvDwlfK
olUk6c5EdfnX18OurSoYqrJFmxZvF4mJ8A+XiHMK7UOuUN5Ku2bXPPSnAWid78nfHfbauz4Y9qlg
WOlaRIWlYfMvh9B/WToxFXWY6jARYEP695FAG/jthE9jZD3auXsDz0CSCNKDB3M6MOkCOyycne6l
TIxfxyQqfhC/kLMcKSvy7l2iohPnVcgQIUnTqQMk8vXaiCQzt2zGCNqhaL4marlWDRfh/35XnX+c
Vr7vhDbzVE4LMyAD/K/vqp/6PSxeAgCcXF4sJ5sOVQF6yaoDIMR40xlSLt8cCwz7VCTP9mquW6f4
XH7xqcxZ7QkHK866JnGndF8p+StVzDq8lXkRRlR8ZnIeDRzkNC66ztKVJLadnIR2rA6ey2/mIlOs
uPj/989mIcP9xzMTOI5tOu4q62VUsl4gf3qG/SanZgihJdbC/GrRYIPeWHbJCCS0CcPhRi8xbVUY
sSyKerTs5Ih6c97ffzWVNdwH2XczLghBVp5g/dmfgKPkDz08KF0xkY44IdHcRT5F5WT2e73Bys38
O4RRnERzAsqVQF2v7c9ZwbpGKxlwyXh90+z1oYUxxMKEAh/2qmcKYAEzH9EWmeJUyfmJ9HXGXevU
szYWIlMblgV6XDowVGWmdO7cKjyOfXHJa8bzTmduJ4jT51Faf4gYg3AlXPYdnvqty2VHVWqXDOgv
waI/1glNsy4tGlzqhzwZAYgtD3peXLv2dQkT5OzDdGOtSm24Fv9ZCG7T7pKn3n7V6zVoPfcZgXk0
rLwi/bZg0nLpPIlIxqR9HvMBGXNCIPA4445s7Hs7E6eehigiUfCQ99Z7JOz3KqgrmPyExX2edDkl
f2eVPDIdoD267JBQKchgAF/1G6Bnhgsbz4kqBxUn81RJ7DJsNfmtk9ZpzAgcyXvjkAYkOFPX3kYU
+xMJDXnq7RVmk76hmzCXZd80VUyAAH043l/WbGsl5aQPVEYEMbGYr5o2PjDX7tCHUeoRyNPtxii7
ZIt9o0omc6QxmJNgOcNuuamceTyhqED2uf6WrgccHnvdVpAXdsBp7OyiBC9ZlOG9SqYxWxOfEZG0
htwPY4OcLwIuHXhNs/Oa/rvXesgvvXLCqze1O3+SyyGRywBrE1CzYwXflUtjLCBu7kSS7UGYzQfe
xhHKjX0Ym7bYQRCorwVImN2CGKLp7rMviZfL8yTSVzOQ8bVkPikqdYGjQSuDP+lcF/DBnSn5YlPU
bxMAKUeisPCKKhxlWo0RGhOtN2jK1prMAznIrJihmtSpdQ+rzyZUWtXPS9rsGxKNRtd8sp2kex6L
4tD29OEwW0664bRS1Ww2eLvLg3SYjWWuqo7kiOINlOHVc+folkTLabHzlX5b3Bh6yH3aYwmEnoyb
msATalvIBByYnjKQndRY8RsTU1bB5nerK1VjqKbdoMggVZymMPcs0jaYLmcLuwa0hD1nrkC7qL+R
Qz+h3cGHufIOWVxz24aG94z7nhMYWut6TNHzoWRo0nPVeIDQx7E46WdAl91ro1JHTbFlVI10um1x
pHT423QDbhBH1M9Fg6q/RZsLUob5GB4T/WYkE0VOUhTzf8QiIbJmnvdSZu/68cTQ+lYEeblz1kFJ
AM5GLUA96JBPhZvT5qwVkF3LQ6nMiJrlcSzNaNfbpLFk0jkWjgCC2rgHEzwQZ/TKqpvkBkxedOxX
7RKj15MFcvbo9rzy0TXOgBBGiFE7r2u6L0pceNs6iPZBtM2GdjksefyF0YSFVMc6otmB3WmlJ2/J
eVEN8Ac96bD9Kr60EMDTNqM2C2PmE4oSKDe8iKlpRJuZ99zkGIWZSB50ixo/Us+Adl5bLyFI4Em8
diPNdEeZUuPMz666PxdNOF8z+bObg/7m1eHWXSs/r+ZYjiSrP2YSLheQgzGU5VddP+rRpR6H5MR1
btOpr04LmzE7n6adQnqrN5qIL9i5+OQiUh/i/CPbfqj+wDsHLTYwmcTVc3zKGSQXwFKwJgIJ7rK0
AtPK+z8UK127IrXZM7qbkTXL3oCKyrQ1/OY3QGqMzqoPKh1iIBUmE4WFONP18tAHcbuu38aF3rOu
u1fhKJv5miBtJquLDUlM2Dbme29260syBS95m3x4y8p27deRnE08ZwEky2F1w6UYINbBoFix9Gum
iRo/fCnMAKmbv6bXtgh1N6ITBNAX5s+yQrhbdGlwWQY6qBi+5G5cZ51NPDwVZeQfRiaWO0yf9N3Y
2UwH6B2LqN1MebxLG//i21nDZB1Xb1QX1tbuH6wKMlOOk3Jfp/JE0SzP7tiXzwLxmL5jGsvGj+LE
D85Mv+siZNxDObuPw31W8H0uQvu9Y7D5eeOlE8HAkU3j4jL5LgzBLZ5xW8MShSglHhswHMEjqO8+
k2CGZn96HAJYh/H4WmAt3VY2a6wce/xWL0WLKb6oymru2+Y98VES6+dOxczwhPpVlxCKU1s5Vz/q
SG1Y11ANJ7k9goHo1/lInkHe4D3EMF1m0MhxvWP6h2qmS2RdInXW+HV0bPE5ANVHd88mYRspsnsj
llbrPLzxF5yOhDCAf4IN6wEn6RqoiK0t+UPS7EeM146A1HirPw7D8Led6TjnIMOHPr/lJWEnNgC4
beIDBcudSwBkf4Ou8ZfeF4/G/JK0zWte8YTp29lL83Hb+fiF6hbdvxd1CTzl4tXX2TGgBzYme/I7
N0zvcMPX21qZF3esWrj8ZXNmuBXsncYm+gEt8eLM3TWS//miw8r7Y/aRH+splzVQM1Upqg87dmaU
FbtmdBgRlLH8MkR/qNrkmUioUOYpemtj+76bOVnzaGWU2VgNx5gtgwxLGK7uuuJhffLFBXJZJDMh
uOJVz631Ha5/rGYK6Pc8rPEeDNd9JZi9VVjud7lRJjtdQalpas51T7fU+p1xsDoEoEafPMbIBI5O
kPineA4BxRHqwZnkmoA4yQ/zjYC1j11+5zNW1yWA5CLGfTip8ZDRIkJxDa85GbyAgsW9Kq1vRuTE
l5JK8ZBTQWz0x5ZmY3XqsSJ0QLuydUIUe9guwj7YBNJvqLbRcRT9Ua4jKxCVxElRXuvzJIj45PRp
NzoFwPyV0Y6DeIwpLnTp0KJGvOkzbSyJroWn3GxyqFVHedLfsuhBIl07ihxXaG6V70HwasBR/4Dw
eyjnaLtA3C59RqW6I9Ztnh5aNzWwDTVyaEofCEpi/vZsuHDgT2wEfpgzPyfd8885aBmKC4Zqs8uH
MEEbOJq8WJhcLHc9y5U7p4rPec09tET1RvpMW/Uyz2wYqXsOer1BgE31rG6m2Itf0hoNXC0EmGel
3tQACC0ImKW4FVN//UP7Na6AvIZXMsfvCEPSvbueIXqkvPoHJsdmLS7BxOsHXzQnL7Bhpn3OCPH0
VZTn4gS8fxWp8T1EHPlDpMZHVkO36SrGi3A5yHomLG+vxhQ630Ce2kxc7vSA7ZiYu1VfQYz5cqAV
gsoBI7A1h/FzrSnmgnTxN9cXP0UFxZAUZp6JtYWHxfrQkoCxS5Rl7uhdjvZXWLrRbVWp5Jk5bNMd
kYQsJSqyKmucS6WomAOq8pHWdyI+EOnH+rvpzUUmokfHhgKmvw1VZxwDhA9ALF3oEHH9u2c63IvQ
OtVMqPdwH17G2brYZeEdXVe8+Ia4ZIwJocvznhEJBmuwIFaGoyTNxHgIK7j7LXzvAaHZQT8akRS/
gkylx/98iszgzfE1X6psW6xTfmS3fAxG81KIP2AHtKCKmHRM1vzHQKLBefK4yANz/FWvwbsRN8ux
YQ22rfvmmcDe+6LPOHiNkBey8EOGCWNsX5iHrjjVbc9ztdbUBe55MhGm07QuD/TI5rOLCQx85GN7
n7fpvlsrmtHygCzYeOLRo62CNV05FesqfD1JmyLEU7YOjKNluPZhu3p1eIySQP1sfevH5xC4Q3gS
eNjucwVqw8V+slSFROmdVid99uRF9MurundCWtA+B4W1k/bwW38lHaP5Cfqk2jYjEEM5+M6KKDp2
6BVp7ZK7uJoujA9QWXBqHPtw3CurOFR9031zojWKZbBfZyp/+rXwQ49xkUAWG/B9B5f9n+FRhbUx
SwV9QjhDeGuZNl04kwmyWfKzfn1FCocqNBQdtwAb08aA4XShMfcFcuulP6ZB/KJLzGytHXQxSogQ
PDbq5YoQnmE3h+DfxVpmdGRlJA1RofPGs0hDBPyBYw6IcCPEwc2Kr+NAdLOS4y/dEvpB8xADYN14
XRhfwAC7LCIJU0iSeucx+Y6Ze+xFFi3MKtf1MY9MuCqz5Jg/gQVmPup3B9Z98jzE7VtugvGC90UV
4pcpfhb3ixbiZhW0IjLqGqsPd3qxkTX7ckJd2I0ddUeXHjJYY9sCWfKnSFSu71q5wCqj1rgmY4iK
oO6nbd6LswzswxASwQVts9+lnUK3YAMaa4Zhlyu7e4An90FoLJO+0cCImHXnoR/2CXmXZKKA+orb
8TmIk462H/3C5N/NFct/WCp8ZGb8bFuNOk8yes0GRoae2xz5yo1XUcNI4/9gjNMRggrWKRucCbr6
hqlty3UFaTQ8DinSBbLHxAEFGwo1MP76N7YqOqIkm8KdhThw55DDcdA1wJCBn7El1S2xw6/hjLIs
DgcmCvnqo3dGBleKdIXcyd/0d2QpMhBIhvWqC6XGGD6ynJy+UJ3smYGw0a89SZ3np7aonnXZtHjd
QvvdE9TCOUJODM3YXN3Xo3oYB/pDO8VdxBT/ye1Bpi7hjxLj99EIK+uWHCOBZHRjUmzhdYWl0Rpu
hcbPL5E2G/D5YuMmEhTZjme4mzzocbk1fMVmX8RyD1R85X1xAVlqCXfKnwyg0fjN2oHyYTYaGsmw
+dIpL2QXLJsdgPP86vV80LJ4yWKfcqpFamakAprmxD63Z35nh0R2hwMBMu2MaiqXuMb0eZvj37gl
njoVg5zOBYefQC76qN9mZfdUs9L/mIW/PmPs1Tq5UKHy4+0XR73oulE01TPr8QRpU4eKA/L/Qani
Uo7ui+tmzTcRRjAbymrfQkY7zGpSF8OAJtq2wjvo9qWxZz5Oju2dLCAcBXUZrz25xR/Eph4bB7Jg
dgJHUKjGzhfVORxaRD9iYs8aFhmhnNhuasmVQbdCqhbGxxhks1Wl0OzDmrS1KHf2g7sCk9IFwB8z
n6+ehDlTjulT7slb2ZjDnT+7KEE5mUqVtcdctOHD3Hk/PEUEAoMp984L+N+rPH0MFgs+Z8ZtWox2
B3uNDjIMz0IsvzpCpCCnuVtC0WEYF62149m190aQ+9e0mS4SPV+sSnVZKvsmmKhhgFssWt7st98G
xTYHbL9rF0H0+lLfcpO+vD/Ps9vubL/OjkbRPraO4N+QhTPGttoQ8cTGzFhhv2p+CGuP6GMHo3JZ
QD1FMk3ih3uO2JnN8/xSWC3ODrS4lwoghT/eOZaEfhaO3qmOIzqBiufZ7QicT2oxPhhA8TCzAE2G
JnvlA1a7Hn8RVi1v7yxGeV0ZfpOD99cjL27bL+KZjn/cKYv7ykp5iI2wyWkv+y+jS/JiJOXIpxHB
HynqAVioz5XXjedgjuRX4qVQfMJJteMlPHn0XXNQet9YjlSg/KOif1taHKr6YrRj80D4VH2ISFBx
e8NEWzBMx95BGmUZ7BwYeZ4Moy2wFdfftR8KJcB+mLEKWwPuQHNiDOWikT+aubj1In2L2bx+qdbB
Z1jJ18D64pVusreXkW173C/PJgELqNZvBWX9XRr31WvfImgKyO4pCzM5VcPivixAvqAbgV+X2bns
S++Z2zfdZSVxH74KfkxGn35RgAMPbNDDLdqg7HG0dm6HcLokiurkphzGRcHBnjPkYXek4msdOR+1
vRD0q+r8qoDUx6kScjtO90k0WNeCcJMuYSGa50wHiQg5Mqo2XkqrRy/j8Mcvffk4i5ps7FrcEtXJ
Y1nH4BjJpzk2TG43U+LxvbPn9pSzLN1AfAUrWRCc4qY98qv0SZB9wop1vMuHNTUMEv/TiJQnyM9A
t7NbZUX5zvRZXHPq32ikSOwVxsmu+/ShjBdiB/BE7CzlGoexg4ToFvl0MkVfAXpZY4bGDsvCCPal
ckGjo53IJuHfGqdZcx/s+Xn2QLiQbR2gtOpPTCu6Q2+R0ueJ/j3oyhD+bEDKa+vNp7CyU3z2y3xV
vn8rDd95mBkaPSxNfOsV5XLlD9YdbYn6Oqr0lmRl+AiyJs0YzM2NwL07ElhQxRk4YAZBR1FQx61D
ckTq5KgMaQRNURbBRf/NF+0B7qrCeWsHl9a1051XsL/Lpjy7GibhfCrvyh3vQXxdcsiQSIHLoy0K
DpMuufEEOSf9YS2gCE9lAuiiaLvq7BjBCAcSotuC44Ho9uxQi7J6LiDIbY0pUKdqWUHBs72cfYOt
dJjzhZYFeHQa1i/x4sZX/ewot/0ubdKT28SzDoDyf8FgRZdssr9md+ofqsCyVl77eB/2+XRfDqna
aS2InwzqMPEMDK5tPIadIbaLGS33eQ4Jwo7j5yoPzbeGXVRUoAjJ48q6X2T6OLZ+clb46thLrroG
XnrqQoUIh947kZkJIF8w5c/y7pHh0Us/85kkSW4/OeRwzfaPhS0+SeRoNwbSXk6tbEYkREH8tUCw
v82r5xx7wHPnmnQmo5UfFx97ug2/el+XVXVDqkkwAR0KUzpr25rQbadcAKprQSioaEYjKkmEjZuD
IOtzW6BPfGDqvF2dXxfm4vsxoygf7DUoqgIB2Rvx3RSYZ7JT4TZ40nhUZoasSH4wI3ZQ6ltg5YLs
zhfGcyn83wQaiLtZ1f6XlU+PyBHyW7zcVbXKmPS0494b2O4vId+H1jWvQV3YF8YB3kHQ7z0mAJPH
DsZvzfbgpv+bqGk8ZZkSsuyvagQtRBhN5Jhh21l3nsisO7t6GdhYXXPPr25KOsivaiCRIbA+d5Om
CfllMzGSaz9wo6U+sLlmIew35jFihHE1WkkzgPLipCS1eI5dPCnH6RGEYte7yZm8s3jvQytlK3g/
FMTRsO16FYN0b5bHPZTiWCVF9kdjLvlDqQIb5XWltumasgl/pt65EuZGMMSEbpiey1cwmG7D2RrD
7okyoH9ammIXGHsTrufzNKE1MZL5jOjBZ8uIULUTVQBNFOADfsiClItm3ANUJbHdSFadFbHh0ovV
kQajeOCpxsrhrgMFIrUr5sD3LPzje0dBSEoLMZ3bpSeRqC0frQk8BZj04uoabIWVIAHbWfES4yK+
NUX2s1oRgSPqeTaxA91djAF0dd+OE87FjAAjCZObFJeQPcFU3PcrLaagyZdKAGmgZd4ECdp0XU2N
SQPbbLjiw4loCfKm6nfCYv5ZWUxCM7/elZM/IW2gIsZ/hOLJB9soc6a/t3pVyvuKclhXp9ba4LEI
fIFy6d25c3+/REzNEAYZSODNn2TPOd9G/KhGsc9a035KfSJi6iwc9gYj+T0zv5sgxO8erPhjQCfT
DVb+i5uZmQS55IhI2lWXqCd2TTP/cEMV3sp2CT9XOwMH/FZGDy5JWZeiZvKwapwORU8qTSybd9cl
0iivMjZ0NKhiJmLcruofrClTYEYb2QF3wx69rfoIkQOxTNhCc0r2rj5FhnnmOmjp35ge6N52NldL
BrMTLDntG2sqPG95dVYZ8ihjQaRpVR6xHOlpmNaYjGRKzox+d3rpthj+C7hFdgiR2Z2KZn4UuJy3
dfjofIl7yyAD/rcXPjviNRfh8JD3E0UVdMoZPuALtLS9reBTeE51SUu2eTR17L0bRlv97JLBN/vI
+ZTxDakjvJGYPGTXy55YqKQPCWQB7VxrDH620hPQWmceW5yqFq0BXLQ4JS+w9yecZhzBZ6J4kEkc
Q4yGzmTXd/DM9vQd09E2x7sprI+gZ80vrbmS/csS8Jkyw00kkuRmkFGDnv7BiQi+d7rioZVzdzRN
9btYrIUaw0Utzh6Grd+2jE3rOqGY2kjiV7Zpo/ItI8K3KixIORtIAB/SbDpaRn2tiR2+6b95Bveg
NdE3qII1G0q8w2Cg85RA5O6LGEunLM1r4jvmFZcYdWjj/Wat1V8Gxi8k64LZwdm0D3oUwkQWNJcV
YhhaZfJo1w3KzQmF+DARclzV87LPjNndJMZoPBqUzuVr0cM6saO2/sSOQQyD1PX4KbP4P/VQPYqs
7rv/93+xqfxjlY79ysRYa0Wuw5dp1Rz9aZXedqKBowYVuMrhO5uAOOdVts7mJ2wZURvCedM2JrT9
OcET7g+qErw7Zf6kR6Cd73KG1f13JoP9NiPkoWnK+S6e2YdXKkuOpcPmz0OtR8K1+FY4yKj5A97L
xDEhadCo9Uu47Op8TYwW/jdJ0vo9jqad/npzoTPF8uQfA16a7acGP5FPVTl/K/P1iV6ndSqrOCJn
DomoXk746J8qw77A+WbK2yFnr8haMFZtZsvsXbSvK/T86Om54qoGtA06Ctf9ZnnOqx661lQmG9cU
L6kMfi8WkdZ9Pg6wgxCSekaPXGZVyrtZq7ZztdxCpxQH/HywEIqOkK1JHETIcKKyoOmN9fJa/tba
8CnOjSOJWlxI2WMr7IDVyBiCK51OwpEUlkwHoQE4B/Ib3jPCmrVwkPuT5O8enXphGOAgw+ZNzsUT
ePbqIUT3u0s950eLO4+Tp/ilZ0ZtCoGHtvnQF9O7U1f1vzlU/H/KL7gaTRfDjBX9F4tPbjOeNdGr
QjJmCmiNBS70aoC4jk51XqMEYnEv+VWPXeHcBYLUUY6SJyNzCRHzluCcxNBU3XJEJ6UgLgkFxgmV
ByiIoH6xJE4Xko/kk0McwXkpYb3q2UMslXtYpuZZ3z5+bv4oQ/VeQ3PdZq4Zwkfq0FmnLVgihA2b
ShJFGBblHzK22Mm7Q3+prQ5cUhIzQ4bOuC0t5G+ZIlsOeOaDMbxR4qLrBBa6IcZjYUrtGMdC1OAi
UutdguW8MGi6leznNknDkL+RbEMryyrPelCrbQs0frby7Vc046qzvltumuz0Y4y7lh6j9h5FR+bQ
apQogsb58l6md1hQ4kvjhFen8SD4t253LElSxKyVfU3DEt0H/pdZynXQnvLTLjQaSNEGyBPFSEGQ
BkjOlM3g2XKGY2ard7kmtNIOjHsfrx5O6wUzQELBOBES6JfuQ1B3LM5leUG/TMTJyuIgRQL5LwCq
eY/mJ7pq9U8XApgt5zf9D5Fc3hzh/tbf/DqPX4bVuzHg1sLaxVlhTPFOF63x+r1FL412TH4u5pKC
cZ0/uJsyX8dIvnj32uixmGV6GhvjZE3BKzWcha8HDGtBCBeCOYmgg17SZ/tTN4Oz7SjFqlXOmxU1
mX8ze551JhXyWV4KQViqA8qI4fFzug6/W5iTK3n3m8qtp3EG3RXE9keS44XS8hsVNG8s4A6M5i76
njRg+mLZ5KtPT1l49csIA0grDezaNU6B2/3y4E3/2wn8D7Grz8IkwLCDvBojbPA3PV5XVREXEjqz
1PBORbycgai/IHIH6BeV8tQsMUJ39oezwwzUyIZoT3axuJbGwBVCQg8mln/z8Dn/sMPxmgAWOI4d
+XzN/y40bVOWbZmTjNssUHdNk840x1P2JSvyX7FtDCfT+a73NXqVpUeAuiTLGA1u4WOsAdEj/gsf
S4b14SCQzgMJIg4mdgAUvBFM9wnHsi1BxMU67G+aH2WtLmKxJDsNFImlpLaUEZEDbJObf5FA2v8w
bPLjOQHqOOTFjh/qO/FPdx700tRKu56FaTN/LVpf7Gw5koQ5LcnRbRSQra6Ytr131ENEvS7Q90VQ
SQ6MRJIEuw5Ki6R4Bp88Ygg+aj9RH6zZMTam7iX9+BfR26rt/YtMEo4kPk9/hTIgjY7Wj+xPr7m1
yymX3E9b04TP1RPE07C3DUlmypIu2pdo408ytrHBzktzasy1nXfiFyPhLs8Xef2XlwNO4b+8IN+2
YVpYEIz4z19fkBX0XZezzlnVjTb+kN7bl3xjLobtXxADwqj2+uyKngdUt2fZa9in+VMTMLQkLkVK
hoOXSMbEQ6UxpijLZa2+6rec+cVdaaEg6II3YdUgdTBb7TwkK+B20n0+Ap+wWjLrO7rns5yML8Wq
nHPin4lJWzFkzbWQhP309YJiJlzMB2jBZ7Jxf+cyYX64Hhv8FV/06DWo2K2uXBRd6ORi5XJj1J/7
9qFx2vhhIsi9c1BN1Ab9T0ybsLHSyt3Magx37BSBpmD37UTxo/BS8zqCBtoUdm28zFHwyhoM09MS
AzUjo+VbnY7vohr7i57JD3Zl7i3myfBimNjmXnPMvSfwQsPr1Ca/PNnX7E5ycfU52BkjBBf93mHS
rzeDIucp8Rtokb+jpHS2jjOqN3vovjIv5jwvn9tQwlBK/Tva2D8mClbpBv1VRE5N6Upbb0ZFe5Vs
rKvSWW5TpepbGy1nLFXGIZhzYreWIHl06URFiwhYDGzr1m4FmAdR0pOzryVpBEok3nEWiEaoBj7c
7kOGUXknk1ViZyb5NcRhBiyiB/BoG2jSe5d1iMnsZ7RJtFshIX5Er0c8dUeB9lBJtBqWSu+JHnpM
UbBv+AfkTkkS7tLMJeGytbOLXhguNamda3hI29PGYYi2+3D+3Mea0sHcEJ4pZbepHI6TDVvaTWg7
7Dwf96vUnJnyqukSNjOjkf3rxUfHX60mOP5k+vYFAr3vZXcFkqiNFkBPq81ryJX6dNbgODgjn0M5
WxkvyqneSbcg92hVdWppNfFgiuGUuBt79yfZq8z42EZN9BxM5YybayuOnJ6da2TfnG5PZtWG3bxL
JcTisGbFuFHup9xjlUlpvdRgKpAXXGy465ydGv3uW8vhPKCW3HpG1F/tr0XVMkhfJUtZjF9CP+q6
hdQ1MAO26Chr466Q9Ye0sIX5/CUj5DZdT3aIl9lf1JKqfWO0aygKT/KcoHdBk7MNyvZe/8bGErk7
kY0XzqNDPqb2LbTVsYi8+KDFBth1+WmcYSPlsjwm5iWysROxP3z3hO9jTRzaDZHN/aTMD7JHEVTY
j3h18nuvaR+TYTAvVoolKDO8g8nCbNsaFoPuZblbCiqjevK9/Sydl5ZIxILx9KMjxU12qF6avrAP
2AbdwyDb0+i109bHhHumpzypAZZNkjj1iUzZYo86QwtdM9uFbJ8gWyWfj7R79z13I+A0qEWOrSHQ
mAzD17RhHuK48Ufl3A/k4B0lLO+DVzDKbKLSYEbHVCWQ87lbB3A2tjnWjAYdOKm4efrkBIKpeTwd
2Utl19xIXldGmXTHsysQ+slx+IizqroOS31HNtJZjEZ2zss7yt+j2wKgrAp32FdL8sxieDyvn/7c
uTffaZ2zhQuCkPr/T915LcmNpFn6idAG4VC3oSNSK2aRNzAmk3RorZ9+P/do2+li91TNmO3NXpRZ
VzWTGQKA/+Kc7+gpO4CCd2eN44eKHY6sVTGOvZwlVby+NBa1ooNRKOhKcbBTgePPR8kciOi9RSFI
23/rtbBGkipi8Us+x8VHZ7IZLeOYYzG9JcORDHUpn0bHaS4F9jsBZqGILUy91jLdVlb8xVyxHlrg
J0cDiFaNWEIUFjPo4UOrw7WHalQCIAcf8jOicqb1yumlH959PX2Mg8O4gWWz3m80dfNzXetvTlFa
m6Es5TmtE7KOESw3kfvDNDoPEb4bHE/liuySWf13Xcg1TOOY2Lm7JRPVZcLxkhThxqrWy2KZ9dUD
FiVKyVIQ/K35V3PAvZJYwStYPKYxNauXONmYxWDg7jVh6qpY2vloNihOSbQ8C9mfY6VmK4IczHAz
YpQcscPNaCFG+Tb0+FUGZ/BwKdVQTNN1n9UrD3d1Sv1f+ZE+AoLJf0ontnujYF81cDeQZ7vVVfQ/
RRvWqTWQ8XXqqcRy3ZlUSCGqO12X6MZj6Nn4mBGb8yCke06RO+upky7KmMceVyQn+7js+D6bn0Yx
d6dRuRULVYuntgeFjCfguXSqb1FjzjvLa+6HMLUuFOM7N+DOSj1I+nqLPdTzrRKeN2nWn+r0k1iB
XRRBubWkvCuWoLsQSHnX9+V4ilF4TBSsR8MO2m3X5DeRQrpIGJ8r7LRNH7a7tEf4qkeDWoCcxCy1
gbyzHwanlo7DV93iN+Fy5+G52WmzuJyHl8ym1Iol7Uqn7NHa6p/acfEwhtSgpgPFIV/haKSJwfeo
Pi49zzcQWqO/ZckRrGf9bLRhMF08Ufl3tg3wj1zUBwvhWKmGBCUDHM5ZVUOAPLt6xu2eaoTmkxqx
/FoIZNW5waQB2B0bWUW6SiuxTSrm9WuQfK6D8Pb9WquooECQDJ1+LCb42NhGdJbM6zMJwSeDu5xH
PnARNmIhe6yp74qdXTg3mKbDo1mOj6bhJDd52oZs9tHsmSS3LlFubYFUEGQ1R0ADfLJCldlX5BH2
BZGe+wm4bN2z+hrE2Jw6hGgONhnWEL+UGovpAM7gjqwpIaPdNIQsgBG862vGXWrER6v82XsMGf3X
LCrrIz3zZ6GSiJ2G5U7DBAfJT9wxzRveQD2Y8+gDdiZ9NkFFo2qdosAgFc5Lc1M6P9pmLh7FU/iy
moRGNsq6yDrvlawknPdqjKMPzrzJrI2TGqQEJ+mx7swW2cp6UyvZZIUGfFcExbvTkDk/TvWlCB5I
2RjIT5gfKEqmi2UJG0qRVxytpZWH0k5ZRfUI4tACbqw6zS+1bd2XzI92ddydVMGx0+KyKMjfu9oq
9zMyPkRK/akpk2FTM+OpTKd5MqfqB5FdZ/WPGj/SWDoBYQLdR8Y/jZnNj2ZU3ucca+0qbTSEPBuw
0X81oro8aPVRSosPRuNUTCAi5umMcjk8zguijJSl4qaNyuiiBRxuaj5MZbDyYe4Tn2cksoafZb3c
6jFSXzFvjXuHdlZU6XmS6es0y+GMSJIIeEqpiUQnpoefQ2HZR7p7oj+tQA1k94hC5/ulRhgEsOrG
s4G9X5dcQbIg6Gor7ajWoyxEJB4Tcv+g5U7dZIBgDijKpJtcxmV91T83cOVdUBA5Z0Bvd0kU2Ke4
jE66rIxlA7ncR/Ox5szG8xgvPSNbAEzkaqryNNwjQIgPbY312PcxTVYifYqClMqhafcCQuQhrePk
LqSBO0ah8V0uRGc2A6Tc0c2DQ+amnO4+qkUthvLwATAkRmISGd5JZWyk4rEoVnDryg2gFaW6ZRUF
gbAegheC9gh5NoA8L3F178hmX8xLesDezFlO5tORUJGjlkbNink3cM0SncpDiPWGklfIGdkyvvvK
+CcFMiOFcpwt46pvD2sgomvUHJNoYd/BcW6NA/GnCvJng/v6NvfVSZ9lGD+OJKqikkL0AsJuVFlo
AESVTnsJFBG6IxMjw6ZJ4FZDodo30tm5I5pe/e2UyBaTeO6ut24/8BRJ0+RO38080thoViyKVo4h
1qFKHlW1GaYcys0JPsZ+zKkV/c47r6TLbIVroAjkMGxj8u3MwSJOwPuGJVBuuXj7I8akO/3/dz1d
y1qjx10FziYWUWqcK49o5MvduHDvwIa7DDzN+tp1jlpVmojyKYZJ9YhasnfDHs88IbyZK751sd1e
IP5QCdAH5qnY+gnlpq6lkPA0E66YbIxfGCFtel76HSmh+3lgjSQWh/wp6c/2dgLUM1QBKIvOJ0eO
Qd/GE2TQWFFR0SdUB9Th8Zc0ZMEwAsMvY9LhIxHd6ftKz+hGs13RgPIzpS/kHURDebJVka3KMn1c
6HnQjK2Btq07QfxTqA0y2hzjnM9DeDIj+2qXmhcuu7EI51u/NbduU4t7b5LI7xs2S4VovsN8SC5G
zKaRPetTBo5zHiTP1cT6FGvhPtouMqTK796tjKe6H6JjIFHns88QAkTiRp/+UkzLrhya52T0htt2
NVhvKr21viUajoujYuFD+KJVY27mBeFjI/xbzYqyilxuRBjdjY181nK6YHHf29wlDFMpHlEdwmEF
aec4Fw3omhnvXcBxvEz4Ds5JPd8bCCVQPMTf06Q/peZybLvZvM98FgmKdElSbU98YJqf0pC1trry
9fxHMMPquuw+ZtvMd52+gHHLbzJrBkatsiEG54kF6XsX2TH1KZpKGcInj6ycFjEpn7Udx1PWoMRd
wOCYpAU1Ed+ZsxKn62SAQEzQAtu6LpV+PmguTCRKkKolp+JhxD52aBmg9XYz36OAeJ29RN4MLg39
XJH0YNTDgZTA+axpA5mIYHBl8ZsW+s/Cqo9R75MtJ9qQ1cUUblEk1LtoqpwDw1k4363LIERrgoe4
Oq2h84SOrqIZiCdegZtvjZohbBct+95ZkJmkFfmJIJh3WKbJCeDoETUMgRAqylXgHtsSYeXE0Lk0
EIrg/vkYYWGe2tE8jrTwtw0tTMbKBIYCljMHHrLlE98VDwrJG4+fo4QuoZAM+rliSnFXmuJGZrlB
N8oN3onB2TEbuFkiYBUACN4NUp0Auy93ms2ha8wyoOtOSPLQ59bor4+5Ag0NCWsYuL+vixhzav/o
RoMqshb7ylx9aRTbY1iGl2QY530wJtWuMGpGZ4nzScv3VrR8Rr3Fo9wFErybbJHd0d9ZAAma5zrq
aFQn+/oY8OaQTQil530R4e3JUo7ZLCi8o1Vzoz+puu8YSzIwiz6vboaE8bnHzc3mncdAiuBk9qeH
HInmtjMtD5ycFCcvUp5Y5f6wUCEd1uQxGzmPkoxG3Wa2n9S4ZsAvs3fo5tcwtZ1jSR80DG57VYr3
A4lHsbrLy4EWfLroW0fPn8u0QV2U/KgimselSm9w5VX3tFd/Y4f9T8NaAnAcj22MbYJe+40+meft
EM69yWlYdntM/pQl8Q9LrTIy8I4XEhgUlkUf/hqrx4pUHfz4IhS11UnCr4WiIBUAhcv0i+EbOEc4
j9GwmRvCBWOcRPbXpOBsNOXo7WP4qIzFc3qsNSMs2I5YGbjtY06g6K0w/87JfMXn/T75BKkI2Cew
bIFH/M+DRtHnnjW59gw3yv8Dtx4mjpzclyl4TS0OKmCm9sEymZAHK+xmx8wIFzHFnZYVkHPFhi/q
LkbptSyoMnExAuoevzXwuKfZeRbdYUbw90SGIslrAwjaNibEColD71+8EQXi0rvnJYZz2CTyrGuI
wJufCg4o9TugwBTBrdneJC6R8A4zop1qdiSNgd0Uz8werXNflDccmsSmBGpKSsdjojLYDZlnANf2
7lcxICTBV+6q7b05FpRzj7kfMW1Y0nJvGGa6RQS5yYtuODYjYZC9HJqbrHROsIow0VQ83CtwUlAt
x+IG3sdtOSNJYIDHGeQN2dPcETiR+SpUHYAFTMFL03mvxhKebGwKp1A21bZzBnKylIslQCTqRuh5
w+Gbo5iGxGHNW9EuFuEMXXQ7AwNNHvDeElH6TJTpG2LPdleHSPNlVt3a8ZTtHVXtOJQ9tW0XZLth
MR1bRHB4zonDIS180wXLXTwlHrLJyr3HVYn+CG3SaQjcD7zMqORVvZqnNe5u0EgWkh7SZPt0t1gD
RNp05tQjCMmpKwSDZXQYwaweU56Vfl2QATlScEsRMaHPu301OdfBYKJwkf0CgYFEk6YihcGPs79Z
kNr/YX3iY5phvyAcLr/g9yu24DGUMDe9AmsYPReM2NZ4PxsDhb6ICLok89BXeL5MgehjJVPX79ZC
aNSp0WmF5nVj+h2ArsG6TefxmJsLLvLWjDZ9Gn7mtAo7YDPN/q8H+46l9k1/vt0Ctgy0Cwp6AA/x
N289539Jtw/8S6PBYn/w9tEyUlOHy32H6SrvgualEFQ3g0EfyAEyb+mmD2uFShK+GNc+ACguNOOm
bXu5zWf5aaw5NCsXM24ANwCrHy6+HHEb+Hgfj07zHKWpf4r9s94PBB1I7iFIPFT+IJIcMW/Y3HIr
rZekRivRJPC8zBqD2lXf7+XfjJXulu4B+a1nPvSKd4U4TpVdeJ/zlIQTwtwWEv1uhfhmG/VjIIs/
7IkMQLuRb6kdfAs65HkasDj0PAlyiqEd1/oxq4m5qjsQcD2onF8ehSruOusFk+mdYpM1IYZTQo4P
hO7qcrwuPbJyOvkoqfBxM4LkEYuXMyL/UnksOJduwh3h/WQJyQR3+Y4ptWReBpw6e0+bibbnrM1h
eigiYStWGdpqNYU+9HUYI6J+8sL5pBehqeJROfV7zp28d9vSxy1+sUOqIEWGY1qK/1LxltYSpxRS
0GuLMDfZhSkfniS15kp7FNYTLgIlhpCJhcg9bYvN1DtUIwrfqkeQtVJKKTphF/L4KdOJ2UFNOOna
G5/O5Pg3lRP7RNf+rKT/NZXReczR0VAgzvcrbYOFufg6XM9sALMLGlXhtu9xBt1S19WuklH5DaOq
LGOGqqgDE5rWjaiTZ71lTgmMbpgoba3JJ2tmSREPTMxnWTfSmmh0XvnGcCq55EHACj5J9mwvYtQz
znLTryx9GU4dnNh7GsDfn3QD2zkH265wbaofL+uoPKCobuNxfow5AE2QrZHJ7kJJRTICpPcrqVzj
an8L0qk9on/guK3ii/7pxm+YOLXja1xfyp6/AcbuZulN70yIebjBjbGixD+ygmKwEkcFYQaCViZJ
LPoDiP8E10JsgYpItCUKWk5eZR6uWyxNrEqfHJYqoEPyZ7ky3tLpFYAbnK3nFNj+a/wn3a3lZ+GB
G+hOJ1akzHooP1ZwlO2oVJLeNQAgVQt038LjcL0NWd7LHkXfWgdUV+zNsxTtvTnMuyYES6JddG3v
xLDsoq9yhRGCNhflm+njCota3HOtFd+Th0zgQ/gKUeOfIPtIwcTm3jW2QmK81NW/J+KbhSPqYJQj
amWGAUgRro2qvgj0iJOA5XlX54Pc6F2XyYC7EoSBadQKsJ5T50qSDdTETJjETU1Rfx/1PEojr+w3
mRE+zjKBbOBP46lziudmRUG8ltGbKWkNuxxrRudFd7JHg8UuB6/6WBEY3n0Y84I4MfAx56ULA/0A
i/Z2ZCr0uMbM+5zGNF79sfuM2zm76fBb6FogNHGeDtBo7mPZfU3CJblW7XXinc3Zsp9Lt3yDVUlc
MJbBnaf0kK2DK9XtuXrjvEUONzLrlCbmO1JVH9bCq45xWvU7v4F/XIz9nSzjczW37gue0EOdquFj
TeZ2wPZw89ePfyQH//b4Dx0iQIXrOsI1XfM3zNVa2xNMWa7XHuAIjlDGt9kirHvLJGNsBKNAXxF2
h0JtOep0/RZjjXj1GLTBKZsuU0NTJRMGVy6nvsSy9WpBmzQ64IRrUZAFu6bmTeaIH74x7+nfq0uH
+pi7FCltKU6Qo+AwZDQPoUiinYsBZRdMqO0NsjROhjeg8ivdN8P4JpPE3TFM8BFhxQT1MWY51r5E
L17cj2QwPPQ25Uq2+pe+omvxl8A6JRnQFJRi5ywWAmqH325rOYh9WrCFUZMR/X8KpZGVY9Ze6qF4
niaErbG67h3nrZ4MQtSUywpn5SU3mH52Mcll8Bjz45RW72KlTdMzAr/A72PkvFzH2FqJ900DRlB6
lORvwZNyn9k2r3ttKa9zor5a1HZ+JZejfp5MCkihh/iDrbJRw4eOVnibJirOZmZL0PlEUVPeN2AV
MYx0W2fJ2p0es0yLH9F4kiiJyClak3vbZZapn+9O2RWkmxOoZVfDW0gi840f/Ristybj8CAw2kGD
thmhJqDzgRT7UKqiTiglrtZlVID2apuxS8+kru3W91mOzdZqSVIODHkgz0QXkJoNCGV9uFlE/KTX
j3qDatTjtLeN7ByK8KPGz7ktG4kUOjfZdEVEWi1M9Qe25YBVeRQtQ9Zt7U4bf3u0tewnpYvhHcBQ
mRXDUYqWe29gK6tHdHLC0xoM09nmUX8fefW6qeIoP7ZmdVhj95H9L6PHhMEvg32EHMlEosiC8xSV
GKNYx7ltTIeEe+XT7ebxc24T5DXSuto0V3v2ts7aKg1xzItJGEdEWfNJtcMmIkK0MjkDqcHFYZ1m
5xTZvkR6WALtrb3s9q9vU1YPv9+mPm4vcHS2HwqbGKnfSsxptECM57WLGz4ZCZxz25OFhBIO2n24
hERiutHj7M77CfRf0kNrbeyaKgp9VLV+Gaj9OdWNDbTXBslVehh8r9oCFgJfFa7cd1W3jSfnqYvC
zcBOT3L55+bjkE3WAbRwffCa7hJH/jMP+OMAZ2zT226xNRr3dc2QVuf3/jrRPXlvdYbN2TVnexOU
8ElqFtXSRHTu0nj7BjPiJmy/643M6G4rsfbsUO8rK28e1rG+Y6nSBgDbHFmd848Qu/RWrsM3sL0G
ZFb3riJrZm7qCe8oq4Ce8a90BEFphgMCFNXWphdWc1dgz4W/mmxl0H30iBAo4ICOlKZxY0XLp+8u
CwPEdQQRUMLEDcZN5UnFV20tdvvyhEwKSjOy+mNtkWls23gAW7P5OY75F6ggDZ0rdgEPNhgzkjBM
9o212hsTMeeWU+BpTbJ6w8MNp3Z8Sq3E3RRJO20Ma/4lJiTJhqp/bbqQoMpODP9/lJm4TYUFSbW+
MwUQgrqNZ0bYnzIm0S8YirfZbJScImMjTq0TmvdzmPPYLHreNbNTDF5fkfzRps8AXyd3crZDkB2H
qL9ZnPkIyXA9Ugf8KLISrVNSPGMeHQkBLNhkjz8GstjXJPjVdZJjLvkWZi3i4IWXLY2vMVcdxpnu
uC7pLTz8H5OFyaGs5sdy9e+XpUg3swX6hDi5qW0+rH74dPC21ykTG+oQu+r/COySRiLmDfBTAq0k
BmTA78zGCBZJL9bY/SCK4PuEPpRM0BXoECNAq3IF9BMeTjAQHlJSH0MMOOv4M844Dg3fQ7c3zPu6
EQBbLHwExItfBo/G2SuwhMcuK7q1X+5l/ocl9335EDu42HyDRqMTx8pwu02RVutDNXTYj21mfhj9
TrZP/dX5C+mCPVsMZqg/ypV8kcGVEJNc+4ONPmvkxOqerBY+iTkk+Gfd6E5k/I8qZUpgvqwVPkw/
NH4s00j4EIO6yGLfZYf4gOdq7jdGFF870P/XWXv/8yxp/Sf3n0lftb8HSv8pnfr/o/Q+n0fmf5/e
t0fuUibf/zW9T/3ANb3PDv5hK8l8IFwaZcw7iPWukdO29Q/khGj0VAIISVUmcnq1JSZW2g3/4Xkh
piLwnU5g62C/fyZOu/4/XMtjyOv6+m8jfkenfv+Xhp+g7v9W028ryf6/dvAECDq+4PeQhs3p8Huw
2xqvKSWUJN5BNdpaZlGPwx+pSTOjt6yzYLPUzeQNNcHPzpvfRBu86xrnSgIf3YfFcDzUn2G1zwsF
kVBjIV2jQ/a2C/gKuitkOH9mbD2eyzW/jURn7ewBqYLWePzLp/8fjAr/NlPBE2UzVAE1ooIG/N9j
EUbK+NRr2+AKhtDFSDMH5MFGw45EgPd4yestRNQIsUNU7EmvYzNBqYeP64xDpNiZIv5qCCqm1HR/
rY397s10fQULLTqs8iTN9qH1Ucz99esmo+jfvg1l5xJQDHkc8iX/VlBPft9MKJ5MKEXmF7secXlD
sdqImKWiVoAAlKL5i8KLGIJd4qzBg2l9XV0/vXq9m/KXV1lH/UcbFW1QWclLzgb1MNI9b8eJfYNe
oOthgFJOLj5gJMYW4GxiIO91g3kXl4cyvBM8M1ry4CMT3CB37rdB7l70nKCEjoHslr/W1UTlHhyB
Hvx7mEJOnLwbre3ShnO3rP19ziRqdokD9gav3eZFtNUiDNsZVTrbZJ5Mu36NaHAP2JEytJn5BxT+
nC0hmIfMDLujq0noTfuSOzGIGNg4qNThYod1KFDUuz8TK0/2sb3U199tmmJXzmBF+Lh5rQqIHQ7y
2ArEXJhICb5T0iB8Qz+zMfsauzAXWhIeF6TS+7ysSZpVyrqUXFkQ8PumLt7tCIO0y6whrUmqVg/1
q1ROqwA7YH1Lnd9Xa9jRpRS/xnTvL8br2n4Zv5eTF22Ac99UrQ0D2Oq/BECwtJhxoz+2pbtFyGPA
feTOYW3OadXiU9EdPVQCUP1GLrZzuuAabKg6i2h8MVfjW7wU4PdK/6f+GlIFX9GAkJicV1RK402Q
hU8tz5dNiOz/aPZJff2FaZTJfQRWQhOXcmE8l6RnRmMgd0WihkeKjJsq8fLKTFzjjLy4rW9y8HAu
9uvFzEn1CccfenmFJfPkdvZ7JdHxmV1h3qCmY47gpGe5rj9YSV+5aJhI4+0yrf3GbZA7pVNYX/Ti
rDcBmWDOeEtw0F1b5dQs3B3z0h/6+wvs9IO+8WNR2/VwuATsOa/WOi3KtVtRbxu2yojOSPGjfD1D
W3grfIwN2iuD3nbL8w3xPisP5AI/Ek++JmpMMkXW7agUWFd1ryItmcMhz/Dp6KW42cVf7BkYzTCB
8Yzxk298p+/wCpcbFWLHhvCir+UmJ9iivA9HvI/afBTP5JroyBV9+ybKZ6BvzN47ScseIIswntFM
zrRFuuo0AZdsyW8PpbtNnOjWT4NPfUnA7zlPSvuufz611+AIVEiN21QyhabX1JZi8yf57qqeU3LO
avjeidDfa4mqvla7jkFXMDz+15+5wmvUmAfTRQeznhtef/moPqq9YbN09c5QA5HdK/tO7VCm5A4l
Yj+IXRLlj0lJud93IZ7roUTFqea5noLiJ/G6MEuM0BCjGdAvXP+vvHbGbd+SZeIl4Z1+GEU1EyY9
9NG/Wr8z/cfaCd9GNgI+cxL4SkqxZNoW3oKmpElnCFg17vOqGj8mbuRRIPFNHYClOjtU/3H9VzPr
ImqeBQW/N3xdAWGx3Zg91CFzqmKoZPFpyPZ1cBr+c5L9C9nfqb2OPxkAz1DvyeTRTDyUzVB2ZoPo
i6N+1bFhInZhzS+lpKrkEgxzLChZF3xEVvquYzqm6k32JCzpe9qzjD1S2RKQi8Ns3GB1v5f5R5kb
MF6ZoS8lRp1ErUXtJqQdXV3u8uS4eOZwrhDfTULiJ0vA1tOuxNDkpDhwoG5Y/O3NpK6O+tvWa4Ep
NwIkvqReld5dRpGuJrezDydl9oaj5jVhIrgd0uBR66yccPyOO+w5h0oTRu9exDer52f5kL056/Kq
fRuaTlSoFbKUS8S1sxyrxC3ZagNMLWrUYRAXlvoBa6/cpd1Nqe5EbYULrM661S/ParszSu1fCc6P
2LHRwfaMVkQ8ffGSt7SBZFCSLUZyR3+dRDdLCbifphplbtPs53xlg+WxtlLCUxC+xAxDdA3Mwzh0
RGYrOJouQqIRz3K6Nu9a1OxX8Dr83Nvj/MclAJ8QAj+6Kv3mjfpYwxHY6C+pzqf0hB90o29RHduB
zjHcWnHFcwjboxLGaZm3x9IGfO9FScT1DFSPpPVkpxMurXQzP9Ymi4JECAau7DK0tKGz10d4XRFj
CO8eaky3qQfwYF65MAickjsh1kftcGAECELPNk76ztAH1zSuOJ/dvZ4lqN+rvVCa4xk0sblhHhJC
f/XVkNbmriWK0brTDEMPkM5O5pjo/ACFJyO4mh0JAucOcCrXhvbgfndNp93pFIgoKz5We4HeozZs
VsgKAk003R/5Aee2GY7eULwUfpCc0jaZdpCwmWUbfO19ngEt8zDB1mZnP8buHfdvc51YjYU3ngHW
nofaL7lljCvutPaK9GyU5MNr7VIaOjAxhfeqK8pqGc2TbXF3KHGI34UELrE0ZWppXaZM7szGfzfr
Zr3oqytvlocK9b7ZvC9ONJ2WwUj2RsAuxLX2DZnsDtZ/bOdhxFbql348GSJE1DkxY2Kuo4beIznW
G1xp7OG6iYAv5faZQ5M5iopWM7L+qR1hTkKKJS+P78B4nbKy2ZvOuROQiFrywSBDcpyODjqxsPsW
W4gmrdSdznNCfqaOI41NBA24318HdQh2go1JE3QpFhH4OHFIXrQ/32j9zZzV+PmC4tkU6XM2e+/6
g6g8PPjMet/02Wcw3QH4jNhhfCxrZvJLzgccAZx/0UM1/UmWEVsTBNwHVhbZhnlRv+2l6R5kPP9R
2+PBGppTZroz24DwlUu9QzYB5WdqV1CqCEkbFdmJkTYhhanFyqlMWEoU1ip1rfoZHvEghZS5Qf2b
VIlRA+sgN5aOrsIIFn3VUmrWA3jcY79GZselXzhDu2stlz0GPzfW37JZBtdMIH0T6mIhjpGSkHse
7/WbmSbabubQoBJXHrVwl/qB6yNInZxBVltuDEZtqDsDwilT89EnfeNmwTMavOpTUA/wEt95k91L
gvtFCS19VRpWFTYGIIT3cdaQmtdS8UbB8oaMk9isDIiO/jX6/NQgRj1/raqLma9fRxcIIuAye9dX
DeNBxqL6CnMzCFdlNJKcbb9003KP6+ajCYB2R1xfxBch6cMgm4ln0xmRI3Yew9uFUKKYDUsJtowJ
lb0vkuRX0mXbeSY/Un3AdhoUsNuTO73w0VfFoD6DafAIPg2J3lJ3jH6UuOXw3jgtlBSF5EPwzEU+
o/P6XOIZLLXCDzSx8713EhYfzEr104rJpcJDU1LorNyKAg8K7E1Z/yBrWeUAUOxpT5vJSTyQIL3R
h4R+6LdmfkMsDk9gJWfXzy5NrIsq4MNBXzDf5/ub/PVrgJ6bo5DRV13RADWNRKAiLssavOotMRrb
9G8aLuf3BYZjqqEobaItHDRyv09GCd4UPXNKue8GcVMT+77HPZDFjITUB3gwwvWSZSaDROdG18V1
THwsispt1w9kqsTdetTz4MniwHbN9NgZxp3mUpMvUZzoKFAuDNCN3QDO1tjs9HrS6fNjZq+CQFrr
hVtgJE7+c+S5fVzi4asuL8kk+7tl/e+mQN4rgEsELgy9yAP53bw/BVOWjm6T7ImVjDaWP+6M4sHB
0Nu1xXCjoyVbiHlVGt2j32E8hkRwg/UYSbh6Ml2XblxtWqBcBBPsORgZLhwmHVyhg6GahX9Vz+i1
iayNOGlcMbp0AGphyDZQfdfMIjDbj90LEPjdFNi//rqJtn/XJPA+oe4zMglc2/Zs8VtGREhv4yJI
jXba96XhnxperzPNjJoIpTk26HnV90JPQZvDXtz12oikOONR10cZEzzsgil6Yd4Bvg2qYIUlMag7
23Gurr5ThINnqk2iN4krkzj39Cfz1+/G+R25oN+NCxQGDgT2a0tNDP7FyumVVMnrynqLtOk+cX8N
At6iZbOzUTJbOclHq0V/YRL9yCNrTK6B0bUZnNnzsOJf8ofEnN4KA82zviv1syA3wunkkfLT5/bX
BQRjQFIh5aFs2Hr727Tr3Y07MWK28ONVqqLtF6fascbVH+pgQpxoxHH8XztXuROJiHQFQ6/QN4Pf
Az6m3kQAaZNRqB/1wQJ8LR45aBZON9JnEG7auK0OMaAl67KE2QtAG0TeS1ntrfzvYnycf/Otqpdj
+6YJkwfTNaurP3/6U2L6oVTqn9CzPodQxserRLxWtWiE6OA4rQwMrBkNc4Z7civqZTk0pfT2LC0e
Q9PKL04E5klGzAd6oGcImXrOj/kcCbaXseAHx+5Ot3DETHzrUkpJRAC3tHtUIeogooML2nm+lhlj
YwbbBt41vD2lt6jBnxOQAG9OPYR11WRETET8aHgSWPA5dyhkMFgcTVfaO9ustjCDYLCrv1nfFgFT
iqC4MdsISZtaXcrUbdTKHLG2G3zPcC9tknA8EPodbxvlK1J1b5pmCp3wqyvnZ66om2vP2Dt4IvwP
fR5W6nFt2QRutVGA9CyjLfYUJ2Gly5TXZATNOtYQQvzubKQWlLjdSoJqmyB0Ui/GhPqJFfJWf0C6
WUet8RxVnOtzWWwyjCX7FO8dQu+l2SIJ3dQoC3LD3M8O57eW5JMOj6ol4pVoyLoqLeSUTndG2xzW
pb9Mggah6fDCqoZGD2TKUdyvUEehuLNa1ak/1ZT8lJl32wv3q4Pha5cpu0WXynMeh/aBAAmk9O5I
UnPlrVtpY5Do4zfpHSfBN6lLybmy9rgGP7RSvUCiddsWyWMrZxeC/MFm3f888Zdt9EZ0XRiZVSj6
WXEiD/TSX0LtvrNxN7UudB0R7+yAc1lrP2S9XFJnYkSnOHYFJfNora/SppJS3xaFK7xKvumdRiLp
7GvNv1uMs5EsMXTNAaEIIZpjNxsbQV29jcyOUvZRC1osD3fU7FTbKU22ShXbqmdj3sPEJFuStWsB
Dst0vC/6GQtdSnKNYv9X5UTmL8xmjOafIKYIfcxPWBIA+BzyCgYs2ixNUmoqs3mSRkK04VhvHMx2
7BrROPv+8ixhN14sFxQnarONEyFpUE5NTTbqUQhzB8HdsmyitVR3O1V0PiuzK/1m+25kWT0rIVE4
X1wFZhKfutBJDHgI5KPpOlCXrUub7ToORodZXVrGz9e5tRpxghrESoXJlmQQtB9YBIyU/1qsR6tv
yOtEGaMfrF7cP9SUt1tXDYy1RkYvxA0i1xD2kHkQVoF9LHufkBbGGdmcnPsmGs9D1byEcSYOwLvh
UbcpwNCeYVcvjPu0Y2+vz18jAPeEfX4DTJbgxLi9pK7Pt2ZlPwuov4dr1ORK7EeQLTcsza/8GaPg
yFImBa+FybT4y9WqA8mSOwy+k+5cTUbqiH3SY6yGR7Ja6sMQ7gbCX+5r0Hy2Kfdyash/xxRKIAq9
hT4LyqjZGVVDSR3TE+t6uJXIdUh0eIedGWPfowW8Oi807FtX+ikFE6UiPF0rfKMHPJOFjiw1DZ/q
Cn+xX0bZoavDr/oYGJTrpEgYZaqAVCxk5CH1EK16D3t+0XYnD//+ZgoN/jq8EBVIY4vhvJ78weFs
dq0PxxUX2UVjwQxq/C0AD25+ZgQY8JnpxE5+NaEECv6czMydZundmqv/EKb9o3DLX3pcp2P5Bo4+
GbQmSwPyjuDi6rc+qWywBLLyCW/M0TJZQ1e46/TVNTmtddMNj93HGEEebD8SxSRnlf0+44zUV62u
DPUdAyWLgTuNxsazyRacDOsUgDS61Q0VGrc/HJGuR7txP4Z1zP+Gd2GprdOfNkKceRRPIbVTEHgh
I6M/n3nQdJDQlgj0dBZKKeBoIXPX5G/tJ9OvUagjx86jW8DxEpOp/p6uEfQ+Wj6Rx+ZttOdRVjGu
rgS0UbXC0ODhioc0HOb/Q92ZLEmOnEn6VVr6Dgpg2A9zcYfvsUfGlhdIZkYG9n3H089n5jVDVnGE
JXMamUNTmszNAw4YzH5V/fTWSbpXgLlkxbs7xVKSK3dLbnS3xPWNGsF4GdiF1WN99A12PF3CU1C9
qAetjJ/pk/e38iDHDKrHXyZ2gxxbD+5IdX1J9UfqtTv1rbhaRw3SDGS/oU1YXW5Xfs+alx+MeQ7x
hfBeK02Ofn60q7Km3hlA0MUEGMMSbyT2jJtrmGe2eXWupF6N6nY2pmeAyy9+4r2og40pC64a1tor
Y1ydZWbGJoE9YT3zPLRnCxveQFLNFfER6/FpwPrMpEQ7CE4U5Co2KrAiX1HyaliT9h4l3nQVI/73
L10MZpd7NRn28wbfvWtgwOUZwQhHPCvRrnEUyQbCX05qKj3ocpPIMXEKKtvsn/7zJtX4t00qtwwQ
GCQ3m42Q/9cadzKwZo7d1wVWCGJYnRRFnjy7uNDljl/dO/CXvo/68ksbINqFQ3qZ+Hk4GTGgSkKG
FlCI/ibsYPzV92Iapo49jZ4TiiFdw/qLmlam3jzNLrCJBlkG35VGXtD6ZtkzZAZ1p8hvne0oWEwH
YkYTT8EsxLD/m6vzbwgs+TkwVhiWg8broTz9+YnyYw8n0MogVUEUiuwWxAGotil+r5L2SpVWu46o
YKMSyqKgcsBIj2nBnjAbjVEWbyfb2Oh0hqpdkfrd62ycTOG9ap4DFTz+VPBeeLvfCx1QQM79YbyE
mYvzFaPH9KEaBTRsBds2CtGe6icHsDwHV0YzJOQ4nPdulewWbaYnVr/rPd5OGPEvqiElGo9JKh0R
jCSTpC0vPRJhsuiQEhiGz9pkb1abxkMsMi+DQelyW1I6nroaf4IJgXpi1QQ1bTgET2xVG4PKKYWa
9yfqI3pnb9jL61yYL170UdpadH2GxooG86pMn2atjI5T6zHh5YMxInwlTsORoDI/ZiYY1/ObWx7y
jheTKg4xtHlbzhbTfvlozAYJFaIJ+Yay8admYrrF+fWbijqpFW1Y5li+fElUey6yK6/vhTxDgJWT
xIj+mx3HDUyjfYl2MLE3OvA/sMcjk7xXElUasl9ir3bVaTH82wf3RszMw9XaUCfRNzvuPvLSelQD
M7ViJvX4c6mMH3LIwcj3N3Ea9S5RO0Aln/p4hqOZVXZm5qaFLiYz9zp+Vk9VFB+jGio2z5R67OTB
r2tIKqsNvjpv63LNA0Zdh1RrjmxUlAlO/Wupg3eopSG5PZKQq/opuVMPpFIS1cfunGmXggplU4UI
0jXWnfp8gxv9tBfMmnLbJOXOzqPV4z8/N/+u4hum4QMwElgjbIfn58+PjRf70ToWlQgiqQ7YTvq+
Zt8NrX1LVbuR/IbUV6teFUqurX1m6+pmU58yWuPfYrZvqr7zXj1z++f9CiEwfDle+vY3H/vf35/g
omAuCVsYFqa7v7jtwtJNdG0azQBVB9eyXGiwJfbIcDVFOdERtCPeNqUS2cPT0suDuyrWlGcl0VtP
YqAwStYxqCemXscLtBQavdRokjGrW+Clt+UqIaXn3p/ua6t8CQvmp1JmQefs/2Z29H9Y4C25sjvC
RBWwLPsvU4je18rBsQv3KgVnOVv02HAeVNmhPSWujBRCYZPj7a60D9NMzLY3rIcsbJE/JFBRW8RL
x4Yr+M9X25RX81/9Kyarqk6vI7eHZzHFk/jBf5mPuHlVjnE2UaYSVi8W+tS6wAzxPaU013tmJ/Nd
j4KOezvZqPNmmiJoZNJ3wDezTiy0ZQUWkJvxVKDLHvIveX5SLwg1MFE+39rtHqcYKL5Kt6qtoJo+
G7bOVjCD+YSZ4++Mm1zev/50zOsYhjDNlgMg2q/+/NNFeYQ1Dd8COn3u3IZpi1RWTSc4b0j6FKqI
iYOdi7RDyZuIrZROcRIfnVVTAnaO2rJ4nuYXx61evN73L9Uw90+tIK0wVgOUVoKd6j+iacQZPZFr
JBhOmv17UcHTMiC01u1CYnSvUwtMnb191s+Eydw71yHj3zj+Ly0f90McOk85pN7OmA++k0EEvF3Q
dvZcqpRgKE+ZUThHyGPVntrQp5G3LZ85pCpw9u3tOGrt1tKi9dQxIliNkRINmsVgBSGQoC98q+xb
dG1USIq7jnPoBvliGN+AQvkGuMsOSsexJ63pW3LSrPf+jYNyHcZheAOECru1ljKhbLRPwx4fLaeM
DmGTXFqdJ7FyUzcgYdYKDIua16Qn0Nq3CRnnwMgrQmwaTkBO5HrQDHv0roByci2jXp2wOsfuQ6Zr
51bLj61waUl6Lbzl0DNVTPynxGpp1cm3mKv3hrbeZ1122zMFNYIwcTbYkbdJVH6a0bz3rOFrZfG1
ZnrIfUbNcQwORIDTS/UvT9O+pZF3Hw87d+LWNIFa8kKBS6gFposAWMUnkpeHKNnm+HcILPSPJaHM
bW3Mm5gGLap4sRtrN6WsDE/yYwImwAnWVjC7oTITLt2SL+dC+wVYvoG4ve26/LvXOPqm5p2TePY7
IvY+dss3DAhEhZYXE3+qw8CMSrziuSvENgXEmOtvc09KPvEoMYioYKltas7d2/YioLGad/rscDav
H+KZQJZn8CAe+agbUNDZFFARvi2dzyYdb02aqYd1S8kFomBmbW6X9Nav3ydqR7dkh+9CagvMaAiI
qMrrmEevY09K3gFHw35/9UgiGeOXO9XotsBSra1YSV9jf2VCc7QyWJ1xkpxWOHyVZXA1x5/8i23l
c/uWL1l7KC5a5dORFAVs2r32rkcZ9xbzbullCSoVkXpPYZF25BLHOxd/Uki4rOSvNJzlbu3RpQxq
O/w5oXzE9W+jBrp6MlwQgNCjnUsHsD3jL68a66fd5IEGnh98/C6sPkcgE7LJGDYazGD/YaWNZY4E
UqU9Pc8W+IQMyKNrjKcaYr7MpLi0jvbxfO+I/pj79muIXqIn+YWP9bFkw5PNT5uHOYmwhzxd8M7b
r4sdv2udxTDKO1aT5+AKhvpRjZdybtmHymh00dUww0g5UFCYddZxdjjAi/6uQduYvfUcF9PeIFeM
Zi0OOi1lE8hwvQjfc4igSFvTGW11J4ihb+yMvWUzxscqNPAKJ4GPd3mp9phpbuycYE3uP0ZCPxXe
g6YtIMRxQHfvuK22ll09ZRU1YiL70C3tJq2jS8kQLcQ/JqNhc3wntO4BSNI93cofNriQCKv9OKM8
WUV5ngnFhGVJTRg6ZtXd9tqINeMxCcO7EiBWDa+4afZVot/EnkmRT/aI7fZtdsIHvxx2iQ5sGFe8
FMMt78JCEvCSZ2Mc4uPH3o9qHfu8TLTW2kX9wyKOWvbot8n3rDZ++gkdqZbeP021T0HljQapWQdA
KKrnytjnZrozxjcz/m3EL5cSUGsydDthYF7IrUB/xr38WEbBvRh/8NFn4Om1ybD7ZbBewpIaG/er
sqagZNyYR8e1r7f1QILYdNk2mLv6Bv0hAAi/8W77pNv64lk3KX25C5cn0f7S6we9nbH03EUaj3y/
nFAy9nWM58im62fJH+kV3ab0OThhtJ2Y9fqM59iqhEO189cUYF77PDB/KweA2TPxYB3K+ARwpryE
/gUkRwc/IqSwasZltkAbzvHwe3W0Nfr6fu7OLQ90TTuXa1Dnh+kwG3+SVnty1/7SWdE+iGfyA+HF
4xvyIJFNPSHPGruc9biav0jDHuexfbLpP+nI2S98uMmqL5oFlVaKa3jcNGO88bTqUEZfMKCYRN+s
hKiMkSBR2wc+pCHP/bDocPIirDI08mDKxomVAaW96+g0Hu1uY3BMXoVL3Qc+A/KGLURKPXyIw1tm
UMfGaLKNyG7S5aBLULhXPwwW3RMg58h4MfP8OdbiZgbmYjLwJIXPjoNr0GbneT40su4vBkI1ubkH
0f65YLbNW9w6pCEcaI5yp7bKDw16r2asQep1oMUBrSHjbPCdWRtbO7ml/iTstxTljIqkzTSe9IRY
Y/hVNRdfriRkMFZItK73OVNAIs4GjIPGkuETfExmsulpO21t59dgOqfOqy4cnjd6+2qQW0J42dAG
YMCbnPAsOitp9rce5gtMfDMEsZfoJ3f+shl+xWLd2SsTFsN7S3w2ozKSVHXfBj6iEVXRpi+oXtQZ
rFTdk4V4reGQmBmx4drcLUb5EunLM+lk9t8aQpvdnu0RmAQpL7x4PGOMDHMCe+1Ra0jpeiYVToS0
qmzYm1lzMNpkqxd4+L3uUGjHwRg/+hXyBgZ88jb1dAn1/F43xS+Hcb1u1sd2sXg55wFNRvBCSNr4
l7DiOTLd9DxYD3Wc/Zo7WlML+lW2tJ6/QiWJgVEZVPUElOR9WnoMnZH6Lkvw8wzu2+RXL242nI3Z
IZKRPa8J4+geWyu9Jw/itUiLwNGeVgJwNF/eQaa1gjppny0jemj1KWNWaX1WBgWccbiwjedmXsHm
jbp7NKv0aZhuBwMWpfkyOp/1WF4EiLycPaqg7mgEidRb7GtIMRj1uSvfhhI6z8jctoRtUED+5AyU
VT/M0diHi/PRek5AYZzJ7UrBTJY9RuM9fTUXD6GPhhZyC8UDETeUz3xfYccoTP+B5srQoybS3mWs
Z76sJLzgTLsFhHdwuPRZCHyROIuGBEL10kvm9TeVYAeCw/hn03s/m3A4O2uVXJxuPI/RgsASexeR
s9Nh17QypJVcxsh4QoAH+pzrHysOeqyVbNvGchgeUwtGd7mf/IzmKyNZti0IKiZZxs8+B72EB2yb
WvQch0lsYr4LitbRf+Cww+g0hGciLsTK6c84UyHjgsos25up9wh5ulN5qR1O1XFc0JhRGgnmmag5
Ci3UnltvXqlIGOZz3bTRN8chN2ZSHgb3nV91cm269+ABjMUSdZSgCQbSecm7iF8MbZ8y1HIm7Sf/
a1xV+qU2lwKsj/zN6fLbSaoxALXd75tizb5REsgL2Jvzs99EAoeBYcLEdaqbLvRkA/qlXaLydSn9
/MzDy0hxKopXfRp66m9qGLghVaxQc7XtPNoOaCxgEeq3tEY3UI/dlQf1F1B2RogwXN3jNK/Fq5uy
oHUapcPqV02p11cTx2v1q36KAxpEFedW4WT71gzfKGbfUciHmG+FlYRhbZlRTscUvEITfizh8rPT
+fQlZLJZf6X/mUKF59wpntJkFTwOWlAuWOAGdzmiG0E4pFZrZMM/Ap6Z8l/pDdm0xxgE+DZ16MAb
85xX1kg4zT5XRk/jThtYo/nsuau52c8WUjCq1jtFdTbKVvI2dZ94n876XD7HXkhJyMBKClkVR+rX
kk5ugBEAzo62Hixt/Q0BeSv/z2ibbVajTUzeuAfIRrihdu3NskuMBe5e3eN1gscf5cd4EtMewDTR
zAI2OwUU3mLckz0O4OTuk0pHjoujF9/s9oPodmXrHRM3fGo6AYQ9Xc9jdR8O80TRXcY5GK5FGkWH
fh3Oiyi+x/o+HFZnL11ecddtc32oCXYRw9TZ6gmklhq3YwwMYqoMWranbZvSc7HBzhqfR8gECMTR
hxu7uHdbvPNWlwTl1I8YyNa7JUs/WHPO/lQ+mgX9qsz8IR60PjYo1qgSUYEKkh4/UWKx2lZV/GDj
O9eps07Gjil47dyiYmJ9Q+oeJo8pqTakZz1+c8iXk3UmOzdn869BR7Q1M9pLvXvhVBeCeg+V33Nb
VOuh183A6nAStgLXae3So7XO+waJOWALD1Vp08OqBbHk/SbItvEbSujoXo3zp7TwyLMRE8zs14zU
QjNhkaWPdBLODRjiYJno+7Pjjav3z1bzELufNX9pVFu/UZc34MOJbLo0nPQvZVnAMIU3W2TaYY4Y
SEx5s3O15CiEue175lrZUpCZI+xoxwxpSeuJFuB369JyUbK3m9pxEy+8b02LBzqi0mibxkhWvNCs
IbubEtwHdlgQJjPrdxnd3eFpfdAoOffTHbTAHeNlOgaoaKYv2882M0CgtXtal+jGlHzkuYlfXCpZ
lro708oWbQGGG4f61cw160xnXkkL2V1CtneTxLsiE/6tBqlq0+DHu8Xq8zA0j6ZD06cNKuGKCeCQ
oXQ9Rzgrc4A8aGrhXMBVJaAFyC73BmXVBmVWWl3EJ1fgaxFlvhxRVwQnyYCGiqeq16rl5Pduz1IE
oV1QS5JVy63yga41bnTNWd8UjDanWXQTRqa1a0tvuiVbe17AudAL2IaBmwn9Dmspwbq1Cz+gVqT0
XWjRRYdDbbOjSg65nPIWpt3cTkNBlbknK5+JLcBnAhtyNvFewXMGMtwt4fOKKfwQGXVzbIr2sixN
eGlG92KgoHBmQ/5m3GRS4KGDxBzIZ0K/SUE3SMaosYwb1JvqOHqWTY+R+0YTTvpAGzcPu94/eKb/
O4uNywBGBG80+3PQEOaNVvBaTDLrcTLYBw2jOR6VAZhSQvPQltFFXdNB7FPC4HVhtrsBNNGhmdcF
mzFN3zpArU3dr2LHOvZYebu59qvt1fyt6BsARY7Uu65bjg0V3n/tR9l5j3TMf8ImrFEmcRDK+uU1
KikV5SZVl7LG5LxbmLRUqAAOeFZzqWhW9KYXFetQg1BlYICFridASRNKrY6W+wfU3MucO4pxNFpz
OCCazBKuf6LiYWgckN2OZbPNh4oXUG/7MY0W25S1O42yyGEc7G4H41gmAzLTCNaqGK/KGj31CNjx
gudc8mqSvOAxzMbL6JvH3MSfqQhEeuPvqo5/ycPlrrIRqsEUU0B/g1tQAV6tmEB00rwCED5Fvtbt
Gq2doBx4L8qRpgbURdyx0gqPYlspSauIPLudg1/ivbNjcVScCHV13D78LeBNX2bDupqElT7vaPNv
N504F4K6yhL+OvWPK5OGqj/956BQ/eRUa229GMOD0rbU3yzglKJEjjv1uVIBzl2P5lu7t7nxEDty
z0d24XilLjAOLtkCToAFueiQiPaR9xOa2NVwoX5LbBCSWD3coqq/G3wHO56sbVjgaKGUlv8EAwx2
sUAhW+Ae0aXj5G99CD+kKbrHUQbdldIPnf44xYTQk+lkD1FymOdfqt3GQHO4piz0zSKXsMywT2qy
KTXV2qBoSxA9zazMkoyVR82a2D9L3xBF2R+i6A7KgOGS+EIg1RnWJdvWL3kI5+zsYr0N0O3BY7j6
Q1h4ylKqtUseoHPOLFMaQK1Mbmrh04NveVckg46eo7VbL6lPNF79L5lk0SXElTYCtqKKi6zrk+Ok
662UaNWPqGa1lPP6/B79oNYnpQREc/PMJMJRHhj4U59jyuqvrlhk+u1hSpqdMsIqjV5N2yMyBOZI
hlc5XZWDQKk11G0GS9txiAFur+JKykICjJUDccN40MUMs9UMjmm1r4GhsF81jRG9cuSqy628+aG7
HqNCNhBaDpBU3cFb6O+VIK2ByOGFqhN6k6ynEMTdphs1zn5DcTMPYqYhHnlZiR1KA7vmW7T1ywmT
koEXXHm/8w4yVVC2qcZxkbE3lBNpAUxrSwRQ2nluG+uk6BK1Dhs2ilD26erEQcegp8MRP8c5hfTS
vDJV3ELsv1BZvHLaF+a0VfYSFfsMB3TbEtQIpVoJXsqCHQQvvqCnGMlOWlZAOV1nEg0MFclJOUQ5
E9M7UC33jPNb5fBWivbMYYkY9BdOIkSSobaA+FfDlbMT1zuXGxCL+GgwwtEOV2XPEfU2jkCMvHVJ
VwdKS1Tyl6NXLARwDzUSH4C0vCg7Jm0huGG4b1vOGAf1PcwDjpo2+aYWB8eX27qBOXWrcdfp5XGJ
28+u50xsJcz0BP2iMlrXjij7UmCr54Jq16rf5010AUJN7oxkzFaY/lF9PTkzOlYifL3Xl7ApOvqE
wT+qZ9uu2bPPQKDMiPGpj3MlyiINPSWaNnZXP7Y1a5GQ0PO1pSw2Z5m+Om2UppXNZBPjoxKD/Ln7
HMB/bqUKB4Hrmz7Y37wESlZXsBWW/rTMHZeNls2EZhbSrrI4Avxkh5GLvxOhBNUdW6703pQLPnS9
ALhjEZaSsv110ZSJOI03sUfce5fmA3tjI+k2cYVs2EvUg1zkrbalBbhzu4O64duG9z6dbupvDxOi
mPaYjRCeHATmkQmySMfPqLI+psjRtnnm3yoxJU2XJ0j3FLh31U/DXO/qov6AfraL/fa9ionjJgKj
gG2klzAzn82xiAEvAVEBfhBoel2fGoxrVyN+U8QceKnTlEZ39YDp7KBOgi2nuod0YJcbuZ0ZKQfb
txJ0EYlbtzRRG4T1fYjo8U6GAnGgnmpcUDKn1RO6od7ZpV1TyugyyKOWCXWbp4I9V0j8FDLhnXKe
xfgtgsGt9W2fuyvVQzSRJg1971iEgCSxieOV7TrzveWMOxU2HHMH6hCW343p2t7ea2qaziXvOisL
MKCuQzyMWxjz9EqTYoxETqEFgkEWLGNzoyIS0odwQEX8qOVGXrIp8wRtfx6Nr8l9acaWEUNr/4LH
73InDN9bj6JUxxF7iyd6Y+HyZKqMrBh7WbsxFodqSF9UgR07O8Mxoz0NHIwdK2hbUzbbB0rpkE7k
D6Ief/UQ6lq/mzNxr+xV2nJAzD76UQVXVsqcBT1NmzqyddQL2bKJuTFNuMVbi9tyJh6/C80fVAMf
2j5LroEB00iyICr2Ctivjz5jdx43rudPJdApEVi9LNSSp74XQVpiZ7bNWX3/kMg/NUPY182v8l6Z
Dj5b8VE6k3ZSu8Ze9oIIUlU4s9w79YMoWVa+DEH3nmqsJjgwKJ127JvSksT/NXwZZItww+gbHm91
23XNRhn/0lBWb5WM8AgKqeVfvZD0zDnWkX9WD0ksbHwS5JG42rJ9zABkU6LZVFLEVhp95pBz0x5R
VJ6SKnkb6I3fW1g61TKSZTZvr1g7aAlSswxnXBcpE9vItOjAYiV42q1qbviCTU2EP/oKnVM3p3Ix
5WUX0a2YUzzYHtWWUrl2pzJ6T+zhS71m1KqT9v6jjnPj+vbBoNWjYGWA0nhNXW10dDelacSYy9rQ
o+PsU+qRVEImMZN3CX9VbzX1DSorg5PHP0ugRFd4D+XSLPLOHbv0p3++jPvQC5YuGQ9py7TVbakP
lSEYU1rJnOw7WT+qzwmsr4PPKF5mnqWl0k6sm4UjE6d87I1dCbHGqqxbuUa6XURQHZyiZqX8WeWB
xtewKaOUWi9ovU7+Mco6UVh2m8ZYyqO6VpCPFsmDPqkHfWSGxrqJyZf0Wwmt3EIWLzNyD9LsodyN
7cy5HdB6+EfgtxqH7bQML8poojyIecX0zWnteyO2qQSV8XSFz9JTcnjRkuyNenKPBP0Dz9QuE2W/
Cwl5tbTZ0o+qUnrq7ZLTZL8V95lMPivrm0eZxwYv8KdL8fBOdwucdrANYoBaU5xvZ676Xr2d13Zg
UgwLNiEd3busNVYhfMKWvPextXfs/7WTesLwctY78YtCcNLVYfJqaunJkMzMNPeqTWla5VbdGVeY
lYHjPDZ91il5gZ2cq6K700PaxTuVFpa+G4A95YZWzacOXLJVBfOaMaKRDlJzTkm6F+FBI9ywTZbw
vkmIhklLnNoueDggVozpM0VWyZi/8JOGZ9tyTrY9f+vWtGc7wMd0wu5t4dQtBsl1wANdCA3/anSw
RCMOIzVQZI1+mb3ZP7pTKJNerJKR7JkqvegOAMHON4i3TAJatTN+KquFirioC0JD8Q3DGuZM2fs6
DdNRjITdaumOx817k1g0mhvSvquyb+pGU7gE5UDxBRm6wo3WTTTnkpNHSgOsO6ANtK12+K18nkMs
c6ghznaTeq5DY+oPjsv0NLVjpILWuVky91ZVOFa6OHR1dZMterJLUyfopENK/shmX5NgoTxZ3ZR9
z5swatxvNuiJgxvSVyevt+UPr2MHslO+0+RDomyLapdURt+stWINM1qI5dZ3dWeorYG6CGqj3bdE
/dSTtlT2kwfjRnmC1CuBqZ7kxl+dSYDAvpy6ele/Ei5M4Zc8Q9ho4DcnXbhTi1orJ52rJ98EOseW
dg503zk3bv+sGzH9L56tHExtqeMvaYcvrWIbutjSAhoOh2mCuViEabdHCFA4ykJ6Zq4rmNzBeYO1
r4Z8vWi6uGmGpdwrt+bYIosLebEA6F33D9o0e0wOevhF6fKgzgF+ZtnbqZEUJPkEqjU8dYtk19Bt
ItmLXTLcal3YEV8gUQTX5IYD3o2TFnfgo/mxpNXEEulraCNJOY7MqQ96ggERl/xkOI9YqN6rrL9h
DnD1rCE3vlNecwiBlueeThOeXB36of2pvjlRTE/5THWV0bg8p+zFlCVUxpL8FSJb1Zu/1b5KLTtq
H5H2DljBsr+rYIpvFgRy6aJS3tx16cBSwPZUwUwVLrFJ1eI1Kq9mMuXC7kcZZNWbizrXqhtevcDK
KgKTWu9CW39NfMlKe1V3/bTKuHkEcB8O/nVBmLDbhnSVvTSzJjatvH+ymuMuE9hDRgFsOJrYzVLs
NEmnv02h96XeGkS1tE1hoGN4GvUUMtisjOrUIT6EfvkdbCn26773H5BBImyEysitF3TL1ett4vRP
3PL1Jte+Won/kH056ntcMrgOERCYcbmwU9G26pAfUmSi9hXq2iXTfqiGR1fakYcBJpheMsKiAUTd
GMqtK9nlIsNUEC/vqoAuIqt5BB/6qGj6Iu/gfuXZRf2ok+Z9M/P01Ym7GDgt6pn6t6o018+D7ejb
VmYvr/Vt8hkde/2r1Sg2Azd7XfrVDdD4ETvX1N04FVQOPpum0f2qjda7ll60SW/OasW055wQcXJI
V13sQxDH7LywS6g8sMXCKZcK9WXJ/yeVZ4HZpzO6LrbJhObV0gVazOv6B6BYkJ5A67jGX9XCMix5
xRwi+2IgeYubpzzpDm3NMvyhtpLLAAkipExpzIW1lWqV+mkjjR77kpAD1n7W3nA2S9CjKHaFBRtY
pCRQaDUII17ZNp4Jj/UyrGZaR8fnkeMTU1x6inp7pFxqrL9FY91cQs+QEG1aIdTWgxMl55ah21SJ
EmLYaqp1XN306vOldk2DXMsBxcsgB3tx9x7Wu8JfGIaXFiT83vodrdlHk4fGUzId6PEYr6coONSP
wPAAyDpYyyUKZ8KlxDGPQGDWWh0vVgjGNhsHB+MUsnxoUkgikp27Fv0+pg4j7j/WPsfV4Kw1Kncf
6LKgc44QNrz6SeX5OSpMFztnuKq+LEfDLkNxLSd11mnlOh1SzqSj791nlnur3rck+jj2q1AGserJ
yrftan4D+/8Sd+Ir1m3acri51JnZpVFmNyRYC9TyUbmi2LnxSnkQG/rM46eAgRShJmoPrc2cR8vq
R9viCwHnjx5Q8550ID/KJs+5QWPnzWttQyzXmyrlHUMZcknU1a1f49Kwd4WRHOKRvzkaGPnQIHhR
+zHXG8+ez2jfxsMxsy8/amZBQGPsntLefWZMxaXhDJSHQ3jfS8tXk9VH3xxJCyNQgU3sTrRdBivv
4q4Mi8DMsSeJjCxraa4O5HRK1s2pZdYcDweDIrG9O0Ze4EAzsvEVbIZ8yPctZLoJUuLe9EZ6ojAY
o7Y6xU643UNeN+Ee4fgHja7uvhNM+kv3WHq8BYop/RmG4RQQav5w7fZol6I4j3hghgbETqZl9Ce2
FLDqF45cLHdeGgYopfdRhfmaRo8DTDrk2WKrt2lDSVUfQdvj8dIc+JiGNQxBs2zXdJgwBLjtJiTS
szRDc2mwijlldhYtM+B8GNGsCUENWhbRWInl2vSii7ekEDNAXzx5keOeaPb8PU1LiAEADsjUJZc4
8jbZ0kECGihHdL0dNVOIWGalnQR34jYsSbL1IDIEfJAtAykq5OubsZIsqKx+6Aq/3g6i9nZptBsm
vb8NzWpT2aGN7wMOsS+gJ0r6xlxCQew5YATGwjIZz3dePMdH49S0TREsq3Z2Ku7qMTafeR6i7qtP
yl9xy1MyGrN1MSfroZ+b9zXU9d04UUWi/qNmAlN1Nauw0Ko9ZZkPTJgYWA/m17rgMaRFLTC1uTmF
rr4vOgOfHU5VZ3AHxGi+2q4gB82VKcnWTtAvIjGcZlq5YC9TQO/ZD47lPXd27ZKpXSLwgvm+H6e3
pituSpvhkKCfPeiE9g5KFuqVDW28JZcYu97w3fObH37U1fvWLbE35ez1VhzSQha8N+mQHzsfTuSC
LIXqxsjBxHci4fj+AirKwxnCiFk80By7gpKNMfjSQ9038GNcAIXeDK00lec55KcfkRs9IonjBlzI
w8BsfSa69knqNMh9IAJt1l5aL052Pq7kbV9NcNW7/LWZh5HzQjpvAD3Gxci8cPCRm20g7P2BUrYZ
4EzKORsuv5Ud41b+uSYxpUZySNOx3/OHC2yvGvkNn2zePOUfHDbswzq0rxpz1nUCdtJW7xaSzh6f
3h7bHYMu/9mMPl3MFBCBTeyD3nxxp85/HcQPv6HoY/bNfRwlPxM4oLcJATuxhvHda1Ku6yUkHNkR
HQJrxWiLqsSg9zh744/HZMDBJUNux210iqEzQ68T1Ia58fOACgCYhtyBO3L1DaEHuMv8AGX+dTBa
dwcGHp3PrE4WkOKHjnj61BrjZmmM8dYAsTCRScpSOiPSGCO+b5U3bm29z8xwLuUo50IdEgnAPoDn
YfrLz2lktIqeUkRzuh/Wyd0n7KIwhHDkmKofRS2irWgY4+kZwnJcfWXunBNpGE7MxtLL3Iz8GMmS
4d4kYKnJtY3TJhwMr3TAwGxCeSqoihI3Y+QRfsz0m4p+Zuyc9o4phth19vAazg2VxA6IIogAO6hI
4Y3HjMiK3eY0ufULo7iDaWG9dWxCakUoHALGcXQYvKm7TZnRa525nB0XTGhaodzrTDvOrSfLOrkL
WdzwWEC2TujHAAgq9oU/4uKxuRC1T0NupxVkQ+XJyG2sazDg/x2w8v8jECX1yf9ikA9+9D/+63fZ
o9vd/Sh+/4//fmA+Bu40/1cUpfojVxal5vzD8Mj1+Y7DN+/pluP/LxilZhr/EK5hWtynprBcHSP9
HzBKS/zDsGwWO992oAeju/73f/0BozT1f+im7gt+xbbo//a8/xsYpSHN+v8089sOuEZP6J4QwCCI
G+h/iU5MFU1Qlp5Cq/bT5DTUn7PZItOu1n0negcUkP+NLZoGF6S784uqfgyrwT4NyH2g17+VEb5s
AzOw43U4Gx13+ZuwgUJH/OnzkSMjv+WT4yKWgjf/z3b8qY6SMqYlg20a9phoSNt9J11uzYXHjsHX
SNdc7HvHsWX+bicwXbE4WWSFk8e67sXZXeOTUyTVS0NFSmvQ1+AAwtsJf/iWQbrd6l7R3NvlaWVF
u6xdcd945XLnQD1uKtMJwjSKT0VroeKQeNzrFUNhvWyGc9QkP4iTz3eliSe6ydPHyHSioI2zinZq
438Sdh67lSvblv2VQvUJ0AVNozrbeyevDqE0IoNk0Puvr0HdAt67p4D7OhtHyjxKSZtkLDPnmF+h
w9bHt6bw1vWWdSH7Yd0F/cOSvfqffkX/7ljgLYS8YVsGl5jhCtsw/uEeBRCQu8Ikejzmzd7wQPOO
Py+p03hHEH3tHjBKxGaoMtgYBumb7sywBLMvtxA4h2VeSO+YxPE2DI3hGI0IiAxc/keOKyScUrsX
g/YO5Xs8JnMUmqsBwW/79Jm4jEtYaDa0nRCDVlEE5wjNAcCBGA2LH40osVlNmtF2DmZ/6/kulq1D
FgUNj/s2dTqe1EgiW0AtF1qWviIMvXiMguP2v92Qt39dLf8ra9Utl1lT/5//7f47n+TnN8QQnihC
Bufku4t/OFbKcaxVGLFNA2OJIL5lC0pvGEZ9/4A3FVy6xiJIWMTHLiipdosJLE6pNw5y8Sw+AhOI
UW0256YjB2ewE2hNFSoTSEnntHKu45yKRdoEicDK/CTNxNz+fKqRSbLyO/zKuRj0u9n6yQruY7FB
I6vfh/lFCdb9Ro/scvIpMITdoX1BameSk/M9pjUtUcd6atJP/RQWxwIgwL9ehFH8vw8duqesMOxj
gFziUk0C7X+cy13fVLskKvJz4nr5WQsa1sWsYDcNaswYlPWnSIW7sZnTs0Uj0WvQi+E0QmMlYQvB
wfzRz6dkFA6nAnDyIXJT9G5Je9SyscGOSNKWFxBEhJJhTEL7UrhBdQry+n96Bpg8If/9GQUQBIYO
lBpT+K7r/OMC1xISsbh9kWzjxUfXbaYXAFY3fi0js2yr2oY6cQy57pF1bIFRIQEnJb+CUOpIp9IW
LFiqOZ4hRWebNY1H5kSaL205XtLMik+FVSSXmoHwwrukXVe+FiOzLpgS+TkzKTotGB3bclbZFADB
t//52vxHoAPXpmOZPgeDhcdr/hH/8YBDFpo4RhP3VHP9L5uIuvWQRcM5sEcJ6Y9bSh/mklw8RX3w
QQz7a22AY9Sc4Hckyc7ToVPffz41dS7bBqclzHH+3M+Lctx+5RABvwpGfZuSUvsakOC462IAK16Q
kCdW50iSgKIndmujERTD4+eFJea+0Lru0qthfLR5x0zQnLCZz38jqtLxQTITdEdOgC2mUMfx65sK
J0amJDXMDjln9fPhz4tbxe4md+mPunLULlBc5DLgN/Pl+OKWjF70YtpFt80swt1Tx1xrvic/vDH5
MIKecFejzW8GomK0N3Ttjhavhwq3CJeMzz/C8GDK8pc0T+N1jW9xnxnEuhhpaiwmfWJtbM0qPk6r
je62Dycz7WslrfA1dEwmP2F+b+MyfC2ifE3ArHggcf/zn99iMVvG/u0Mm99k2yH/TfD+uv+MbPJ8
6Ug9mNpl5zGPbCr3Hio7ec7HHOBz/R5mrmAkvSSFA1o9EqnDv14sLDA6k/FkDrPAkFIcQaECwRsI
K+FYu4sZrPHzYibKO1nInnaqwgnVePOiPjU/AaM2Wz927ZPqqoyYyOYoK9pNY04pdmrLeI+ma9ES
cN86TkoD64ujbjfBDh3va5gO3Xs0er8UbPc/Sb5vKmvXFHl2DkVMzj2OfZBk+iECaBIb1YGQBlTv
41y0RhaAi3+9uKXzP5x3sIn+v9/nbHtnHWvj7eaeme2g/82AOLBXHKvchI3Cntqx20OsEPjPrI/u
oIAAUcGPHQHgmFTiTIgH0yDm5MZzbVr6Pe7c8AJDf9fylY//9VL2zQp1F+LUxgmYEKPLK5N+m8eO
8cbUkkm26sc9k0Xw+pE4MIDrtjw8USZHHPjjOpxlbQxVpocyIDkwJ9HWLKXcs2HjFsZHea+Stlxm
hCEvU8t+8w1uEZhQI9CEUj/Rh40IC3eUUEjBMru61/OLMLt+2dY+igvhMfb2sothzLnwU3X/CfJt
WxsOjEEwEr8ptrxa4a/yQb3S8R81o3ZuZEc1V8dtD7I0xPHnZZoCwXwk+qTzY+g4xzi2iaWd64nQ
dQtzTZMGt3G05b0ap+2IjftMm0EPi5TN10rzhuDUhF06GMuxsZILzJxmM3SZuKpo6MCHFu1d1zsd
uJ2mLthUu30Qxs6SMXr61RjpFZYP2GTRpKcchdtxcrN0VadZ/tnL4b0thuoxoFo+R75eEgRpZ59F
2rBNyvtTHY3x/ecln3CEAC8+qAoN+AKbNngDpAR9rP1mcJ/9/s838T+4dTynXcOdufGuCSjLhW/w
7xedO6HqHlv2U1G1GkRXPFQ34XMoQOPEvOFnwYTtmPqQJRsTxGOk2o6iMtl3Y10crSGtd6rJviuh
Bh0lh9+Qsem+BZnP0V5FfxLpa9tIsxEg3vMk9JmP1DOOxdAe9tj3u6Y2t1KO/unnRcFNQIZv1pBR
ne6lgA5c9XJ6+88/Mlf/P7sDl8KbyounlxCmT6H57z806qW+9Wz6Yn0+68f8+ecFHvgiBuT26E3b
OIeD91GnrJWBLzmM0T21NyT1JvoT+Sp6PTuBx4JI0g3ylWBBB6sLsryfP3UCp2PLhcO+7q3olfjf
YGu0SzHJfDMWRvpC+x8u3HrdYrV7dHraPDSIZPxL+XD4+ZBAlXnMFcFM6+DGD7Zln4ec825svFtV
eBrb6NpeU9Nvs6BBSgJ8yOiI9y6m8jXuqucSdThmh/JPHJQFJWH5mScX5NDyj5f0BTqecT0l/mcg
GHSUE3qt5mO0/PeainbZ/m007zvrTIKWE3I8NSAyUTJ+DhYHmkVwWZpzYjJZmlh3j19lL1k9WPkW
CTkoSfgdy8kB75njRZApgPOStCkOAO/q7Z1g+vSbrAcQKy9GiXVaZbe46j4gA+wSN/nySmvrlx5U
QUHqSl4mzTKPCXq2LGVsut67VJ5qtiLQvqasvMt+QmeWQUHRlA+gyg0R6LMGKPLkyRBQhzq0eaEI
XmMZv1caNozyqRtdex/bhDNVWfPZVCphJtK/kdRJd9Wmy7hssMMM2pW9UbBEhok0Ww0vsU0ISu9s
ZN1vzW56ciC8xtpLBMltAfzxjF4H2xvLbaKJsHQhXqAaWHEY5+uc5ceiHHK1UVU5RxcG28rMgGfW
Fhg1OS2tFFmXLsoRMdaUkmQOkrPlfF9aCPCtSm5Lw9oYZIwx6m/jNXk3Ox/W4KJr4e5ZRfhbB1Gk
4dTCbruXY4tIWUb2xsBGtA8fQNzqjZ1qw0V0pIinotXXRn6l5+HpxLTJjb2XzBzYVeiojUXMniMT
e0LleOclY+4q7VeV8MTSbHVsPyhJMcBv2Zac7CCMDplAr9DmaOHhz9JPI2RymQcOOAAAhSyYZYYn
rUiO/GTMx+wU5bpJvisbDEhzlbZNR/2qF8Y3fjb92JmhRIZE9Is2ZY+q1Z9jbdt2HRpur9gh1luZ
c5Ld0E17s4BdRhYRbhHn5gHLW/D71MAhMF6M/WohRtO4mMn0OlVdtq5tBotJy+c5EF02KWa2EyZi
liFO1zbN7q4byC1iBQKJ4NVvvC+Vkx4td0FunR1r8FZNozcoXqvqWenud1oFx17Y0ZU08P1YUWD0
Nm9n6WB1iBDCMQHTbsb0VIrsVw26LY4auZh4hNSyYC7t27txzj9qS9hHxrkY/FtrEphet+a2iYxF
O7F3HuLkVdP1L+SynEXhG0qPxRhBSnHQmz3LyMBl1yBlb3P32gzyOkC+OzRvrV9wG0K8mipn66tR
W0yg3oixWDbWZzy0vyP3g1lrS3g6PLWwNFgy/E3aNP+Ax77oB7y7Wt65d3UI2Wdd1QjTudcD7Iol
N/OIo9ZM/C8nmYwdRCx/xRwDbQYavEU4w5pTz+42kIOMc6cP30T05As8NSNaznhX4+hbVj4HodXW
A9mxZA9in49wlCR/CuLRDn2GF3ZS5YC2znHX/VjeWehkK8xfO7QQv2p2dQyNh6M1RhsvwGQ7jR1d
XshcPGV3a8mx3MVF+joVzk0dwJV43IFVD60Z8ccy8xhhGkws4FX7/q4MN45M/nraukeMsOkmlslB
plD+Oo+RcNlNI0gQHUdn3CGt6CQuzLI3D0UWPOV3laDTBWPjLWsVfLZ2vm9ToiTyHgkcxd8rpYd2
9ntDOw+uQPkBJJtzX7IQXdR6YB8wZ70HbuWdGMFceMO/45Tvqy4kaeymNq2gEGKcaO89ApPGEeVC
V9UWXGR3dh2G0qFZ8Cb47U60OK86d9uWuB+ddNu5Y7loE76McoP3UHeafTyWG1Vg4S4gHpNAlevg
xRryAWN2Gya6rhBjMf7Gv0zEfdaTo/MdRyLcSJlZ67CC0GWUBudJoM5VMU0bdghvTVFT5ptEOBQB
pGHwLlhhWBEsDc2UhP021qbucR1Y6q/nyfRdJcE6xYgGNWdSt8y6iTojUa8EI4FUJkwuVd3eJZa2
3nrOclMieJq5T/YJscMGo9GEW2AivSNJ/zZ1JTdqGNiVoTK8Bi6T87a2/wapg2V5dhn53hPj53Hn
meAtVJHKR+aysRei2aJ/PpasbxZ+nASLdCRfleUeV+UGMQ2/OMt4APfu1iQfroZhXAK98a6l/Wwg
SVrFHSt7Mu7u8UjAsoxXtpYk56IGZpcmbPHdDKArCH4GQPrW1AAfyD+mB/AvSnkg9pNUe7sswUkE
zlINuU64ZpxvuBWKsvvt5/xH2qXuthj0X1HhVdcmCNcxV/kzh+1ryTJw4Xeuda6kdhZIsOChB/eO
zMmLnUm1buPkb4HAeeNLBW2iYnVsi3FFFs2s0R1ePFou1NeIlVrWdU2cIXky74H1FAdTCHa+fhWo
dddQi1aFqCfkq9qatzpYR0Bbli0RKH1J4nJJHK8l2PsLu8Vb6isO3hyYIWUxoQBAFvph3h75v/Sy
3VWxYmWfwJlBLPy7k+2pY9KBWMMbsd93WLEkA6xCKoTTUbApMt4UaBLWqgdegCNuEDtcLxopqCxZ
zi3d89JMbZCzTZisWruP9mIAWiKCxzRkz4k+EvqKSdmpHIxewMCSsLrmg+ahmI5/xZNzq2INOdyY
Bmvl9LBpM/vok1p29NVXqkwMiDHqj3wwj03iTf96McaWo4nDj4Tn9OS41XQjx4sOFD19WTwxhczI
tScCO0ttdaSvEAtn8L7hnCFKtFaYX7yNW+FpbSL2h47H2jDTnGbJoYXnZTXyzFu0JiEKwZfZIT5k
109p1fnIeqzuPU7Hd2g8eM6ViwY9GF7apv8MbDy/dqf2XT63uLUWrqUmMnx9SbmRKU4YQinSiELR
J3u7Grz3umBMqKxDRWbBkSEh9cMfySBiYYlm2nUZ0ae+DYyzawv9gIwZVF55dyBmrVEFZPT3HHwO
Z70rEdc32lrxLS86xIWLOp5+Me0DtWvzzKxAlazKJJBrMCCEbiRgD2pPGtQDyZv1bk+JuyNiIl2Z
rr4tHbtfOxqePgcToh8U/Q33HTkUxGDWiOmhyiRLkUcf4Qjbj8Ejq1wolYU64+HFRxF+sn+FShtc
YxcLH6E4Vs9fwNOHRUa4R1+HsQA9LqnbPzJ0dkArmA7nzz2+2aQZQHf5FqtSDAkDGsG0JbfO0b7N
ZiIk1WZHaprpqjdcc+EW3RoV1TyBPyE1gW3RAPiWc+5xPO2MofkdDN4pou5aBmb7Pujopcfp0LQM
D0I6mrQG9BCN016k3cs0sdtC+Bw35bKw8fGmSMh42xeMPfiWWJGspwngQKEB6kIIYVdxvzXg3MRk
0C9LaWaLemrsTVLQ6rsE3ZTNlK2db09xPQBGsO1jDJL9GM0voSp3fSvc/VibS4UXA58qupaAVEGE
F2TkWe2aCXjKzgAW07M5oI4loU9bTwPJ7BUKzWWGEMo30BKg0McxnzsSUwWaXVkBhjH4X+ugizej
J660r1SpZLX0Y3ObBq7BLpzlMJ1LykFsrOf0DBl0J2h0u1gGN6XQjcStNa5E7eMm84E8TgrMjWa+
kTKe1y1CiC66EmS4dVgobj22mAAjGBUgWDk4nFLrWne23BpiWSq4trZWfkIkiRZDQSFvCYIgSxsB
zpDv45l0YCRc7VpgEw6sR7+jwnr8eAb7ZjYkF/kXvSkPHFliuFcUtGZoOAcd7cVkaaRtx7QJ6Vj9
Icw5QUDTVovk2Dhdfwpi6zIZrr6MExDb5lCa5wlhbz6L/B2OBrogU9LMlbRvq4xvkjI+b0DQ4pGw
DQVxOIqMVTIN91hkJE9M9XXwwn6fI8UM4shfViMx3q2QR3a5X8roMbeE7bkUYPn82gENERH4gW9i
6Zb0NhGp5Y5eeNBD7Y9xhAjU+SdfOdi5pmDmWTrsRyp7pVrYtT7SilNrp2yN65ciStfaiNg8CUsL
MS62KlsS+p7on4bWpwetQh5IgOdnnZmSETUBl2h9yTH07Wswfrh5cgWjDN1kQpeMqnLhGNNXqsN8
rUwU3uF0kuYgEQZxFM2Cj76JLlWINMWZJgCAiKCWocLkoMKzJas/s95qUI6/0S3Ss4rB9ZYzyYGl
i3xV+o66/poIK7yFDXlyPFQKYM54R/m/PJcpWnAfBm2V6NFDkTsSj0CjJGJb0Cv2VkGYWgDqBSSS
+P1DZNq+8xm1J/XJMMwvM+z2hlAOp1+3NposxiGCgJHny64yCJ+DO9Us21KujKFcdgGsJN0T90qL
PqjAV4VnfwYsfZbCEi+Jae+SrhYYp+xrN7x5I+399B4gfKAVjzVWjJBoJ3ueJ4wY/CLzlCSasc0D
56VVxS0U5vQnDQFNOKiMGo0MlIZvA8LNuSiq7jAGzm7Uz7rZksRhauMeY4nghxsIZzEhSqxwgrj7
rgm2zqyHklOx5ph7rQv7iztM4i6mm031imANnZQufOJfaUgARUV+OMI5iXigLhJ3k4JBEGlAqYmx
MjMMvEZhU2E/fU+KdFf0fAGsAmTnaA3B0z33gZU2y1BMf+KweA8hUizcviUiCCeqTn4tUTLGqp7s
J4UZqNL0Htdg+pywM4vi6Ggnzoh3t0bPL0xvFYQTqRzW8/DMzCpfmRzIB21OAmTftZw0Iuy1SfIG
oebKNP3DKMWF7W5ABiuPq6lVf0NK0ipFAhiobdN3v3N7yPZ5TfJQr29kgpbVvIHwRXJgGXiqCM1h
DdPykGRlukcQufCbOag4j8xFG+fMPDoay1Dcyklfe14Y8g0D6c155lWx46GGs1dlR4uVQ/glsCBD
tKOspewqZ9d07omi5inI2cGMZreuUZSsW0Y9hslzkYWNKJNN3wdPwXSJRo3xwCjLY9GjBJzNm2xE
42tS9X+6foIfgU3SB4YECIczxa+MI7U1Wu32u/Z6xLFlh25HIjmqviOy0bYZSUFdoH/UUDU01Uhm
HjyKwgYMR2Ug/wh9nW2hwOM3OKikIuRfiomAlmorU57jgJo/ldaXNWZfWpGxaOjwSrncZ75FiBK7
aJYd5IQPNk8l++YMNmnsgjfJIaiYH2HTwDVfKW8CtJKHD70lNLGr0hfXAqxZRYifkjKgtwXXT/Wg
esxH7g4M0IRojMtR0/GCFjfqYHZYtitWJenWxKBkG9uMxPwX+ee65FFBm2laA5+/+qjsg+sqdz0G
IKEDLVhLL6Q2Cwd37TgvQou0YzsyodZzy+XPbL5V8A+Fnz2pANC103ZqJfk6U8742+kNKlLq16pH
bExfO18n2kkGBtnr1ay2QXtw0ggo0iBthWUC4DysjwULt2WJ8WuRUQyse7bMriY2kRxuYSaJYWzJ
v4YYJdAbLgpWUdgK1fdALd05aN1T8k2WJFLIQ5OUV8tL34kISqhHwlsTiBjNo/E3Nf0b2jyutrF9
0uuINPmorBeBSj9rbdj4CoK1xaiO9zr5jKJr0xc4CxOP7qnst/5or7gVXgH1E5uODHaBpe80NLgm
dUkxakwSCLvh0+K1yUpMwS+2N1i7sig6lVGw8g3xhCRe3h5Fp2eHoi0ehazPGk7p4xA2Z2LJomUa
DD43m9h36ZgvI6duFng7vI0D5weXQF4ZzxpSeSzwijxuxUyDD7Iv6Zd7TKs73KcxgwsID0Zew1ZB
qdgpdZ3Q3G4yw6YvoZv9+QiXTbGuXe0Mb3JrWjWBCR0nUm8QFZgZ5mtWhbAfWB1BrmFGF8rXgnQs
Orf4OXStelkgMKE5wfSoR1jJIs7qvGTkDRjG6cy/QyO1Q0+icZ8Ey9EOyq0mkJh0XqGvKJKtARgW
EYc5oQpEANqLyKS0dhqAwQMODcRbEsfi/H3B4wH/vEgV0c9xuSJL6suK2AAXVov2NJ3TvEPzHvY1
FTizDXZimCsytoMxlc3Qmy+2U72hZmYA7I/hVhXxI1RwUqJM/4uskkMAmS2ZxabLhDjb9BNMXcbf
LyABGPB2zjWBL+t3+UbQmO9CTHv1vdL1WcKOsb6JVI5wjNFF53xssbS/J3r4y/HwLlhaemtd8F1l
Go2z7uuuR813ahJ+PMbhe9CQuJaqm9GUPegQKPwgJoOdCp1TW9d/EuO7dENFBc1DxDJfoS4jV0wj
eOVIMjdI0bm8x7Wt0woVRM3gMFL3RkZbFOXBzgbPEsJqGb29qJGudJDLksEkDHSqPpEwRqsT8GRm
+HYO0EtVK2UgsR3q2l9G9kumfmx2brQrCH292EPeQs9y6IRIAlwkh5LtopffbBYhlsabJLQnQw6U
kDI9Fz29VxUzH0DoOvoTEx3PeQqa/ERgLcAVz3/lIOUpFSWvbh+Tj20VDAJ1amxgUvihy6s28hTL
BqZJDA8E09/OXuv5cFQGtaCeoJWO5xLH6Kcl3oSvuNf1Yz83g3Ejts5gYN1nUARSaem20XlA+r2Z
bA9iRlCLTTbnIQ69hUqA6YRl0cr3CFR6I7mQDJ6jKId95LN32Lmy/J2nNSPiusRTsiNy/smaqqV0
KmNfpfGmLlOMAmlKjuZAfguH1yI3CZINy+mv7hHRiC5lxyCgAOtDAklsYPpWWgFlZBi+ZNTtYwbl
S8Jf2UKF19Q0d+hKeU7ayVtqwuzv0vBJt4c9wKB4L20RLCK9/Oi1YNg3T1Zll+doNTAvW+Ie67Ze
bxbb1h8vkWHcfJg2C67EvyWAPd6MRG/Z0cQUOSi2/rLEQLWtTi23F8cFRFEzhfDl+5z7StrUNV88
y/iHWcyj7TyMyruOhjzEgXySVCSDxwUkiP1bEK5KV1ghHaqMlnWLn+8mhJoLzM14yyWsOs/akxn7
oc3v+cRedCcmbevVcPkDyiMHHdEyNzRomN6pylt/y7LwuwEgVDADXNF6fcF/x2okcRFq9W1ELzOH
vu5Sn1oJCS20SLxa3MOASHTpndNeoJlvuncoASQrxOfJ781tNO2nmMYrJpfB9F8ZXTPiyMXRjJnR
9ZX7Nbh0y9LHow+OFAcN64+Dz/iyge2z6JAXb0PkoKYXwaGOWTGUkRFvkkDb5IHuXk2cPaYBiDfV
1gULi6fAb2Em0tMEg3qkxj0O+/Tmyn3lUgq5UsmFW4UZKqoF47W/CSrStZcyyuIXue28+t7EE3Jx
vzFpnDUShUhNrAObsI62/GYDgdEmIgdJDOat9yYkrLb7rRK1rDzjKhIPnX1VYNV2KJdZbaL7KSOw
5oy0wgG1MDXfGwV/sA6oV9pApGe3kL9JsbC3LeDOE5IOLtMavpc/W9ArNHiNZTz3Xmk8k8O6NamY
FxmOyLv06NFDzc7RrujjzW3HQwb29cHx0ezZ1nMNABZZB/WgLVEjBhdB4XLx9In8zgzhdVzktDGj
f0RA0uBw8OjNwvwkDbe6YISPtklPh6W9Zn3xHcacQEYumhMP7naRV8G4HancNq7t/xVRfDRJeDvF
YE4AG7CbNoroVpRpxpyyoGxnqA7stvuFLPiYOWO2NyPJuC4xqkumDABHRdP8RqId51gqdSuD9Mpu
dNP4bDorwUxAphmBeZ7en0nmUA/fzVYlVeGDCFDVlPWDReG6m/KeGRja4cCNwSOYfD4zrk7VED0S
Ot1VimTmmjlAwD1q1jb+alUjbjGxfQ8ipsVxEtG7V2vy8fMSd166iWyadsv395Ej00tAwfygP0D2
YAdIsfOAjbQUNTOgLNtkMhq2gVGM994rrFub0koYHx2qhkOUB/IOiz6+axSyi6EJ2t38h32qbNxM
NduYrsM4VMasTQviuZh19WvREhAFNKlZaX1db1w/qR/+/FJBLE1RLV10IsAefj4GR374d9XgfQ0T
3TpIZXpPgfs7LOiZWZKTBc1xdjKEZq8qyy5PjrHGoNiyewgygtyGsz6Z3ZNKX0avKB/01P1TpFuw
QIpJkv/KhwRWgWuwpdqMvvsnb7nxlzp0MC97ToVdPdsJAm8/009eWVfPXma66BiVv/n5w7ApeWqH
0zO4pIdeRv5bbxq4trNS7fyps55Fzz61k4DCPEpQPbaGbW05GJilnT2ZIW8hvQhP5bAGDGS2UGhG
zb4om8slKZbOez54+bcpwacgbFTnSHQsdibNWTlxOFz8SIZrPGi3KYxrFugu0EDb+azYcC1LUGZV
YkMhsllyDJAIAzrq+dCxuWm+hjT6DGO9e6ksyGN14d5jTzNWUP1L9FPYVdoKBN08Pz1FoowP9qzV
U6WJ6l8VCGTN9ruqzGdXc/SHpx1NyfyiC/uPYlQbiy3xybaYlNtaf5hi7zkKLYIcNYF2qOW2HqoL
xB7v0rB0XfIdj1tcRUyAqpeqCcunhE7JMKBGj90bJOscJeVFd0XKcaD6wxj6MElLMzySPrtxMj08
SZRjq1Q8e2DtNDenQbbqeOdo7sPXkvwitAA+RtRHs5/HPAO93ocpv3p+KQDCetW8KkEqpjsJrq0Q
YqbDWsrOtbURFMGboNw66CL3lsS3FbEdLos41x5JXD2PvWYerMpLGLplw7qxiujEeOVOzJJJIBKu
SU/igkBua6xIBLJ55mFOaMs0R4IF4E/EJLyLiiyCUhP3EafZlQH0Zigb/ylrs0eWFO6xs33wmlm6
8RgigRhA5GG24am1VLlWY/Ooxp9FClhh6eXlyQIocihBjleRSBGQqmWog8FVPnuPzOy6jSW1CJWm
naFUnoBFk8ziJhCaWhlD12qcLR4PYlnHJt9V8w4zd96tusefXSCRLprB5k6QF0SiUPwq+5JjKuC7
Ut52ouffglC4JQ0ClbCKvnuo6pefl2xwcBJA+xyRCMJU+1tzWjVTzMa9dH8BKKQQLgCRZoQrNYNp
nyRnkQ836ZL43no0/fAwOlKsK9/Z+Rx466TuSeB2uFALzXVBnztk+YX9km4a+YtzS7RsAH5m+mhx
tVMRoYIZQ03tgoY56DTEAEdsic21K8ajq8HlNAjqY/Y+S3lnjHrGfbyXyt2GRWn9Vpm1KkYYcEat
v6XGOMJb1BBBxEPyJHJnZVixd/x5ySU6aS18qzqV3V0V2o/MDAEKte8hQpYNsAYbCooR7cy8/tRx
7C1NFf+xTeoIj+Cgu4eiEn/lPNiZGNTWbnPCkYa/vkbqCMLcmWls/oz0KAsNSEuSZTdHR9fliiZa
6SkLfpqt6guP5B//akx98Ug4le0+peLKIcjahtOyXHVTNCyVtyKC3t3EMNb2TlYRh/M3C+HnJNN4
NSEqvAS99kcr0apr8XiRA02FlyT7QprRKRUJMWkiPutatSg6S7yOTSZOpVd7l5iARqMci/MUyRer
YcNHwq9xTxqHVdxkEJmNv42KNTS2RI7556yLFU+8lll0S07GgHQXZURxRwoz3UO0yI/OG45Vrpl7
c25QEkNG559ELBdlope2a8fsgJ3ONpkCdgQzPBMaT6QD7OYJtfWtcbxPg72PpsK9hENN5G6dNqd4
Bhl6aQ/ugs/jYK3QQSzsOrFvac4ikeSRidk8SMZCujyi4tmdM5KQbNBUvoTFPFuP7R5ehe0eh8o0
WM1gDpe1re28MZheU1vfapEpv5aNMPoz+SqQ6MISsqbuxqyKCLrL2jHZ93maHX9e0iBm2ACP06t7
BLB+i/Lfi395sEoM5WaAB1iX8zy312lpBY9MBj4VB4Mmw082nQr959qpwQmVHyZbtqs9eY/J4BGf
Tbgku6Gw0TyjZRw9XRA5F5IeXdMblqW81ztYO4swtYw7czHtbOjYplvDOmh5YLHSr14nttzbyOM9
t1xPEWTbMnUqM3XydLWLkPcsx0k9k8KQHTNGZKsgbREh2jYQzaQtrqKNi2toqJ1ZP0dqqI41qPJr
pYdvfSPGCzfpvcMM8u3RiJZ1CJ+KWPBuEmL1X3VO3os9W/SfM8H3CvNTb9tDxkp95QRKrBwKrEOB
KfDAumXLV4M35EDOayuvePm/7J3LdtxId6XfxXNU4x5AL7sHmch7kkmRFClxgkWJFO6IAAL3p+8P
srv7r7LbtTz3hKtUEsnMBBBx4py9vy1Gc9gtRgjAzKncbWOXBEjk6P1cU5kP7EMd61s9PYcTRQq4
N7X3Df8soFw/8FwVUUfa9j4z+/hQlWLeSXfWe74huWSpFniNO/HsD/EBUUOF3MbLX3Damr72z470
P8twPkA+l49Wio+Uk5wiR0cAktMG/KnenKNW+BVDtnK4i6edPwRPIcPGmnzoJyekH9Um2XuZlnQB
E2i4DaSGu968ucpKjnNrPlWWn1xHCqRt+60VmbdXoree49piQYwNerBLFp4Zem471IkgQgWdO8gU
Cbj4EDQXrSNUFe1VkIkHbzbPtwvukz29fCYNa4oobE/mIjBaxbZclH0Lp7TeLF3qHN0qGY6xmiBa
wpp+QPbGrL+FOb/+yY5hz6K9DA66rvOzzOJ31xt65GcTZrgx7Y8wX+QBcSAUUstSj02o1KM7fKAN
rW8hdcMdAQ47oRfvmtiKL4yZtouF79sakuHBRmj0EMAvvpDY85C4/aMpWus+jMvxecyf7dS0v/7+
Q+08QXazb2ViP3vUx3fKq3Er5Ev4fRbqxCEGBGaVlQftNfEX7c3Vl/9cAflbfP+Pym0RmMg9QZmg
jYQGbP4lDweUhR6BcHNvzO47JsO3yXdPQ5WHEWGL6aawjDPxRkvZ7phgjIAbp3e3DNZ82l4f/+a1
/FaY/unFeI5wbYd+ReDZ2MZWm8Q/yJ6bAkjUECNmyhDhoOTR5hc/J+VBONm0c3PVXcLVmJFZ2P3N
PqngixENFqfzyQ+rICLEEWZeBRG1aGpQ0PEy0tJDP5M60LOTkgaJRSZJa6NylAoOwCRjWp2tc6E5
vopH9ngARIDyHyjDHWcl+aCm/IZ/arj7/cWYGMzVE9Ke33808x8qQzRQ2WK4xLi/9aD1UQ6Bf0Eg
lJ7aLM0uJMA6p7nOm3Ol37yBrbNvfGSPZl+nUNG6bxW+sg6q1wMJCkCzNc/Z4sATzhiAIatJiS1x
HLqsjl2infbrr+XQeYC2PZQ7kgTOLPZfpr6FeCAX8H9LcVwofzaLj5aWAzzp8jVnC36O+51MGGIm
1DoONC/ICa2NDPIApKbsXusJh6gsQE+rEXAQuLwJTm4sH3u61VFQTmL/+ylwsocAj/Jdk0zf7HjK
XxgP4SWZyuTcOa8TIp/H318Cl8IQl4+9lxeZluU9SMDmWmB27YQhn1SHq/o/v3/+nYBZ+CjAXSF8
O7A9KLR/uZebOhOwk9dezSSYbLaZZEDuyN0PODrG997vCIZBEkT0NP8mz7vxXAHH2tg2HTOF5YcL
RqInMDw8Grl3lwYKbGySZQ+zIM/KSQcaTW4b3wzH/QHxZeKYhIgjjRHjKetbiL0xqmGPIaXUj0NZ
qH1sSdrkDdN6y3IeUjwMf5NG565v6U9PDO7IMLAsdCNWyFP8l7dsNsHYqaZrN7JfAdeLL6M1m90Z
IGzHlufu6wnBpbY56luxbV4F2AhTx9mto064ZSYiPGm23TlDm6dCYJhTJo2zBF8NGy1U3/tkHb8M
91VfIM4nwJJynu9LwGql7ftgxisipbu37JaZaKORtMrp5lDEvqZub57jpnoNCvNsVYxV8MPEF6tC
TboiRWCJyFdOZ9XTf34X/NVKtS5otghCV/CpYBn8i9soUbadwq+oqOaGYkNT69OvjF+ZxZmjMdZh
gYVSYfDWpBoQcH9zC/5Hv5wGhW2ugYXciX+JtGLpMXKZMHGO7fpj0i2VfXYqhtRj0NZf/NRE6+0u
/VE29n/7lz/b+d98yEC48CH/lH3NYOPxM8lk/Sczss1F/h//659/Tv8z+ZT/zr98/mz15/zvvuHf
3Mv2H6YlHC6aS+OUu0bgxRk/dfcv/2TYf9gefKwwED73lIM56P/Zl8M/WF8CC00QpqcgNHHs8Xx3
6b/8kxv+Yfm2zQOJazV0HC/8r9iXV//BPzzgLj29AA9Q6LI246L7bfz8hy2xJ62DJAdCjWX9ia8k
AzdI11Pz3MZliOrr7+7g/+j34bVFwsNW7OAn/fMWXEzayhtMQoRoXhf7YzRvy/Ay2x/QSQdv/JvH
5a/e7N/vjvA3W4TIKIT51ygyAEGNwaEDLAJM2XJ5SY6GuuXMmWKYF4P/2TAT7O2Tdp80E8Bansva
2tPccczkAGz9b16OZ/3l+WVEbJoICNy1/MCtzqX7UwFiJ8hFjNyF7+0vT615TeDNkpaAIybdK1JP
4vqnt2q7Y2xgSEPCCtBtcYzN8aHtapDS8V2x/MgMJhLKD05WbW7ETIMw9851kX1pPP/eQbVBv+CG
rfYHEtjrEra7RtqXZgq/pFB3ivalGOajNTzr/pe1quPRPjUwLSS6S5SrewcPpPnp4AtA7YXn5Ifj
WNu0J4UFkxTSDWjuiX6BqgeD4zYz9QCBTnO6i/IYVMQwRJx1tsHAxx2cbI5KKcGd3UjmeLbxuKua
ZdmMqHxrRhGSQOn1PRD2hUKqR8+9yf2WcK5sU8Jt7ScCvSFeZgwOYjharvPhs8oqj+k8dPgKqdEM
aiYH9ZJKoo2QrAaWsVsl/6GHPH/6SGhhg3y1ab4LlIBjNEhGROmt1zefUXqJYD3TCAqyW9BLBgnW
FnnmZrYQp9Z4NkDHIGdNvG7rmHD+GUQ3iNKRODIzTWvNWOEDyt+2WaOiLABrLwuDi/XzSyTMn7eM
uT3Ol23Fr3IwW3T+CpwpoavOmxz+JaEMO49PPCheMsZ0gQnxv98awZsKNJpMPnH5wnuOiweUkxnC
h06g60g+mWNN81oWsdes3eQMCSgEOA06HHUWTeKNmsGmJ0jI+fQWFHwtKaAIUIm7ZXgabglh2CUH
a/ywaaw26m32PhRJMzIg92A2dwmXYn0JLn5q+I6oWjAZ4MAxCeepSP6tcbVbjGQyDBahu1cMt5l5
7wKO/3aQf1nfLlHJhNeDEnLR/udoATOmS8y3aayUy5Um0Jhdw+GxwJqK7g8lWVwA3EkdRMzNLm5w
VNa47WvUgB8o5UG6EvKNKmZZu27jzTHubfnmcfVqrtMcF9GiX4zlzWLeOMDyzq2GRLdPi8uO9LXL
n2ibrbmuG50isCBpyGFeZmSoTueQozywEIdAH/5uRICx/rv1OmTYoIcGqG3/qOubwRPp03hAYMxA
t0efSL9ukzt03pN059OVdBYwTNwmwuJBmbjhkAsuIoFC3tL6Ky5yOizNcgxVfPQK0KtQDGgNYjZB
cBPSebQjK/9Mucra5WNOqS/RRZo6OSizPLoQliDBkrlMizbYYr1C4sb7Ic3NK8MtYzx8hGuPlkch
/2y5iSGdG6OBoMrj1vm05MFrPiYurMnhl3iAKOa24aNsOM9WDB6Hmg8TMXFs8EksoN2Euu+KYmci
wkYJesU7+cKKtvPV8lUZ00+rZXDUV3ddO311JOK+wr3rEvfQ2PxoAtq8DP6+iU4AtznBdrDQQl7v
+rempXaKB78V30flIVao0f8g5rE/C+ZYRfmWYeZqCYtxUGoOzYvFUUX1JInKDwksnajrujtTse7W
vWmavgj3iQ7VlukhBB5e1PhpM8wQDKJXOlZWck9xlVIS5GSDnQNBytweNEF8ExnKHvdlmFRbXl/v
F19A05zMhlhNlpChMlna1l2CER2fUN27PCvciyJDJSA3fvNZtFxm9zG23/LiPeVgrWQDZSz4gcqa
7rV/TxcWFAIIOBWgUn8r8Xim30oEUHnFCsgPXx9UngPyoGHVoEvjJa27k0U337Ur7lMn8iwWML/A
AAPeJn8Brq21xVONnpxnsWw+xIQIfYKN9NLyEGWspXb1OfMACuhZvFh3JEaeuJt1HTdTuqrgItc+
RDOBHMIogZxbFjTtE9jYPitgvfCm2BZHtCUoIoy22xrNjeb6Pmzs/TiZ6QYVOoZGzibQxPY6Aw5Q
Tj9bzfldILws/fI8upIMsRJCvs9klNwjQe977fwQPgQflW5YTRojrzWrPs0Bqn3MHcxFcfhgKvEo
GYb09mOb8/GMN4k4r5i9SDXbcEx26xpUcI1H1LX0yAD+l0f6zSxvDb5Sa7tuQHXa/75y4LQ2/rmX
rIlIVUMyT2UI45fkq8mdjqbh7CYjQZkZfseGEJl4QPoKtaBbrLd28q+kgv9mAK0sn7+podey9/9f
Qm+XT2AL7/9YQ6/f8K8ltBX8EfgAbEIq1D/zfyyKa5gtawkdMk+irvq/BbRn/WF6QRBADEJYE7oe
Jfz/KaCDP1buj4VIjG/zPFf8Vwpox/T+7PEVps1h7Hfoc4DD17G9v5zKFuaVgZtjXGhSNlRBHYeG
l862JjOnU8Fp1GtXtSJ2yTDzL1K/VgCEEX4Pyw7pVbZNgwXvryzIMwncE2QDZK1z/GJbVXHq0Dap
tHrqDPKsGSww0ekec5wKQEvrb8UjxftPr5fWGXnDF77hYlb5ie6toB4hsQNCzyXpamJnYCoOMsAu
QjzdxjHt57adI8tCUgYB0ulzPPiB+d4nZb513MjISn+XpWiUeqvQW9ngGGjdGvmek90GpmyPNTBF
epOg4wihjYy4bLfzhHYdzXeg1HATDLGZFWW4NtkVp6J4XAjy2BaiupQFSnXh6/Tg637cgzgNN6PS
94JBGwXmpXLpoHl9R6RN6e/RxQSbOSSpzET6TxchpWMQFjjVJudbUgSoN8TZD7xfdkNEVa/KV9oi
Hyg2KtAQ6S+tq28dh/bDOC8+rc8jYq8wSuzqJgZUHY0X3oUTS98QDLu4a+2IKURpCrkrPeSHDSJN
PBvg0q3lR14arw6xOgRMaGLmp7M2511o19lmTsZvbekdY4wS9Weaj+QjWjDnZ2qjVIegrRFERrBm
iTGto0xap3jMz1nokDhY9191kRwbOb25GDxD/50ngdojLfZz25aXija4X+c6opM47row3cBvn/cV
WXf4H5mbFQDau8T5Eo/dngrmrXDYl+QXXGJPWVYQaFTYE1OJ+kcfsB34tfWYjz1CJRZFnMKK4wJq
jXop9T6M0RL6+Bb9QjEgaPI1ZlrfqpyIiW5gSxcZb5qTBP5ydkjq52hx8mMc3gMc/tpqwAckjm1D
qyApU+bnziKajk94uFTIVwfCpKKxckMmvzFldQMBIwM+UkruStf4lD7iP/vcduMrJkFicQZ0jPby
5mfL2dQzRWI43Kku+UGEx3UxgvrUw5Mg6hQpeNpwFJqS74rhCxl7C5ZgxaddDNO9mzVAc6c1F+we
on93EN5IZJECjecMZDjoXwsTodhzj2OwR+gVnzgN1YnIjjNWWBxH6pvCZb7NyykG3ccwynG3s8np
0G3XGhIiGA71AJ0uLUpJjU/j+W1eRxB9vIaHIOqB/pkdmTaROTMoYlD7U9Pl4dqoxZxcVhvfJOQL
atQGU9RLMpMmmHjXfmArnAKk8HOOWxrLtJxZGcgyQH860J3FaknnvBCvBkOPLayx26LaSzKquyZY
3bbrEa5AxaNrz8DJRuSJRzjypmoARDveiOEEWPjOS8HvpqQsTnYKNwaZNrD0PR4AL4Varz0Mc9xO
Ld7DJMlJTAgWPpPZ3yOStmDsdF/mmAij9Dy0wtoDyGS8rMJrjR9rl0Ec3BpXf6oMxo/XBO/1XZ73
Z23T29dlccbtXO0Ms4qRYNBQ085TPLrOMcueO9a8nen4pGNYxfeRitRNeiJ/Jo5fcx88DWHYH0yx
hkiudErDqdVhtGt1zls4HSMWXo9BKCaiEO1QTbpqnF+IonG3i0C31YKDMWdsaXZLqmks5ltVocRq
EEKHJuMoFx+shW3btscjLWjqIee9BkBz6CUmyWm58RQvkYiDkzORaC0MB6MtzULE1yniN9x+ZDa7
pNDq/mUJoVoj06gFhZSogp+DubpCwu4pNhcAlwNEmH6TrBdFBPRFApeAQWf+OsXjI7Ump8xEWlfy
GRfeeDedIVS17iZ2rQdk8/eOM/10slxvBns0d0jp1hAnj0PgM944ffs9LSoVo+zOKy7eYN9PaSsP
rtN/VFXlYUKHhzjPnJv6Ca1V5bfVBgmMT8IL69QwjF99L4jyhJpdFK1Bo4C4apbBfOuKKozEM0hu
Qnst09iy6kQGfsNbLv37ePGvQ2/hyUyHL3ZKm5v+BJ+2ey1yjG+CM7g5G9+6BbmyQ57hblipZzDm
P/oRw/2C1hWUGu7S3KUcrKaLr212PQIcbFd1p0YSS56WLpX6CDDP5etelWAKOix1aJCCz7ynVIf4
uWCt8mHRQn3gSIk1pboNdnoEZRZg0FO3duKAUznNYzBYnKOI8M19sOd5QXawuE1eBb1WQ9JUbfw1
Y02kTR0f8jFvTh0r2tRb58nwyl2KUFgg1820vfcM0i5GjYQ1NZmrz5kie5a+hZjQbXTAvcD24+cr
WoyseUamsIingwiXX6Ye3xF/lDB8rZ1VJY/t6N6MoHL3Xhic4i4NdqoR7xXMTlxuXMW5VOgv+msh
h+LYh5cwS5aDMUCH8+4bUeaHjFZe6KSnyh3ecuPXFDoPpYsMfAITsdPSevJxbNcl4Ru59s6Yu7Fn
u8GLNCjeJfSnoU/jo+Wnj0KNIIEr7nXDwgtkE2wPQywaXZeuTpEX12whh48A+CehPJT1qU/CZysj
wgjdYzuxjutFbItqbo/u3G4RRyz730lhbdy5F1bmg1VDD0JtVl2KpRtvscejkOOgyIPCe88E5omc
4PHZR/Fq5Yeyq/t3uzPO5VIw0i6CZyDzjPAUsvZltXe6qq5hAjfzPhg8GSVLbe4qKBnVVNnH0eE1
TGOOA5+vUdi8gUXFW5SRUF9TlrBJjyXZKejUxlpf+7LhRJbjwHKLnBkIQoJaxvd05WYob+iKsD9p
Rvc7PY3WaUnrd5RV8mSUHtwJkryHTNcIqfsaFdJ0FMs4XGdLdJs6p9uqxkRvU9Xe9VOOJzn2es51
wbtyCL7HP9iywPt9xLgSmQHRHKC+msvCI2DCjUTJPJ+X0JxPmhhPsNhs2R7wBInYxSS+BA9+m1HF
EUyVsT1g95CCVbZb05KQ/ASp43EgNR/DsvvlwjW4V6HzFiz9dIBVXuynFQjJpmoe7e46Gom7B4AJ
/DYv9L7FKXRHIM5BL02O7ge6UypdnIbLGoq60CjrqA+H2J9vNQrQ2KvA3IiQFC13VyxFeUIlnq9T
vwHPgzhaaQ78sgOQDmYAukrohv/6K6rejYRcQyQnf6QNYrmPkubH4jbp0Y9H4nhFSdEhOCi65B5V
89c8i8Bam+eyqtsN7Kfy0W1RCSecCM/k6obbCUT4caVGgeXHXDqM0JurMdxjCnzyZ8ZRVlMWR2Xw
tBpVfFFygQcbNMm5aD582YQgZ1Ry9ur5Kj3J4GVVCFjLcDadQJ8LV94jJLyCPK3vUH0VDwbtBVH3
4ro4CCMa9v88pl/R9fRrsCpMR+S1GDOW6Z3TxbJSHO5oypyLxa2PkkDXTsxq5zrmyYSYBBsjuARG
eyoJk7usNoAo0nHTX7zMSvfst2vbXqP7z5I7wMKgpompuEAmS5C1ofbv3andmy5SDdPEoF8MCZ8J
o/cB5lUMWooXSjZ1S8pApesz6P3P0sqDHVPx9ZGa9SV3U39jOX694zxtIJDtfzLf7yIU6MBtyuBY
j0ihzYImyoJS/9ph8LblSCPZrNsd3fhb3nb5/UL8mJN4UT+KM2F5nyZJIku1JlRj4K27a6UJ4ZjW
JhNkpe00U2fJ3HhRuuoIv1uPEVNwGNImiCaSsDbSaS+eP5+wZRzrtRk6juYbojTyfQeQDg6m66ma
EMpUBDp1yXRwW/xjicEyPPhUS7DYEpVdEaxnu47g67DMaArMrB7WfGSEQ2IzTAqhbXZH/C5tC5xn
Idajkrh9Z0OeiXde9mAUO1QVka0z3OSGvuUL5xgmdoSnjtZnT16pMTSf1KPlvuT9pUOWoj3GBOKX
RQSa7zgYHaVBltEDj8e7tos5I5QvpCHRjA3rH5kVplHT9hyS7KU7SqOPt7l2MIj3TYFzm9xau8vn
d6Lz6FA3irQJEy1MhOUKc4KiM28jylPmhCqQBy+vcUADEac8jYMfpduCg/PmL7ESN5XgQemN8SVu
kbHN3fw11MrdxdUcRMZUwVYPgpy2kX9yZ/TNDLkLgw42SANhhZuZ1OGhhXaRq/YJlPjMucwxQn+r
FYJ/hSBpi73uRgRKc5j8kHV6LK6Cdl4s0uFpKZmFNyEpyK2fR0jOfoqGzL7OVpyHapcsi+MQBNbF
nMnHyQnH4RB56enBy3B2olD9cg0bsDlVcmtJ4DwGOT/AtBI9oPSdKapJEXhTtsBIiQ/A8whshhtw
mSvnqSPz894oO8k58Zf71aVGjEYFbmYcDe+QKh9rcHIH9HGOJriY1qHKayzwdf61x/++DVNBj7Cl
9tTM89dXMBH6s21qmRGTDHPQmcPDVGLf0FyA3Zr83jcLh/TJfzdYwZIhMAh4ssF3jCBGvufDyziR
N6NH3kNfEBPnDS45u2DXZTw3iArR1jfiezggobZoJtdj/KLM4kfpUTct69E//cxK/jsZx510hi9L
x84uklaRAFjfEleGJzHps8nO6jBWMSBk0GysUOWyFOMNlI6M923XvKM1f2vLYo9M6MAsf+d0zT60
IY2laQC8dJh/6tn5ZfTAVVO+b54GdhowDbaPg5JjKq5ewSNUFb5EasuL+kGbBTN/1wQMl/BkBcVm
aRJKsGT5AlvT2xbJeBtk7pzCmmNoZg60Kgm1U6IxIinCMwoudQomcXB8+dCs6mkHkyxmU+enslR+
6ANiBPyWGksUI9hj22UiRU+3oJjaFl6EDkceHFk3uzDOb5PpHoqsJC66qY9DSkPCzKrnZFE3RbPe
rUI478b3FvEGq1HxMayIXTA/aDjWU4Str3GhnmMjODqeea87NRx7Ebsg/1eJd3uwsv7g6eRduE17
Ctzi27SEPb7f6XsTJ5zkguFiLOqdXABa8QhlcT+hYGjZ96pSfgXT9JGElPNOwnAhS5sZqwjkpdGT
z6mCYiJI59k0Bt0RhE1by+bEWc50S8kA66KpxV9qVDimjMLcuXadIDumh5JJlE99q/FN1fbr1Lo3
L0d0Rn4fepSBA0X7Xqcz0S0VnrWqxIqEXYsKFhePFbwXfmkfA3gOHAMPptdj1Jh76LauF5WSkZ/o
HqYg7ClbgTytsMsuz3f0yAXpHAw5Mlgeg1+9SHLtDoNHvoQvml9FwemDBlRR5Sbp8E/AIBweTOAG
BMUwFxRI5KmsD7S890YSNsDkhg/8KfqsqVm3XpG+FUWSM4WoT7EOxBGvOz4DIELLCN7Cmdcp5xnZ
K4MRcpiZjtTfbabewtOgJBJ3Z9C3I8SDv6blTPff3YXZCAU1952zNKn7YriP3TCcatfxT7M52Igv
8eIJG79q6q6JGHFdYtg7B0CfMyyvvj0/tYRq9s0+T3kxSzk9TYX/o8WLvPNyJFWBjZ2/1PBLE1x0
JYjS5MPJOsjcGW2ORbwVdGlow/2yTc/ZJ56pcbaH9Q490LRRQXsZtHzxmgwSl5hRlyaPY0DzpkZp
S7bHSJQ5MuMqJFelaqzhAJp5h+jIA0XGv7C1zLd4qpgrWk1kotMzfH/be2RuOzE0nrGFGGKRUW+v
8y4FJCDo6bAM7PlU2xqpl53cNQuZ27NLOLhe+q9lb8T7AksF2BaSNqTonhnALIgOt1hQR4w2/SUL
W/Zfk9Nmb2p7M9vBze/ydktsz1vrevsxb19EUfwsFvteMwtTw3tZkqfYl0TWlQ7Gv7C+p6JgBfGH
aVfTQ0OGbTGdLTiruG9p4RW7sc7vA5cMBy8mp2OR3o/GsH/EC89/CdRX83+2pfVdN29FI09DkuO1
AIvkh0EceSzQUV16y6Gqkoe4n8W9t9rZCfQS0nKoNprnpKRH5DfJQ+cynW7BD/EuMavmUGMgIrHH
Y49QdnfgZI0GvHhJRiaS85A9SotmTJCm0zV14Ru2LrjTDleLv4C7m0FLk0yzbqFuuoOkE3VFEh9B
heuAfSzIzWyT2crZkwf4ykIbFbmX3BGl++BBCr+MvQ72U41AaV6mX1NmXGZC6U5VMe3LsQ129sDa
phnpAibpmP4TngUub5NwXzxMs0CCIDX2wgx3aq6e/HXUmXHIOVF30E4xfxYNM38bN9peNIpGhGNT
1QRp5Pr0Z1wqLbiRnEF04EZL4x+aUlVnTVxlJgzylkLMpind63YNNWT0GhmKeSxC6MiZ9UjYbTYd
rKCNOvi0oFjL1x7XADvYMTddKqvp1QlkGolkhH7SO5zdXAk4qTymyAUPvudYWJRQNDMPVeOQP0jw
bcbCD+Y3s0EwfNoL2l1u383XwQte3UXoqIfteCgS6qDep63JPuqnaR61poQj4OrXvGgrONY4br1c
4Q6qryEk/Qun3S/KNaCVLvVb3czp1TKTl3HoPnG9dxZj2qJM72KU6/dGGENV5QBWFld68NausQVA
o8B4l2NiRlZPIZZXewJTKgTu+rUvhl/aBQ6Lef4+p+uDe6598+QK9tOUuJUSO2SEeuvTSt7aLTEl
ClqV3404P9BUbhrB+45VDQuIvhL6GIu5N4jTjquVz9OvkXTdB7swT6xbZzYJMizdlYeqowa5MC39
EqG2RXtLVLA5JNEygLL2qem10ZBNbM4LTmNfPVnAF8FCQoAoPMPeinACpgaD72jj9hFzNXzlNHJM
nAADgJ3k21Hkvzru/aSAiE2aDyL0/Be3CImxusU9EZOU7tOvSTmwMALJEEUQSgixFPlAAVWQ7Q2L
AVP5lBZZpOoS/FvcyKif0gzenfVQx9lML4s/Tan7ZhryisryS4GbCVdSjzm2MD4Wv36oBJtlYtH5
CJaBnmm1n2x1FwycVIT0CESqn6fSbtfouxJl8kU2OoaUweRBlmVUP0Epo8EejIhiewqP7MX292FB
88+sOmNfFUj0CpF0hyC2IwBY2dFd0NIntBgAP6Qb2A3lXTK8iyYoojqb9nj2Lzx9kuhLx8BeDB2y
+lIQrMfsdXoHelmgRUeTFPfmETjqHmuswfQbx3PGc4nTvTwXOS3zTMH/0xa/nduDE0ulbl3ItLqr
wViBH7jL+9nagAMHVkrfPDZCsjPpD8qWIayVAxQJbUJQkr5Q4EdKQLKFtSeE4A5C7nBoJ/uWWfGz
xxq1rQ1uXTf56aRkQNEBBI+AAQXZVPkMPmGkgUrJYE75YxeXLCtjrZAckzVb8UuPho/yvAoCkqI6
9wzCzt71aB2sgIZSV4N8aXBZbozU/6BTbm8bL420v5xQxRAipBf75HCw9635TelhhEGak5tdjDTb
xyv1AGRQix5sL+cEMcjqF+HYWzlwCYxc3LEDWDtpycdxBXhyCntL7KzeB/mI1GiKutiwzsJD0T3e
eSip2PCoEVv/kiRzgF8ptA6s3Cg4gvKV2M2dPTrVrrOzn7DikH8WY7w1F+cWD1iT+gDkCQxTQNL0
Xkvc8PRidOmiBemqC32JmSkK4NvOmZYvduk8lU53rORedP3KjVTVCVzQm+0nr6FqQHW3rxhehg0j
MXwEmu/Gdzcn/mvW02IrFXKgWQT3OqMO9U2OGdTySJJxPmB5xyeFVER1+qnUYb6VNoVA02Gjs1F3
7cwxfPRscSxLxiaWwTcvwA1TsKtUyjwDxcRpJQ04ZuUBKPok4JRWG+0SAV14TH+YbkJXBmoHffCE
YXsP/tQkWwjyzI/GuuTjmt6BEXEzNg2qAQgUcAfUkenlXi71V5e4Ddpn0Bft8hXiUXMB2uEBFynY
maoeKOfSin1wtZT5oTu6S4tmSOn33FwYbikGYshubCLL6Pf7AR8gTBVoGjo7kGfMpbKdl6q7OXg6
0WJsknx+HWQJ/Y9xz7a0xePYDSRo8NlumQNEMfaEh45uvlk9hx0jLHMs+4uVuNU+bmbclln9ZhJY
F5Pyds4sRk9SB/xy1ZLjZrZfg6l7RtDjb7E10xdTOqEsNGb6UvaBhQRJxQjBC6l4xEk8nXYw/7YO
7ZmoBlq6qThs0KeCDNy+Kg9GTl2dAkq0s6JCn+RqoyGgb+ReHP3qPc/cn42PayQHD42D338LlIV8
zNBgF1kyh4ZbBZJmgAUGP9+INYIzEhErA5agXc4gicJdPYl0auAJjw/0568ise9gpF/06o+XcUwf
NPXSQ7tqb1T2lhrqrpA/lv5QNGA+qla8plV3b5KhdSDI421JnV+8c8ylk/2UkC9DkTA8YjT2jkMS
wrOdLnZMy6oW3xzml3HcEgXWX0OHDl/Rj4is8qthzey0gKxLgugKn+TKOBUEIY4chEOwPYl2Xk0i
21yvhXq0bldr37YmVnZTi0bgbYan6TfmiJTKhuMwk2zdW4zaXV8d8DOSGUIsemYQtYfPmPNWm+5Q
0kGXDfe5rO0LZIotAO0ogEJOui6Skh69N+jA6c5VzCqUDgnaNeNX7facoEznNSOi2FUmlceS38hE
4bw1p8k9PwApItaSinoE9f6HnGHTODZDMwaFr7NJFHzbOw06ftSD5CD/7BZ9HqFGRnrqf5UdRkM9
UpSEovhqioZ0hvipzgyHLfez8kJ5du3sFWxWhVcDUs12tDABzsy1RjY+yrSWLcho4puDnitqcqvE
wuZ+G6Rr7XxL07tl0RjCj24YT2PN/VrO3s+2a8Ntli7fFLaOCLcYJ400EBwMMO8ujvklMZsegVEI
CyUG0JIDuMYR0rznMl4tvc/rBkdTXLE/YYU7sChEAE9F9x1jdrgTPS3PHHlplY5PUKfnQ0HIsxLi
SksOhYPKziwwP3U97K3/TdyZLTeObFn2V+oHUIbJ4YBZW5sVR5EiFZREShF8gSmkIOZ5xtf3cua1
vplZt6Kqn/olLSNCAwE43M/ZZw9hTcwtHldQP5FTOQF7Xo4DjWZToBvDW50iSaVF/FaG+TPGRu94
1CBQMzEZsgsEXV1j7tPApxKytSNSh12N+aLexj7M0HDnkK2HFygAnQ/6RfTL6zga2Qqa7qouEoom
Ixp2ZpO9wXlEhOKZ70ma3rTYeizn7i3Kiu9DB2+QAKOBq52ODUVWkUDOC6EWmDo1xphPLpDBl54n
Ogg+/rjdZy7BvqsvMVDyiJpO06lNLMqzx1griwc8az9LZDwt3tyLSQb6BndJlCUTXVSkAiIo0It1
1+obtr0OE0b/W+66byFllei077XvzesUlspSNO1nnkXfLREQPAcz0SfeQichdKHvnMoel3rWYcpN
W71s0aRYMvomDUdi5Rbva1OllxbYviba3sDBoi0RscNkxyyHBsKDxjpi17UirIaB+K7TM3RASmcf
rapQM/iBRNkbwEsdGSztbOADYpq4dMobaXvhCrIkjzBLT+Vor4ashL6aYlCHOTmqPDadNl5lsckb
aFPMjk26G0P3U3bOfhRM5wbPRdVOp7+2dGbxHULeR4M4z4QealFkLkM3oT9KP9hNAVF4k8V19AOU
w5HqojGVjSItAf52zA+1+GuQmoDQio9jlbbfR9bOxrS5z7aXlXBhym4l9fkjKfUWWlmeMkKm3XMQ
2pPG2TBOrFXF6VYb4tPznGhxdtdNj3Ptoklo3EvPnh9M8VkKIZfsrAl2SjJZOwK2pNYl742l+8sk
CvP1GJWnLsdXLWXzWZv00hs7x6wvyvGhSv1yR92DWVM64Exp88lKw6SloYRNf9aahGwT4KopmAaD
HkMelKJ8w03HXw5dvrTZmbh+a14lTvKaj0Ro4M85MJGCj4dT27A1Xf8H3D1Zvk8tMJDXUoSN3H00
8eZhDKyXWTd00I7cgygK7zRQ23PAAb4unBrPb/cVUZwNAS+EW2tQk7m4AvlOhcMq7l8Nbu1+o6/r
JmRhhQ0RfkmIoTe8oFU8Q24xZEx+Nh+LSDBjURitC9vJ7ZYYxgQLW/qvDiPLssArBDjwPdPwZjcw
ku/ql8Em/BfdF+VO3t5kWX3LnVaCbM0dkOL8ENcZOZkyDgh038ITnLFDBrPEpmlnMKfeO5rxZIzm
W0R0ALQgfzNp/SdPdmt7ms7MWt03Ysn67sNPQSbwzvO0VZ/YWM7Jwlo28bUyjKd86s2l5s36gpE8
8YIcl9mwL5igtVB91iiavzPaIc7ZJb+7M14H/wzSliwn78swd/LoEAKjT5b2yoN+SLTyLS+HrxnT
YrNrNp1JN2lWjN0xSdAW0L+ytYzfQ8HSs13uIyuD4qgeNuNoHRqLgbvJ5HVRzC52FKG2RYtHeE+X
nHJhHbUypv4sJMvP+dIbBpuFl6NY6f1jhY9drtqprqJHsS8V0Z7w1WE48RLSp68HxLaAsWG+MmFM
LYwSb6bCsqGjGV8aeyN0jPy9mNN1bjNhmEdYO5nLPFbQBIfzVx+0K5FlEOQMPno96wcyEBihWxfs
p6tNoxnHBFelil2YaFxJyxlVxTLotGc/Cm94Km9TwriQPrcb0jzPdFKiEQB/sAOcuFy2jGuIY3qS
OtCmOUjrTCgGhQ+cZ988ZFWGcKpqPojTJYHBxYe6x0QZfrWy/Yw3KakaK73cYJ271LiyJZwbZVRs
mCtbYr9hC0VAHalsSathlmeiUwg9JNvzKLst87iwT8uNZHa1dFvvmhjBV2zJtwFSleEV7wIqT+B8
EUabrXpYz6Gp7bGPx2OiKC9o+DHltsdH0qy8NTkin4gAX6ELEkldMf0koiDthdzZkU3xE4aoDuAK
E0LRJMJ8E3ZEoGeJk1cYYgA8M1mzEUq+Jt74BZ6qbTXbOqbCBap23K+psHHcBYqGqYPkcOrHfRxk
RPAG3c9RAxUHaj7W6gGx+YUq0zjdut2Ip5yVplsTyWGewGyM1CZUu5W71l1sM7SCorTsXzoNTgfz
dqQemC0WeVajBnG8/dhhLDSD4kN+pHyCash4a9soWoaO0V4GiAVVjve7SGcEJUGzcwsN+vQwn62Z
EOt62EW8PbzJTrKa4l7thECKKE++hh+igb0xhT5+LIaPPz2rCjkHduwVdcbTNM76MiCEcZGbJba8
Ano1JeOzTNjzB45bAwkXb8w0beuGvhGP2ouHHzgVTTIs3ARnqwCs0M9yDTdKVMsp70ldQ8EuyubF
jMkPCp3AgNTTmQuolzuwNBjPffSN4PLHtGSW5pn8qmwILHo3kp0RJi3mY1r130eTcUkOG2wBiQN5
TZcO1Oz4JNYZu2KJBw6RH5/ChkiY5PO3DL9HGna42UaKjaFT/NB7CCA6dvUky0aIMTDyIXJv2VJw
ANoS71UR/ero3BCTn7uis3ZSoo7BspbpRl/OkYM3nVN+OhKzKq31sfZyYE61ku3Va+wnRpebsBiB
HAqYI5lv4RKawWDCXu6YxPNF1sWuIvHBz5rXvo+fYioBZ0TfAQtllXmds4sCyhdL0DDZ5PRAzHnP
pPk0RDXGrb6TLHUzPXLz6yWm3+XS9fxt3nqcMp6xI/O6XdCE56uGzo33cT9G7wYhgQzVQAMkhH8f
dxe3wDSzEAM2jVhSRH2NhQee0XVI0AtgHPb3DyHn1Qa3Ppy/SEPgUeEeovXRWhZetggr72c6Dcdo
BCWssCcDur/gBV2wxWMFYM7F99BSY8lA7IqKlj8HMLYl+t90GHGKFcWOKY5jMJ/CldJ+bmHpV9a5
nN79IfwOAQLuADirMcJ0Ey3+jVmzZqYZYl3ww3cR4pcTaASUsljzXjDaCELFZ+hYdzHF3g7V58pG
IwC8OpHLi6fbuu+wuY8wPoc+mK1DE2WQGI/oZk+lTmbHBCcGPguFw2h3jzH+L8uqpJ+Wo5J09MGj
SQ+LiqI690YVbonIgF0VynWJXodeFyuyNlvB0qXC8mHvJhaY0MxUNwlgBDMEVidlu6+0zgUhCzaY
g0nayKFgsfq/nMR5oWWgpm8agoySBelhL+kM+Q4CEkWejz1tlu/agWAL7wKQxzh/0hnAcHxovjC/
gRRSzI0FWV+d/as2w896gDmrtCrOAMKctOjKRgtgvYm/Ao2JsxSMh+A7LAb+GrxzQMIozOtkIDxz
7HdbT25pOiKgszNsg7sa22MoDIlnBHv4sK+zhcEiY/UYWyLm2+jz6mACiMJL20W+vAgzGxMdA1x7
zFZ2OLgLr8AsNs1jbS0dHP8ZVW+dyGK5peZGHwwcvx2cxOJh3petg8otgvZREy4UEcC5gpyEo4vX
H/QpXY8cUrreri3ZzS8Uv/MLWY2LsMYGg5lJDP1tuqe9uwssqbDpGbqNKYbj2FlkrMUpP0DDUTkv
6HBBa0cikGkvO6KzIrf8mdU+bwlUvmHw4JkRaA6eAZ27hjMZaFjGoXvbjlqMJuO71zUHaZQu3Xr4
PpRwU5ss/WE49SMzRjxd4JbkyfRT9vKxLdJtMLfHmuPNghU7jeOW43Dn+x3FUndNJZNG35fo2aWH
jfBIbxI53qWNMTvJsa3NGtCXLnW+Okp+fJlC5tjutRqw4aXoZqQHgDnAWC/Jl9/Xub7qbMynUM/P
bXuwsYe2gRd8t0tAhwjSzVqSJZNgpIEiYw/z84kZDRtqEz7AZlyRy5utY41uEKUkAMFc/NQEehMi
iQh6ds9ItV5mNOUrf6y9Faf891GT4SHXvE1l1u2uJl+Fg0iNPGoot+KrHbRp7WNnvwqTQSd1zHz3
Ki5L8+HAWj7NctSczM50tlY4DYuERBx6G6hTXfNpdsPRgW8EKQ/iQWLKvRk13QZned4zylX6gnxl
EU66DNIjJsxAEp3EcdOlHaqG4J3AHEZMjG6G0P4xNry0mtQ5oBxnlRj1uG/n4oZDvP/g5yA/cYnE
ZWbWubQcI32MxVSse4STZcuWBU9sC2y0541/NiuGxlXGvlMxXQtLDZTRFTqe/ZJd2kSmamPeCpRK
d2un8pdr+xhguw7+wQ3/qcbap40N39vB3rNnfOt0C9Wg2f6y0+jqR7g71D1BNCYuZB48kdCxoczS
5QDfg1rZzd7b4bM+PwbQdrEXgNw1njyCSRZJDmI3eWgAdDmwl/BOIfKLgMcAB1EsQdHN/f4Z7+MS
uUGWrcwucreTZKom5mVfupySGZyBxoYUTcrfUfgQwzrgDEYtacAQvg63XjKG7+kERxUXEK7oPkxN
oeJFtLRjSpa8ZsjXDJPDRVkmLxPeAEucQrg1QbhBkAAG1e8j0UHmgq2Pcp/g81JhqetpNBhy2C8E
yewmC6YvsUBIF3z8/n2NuISJEEHQk1VWa4eg8PZxHGOvi8HpokAQwAw22Il+IGtV8YWOY9N+YBjx
opG+u8O1eD2r2UkRkkHMbo0hv3IAAK8Gy8BfidrstSyyFluyV7xstworXYe2IkAzoZ8SetVgDGwY
H3QsoyQEqIyeHKJPV7EXfpquwehrm1oOhtSsorS1fxFrj2OnGwIyph+6bgMS4dIKjL0UWoAjWI7c
wDIb88kcnY1vBh6mJPmhsplAF1a2zWb50nTJdjQ9fGeK+U1iz7ly++QWedTyucEu5SmKj2meEQoH
uzTY1sGy1d58A+YDaV4YfRUpvg8RU5eUQ2mqeCRMq+ttQRwj7QJzNd38hmUZORgUFgDk2KrrxAnC
nd+NvqxYpRVcxH4PaQ+FppVFq7IkdQOVxDHxAOSi+c20MOonr2DnQhc0nG7dUHYv3Eke8BjKntLC
/k51xh5FEbinWhqeyRHDR8kfcabv+0Xn9umWnnkNSfqrKVNji3s81pwU4ViDwZjMeWkFjW/OOAgK
KY3SXG3ZGUkIFtveRMxWZiDKrJebHrAxkFX3EsNGoTv+CgeOHiuHIqMXtLhESnw2eMIuQ4uUtdl3
DuFsdAvNBbGeOBn8LupWs6b4awaB0fC329b60nJrV3ukXiVITcwW77B2ZETnVFtMsH60MbVyN+88
rCoXjYJJ0Co9NCbSQEemyA1jIpkdvGoCLWoO7Yjo2oSDhLMSWdj61jESmwFLNLIFQ1VpxfchjZz1
7N3GohFHE46rXsPlSMLM2JbOoQ3fuizcV0oXP7rZqtPmn47MX0Mn/CoVvJ51KWg7njG+v5+r5g19
ByhpsfGEh1jazfZ37dn/P53e6vU/zv+2/oraov5f6lN8FuVUU4y1//uvf2z++PM/TCb+8gdUrVE7
PXeYVrz8arqUb/2nHcX/9B//Z3YXLiYv/7VUb/NRF7/+bdekH/lX82fBnvq2f3heOBhb4LSs6wZi
IcfTbcR3//C8kP/u4DOBYM/ylC8DHhb/V7LnmP+OL4TkH01HCuka/5TsOYb6JxcVl4eHFP+1/18k
ew4/6C+mFwI/G5MsJIEyEN8L9282DLT9iePYqb1E7k/vxtbSzI4H5azleBW8WOxciw4puiXbZzPq
3BXvJvs4mp+iJGkJbIXk2SEA7QLmFkQRr9y82LhITPU6PdAfUYYzLIYV+BEzWGlNZE6BDdBQQWuQ
YzluyImJlz2a/9lBfIQQtup+TTbTvCa5UWAe5AjNo/ayI8Nv9lRZnawiJIWAxhFs/uzVI6/FhJNA
NPa7Sk+vo5nuM90mk6/Y8TYuIsPaVi6sXORO6AWIPR5l+KNV4wY/yK9GUlyNiVZa/bRo+rSa+vin
ZXH6w0Pkz5nxpqF0j3/2FuE2OyaYMHUCz06Kv6WO54REpyUS4eXMB0Q0nx4Ikk42fgkBlDwOot39
krijCUE+cxkSmcGNq/xm+zBMYN2e1b2ACp6sIqnirYp8r1fme+5xZ7UIlgBGhMZA+Ua4p1WLYzuF
7Sbw6L2yMrg0WXYI1fd1KlOkZrSH52yJXo0Yldr9Vlfwu3Fh0xcAQRDAfdSC6lOWWvqZzu+OL880
HLe4989dJC8GJQWxiwsjZDMt2u9mG1z8yk2ZGSTlOtIYkIr8kogTnnaY5pMjyvSLlCnPYr4/IUIG
x9wYglwVY+YwykIqXGgD8yb3tSfU7hikqqGbuNZFdspiHz2o6354WrYOwEnZobkQOyNzbuyyR09r
p60JkmbbD+HoviVMTelo3TNgyhW7cVTW/I+dk1UxVATdcFAhVGK6BoHoveuQhsOoaXCH4NhPBLmb
OeCEZadX04VcppoWOBUvreCze0n7YxDuFeHTkbzob92QnwT3Jmy0X1buMumHDDQW5wZdOM+MJzMz
jVvqCZ9oyLg/LhIzKsed+uJGw6h7DjW0F+G86Qt5VgCzFkan+1tFX3+lttjG+AsETQ7BJL7plX9G
9k9KRq0x+QPsRiyydN2IrEQ7uDk9z9Zz+GU5kXGu1h5wDVyU+PZu1Loma/pkptBljZYX2ulhdA0/
BcIoVDmeu2hc42G2i5vTWNwIPbhNefHQddalVlfTJewE3rSM3BqQ3snhzcqtU9p0q/4LIBb+HvDP
3Zpxvy7hzhpct1ZE3ydhHL2GW2sH0Q312qET2mpMopdeD79r/mvjZES/ZvpNXYAWYSuCPTSAS6Df
esDmgQqUHh1R4dQEt6qE52G13SsOfis5IbJlNEGMXx0/phETlUmMpyQzlqXgEyeYDeN1P+CdVrze
1z6lBJsHtsEoPTeUn9i6GR/3qxtFcv39++7q/+l1hywtddvxbEeghP6bDNrWtLaJOjzfmwQJ8jAS
PUfigudmWCaC8DK6pnzCpDacNpOOqGRgWBuPtOrM6E9F0QbAnPGHxAsh9GoNnxYqjYLQd2DsDrZ3
8SJedJP3oMSMdWpn3m79UAsSfOLeeinxYraoBanMf7U2v1Kv3ZP6qkTGuzSH96RcJLso+iE8/zPz
wjWh0bwf5Yzmr8++jTUeLQ6RjdaqR6uYtcahK7OPELQAdaGDDknbO0n2Qd1FQzf+kppxIRzobIbV
SmCPCUme2X3rwh3VxhysB3dIVt1C6vlbNUNunnGxC7m+mc9FsBhGsLjYq19jDhBduubLVtdbS7yS
DWf8ct2KxogZ0KJwAGl//6gM/W8B8LYwhLCkhQYeljZnnfr3P9k+cdvMaI5cGGalefG4LnWbWs04
lLjNraV7IfLxAVn5NbVbel/IaRUzhkVSTEe9HM/qq72ZhzRaCZYsabjzoGjJ2ryiLNMWqTSpctmg
DP0XNsMfDv2QodkfiHBgaEe2iR6cu2XUeFxO8rlJqg9MRC6mxz8nbOxRlYNEM8QBqM0ISjNISGB1
h69wxj8w0yqWhsw+WksSgiN/pHifw47i7o1sS4tiwP159MhZYYJuctxJnxuINwAQkc2Im1tq+pMJ
P8m8NCFKadmfjEGcTJcrvf8L4dnPIm9Os2UeijgL1+AWZAriLzQ4zMUzj2uGwQarFq+dgFWYF8Zp
ZF+jtV1XotkIO0brEfJl3eCczAn/yHJ+cBO5nZvEYXbIFeixVMH1DBEDcsrD6oKZS49HVQRxhlaW
egOhoDB/yoElH8fmvME0DwDfwxBqDk02/46gjzL5AS3/6ffLQ/7dpEutDttmcRgWNnP6ffX8aXXo
HfohrULAZUkO6DxS9i+nbHBP88w9Ilvpp0uL7uvY57QBCogei9j7S1ewpqH/dKVfLxzTuODa+lEk
+uH+j0bEW9iiPV84cNphTgldHvSk+FBf2ZF0sBin7AP5BTuezhox7W0QA5sSGPxRtvYlmsxLNHgn
q5anQiCt1MPmFBtQ0fSEm9VpPGv1AYDCLj1ehIzBtIVseIHHXBbLwtI2M8mxANp8jP6SVKjrWqCB
hZa7+8x84/umZYmce5Wg08tJxNZx15MQ5jEN0Qtco+PdMMBCAcmWA28DKkYyLH3+kzcQ4Wttc98E
iGFZTU73ELKtOWx4E5uf0RqX3z8k7189JCkwIVT1tYTU/9dXeILiw5XUoErY5sJuJ1TTMp7ALE/Y
3H40knxBk3XWTjYTsDhgUsJ6jMxHsLdASd95ra30Q+3M6uuNGWyCocEmq9Jqa6Ucj9Hg/vTB3maN
ikXobLSEV39AFD4EBBJhYIyC9MXzAeHUa+lkYDL3Z6D5yY+iGl/Us1IbfgC3IxjFC+LGU5wYB6dv
AKcEmmSeFbm/7HDDJfHEhbYZaMSwSZmi04Sd3k/bqWqP6A4eTN1mC1JnSgcY0w8YOtsX3O35brU0
+LE5jJR8iC8uu5kheMtzQuwBJEDzU/Zs6MW/8kYDrUjtaoEFQIWtDARInm4e9VfNplfWgh7blyZc
+xAcV5GO8hwuNi3Eo3p+6KJPasOWxQwe0xH/4eqXmrNuLNjOi5Rvac3+kLriUgdANs9VzwL8/VO3
5X8uqgW2JZRSd0dBXAD/+ti5gcHgGVAsdLs4oee56lV2beDj2llxonG51KEHW0QrqOayQ4mJlMMs
w573vZUf/A5xR1iemIGgxF8JnaphrGGwVFV7gedleumtNDPU3pHY4Z/1Ss2CmQ7JItsCrwsy2Au9
/Yir/EBK2IlzngrMY3SwmKll0JPAj6WMqio+AT6eN4KvEJbGVNEmnT3dPWQibBIxfDOY/cR4z0u7
PiW4uKzacPDYMiFnI9wsmLRAeO2KM/FO0dZ3cU5w/XH5R11mlm/JCCkI+bYm02dspxKWBvwmuiF7
h94Oe3HMYu4nie2n2SrNh+RBRx7e2WW5rqbuagqyUTx7fa9YbY+7UA4QUlHDQ8yAelAIpodhi6w+
pLxnFmYQVX+eI8VGseutnQQXrQ0+O+19dMRDqIkH1HMubz1nFmw+hlFOjq6L3ojBJrZ2Zj4eIOs4
+8kbBOzsYI2VPuWiVKM57RJ2xCLkJ+oMtvoqOgeJc7hX1H5PNwHWs6/K8VPLtWWvB8V60q2lPXIp
KHjrZYNPESEpDDasFgY+RTNHWUnZh7XFolXNT1Xws/HD12f/zFgvXRRueLMy6sx7X1FmxYPo5SGZ
OGkmAnKB1opXrYFpOJd0WuaDWjZqJVWqyhxN1hxrzy3zqzNSI7uEnyxgsD74IrkxagV0Sww09M25
D+Se9KwjLBvFaTgAFFLWxo+Fm1wDP7kaWXZrR9WFpMaemQSjPT4zvszfM0fsujhHUBl9am3GFJ6W
yIsopKLJOPiQLqKeX6TakHunPUMbQLFJy+fI7XTzJs1F7oTVf8bQejGto2b6kfjzDhAfBWp2g/iF
H45r7M08JqeTm3Rv5fUQAkLLSkHkPT+QyAXFQX0k+I/nsfnpxKiMhhwrl7jmSkx7kAtKcZ42PnGD
c2UWd60debY1+0FV9z7Pd+AEmwjRzqOvit7O4a5pGKqlIWMzbikOysXS627QnG+Fuj268T1us/fQ
d8/39RDN6LVKg/4ZKpAM5lPnZtdB1fWRpKlRj8YasjcGFdZShIlyfxwecWVPVqnGixyJxwBRTc4T
j4oAaU8mXoYufm+ZRmHHx8NuCZ9MJwOf6OR6X2+q9R7j4hWh289afZnq3SargjIlYHNAqU+ia9qg
uTfcs4m1xShgqOQvkR2jSXXXrsImhM9jravwBVwLvwHk5jn2ygtEwfzG8k3qsCqGDOal7vzsG+Nm
+aRnxHxjldG/qt1Ftny96r+J7TnlcDKCSV009Isych6tJiyBxTaalbwVHtb/fnKoafnvW8Qsk3nT
pPl1VBc4OoViDVDwc6iNVvcaSazXCFS55QHTqXSKDsKgyb43k0mUIANtQ56rd+6j9Opm3AGNWFxC
+QgInz7LpnnDvfqkFToYkHwvsMLPm+/q16X2fIJ1sh4RFaDOc88BCmNo45DeNV4UlM83Mmhh1yNV
gn9tromyfIjVvAjfB/oGrs9VNiejrp1iMXxzSvWHlr8mGJTyNri5k3ZGvbU3akg1JR5AYLEuB7j2
qjCgira/cquHzJku98v3WOVy5CzSLdiFDNAWKJCMjGU2choTl8O11XN4U4hQooO0dNE3KIbh0ple
koyFnxpgJpjjN4xX1vaUX8uoOHV1dRLT3m6yUwMnGG+ChfTyU9MDO1VipVasWpZanZ/cCLpkycsI
uvcgU3LkmpLfxM9gFSdzcMKC5qJAnNYIYdPk+nuPhcHK0GCWggOdQjP9GMsOmmkOCgfIfEPn/S1V
H5WpIU+xb77GRas+XaOQF2RGZDKw3RWtuf6C70cf7yOCI17ryZl57AWsQ6zwGJQyOUshDMHd5Sa5
tf5ZSOs4NCgRopXlacFD73voi+r8sR0E8XgKNeCR+mqTVouDSBeAvmPMkPi+d0RGch06uNd9aT94
Jre3i7yzWpPMgjFcLU5N3gyEWTLUUgYwydX8KQakNWqnuD9k05hJ0HSCze9rBvNfNXueoEoUoJ4m
/flfS4bcwr1k1hn+9p7PGY73NsTtHnL9OsGE3fLKzf3oRjx31YfkmiFsZZ6Yb8Uw466lXkpUfNvK
797qAGWVJ9oIFTecQuAeYSFg01im7ZxwyFfbKQRq/P0FWH81WOMQJs9PB0eUNkQrafwdr9WtIQBm
QweiQJ37YZROOBbihnTHmOgbv+pR7kzOvjt+29sDWh7nKTB15BvmH2fpMGTwt/vHsqE2ILrpcL/n
xXuE7fJi7jAiMMVDrM5AmzF0NCY3my+yBmRYyIbxfO2X6kFm7XgofNdeukg1Rs++qhftv7leVyGj
f0VO8Zf3dJgtsN51T1dQy58aMKTaGax03BgzdUwk8Rd5ohtbnaqCl06qbeEOEtahf+752M1kP5RW
fo276KZOYfUKquJrhv+68NaD+dq7FAeqAKh4gdWNmgx/b3tiV6fVierhVAXBpQJWU7ipF3mblgRe
Cc2T2RUjYEZT6sRS9/9+IIm1qLqjF3AupZl/tmKOBgxfYFPxawi+eBOl/hmI9KCqTgujvoUZYiTk
VS+pQwiB8NdJAFl0rrdpTR0yuf4Z0pIFjVpgb0O0MTCe2dtHcii/OVOMijXhsFPFZVHyP/HPwNao
VqGe39H31BGPuIVd7/+ouSCeZU7Fxzs46SnmNMFGXZZ0YQOOdbotHFq4SvS86iObQ41jURgwV1db
oR3BAKuTfNsxi1r5DXRaYb2MgaolahwV4LPAyFIrCHOGbNqq1/5+cAcEAKLtIZdZxmBHxc7VwfZ8
8jIBJx2oUPX+XtNlVPdLO2zWwwQRxteiW0NTDx2wWY8S2n5jMqarZrktU4+WjrMXsBm9jAVqXmCK
tJQleo1xPMY2239ncKhrmK4JLdxHbbALJoB17JJIJTeNR/WyqDNUlRce81HSiTD9pSXrj0X2U73x
qk4X5njKKadGjw3oXvBkAYeO+mxzy49TcHIMQLlACp08O92MtgEYeRvV6c7jvEnVUREkwPaGetSw
dKF7EP+dEV5RzeIWO88Y1SPIUbAwFjAPqpg0gXvvkLuD1Skpce0PWDYHOhXKOgrqyYufaVAJWskH
pSTlF6idSJ0VpB4mOPksBz/89BX46/QBcjYNpZ12vlfz90LVeylF+Wh3GIqxANwUJWxUXPyGj1ng
78Cif4JzrN6FhlBztXrDnl9DiNIFLcU/f46R2QfHqWFquQ8BIVX3Z0Li2EG9NlKKXzi8mN24N3Dd
EuMBU/ezxXv5RyXN45OUfKwSAhwWxNFwe9QICXHXKQ/Sk3q+qooN2W+mXCzzyvlmWZWBFhVGe00W
26Ik4cshAah0tH0T8L3qTGnp+BC3fyOr8JjO4RUc+4Qv1x+IuDqewrhMNvdTi7zbBp/hwt6knvWU
pkDLujUezVx+xq2kxoJaEGJj0CmTdFFUW51MMSbr3It7NaXp/Wa23C9VtqpfjfwB9wB1q/CkCMF5
mP+qcZKeAbKMiOxVT6R2itLhC5uwPzn0TxDHIW/WzXcyJ1f3QzRjg7pXV/dKQ9vQt67MCqSir9lr
70vjvh07Y41WWG3MM7a2S1Jctpnq71QTEnPW21X75EfGKuvin7386YHpuUH9oIrvnOfsq7boGYiI
70hzuJLBLaF4VfcIMtkDXc9VncBtQYlXsIdGVUiEWHpMqVICK7olbFj5lP/My+y1MA38d/UXjP8i
XkY/erjP0FTtZbMgisdBoZb3AsvIzB92F+7up0xp1I8zamA1kFBlk+YWHxL3l/ut7HzkDKLtt/er
nWsKnUC9p9bwag74xfg1rwfXCsnz1ctfqoji59545VgXzChtN7UbHPMWRueEnbh3fxu0EvNKuhPV
2twfpQipSeNYf+wn/6Q2ugJIkrBXFIHx7ffnl6n/3edeHdi2BTLFlipNS6gD/U/n1yxMgn/IUGWS
Oh+cGAp/02DZYOoXuwWXSsFOobBsxqQ+V+PzbIAJihnslpwj2NUNDK5QDQYUelQ4+rrSSKsG4vEz
7+TrH3EH4WmGhL7oxjZZW/N4VgBQ6sT6Eu8QqH8AjUGAMIgCeXXHeWbDLqDny5OFcZDfPc36dIw9
IGNDMePQDAV8IIDHHHxHzVMq0T6LijFCmUNudwsqHzByA1Tpjlwr/DsyuSxfGRXFUbWyic9ROsNL
0hpvPjYh3pDVmxmazByBnKGbmpY4l62KHurW1Favuhu+ErUdIvQodmKU1xDNOK6ZjEDdJ9mycJKI
qR2Y5hyj8kn1W1AarxBGWi2oVWLPLd0im3O2M5xI2vb6OxpKWKCOGS8RZuHxqj7+0HJ+May2dfcU
Yg+1GDX7ouD8ye9fNetNTUnuMxZDxNHS6L6opLkqXA3+gAhdd9zMQmLSrtAyTB3UJMkla6cBlSGP
DwnE3sthZzQRl1JU8SWH4NG+pMn4qG4SwaJrkTmnPln2og4p2rOvO8JIvnTfy50P6WE5Kk9AuwdG
Ckck7tJjQhugYwYWRnb0MRmka4L5qtWgjdYlCoxL1B2DKb8Ehf+jcr81YBLLEvMUKES4BIToNjKn
JSKO9Ll0HM+FS6Qy1oBfTnKueJDCJBS9TbbQzb8pRE+zgl1RKJvOYqP+PIzuk4vQhdePsRGGsHeE
r0+eSvFeZOIdb0xlRI/yYM7FybPq1xCvm4r0Q+xCU/z46uf7nEFT6KIfsWpSnWdTlfolIJU3AXcH
nVJAuOUp27l/QMljf+4ROsEd5V5DfYV1nv5illmgK2LfAGQt7oiugp0jXASm3t6OGZsOyy51aJZ6
msT7e0Eq3c6uhuXv32vxr8pSl07NU680k7W/laUZcwE9yGCahhlHYZiejJkSJDLo6YWhMXOrPiUi
+9yel1F9IzPrMKIE5NSQ9oOjsEbnDgb651rDRTTt2nVXVXR1FICUaXe4Q5Wg93pH/U3gartIIyRP
Zxez9e7RSbtdlUtcN7KDOrjvJV7roRc1aVUi050f0iRatUQFqxNJSzIC5ioCwRmMBq44q1Py3udC
mWSNVGhgMmt3b2TuJxF6jT3si2fP035lHr/09zfQVpj8/2HvPJbkVrYs+y89xzM4NAY9ydBaZaSa
wJgU0Frj63t58L5ukq9eXatR16Ds2lVkZjIC4XD4OWfvtf8419voX8gl0SxBRfbH2C00kn5qa56G
jWbczWphF6g8oJPj+mW64nnJm5u+O6bFXhVRttBbtuTwyoJFmgfd/DFGkXIHZP5LVW6Ao3aDiXjr
/OmuVMw10h4BYNQit5O3qiInkLJpbzFiemxnslMvRy6sjSmJv8kWfNgyAq0H8BeR161Lgdy4iTV0
/ejgYQsbGIhG8gFYxE7NuvzPr4j+L08Kw7QsMmyYNpkOhZ5ccr8+Kfq2ggzSoeb1xmSjmyvABpxC
tHzf5pwemAbMOLk9e/GIcKRrb4U9XH62RmWXSYzZmmbbXp6i2BZlVgX5lQbMZsdaq/KoOIZoOpzi
CegPM0JSJ8rkyHntMXLvfZMAAuNWNd1xCk3AyrJIChLO8eALPAzvk5w3awOjWAYxf7MYHgOa3xaD
YdoqGimm5jA/eCT+/tbbSv6qzsMGTybnJE5Wlj1ea4mZoVs39QBGS0Pc1WAdApdIqovf62t9bJcO
yPpHz/LRgJPFgTzMYBg5eT6mPXuRldUhyOMfbpr8TWkq/qWXIF80HxMX0dUY9v/xokO1gm05uuoM
8NWnUMpnZqA0dmSaI464jGKnsxm9mO65hiOZdME19jkpmgE+CiyWSz+N/2YJkRnx513Fa0KNSr2M
CcKmdfj7hQSQQk+lTbB4d+kHjP/94+woO+qOTpZmzVNXdlalACnliPwo3x596sHySVu8dkXzlkPP
tGWbNR+tZ30sz6EkXPfGXnZEZLNz0qxT7uzJ+6We02kGlQpmqLDwFj+r4CT8Ibpg7mcT/Mtgow4P
yYsnV6n89tFB3Gd9PoqrR3XyEDZ1RCnTiZ17hfIsa6KGXoIrG45yx5S/4OC4ZijdZFAvWCSPssxC
y5TknLxDw3tuGhqLwqkPrmIf055W1hDT90yzPWQWc8TV/Oh3IJv+wuSCIxCrSr4lWUc9ttUwbDcN
c0KD3uWj5fooT9pM7o96jWdXVoKPeYqsrup86QsE6rI0VIXxMWFxDrhzgdnQlVYsgKFQ5B/SoURp
zlPuvsthA34wqcyhjWJGF0ofLJpUQ8Lt3yPULDGVFdM6sYNqtnR7ax1pwVtbKZui82aZOxCYUnNs
dhZ66C1ku8WSH9SjeZlRMkopSzQm5yBQN35WYtqmih17TurtoH9YwNHpjghsGE8ZgJZHT1VD8td6
Bq1kOdFgnChbvGR8ctTP++SH7uc/TDPeB9T2EDJOrdLNGpRfj0UTyMFDogcvY1DvZDs/BrSe1fCx
1fRHpvVXDfSR3Hs02Wc1VDKHkxK0qvssxz2PymXUYzCQxs9mdY+xiFQevC1NyoUyZn1AF6Jnk8L+
92XItOqJRF5qVvkQLD3vEBRkt6TYJaE6QFaWjal00j5alUb+JHseQqrFypHwbHPTBX/J4Gzq/EBO
DErQkajR/mYcbaj/0qRjJKkaQmiEehmaeGRx/bKT0ylNDIOm+Exu3mQM/2zW8cfL6ls2HWR5L2cv
RCibSr8FKbjWwOiZiv6cBNl+TOJzwDoZCHeO+X85yWqbL0ABLyaNZ6wZyB/Z50vB+C9Bwy4HR3Jo
IdvJ8l6RgynZ/CpU7zQ9yXGonDEZwnpiBgnwV9WMeaNeAq/CpMsPahZJVHyXK6dnTtVON9m4tfTg
hxycylfg1Nozik75DHjctxi0PO5t+eN+/OynWcFnW8E1CiyNj1rqFoOI6ZDMrB4DutZ1hjsLYe+X
mBAdqFTphweN/cnF3lqQXsKayEyG41Kz2HEwfPyHP55Qa7+PYfVh0NubFYPs+GUfchWnBgI9n+aU
GOvtoyUmexCepPy3tvJY6MWjt8UpKkbZ4HrltTfZOB6fPJCn+skqbi4j6qcyodf08p0OMAdOOSeQ
fTx5izt6ca7ZO0eSmpA8gCnmu/o8+pCbkx/kSxPd5WOTkp9am1FYhfZCLw9l2T4TKL5OpuRCZrK2
kF0QhQX4WBE2bR8WNcgooHhCPKs9nBk5W3u0jB5bIqhsyXsGoeAmHyCnOdBFt7iWO5b8QiTt2+7B
EVeZtcqyNYhJSscXXznHiFtVFsmPzThlogmJkFh6zn2cxOlIxBs/oS1/Y1zHpIXJhOx9aWn0xVFg
qnFvuAy1HqNEIUeJdpDcuPEySV6wpchQvnly+sjUorzirXg2XJPH11uqcTJ0djHZjrMd/wPVM7+1
qyHAKi5b489hdMkYjxsDAiJiEBKkuXYR2HpmsY/rJB87D9kxqJJTmDPy/EsTyRt/jBdkgyiKlO+C
yG+tLjEyy3kg60IuZYIyr5V7k2dt+eKmhvEZUAjqqQi4Vf3iMJ6Rt4iOJNEaVMhZ4msBC2YmxQMN
Q7pi3MPeuz0Ew3Et85Sp1gjm5C0l8n2pfG1P0OqjdaXREiz9RLnKF9039r2qOlq25jvpLR8jj1l0
QzwgSRugcDKusnuo9pjoVFjBbLePZ6IN+snxlK8/e5umbz+5B/nyE1cueSmeBqsuUFksH90UFGFA
CLgBRvMZqfVDZg2j/dAYmNsfE0PmKXLeEjvJxai6Rdh7CwbxVBocCFVgGMhbJ0chB2+XySbqY0UJ
hukTZyU5mJUTrEY+9R6Tywa/qVCjTVFy5JJjYNn8kuoIr9XhuUANleLkR6+GQLELiI/K3srmmHwg
yDGR/Hq14ExAGTLxvCWWufJIk5OC0IhutzaQRSCHoY8HglzMcrzo8OFlwIweTfKezjUT1sIqPmS3
8dGLIzDwQz5qM1nrj+Fqio4xzMIpDAqgfDSq5J1TZzcjbQ+wbu+clhYR6CMBx1FpkAvzQ+VJU/7g
qOIPbSC0sFfLZ5ecXFsDLLe6HJ6E3CvkhfPkEn50kB7z0VbXtrrGdz1U3EDT3qzy5hjf6A5/yfJ4
6Xfu7ptpgn141FnZpK8724XCjw8XCipUmqj7HAZ+cENqWCQh+pn1jB2Ngxc3YMF8ybKkT8VDHyFf
Jaz8edereMB4ZY0LyaXBADOXPcbIDrh3HFykLJfHiLbogm/kNRQFP1I+2WsOR/Jaxtx9RJQ9Cwit
jwLm/59XZPU9P35Jv9e/O0P+WxpFXBeBvxzG/Xu3yA4WTZf/ahP5v9/00yuiiX/YhI9Kz4egLGbY
9U+riKb+g+OErro6FeJfCU5ZXj0iUHXSUR3Vls4C3cAywlnkn+FOP38ev8fA0FA1/b/kFBH2oyT/
f1WarQkH4jJCWfAMlDuO/keB2uAgNFID37CeOt91XPL7tKqP7agW91YDVTyV36a0Z8rmHrCQVlvd
cceLTyjxqk+CGHSJta4TiJyNGi1VpbPnalkfKqdQZtGgF8swC2soCNNnaljJi23sJdxj3nrJprSP
SD9jDsYHuJEWY1nt0MlAHXZ/TuFW0D4tLSg+cMkg13SYwoT6aqZeso9619/Y0/jGBWoJ7tEImyr5
cq3XF0qCKz4j7v3JcLTo+PhHXJGVJAT9sEAZl4Ou8IxrpvRew8NVuv3onlU4INjwqDvRE19UUDCk
JhAZpQWcroSKfslwehBN6ymZRmB33s0QAW10B3kAUOhTkzTuPMrftS6+4zpFrjsgmSG6gG/CpVCS
7zCGNukyFIwrrKQ4eqNoFzvmTss796SJbjM1FVmTKO1BieJkdzt3Icyh2Pg9E4Nm8uxD0i8mCMKA
rCRzyLPp7QJ7GcsuWUNX+w4QcSFIE1s5nao/YR7GkabHb3UODITL94SvXOurmd2IimsavvRKbuHv
98DpJOUmZVy7YDRYLSwEzqPd7pQ2WeZd8VK31iFG8e1bdkd0TSVmVekeJ83Zj0pJBN/QQ1Ri+ZhZ
sx4FwSWJbw4LmiKE8thEhjtJKFFMcCRBJBLcgBmcOQmpQBEztoWEwU7MvwnKgy8PmQ7SQlnNjc6h
3WYAFp88nkd9ftPrm2ZTGBQxLATckh8GLlCr0ReWHum4yJPLCJtLh0OTxXkwY/JDBGIJFDu9em2/
9WpIcIoN9LwnKoMoB8HkJicUIIBeEpj9PHXsd90v+pVemOrcw6qMGZGBQ39pwmupMAIDUuvmyZwl
Oi+0YKHqCVq+YRnrJenU4dzslH1tJBusF5sQR0wZlx+ZP9ziMN1GYbapczQ1ySFvC8w51clldocI
aq6EPbh0dcXMfZ3bybbMu6NTOaupzbYCW2puGqcAUFsCdEwtV+mFENYtWVXr0oGm6U9zA/JeAh/D
bsAyYc5SFRIq6fTXz173WY3l3DealUauYGu9BWq5y+lh6LmzHkt9oduTFA4iJW7nVSNAPOQHfAPX
LsgOTlOe1ClaWblYjW78ag7ZwszreRJp35xM0lQjSlOXdF5u5H5ceuQ+cuB8ckgT8z1jDtt45wN8
ZTy77ZJ+EwfFJuHIpHrDHbnO1szdox9rO1i+S9XM5kU9rDEPbHKd/JMhXNEw3ze8JwtefK7y55XF
vAso/SEyocjK+Biw5q1GFWhlOq7duNy5IwejcE3611r+UuoXy7ZVz4C8ZqJ0n0RdUJGNjHt1/DYv
o2cuHcuEa+WsixZVvh4cS9HvnXC4yF9PNfMklPAyGu6m8JSlo7232rjUE2a7rb6oaB3Kf6c1kVdF
vo2gMWoWP50gQOGCb2kkSp5zLr9m2IgNilnXcVKINCbX6hzAB0Gl1YogJXrlDAW6xZAslVMRcoYa
YPG6G6X3Vn44kteVzeQnnQ/+sg/y9VJejsibgHHYa1cvYIWZZ2tbJMXaDbNDrPJhjMGx8b5ASt1G
dgeMY2Kcx8jPQlgJXK2ONlH8ga+YT1aQSGO+yVdpOaQTtPUqMIwlFFqYrvrCUENkaBuldL+b9HJJ
6Fu5Q3rA8VROOh1HdxugTNE/Gfvg9423dpa+xq59w2E7D0d/IfOQDUBcqH0Bt3cvYW/N6Y6vdXsg
T2PZphEDZYl7Szd5OiyG1FjYGjrX1NorQ7eADrgyompugzsJw2mOZnUuTG7vgUKfy6QV+ayeDpnV
LaY0ZOtzqYMkr5DUGsPalxNJIvwUPbxYYfMul7K85jpZGX1xJtt0GF200sEiyZYR4Cq1nsXBTXju
Sncq0lT1Uyxo5hg2nAXniNf8EHQenqqTYeDUVYKLj+I12EFIWU61sZ+69DyG8YV23kkB+jBVOWME
GwvgJ2B2xCM6Kv6VNfpHn5gltUw2BkULaXdzROvzrvHIiSIRhXEWv2yX6cIjcUTytnWgLM0wYt9R
Dvw9y41Ft51og/NSDyWbBfdyHXbLtCDbzplWXih76BP4bH0uN2L5/21Yz0ye1kqF1121NjmQs5z7
kZbMMsuTAw/U5ajtXbiRNvQIO4ofv43XGXFYz62vHrRYIZooPFdef/MHLgz6DqKZtAw5b2Lth8ic
u266wZnzBLxZ6jysZNwqKni+cvhKBsJM1OHR7LVTIPwXPUoPLg4PitHqCkMURuEq6JUlYwEKO3sT
jJQ48B8Drb0noAM8VMNubW8crpdphYsuJ5aDdCFh4y3X2adjZ4u6onjyTDq3FmxCyz0oqrXXsX0z
lNskxWspHWijQk+TtkJe7+uaCQ6mHwuKpcPs2EG0yuE8/lRI7yua4l2xh/N0RGT12ufGNiYVBHdc
FhvviggueRCfm7R4B2mxQge7htd8rWV04FgjRgh5OfOC/A8lng4TWSDq0L1Q2l8DdZz3eQkOlSUj
KtJKyOkZrxUGHNc48F+2y8ep0h2dlIVB5HcbfFMaNlmHARNSQ2Svg/otMQjkJHtNZ7s14iXy9doY
507NGahF4Y+vrif+SCsWwIM2ZqKu1Y6sY2qqzss2dCK3faSdqgkqpvXUxyhFRMRGTUJHSrfQz4ud
pFrHwcSTh1jGU00elsJNDRXEgyBVz1O69rHQFzGUR21G72BTjc7abcTBLtmIEm87mtGKaf+mFvoy
XJuw0Ue/X8qd2cenkDEobnlLObC6RLtzUWh5Qb9s6JWmYFCRjqISm/XdRS+GOaAUVNRECTqMoWE6
RAz/tSpbBJG/BH4OUL55/HpgYTtGJiRzwJXxoOsrB7inXAWi/i6hQjWYTeJ30WeBMdt77rdCpubx
KeBFkbcmCrRsO1rud/liEqfYRb49d97H9qQaN/wY63KAg6mEq8hrQbkqcITc+K36DBLKMD26jCXT
y9Ktn82En1nAk8ybW5M2d8a2F6SnBMF8NS2cWGwGgXBXYSL5u7ABGSv43+X6TrP4nHbFaWqDVywl
qJxXPUSzLhovdhteYxeYkWN+BtXKYmTrFeNWpyiFykqlm26F6+87a2VO9sb2glUBF78U0DDIp69C
dVsn5TbNbYQ+5cnC99cSTKwAWo3SOegYofOMB1Vkqdh/B9C8Jnomll5OeHIuon02vkyWTODAsxyS
BKkRzcWhpJ36Ret3N9PnGWz5e2Sn6B2MWRUuo1PkPDFShrBwLRnBN/03JTBB/PHhq7uCs4gw24Uf
mfsgb/Ztzblmr+mz5MhTNs6Sba3pJ31sAJ6sCbbeK+V0yBNzX8FVzLLkHBGmxN0I62aArzDMacAj
nGSDmAi66NNhQ1Ngb0QNBJRsUbWY1LiBJnKE3AJGN0os0EKkw8F/mZwe+/Ww6cZ87ZTJm2LZaxui
sEXvshf+1QPDlwtkas5Kj519DNdHMToagjoGvGA1Ku41S05N352Ynny3quFlNLJPWn7Plsa5TEmh
t4hvQ/ZWNnLWzUoMCtzvZkXKrHGCVyWF3P5LEdqrkFwJL6q/1m661k1OGH10wWO5YRSLl3NcQljf
A5naGVm/USf67iEXgRM+mSlPukL886SsRq1Z2ClPRjLQ2m44KC6nVJOjtI2auJ81JIwEunLtRuy5
qbkUnv9i13Cv+to/a5Cw2qL+ijb404oWulZeUd2+m35wd/I71I2blS0NGXxtQ+hzq/ZeWw6xecuR
LTThtyvSNznUdkf5IEzr+u7NpYIBve2ubb171fAdg/Ve1ta7HqivMYExo+8/F3198xz/aFrbKtEu
JAu86XSuOvMjNLp9WPpX/Ozf/P6ZdvSWAFxuBe/F1P0XLc0+DewuDbHpGI59LHXtTf4GIps71UeR
xRw/t349XL1kvGfuKQJBgEb2rEbpGwyjW4nSuSnGC4TzpE4PsB+PXK171KdnmnRHY6KH6Ay30R5O
mfZjzJU7/OapupSvuk7zq4w/Ie6sCjpNQ5UeOpVbJvaf5ZNLvk75LlwVGK5ibuXL6vNxa/nfOyoL
pemey6iHEB1eTWh8g5Gu5LehIrvLb4tH796AXjKV+jBGfJbwmBhEvJMQfPZZRF5nvQfm9Kr3zZUT
81uRVDcn8nYZGKFK8Wd52W9opR6rurnbQ3MPg+zcGujNipBlrlysHhNUnJxzXXyqY3NzvbMW0EMU
wTHIyAJpn4dwegV2ehyK5DwlznstHd/RetT619TzbhrHCFIOOUl/bagA4y7/IF5nEaATM823BLiM
AgUFIuvNNmEI2cmna9RnN1mUvnIpK/Od0pnxknJP4c7p7VkuCiPx7pHjvMuPUUkxJg3DpdJKqpjz
aIRnOO68uOEiX4JpK5ghk0NRfaFBvSbx4Na11pG7+a457RXM0iUcsm1Ag03+npvEPFWZRifd1Unp
ilb+VR9ZWIV28pP+WlZArOuvhWYd+ibbGGYPpcV6T5UK7Df0L230XzwreeslnzEM950+vCpGfx9q
seOTvdr5yvPKQ+DVR+IYOAg6IO/ro9YKUmyDg68cFM0kUxl/Ky+8TZVbVHoHEfov8k0lATQw8REU
/r53rukYnavUf8Eus+3D9uYDnBJiV6Tu7fHzK/fIhMjWsPnyQcoPebI9iJX9WbCyh6k+9vZXFHgH
+Ud5k3ksfHGeQv+1GJQ75N2jcF+Djvu+byCK8mBR/WuFeA+n+jXtzUOF47LKfi6b0vFujVUfDVK4
naq/KryDoV5GR9QGGQGPvF/VLjcZogzKqnf5pX4wnRVTuavoHSyCXZs6uBZpgIcP20Xd7xE8WMDm
E2uYFrVTQT7M55rIDlZ2d+szpYPjNIfRPck3JggK9M/yaKqPJzJaiurOQ6JPln6RbPuAZoZ3ihly
a/OAu8wj/CZQbvIDGAL/npSzwm6uwoIgkJqrxKe8E7zGzj62QrnYiXvTgNAGAa9Lt442+9YQjK8x
d6QSgRtKOGpnUFB99axb7WGCbBWrryk3KGKUF48dtAIjqcRw+7wL8/F7z8mgFPXNcew9a3MD8Hwm
F59cUfBJjpXZvGD8vco7qjW8s3sQWf7u6TGnwW0hXdjeDY35zU6Ss9b1r/LVj2O09NSKlo44yd8P
Jufmp+J1IJCRYRYZuHfkbwu1NudO079mzvTqMrOzSb0EsHHXhQotoKGTPa0b1V6k+nAz9Oq5jVlj
yviK2H/hDuaiDLkKIlY+RnUkWbmc20a/MMp0Ju9S8Mzw3Ltr5PmzNFV3itFcmx9V4l6mInhrFr7w
zo3Rz4ugmet5/OmG9UffqCAKqWKGTyE8YmbGV43Wi4g3GdZH9JvZwcdAOHjKbnLUs1I2d/maAtt+
N2JKUTozjl3eLc27yfcoV3aLgUp3x628V00EaKh5tllt8z77ez3yyIQTm+fKLXOsY6a5jDlneH53
NUs7YonrQ3xGhHIum/RgVPq8oSklQrkGxKu8uoHdn003fSvy9i5jaYy+p2kUP/6fps30xEmYHK/y
Nayqg0imdRC/TTR2eOjhnrS8gzqsNOVbHZULk7M5/X2UgnDy4/wc5liT3bH4WnH8SYS2sxt8QGWO
0bOz18Vgr3WaikG18KBuyAPqwBCh6QxSL7pFZmNNkXcA+mDDoOUZd8ucVB4VZ3fMsuY8KBfN5CMf
puaNS0nQd58Nh3O1Nu5M77WiC9G0iC+Vj7TlseCrK/nv1pFRUJhmUmWRdTqeULZve1wnRkry1LaH
9B8bIHbAEQwyX1LLN6HZrxVwj3LrBBG3UKJzQZihG+2c7kebpocCg3M8jYg5zT1ouF1onEYda4Ha
ZFtCyIonjCFw+t1tKXjZoAsajsD50Byl3F2i1vhU6In4xzoOFmNmEMKjrEhOXKPLXnZZvnMjjr0O
HaMOOLt2yuieyR/H7TfHMDs3+vAoU2A4eq4KgjyHQD33arYNizc9owNhzbuhYkBXrAzaTlbxHhjP
g0pZH8zkdS7Li+EHu7QKV6ICEtrTzmLVmbQb5dVqVD6WZNo2brZO7WrvCXfJUyom/qxPN15PYipc
csdP2eiafYlVy7HdZ/md7FN+Oaz584uaSxrQBS3lzBoa4Uh1RjkFI3teq+Gq18p54fvLOIE1pgMB
HLGtx0d5TXrLXal9viatFcsikhGbPNVaWSRExcSxtx1c8obiPWrwA5L6wVR+eFl5lmJLMsaGRSxS
gMmkhKl196p0g9jnKYZH2xoOgb2P4m4bNR5NqZZZfJuWn1oEyyKCs4oE6ikEhgy+XH0Nh2HRkikU
utJ4E3c08uNdWhRoYCJfAolsErpKROk53jVUMM+m534XUwB0qq6tOR0/UsPNi0mk8TqK3Ftb+Lfa
W3puXENSN/U5J56V6cftwsvzeaTiksA5B3VZN5+9uj/VcfujhRA7zxaNQzhlnPY44Q3K3JHped8m
sH9BjOca4SOTqn2GKHm0PPwYXevm1zg5xUIJ3EOS0yISDVhey5h1AAbUwj42ZCfPikRB6MVALZ6o
pQGyx/xUCNSG/i2pox8+JYI/bIwkqXfmOYiIsLTJMgZYLY2EygBzSX21p/at7OLXkIEvEvh3B2Hn
oZdpWY15i2JFhceQKssqIgbGVuJ16jj0VXV1MVU0DTO3OfUggbK4RbtTwFHB10ewHYTKwVGWZIhm
s7GxdrlIZNorjQRNceaB4Go0UMagYUZzHfZpOVg4yTy+iMSlN3PKbmGNplrRCFr0dDoawfDVyDB+
wLbH3FzGq9GrCHf0iZIooiSVcXUldWA50yspzVFGrOQ+NKvUgc3VomtPLTK3en9duRp2ShoKU1Cg
EzP49CZY7pXVfOmN9k6g1AqjM/UlZeiTuFt9Tmqf93jwQnjEk/zkmvazy+h+pmhuR5fWnVsBcPiQ
j3qWjzdobMFTXpZHUY/fGluS/8tiVZshRzOdHmFqJN9YleBIRw/TPOJbC2K0lUw/KjHelYHUmPI9
E3E5D4xaf9Kh3rRd28zTtHGxpdazuoeg2cWH0DSRiHul9VMV+T/zVInvex6L7//7f33N26yRGD8/
zLPfRqMgPv79KHVVff/+9fufX//XFNX9hwVU1AV1hYsaeAsD0Z/APeH+AwcGcA4NVAQOSoE48p9T
VEalJiNARxiaSvSJ1HL+NUXVDaayBFKoMIJMHRmq9V/h7WlSgPn7DJUXJceohqurwrb+kD0beoeH
yqep43NHgYKc5pOpV1ejx2DnIn7OGrjUAfsYgt40okttiFk9Zs+VOSBC8FDio/Xi/MTTvwSORIN8
DGZJNhRr6hKQ/ewjBDT+cnHPP1/dr/g68TtoQw5+LUa/DiBacFbyQvyuKs0SteaegHqc6owQmrQ/
6dkEWgjviuF/rytmTwSg63OYdmffIe8lx2i+NoL2p8LgJ73xP3oh/9HVcxyHwwnOe10z5Qv9RVin
cyR2MxNEYBQTThX7IwW7qWIuaVQiX2DA2aX1w+0xUiiu33AkQeBjutPfmHp+1/7/vByuqlnolA3D
sh8m419ehRd4fY3hibysAj97VRaL3lM41E3YZ1Iajn9z9e3fpfJUZbiKdP4Sps3KUc0/Lj85vqj3
wDfN6I62x6JZMFkwvihddaoUTD+02IhCnnzrmYE5yY3++KmpkbefaoLVRsF1t9Qtc/nXwJ63QR7t
vEA79IYAv0iM8AIFGlGYyaiu456Koozqb7n04aPN3whyutaWpOuyrOi5SnIb3fEqbprdULgvajso
26ws/XUcxeRqRVF4Y6gP+Da1dmEhCBChuku8Zd+V7bKFlrAUhNHShztU9Jp3eUVG1C1Np1GKpxYA
Eh0KvMDbm4n70rScpRKUPCZgHD0lLCALocN5IZxaKu16XgnfXNQex8gyH7aa7HW6/bnsm1UfkMXq
RZFYaVm/gsnNVCwUbNl2cGt4/vK6JsShxB1tFRrHxdRjIdWoY8du4yVas+nNYa0w1iamMe3XSaKX
s76qV5Y3TsfUIAI+LmN3lag6B4ChX5oiPPSqzBSG+zMEu5pD+ZCBURFUHUwDVRuVjv9Mx+M5MVa9
YwQr0yg/pkpLV7FtvnraMHeTOvkoOGvicLT8uetnGe1+dAau32qLzFewHkI04LBVxhsVSPXBIOS2
0d1sa/uM/Ow6ykhFK3DUMd5qcgmSLto1AS/jrlTICNDt5j7ANN65lXf0chjBYmzUbWUaQHQ7YL6W
W7ZolRxtW7+KYmxfCvD3bSAHmYU73hqb0X6Qd+IJKB1si6Z6znsynoeu0Ha5QolSjdHK1yHNx7UL
o7b1wqWugg9AOkghQrLGTAuVnkN54RCx4b+lWjfy55s/PDftto5rA6ly8o6pbABMykHt5LnVhSCG
6mL0ypsh2pdROOVW1TUA1grReaqNY0YZc/fvHAm/mzF+3nOYe4QuYHCbxmNL/OUezzNbS8MCPYUR
Cijf0abVmm7HLI+E724F4NNg6IHwuLI/wgI2G6oF79jRiqQBPGuRwTzTh9lEnRuevecCOw6+Hkps
/pFXarerwiRdlM9qXbfsmooOBGFS1/5E8GY2hrvWWf7NJiL3iF+fOxp2TNWydcuyELII5w+/kqqO
wPprDsVdCWLbQPh/UK72SJxNWxrtrKmR42iQjpS+e8qcbt/bU74irNVb5EX8Eyr8b7fx3+XRqC4x
RDoaKifVIQP8XyAMXprYg9fUiGVhwM047xJxwK4799E9IDSXR8k0L/7mEzX+9QqgxFZtvEamw1/W
H3aNpM6TUAwogVUzGWe2bVCCN066GVu/OBF5r86gChh7gD0GWcSUwrGlCqbK5sN9tiSzrOi1pSXS
YutkVXAAwkB8tM5mQoM4iFpkpHqHghnp5Rn18gyGCVGfGHBQheHDiFQmW5WBLbYdD12J9rjqS2Xf
ME5h2hLp9zoepqUi1B82XoOnVu+9V81nxq1kAVk/hee9ZkX9nk55dTYcPre/WSDy9PPbCuEzQQgs
dB6t2NnEnycTYFpaL3SijcDjH3X+wdjOd/fV1IbLAV0EFmfsI63vi5M29M5abUZ9bcQmUWZOfU2J
qyn0orzadkFjsygJhU/c8qljGvFSlxEV6jB256bHBOB1NXoP0LKVHU0EiWvuvM2YZpO3aW2dxGsI
GwXh6otorRFjYFg5N0xUg1xtaIuZFaW23mvuva6LW06W7dekNr5qw62Mj/UUiTdPhdqhTmXyiWjs
rIHg70zNXRderRzGsVu2TqDt6i5V2bzZadzeLhciBFwooF+iwuWw76XVJqo99Qp+XpwGRCFFNQ+c
2rm2ubqLSHontM9Xts5UKODERn+t5eUmZ+4K7VBxXKK0WrD0fdiTIpAWuE+Fr4NeInWMPlMlswMq
ALxPkMpVQSuI0MgEI9xTHEJXbKnnEtAUak1kL/ErbKTi2lS4Aavc2XT6ROFkiVOXOeFdxxC80bQA
AZa2NSzSJ5CNh8smoA8wua2xQNCPyl5Boze48BF8w9ZvoT6os0ylkeHL/woNRpZKBIxlBC+mOE62
m4yx2f3nK8yQh7NftyDD0lEoCm57obqmockt95ctldhc0Zb4MmdTqj4bE88RFTnZolaGFsaIRyRw
X9GRw9eekXeMFYYZblOZJWCo0iNz0rePuWIewmBrhWP65k9MHZ3pS0is3Vh6u9BO14Oe+/sRXkcV
o8vzJbCtwQIx+M06VY12r4SvOjqIMwxEvUWQggjTXk+iIFPZCLWP+v8QdqZNjhpZF/5FRLAm8LVK
AklIpVq6lq4vRLu7zb6TQPLr3wfNxLye9oQ74gZTNR6P2xKQmfee85zcDio4XVb+wcanCSfPJ+ek
rcGwKlpX//x5GP9NLfzXa9DGOea4FrtIw94eyL98HpYFerhQBCaMnKpPi5meZZaC1MyNL7Hbfpvz
dTrLLnfpnXioa/BAE0UYX1koGKoxLGnmqdxJI/9cnWzez7JCBtjF1u6f/5jOf1vKtj+mtR2KWNKw
lCE1/eXEord4vSsfXZHfJRnobtqpLBJI8WxXu5+T+cM35mIfp3K+Ftw2tN3L+UFrvUj0WFhc7gic
lHKm1z69E2atNrSR/WAPOMChK8TQp8yfY9Lf4dAKcgTcTsrd6Ayq/TIJVnrxpgpkLAUhOMdMN17z
3YAvORi7mC5W9xivcxfmJFjlOu8kXJ4NqYs4Ox1i0RejMBE9Fu5zkn2tu0IcYx9D9VobSMXt9LTo
dv1nbqDE1pw4+82hSfyvz82yTF6pOnz3v+3aizYjb5kAxHstqRp4KhKeBmiVz24g9B1FjXFx5iqm
o6RHZqk7F120p+bbbOBuuLON3LsXTr7AsfTqV94rP5v8KzO9zEydt8khYG+eglrWEPBGGmeZPsdB
4yJkaEHNg3iqjJOYbSAsuoJYVTlEkS7kfvryq9MPu7Vt2pNUU3uYEOXfK0P/zITOZ5WEbpmRDNmP
vI37xdwrY8IuS0wKuqBW7FxJdAVIHDMkAqg8NqP4o8kteTZQfHCTzwf2IPXbEs+PGmqox5gmmWzq
s25pw7Ocsod2HfTfHY9+PR2xm7B1x2RTw84Uz9Uv9yeJ63avzAVgAOKeeG3SCI4e0RbqJG20UJ3h
2IE5EYvL8Co+1Ksyj/bifF1XMHregOvQRZz8m4fG+PuXDzQWfr/Dnwh/mP3LdmvKm55OOrvUXIxH
6QIIAt0KkWYhG1rJUTukhlyOxLaNtOXs46zk6z8/tltCwC9vWx5cNLyArizPY/P332+XcdSrTCrw
nGUOwNGvrIwkvxjvF/8o7GtJ2Nj4KZeCFJqsYl1Il/eG0OtJTGOw9In1m6/J2b6G/377w8Dw6CUK
kAsoybdN4V/edrg3y8YsM/btqbykYkJjUMg8zOcSbHGPa0QM1VGvs+oSl8kXtJjGOz0PwaDAdi6F
trqki6h3UU3lkSQFI1ryIg1EiscxtZrI0jxsH9Kf6LwPEA5GI4sf0VAhAJyL+963rCM7GvwxOSTh
GKB7rf3pdZdxsNO3TFgfq7lMgPQ0GVWsqLDEYRegCPiARuc+3y4+rsF7WIych33hPvfe4O9xwD2W
ZNc8WKQA3tX6kn2sZAvfaYOcIzJIIHFuF0QXP22vig+zNSTnf/6e6V39+sGSDqETL8QpEnoUDNz/
/mAbK1FaoujjG93F1i+4z4S+ldtdPP3id5dYv+TaJe0viXHJgDreijHCMASVAYfl0hjMxC+dcVHl
qT3OKeDXy9RfVHrR08vSX8yU6IWznV5S+yzlObfPs9xK8TMSe5xKfFgqqsszinfPjVT779LbyEgi
YZ2ofDoxHaUUOtP4SJFCIwzE7EdZHudbmcYBCDgWSeOAuoeS1YEMPC0O+zkc57Bpw9YNnSGsXfzG
Bx2DXYdM5yAY7jhbzbBC2uPUHs1lsx1TfkeA/dHl2p2c7tR6uBtPw3oqyii7VU4onIyK5UiMb3LW
xmhClJRgXtqqT852ewbzW9/K8844AYV3tm+FuBVp+4SIo7owIUTN0c0XlDrNfKmrSzHvaREV8yWD
vIFORFzS6pLMl3gCyHZhCug7F49X6WF18b8OpWOdm3LGc3g2OFzIcy/PiP64jvJMsGECA6I8G2T6
QWJzo5kxHZ+0isgflfHd1NKP2cqyTpSeIDE4ZdNpqk4MaZL4mN3KMo7zCDH+OCI+p8vhs/k5sEDH
41aJPKA1pRYrXK2wpluOxr1k7hVqa+ivYeUijjys2aHotsq+19NOwafig2+PcFqM5Sjb47oc++wE
tZTsatGd7O40Mf9aT5V36tdTXkbprbQiqq0oYVZkRTI551bEw+G05y45W+1WzXqu1vPaAis7O7fK
1vNcXQzvTEk+dhXqfyDBYVAC7PoAYmvG2ZEOvzs8/wLdYwvEI+baHg82LwrfvzF+/vLuYq9ajT0T
wPuuwsfS+K75UldMF9KldSOS6Yh6dPDBMYBsD125TKEPKOFOGgwXdE3YVyQk1t3M6QY2qkJKujAQ
AwJSXmufMMuunJJA4izgjmvKYHCEf1UpAzsw+v0DAKx+D03dipyysiNXW2JSitV88dkZtgUmaH9N
kMVrTYtsk/mXqLT0bd0iLMsxb36zq7Hcvx0TPY6GLLP0RbaM61+hy1Du+y4fh+5en3b/KnJxqZoE
KTRjH0m195lKL3utpze3T9Reos2lgVgE/q3IPJjZ6anAs4MYPbEKXC3wbxVXYVJvVUqG4WEtw/ZW
ykAcGup0826V++Eiw9InXSms/dAz2I1sRTw6ER6JGU5+SAxtYYaVGQJvVHsTgWwdpnClbpU0YZqG
WRPmKQC8oEzDTgQrnFQRGCupklutVQBsh8Ivl4t9ouNE3KewzbGENP8uPBnURE6CtavUzh+2whJC
VYKp5G7AuHm7Zgt8vX1yq8bfs1UvfGSawUjNgWgDuw3aPEDXRlZYYPn0DAMmxYr5WhHORbglhfXh
dKuxD6m+D2e1lVThcLt2KjScMO/D1Qmh8S1OWKjtBzLl/1Wgqx22SEuIDYUyIFTm6MHDOd+KxRhN
MzV6gS8DZQTEnToyaJrAkoGVbmWkQefuKXzPKdXuY0RbzVb5O11RrE1ik5HvmElu+cbQEYYdozVj
2kElo1axVUpOJ4r1Hj/mXlv2qdrT56CIxF1uNfZBUgYTMaV94NvYLgLNDlJnK9wVCYi7JERzliUh
YOTyVp0M6zocZChv1cPsNMJZhi6WFBn6RrjUoWaEK7eBGdqEFEuSfLci/0CjFY6CrQ79W2l1GPOP
4A65VS2CeQ1aEZB0rA3BAzLiGWpUFeRjQHe3TXCg4YfaF9wl6FO5RW41k6jKdDnbM2iVFnLqrWD8
UMsEhWqrUmzVl/t/Vcpd0u8zZNkzE5596e9lHlBDHjjtVt0MOSzYPBJmYPqBS8KmDzoMa0YwcZ9w
S/Sh5N7gbvH2Ka+HkCPEyHwWaDnuCCfs1b+rVSFVcwehB+H24cZRW6W30pbQ7nBvhJuSDjV6Fy55
iKpg4h7Jw5GbxaOLEvCm9WTQeYEgn11iDQhMIjnTrfQ0aHk/EckokaPsCX3yt/H8Ps+3GvzdNra3
iOjcqlG/239b/2NX5NLKMPFIu2w6zV+2v7S4E9KeMdIIMyWmxjVYWKx4DoUjXrPtt9t/ZTaCuM2I
KuxTmkYTWXj2iRQ1Kq5OmXmc4qM/Ht3xKMqtXP9Qy0Ni4gICl3fwna1cAF3p0W2PDvG14ki3/Ghm
J/1W3noS62nd7AanuYwoWUYTIS7WVgiwu+7sJuem20r6JHOfB38rFBkZYMv6QvQtSdzJconniya2
KsqH7FYotvrpIS5QDPUpyjPoQXfdYmpnGnn+LlkjrY3iJEKeQpWECU6neTq51cmvsEocZXxE3zjD
+C2P3ojw/yh8jtBbNfIgu61ydfAwY/NvyL9eetSQSS/HRhBme6rEsepPxa2WMnLg6vMv6J1mGRks
6TJara3a7kwh9bbXs96d8j3/WdWXntaif04RkhDWW1+0+ZK4v4ndwoL7970x40JmwJx6cQuK7S75
y8INE2mO25Jw7qrSkl0yaQVLc4VLLp4Jrm9a62UZ4JhzHCk/WPjfBHm4q5etj5Avy+eGtoKV9Oqj
NNshRAw0Bg3jnd3MGQpbhXKvJFWdACMMX5g7j18GjQfWGlAmrRvhL7OCxeY+aWilv6MTD3IifMc+
ewMxnHzpjKanHzEikY/HvRiyn001TX/UwtgrkjwJ9fWbw9BkxKElnfFHUQ5Hx+ZRHlH7EKlmYnck
U4ENW1fdZeTs7ArH7r+4hRLsNue3hmEPXaRhJ01gh0o6aM9TJAq0occHfIHtfVavzjcvbh5S6y3F
XkDKoZQnckCfTG92Q9ccxkCiCX9UlQYY1sjei7p3LwREHRO/f+iRWR3q2W0itQJwmMgweuvTTWy9
SSq0ilmYatDMt6n4NMkyhsZqXZEEGpFM9eXxdsk7Ld61K5sFMlTpahVpdpVQplOl9JehM975fOaT
mqo46phNzNVgnJnIviwo7U8EjjuPlfDsOyBwDX7BHuFlKauTNUPMpQ3fv/R/TmoYdriWjcfbRVNJ
fLIII8ayCfRmjfTRtt9bEbHvsz+aMW5xoizevdQT5D+N/q63VfkwpstVJW17ct1Z35uYAL9oPiId
XDJPULahUcW+vflAEUai/MW7UgWgDK/m3NQPVSyaixtv+e12Iz5oG/zEq1l/XxB2028E+x47F9+D
1/jPB8P/cS6k9wDekYGxY5r+r+fCkfRKUcFIvncSZT5lYz8f4hVDq0c36KPWje8rzZiw1XKQ5aWm
v+RsmcqioKNktljH2F5lXpo8WtUTZVRPjYWycGKeE/3/Zdx+XYDt3UlGaKEVZy9lY7ifqGbEfaNp
6kyH3X/ytP7n3HqXxHn1S2Swb275lifv6a268d0S78atBkapZBg3H0XzoedfVf7VMj6m5et4q375
ikKn5CU5D82DOzX9ywBd658/N7rRf3tpsLndkJ22Y9mu4/3y0pg73Ukdha9o0rVrL9IpUPoqwskx
5q8evWqtgEsWF5MR2P1SIsh1y4ttTCeJPrb1Hnq9176mQDb3GU5Jlg7oS4kiozTN0j8sD9MEY0UT
zESnXwfp4qSp2/bQ6/kSIkM5Ix1Zvjqzhc+Tv9YiZAtT13Dv264Zn1F+ffodhwRTcl7LzWrEVOj8
jHXi5VaxRrZGQ7UwEF+LkWXKAskFr9E6OHFlPPdV/LKOufUuTXWotFr/bnh/gBbwo8Fb1bnbLmPT
qXNVCjfwM7M65jAkK7KAX4Gbpq9+gsGZpNlytM1vZpHfi6Wvr76cyGiSDsBRIZfL6oj5ouNmPauB
bA6z+qkXUEmHKutCp2BpBH+HNgRw26PBc3jXSxzosKsSnGVpZMl2/d7Yzec0jiQ2NMzycU2O7OuH
ATPDpD536dRijURtiBm9ZjJFurVs1afI5iaYtUQ/LHsiu0l5npzl+XYRBqadYqYb95tb5Rdk3zYl
Zq5KOwsaO4+Y9etUlcEz+QZpih4F0FaQ6+YxdsuBLgLYzQSzIenGdhIwESMdx3O+Z4tX/PSxPjZe
MyPgGNHFjY6Lbr1THJs5sVVTFrYd7iBbVPGOLjDYJeW+a6xkD/2oLc+ESFbkaq8vycoIpwD90Y4k
zuvuAg53y/T1nNELS8NQL178KNV+VD9byxFXbZ7dp578lwcr9YPbb0U8fkO+rC79iOpPpQKhwDaJ
FFls3DGvutZpPp0dSYauCTl4rycTSRVQ3yp67OKlnImAH3JOV5ABGBr33jcrbZ9q21p/JmQV44i5
W003e1rm6tojLTroy1yHremqM99sdkRiTfZQ79mHTsiWmbiyYXbKbqfPjrg3Fq29VLrBxRuyPRoK
PdAn+88mJzPX0wCx8p3UQVYMRLnPM4FOEjhRBtHpKS7iDUrqt5g7iYWU42NbNvFj0rr5/eqro18P
/UUQlXzRELJoPBxHv7e7i4mKYTcYPfetWN1Dp+nMGTb8EKFtlRnLgJ6+9Wosqb9fMza8Q4WjYpT2
k1azKvkrU06L/LtOQ0bRSYfBcGd8edEIFueb1ZznpujFM16l5s73DHjtIzOBeshx9rBYxfPqHWAZ
xMS2qf5JeJZ6KONyn6XIC3WTDh19Cu/JtBFbWHBf0yzSWaQj1xqHyNx+ymYsgf98izt/m9VbFily
hsvU3OH6q/RLzPVUyqIf710y/A6qraZH+CXEEC8jWqByfNZkLEMt8zBTm58ztCmXbscxq5H4GpN8
KntLP5P/C5PY6Lj859dGb6YjOMofNetq59vf2rnjVCCUiOy+8K8IRslXq1bnuACNA3fTFpciS4rL
7Sdd+k4wZQ75oVY3nbQ1/5rGdX4GrlI/55r/vZ8Ex95G+ju8vu7jZEjAmWMTZSNRZLE7u+hwp/G+
0l4L0HdVO0cakRQosW0SYzKCwCpoVCZGU5rN5qXOW2tXLrn3m3OK9+tM1DRtQ6BGFMBCdLAvv6w1
5PUNqtOq+C53nC9plx6GroZSB8rr0JDjzgjTfoRiCN4TgDsUPCZwpj/4l5Wh2azbOHYlTIQRT2Te
r20k0hbRUJWhBBROiz6fr+600azWeML4hcupAdfy5CBAfKqy4dHMF0xtzGwghA7ojuL1lGVjGbgF
nTR7giPfO5xsVbWo59ulKorA66vh6vKdLEM7Ro430RXFLosF1yNaDSdCp60/LLU4kDnL+nlKnWFX
VyPBA+rrIEGJleOGNkGLFcxJoz7B5ty7Rda+qVxf7+Z2Q5Ka3rFbtDkyenNGwO+9uTkiG1H6w7H2
DJqrwq4Cm8iLJ95GDnLf0tmVanb2MEbYnwKV2MKt5OfkmXtdr6y32CLmmwlS/6//nvXkkA2GeE0q
xm7pOMnfrQ2/Hj34ZsmvZxfhs4mgK7998385ehSTrFwkMJCTByuYuRPfBXSUeCl4yxO/y8B0rp+r
xIWT7CbmIyFKTAXn2D4yrbH73gltTKuYyDIC0H3TfPnNc+3cbq2/DmT4s+mQWlwebfE/1i4LimAa
u6xds5ntcY5451ozy1Nd6EGPXAzt2mrM97NVxWFuEjY12Mn7mJOAqI3ra+eSUVQ3Fi4KLn26WKea
Y86u09WVcKk4WraRPFIEMLTNszM0hA3WcfrqmixwJNxX57VMqosoITOiKITJjz7Qb7vi1SzEElaV
i9LsqmTVRpnpoBpPzO5NubV9nzS07ZSFk2L0i7D1Myew6zVHG1Fbr11+TOKxj2KzSUk0nNHbmBVm
iXSwj7ffbpfeSSo6WwgQ2HiA2EsIv83bUv8SA7wlW8SOd41fuEG3Zh0BnGxlckdUZxm7I8epqnqu
IVIk5iJP7PKw59UsGlLU71rRfY5qYZg2c1iQhjuBWGFLuziT9WQiIrxnROa/Y3D8nrnZ8iMTpAuV
mvWeWs4SMWdvcbcv1rtYxxp53YDWzByeegd7vz936n5GPPNau39oEz2HetiPbrvilOZeL3w/PgoZ
i0hoJmEcXfPDMej+aE1sHOwsrndluqX/xfwNGKeN0MiQE4qq7fZphwdG79CzKEwn8ZYyolo7ZCgG
44BzYXT7SW/eQRv1ETixLGi8zg5tE/eJNCUoGjmyAbSGGLUGG9vJgbQqLJm+xFjgGkSkSY2kA4zR
sUqGiZSMgc5xaZn3xB1njExQaRTsklmoqz83eYjRMn9E62yeNJKhMDa5BZm31hrM5Woe3CLvLkML
MjGdXUhHlZFGRj1GdqcvV/YmsCWX/NvQaHhl8AW8F639nUTIp0Zr31K/gh9S9Ry8x1jczzlzxBH/
cHT7qbXx16NNGd+1Bz9ekitfwbzXEo+vYRze03xxzor94F1VduYzPYdgaRZa9U12HdRYR3np7xQW
FnCHvbVAklzGi1U1c6jV/c/Vc0cilWR8GrBPIKPwVkRByXfA1QVIjh9Z0n0mkTUmE+1KhomcYe0H
yLZmmGkVmMiWGG02O7q3PLKJROV6b9MhTFCuv6CDrK9s0nZWrZ6sQTV/uHFDYt2w9hw19JR04GHd
3f6CKR5ttwmWVFhPRm/4O20EqpRmrb1PKkQyPcSM2d8tTd1ftSbxA8RYUCSmAii1kWWnss6WHYgu
FXQOQJmkp7fAGd6Ag0JmFTwDa29YdHE5SwD9qpoq0DYyjVaXXgHJqTawVDo5jd063mGYJfylV8l1
g2mNIPp+rgkOFKQM4Ih0PSLPIbkXkjmCaFrJI+DN19F6QFZvPNx+KScUU1bNTDll7/IwZQU9gjQ/
rwXc1Bnd3gNj2Qb2g+/eD7ad7Dyz2tgWrYp0zUUfMOLB0RtxqNoELmi8MC/rU1IGRmUcNRP0+Kx7
zaFNEShqC822xfSTXRxzZ9o5KWqVOT7ViVUcUtJpeGXLg9527n2P4Bq9cg2VtiFmbBZG+ac6oPT0
9kCQ7GNbqQ9EHi7Wcf9u1pPQyaohbJmrfKWRqhXnojZfp7GyouU/l3JGVT+WctjpennNEME/WwAN
oG3Wb4k3Vd8ww+GGKxkFugPs5T63sDF6PHK+pzFpdBowZABw0A3you1aR+07dHforEcfSL/7qWeO
yblEqWBkm3TMXOe6FgbYkGQiVUVUGaYZ2CQCBdKdK9i3r97gRG3KKg+lUtNdeVrcLko7C7N44f55
+w5aB5W2z3e8a3EnPwGQOBTQQRfX+9BbuB5Jj0Bjmc0/QXspxn8JzWDzbWIGjhyKy1iSi1mUMgd7
kfiHrFZO2C0pQemzaz+URfVDcVR98Dzo8Dynxr7lWzjSc8M7lLvLs6eG+9qql7fZV87ONaqO8Wc7
ED+DFlN5zzlEfFgLrfUOSPOlHCTvBdt6t3K+ZksfNUgAuySZ1vtbd6sGQwedT10Hx8040CzYvzUH
CR2MnlbFO7L7utfUX0++lzIhGnQzWN2+eTC2i1MsRFq373o8me/x2l84Ve41zVgjQlhbIkXFGhST
/d1uxvqb3siry4p8nW/S59xqdprwgRn7sA1K3KKA5MR+rPMZlHR6R8Zl8cRa0KEWIrXKZMLj+pW2
474lmo2WVdEa9LAzgaZ+mPZGY/QvNmKAXCviJ2FBN1W4BwK64m3EssEcuRygFPkjfAEm6sqhyaJE
inLAS8kfWre5LH60CTlz2LclWbLpubSblUA1Wvpx2Y2RnIt3U+t6XsJLmZ8TpbLjuIwfIlu/W9lk
fWQkkGF0BqHb6zVRP076FCe0K+K0jXc5nx2cjjw+SPCAuAmS5FCB1LiMSgqmUaK9y/AxeFVn7hKf
8JhbDyYrvBO7rvno1i4vqDYmK9PLvsWOGk+mJ+rnOh+vOga6B1Ofqv20AA0ySuQuo9OxLLVvbea0
n5nWPS39OB5qkjNPGGC9e+hBOBHRhvjLTNrK6IuwIcH5qRTasRwU5pceHYoWj7h3uu5Fbcu0cLQo
X2hxud63wgLpknUtx+8BdT/PS0nPOFKyHy4WSQW4NlQwZNvcre/1M4ceELGDqz+Am0Xl3/fMbxb1
uNpVvHc6knzLGvgQKd+nsTKgh97ietJUPo6N65/IXDb4JkwGQXb/ZrXfMi+3XoaJOZLW+OJJz5Dl
ClcC0tIQjdjFfM761XtIHX+8X3gu/+jpsBDFzatyhtbSQ9XFV5unryI2HmkrJvdWOefEEGU5n0i7
3JVio4gsnX324vFLlileKZxBiNVzmOwYQ7HulipDl0DTsbUJx3CdjWAyQFEhbCkSgwrQFnfnhMSj
x6m3tetgP3EPmh/KJnOxRK0pYl8jXURpV7t9JrPyhChTD4W53rmTrPetrHbmqnv3TU2UFmfvozFm
085UsQgSubYnf0l+lNZKgwk/96GXnLj0VeXXJvedO6hh7gXM1PLiejOMLMGZoWmhbKVOHkH5h5SA
HTtAtL0CFRq9B1vxDemmlx/It18uVf1jhgwLqViDJSn1/F43yAUbjVFjqXMz9A/Nch01cM65jaXR
GUrFSYA2gJPSXqaLs7yDOFnd9t1DBf6AN3TvxfI0GyCj99pgTeGwkPOD3OsnvPfmAcQVt0P/nPgS
Uvx/Lu6QxYeRF1TuMVLtDBwFLeiBJBX1ubF7WGAVio/YqH8UxhKzdUKxU3jdZzVBHchSbXqwxukr
NmFCdm2Ys2NTVuHsWtbj7eJpTLGy0uM8VpjXbvnsyfWCrpHDSJHp94XMxsCdC1B2wjiMqWOfLO4r
wmjkg2bU4H15jJ8KpEyIUeQfGuzQgzNgOEYE+xhXxQ9g+tqu0rL+1KCeO8jalPc+CZ+bDb4iPKXv
YjC807lrBeiVhbyfqvMqGHyJfdGQTSLH8NeH0dEUoCgC80Z4IPdmToQeOfR104izu9b5U6Wbu7z/
6RmpcvgzxRWLXZLAn0Dwq09CC1l+rSifdBv3Xf2ZGhzDNdT4W/uo29HlisELecnBtQsY3XNBqDkO
2NIsJFy0ka6IAaFy+zDBfIkTQI1HY/SSK+sZQUQzflvfqb6nJHSjIm+g2IGVa7y+f5T94kRpLy64
3+8USuoPbzHG/TLSWi6m0QoQnBPerVmyCjALkzuGDetxaXITI5AOkuvHuqosqP1NmyHt6q4Yq+ak
t2v6VUaQ2deHtAMZvC6o6buMj8H901Sdf7V9RIJFsy5nx/WWs0VwjiEUlnFrFM8NrcODOf0gGdfB
SMvMe4u9zE2fYDHLZC1xU/Etn9jsYsVmNPMVGb2+s9rZQPtg4L9NRP94u5SY0GKjGs/20PiRQO1E
hPlwbW27uU5HUsDigFPai+za9c1Zj6o0u/3csZXpHIZsjEyM07D9NLQgFfTeXfarqhAtoAFmxEQo
83ZJuzzKx3S8dhMhhXqby31vCMLuEfDgeX9soZ+TZ9vKo7WIb9ngFh/+/LYmtUV4m7OhZGkhINSE
mmZb8Skp+uLQAYK5kwKLUSbi+odlXy34Qq99N6mdSdL6U5YTi9QM3bSrp9Xfuwadhnz0SEFajJKz
SY2mp9OrAPDLS7H1YFbd/po2YBRG28sCAq7Si19L7lVWhw4ULjPhnDwgZEdvbMQ/NZvD4A4xtXiv
kIsH46IX4e3X2dFyXqax8zBOnRc1TfIlcXtWhIT8LNlBwyQvfkZWVn7zsU8PoupfgaLmODdb+061
yCwareQxMIt6IMIxec7Nebj6riiv6rpMhYfazEVmllY/XZKpwkHrvlfEewxpzDmloGE/+a5EYw0n
qzMRcS5o3xo6C+Kuhy8S2UzTeapNNjK6RZwu6TF5y3mV85sPJiG1nmd6IeiRa+eLYWrfmOAy/fRA
uuklPhF3A/0gqtrdtlDemP4wSbQ9uFU+kAtn14GDMv2lo3U1r23/1sX5QqqZuLqG2b9V+O8u3cKB
8PYXMbmRRmntksXR323VvZSdyN6rPDloRe4hSdS901D4FVmUCLCFcEBSKcLa5ZB+n4ZCf5jLhENy
XtGx8E1sMZpxxUmYImwc4VnKTH1YW3Dvms3OaWxd0Lj5iv6mKE/8I/tzi5z/S0/Yx52DHBVvO8LQ
Ml2HQy5kdY/XYYoyfCT7rNKLjxHig2+nz2PONIHZQnrw3cX90TkZFvzGUUEm8y/2TDTetNZZMNSw
+PLKoc9pTd6j09T5SbT877Hfa3eAIrurjaFq8ib3fkpRA7rcVxetg6IfR2DwzMD1R+cpnrIWfmrO
AS0trNPtMowkIbleepwbL35auzqqt78Hc/OJb/gjzYzhsC40AJxJz9WdXNb7ma7iXa6m7pC2Hbsn
hL/XmXbhzcxHm4W05j4vzoyweNtr9C2YFu9WhMDHoh3AG7rp9JKkcnrpCbYsC3ms8d+9mQyK7vtN
mGwQ7UvGjlt96TT0wU4/vLcQ9s6d7sFjNPbT3Ds/c+BNhcx+0qxHE5GU4kVbUZ7VScGJfpxYSMYI
1r1xUEX1tLTxTzf2tOtkO9Wz2iKFoPUaBY4YX2KnFvb4xCu/Je+C+/VprOd0V0v+j9XGT1aIBSJ9
u3jWzKFm8sVRJLDXTTMm4zExNsD0JzOb9LrkZR4O3UpEM0HZ95N0+9OsrUvgdWb2pJfG8yxhaFUj
nLW179ZzAgTyvhGYpiABsSuLe3EFWATAcKzSQ66pV2Pt7ZCUX/QNaLxZQaRjR74zpUCTMVsAffN3
MU4hzBLssdNpfNHM+GKpuj0722Up2pqtYGm/Gp2rPjwePBoca/241Bwoms5Un1me/3Damm1fh5XI
ytCmplp/KbP6bJCje+rIrD11evOnbvRNiPIkn/sGQdCIwNpZ9zT4JqJ3UiN0Y8eJxJTm+zZTPyra
UWEMoPaJCB1OJSWymbyXD1jk5YNwNflAY2LdObNdXhafbPg6GZcvym+etcn+8n8knddy20gURL8I
VUiD8ApmihSV0wtKkqVBGmQMwtfvobZqV2vZXlsigcEN3afbeXTvvJC5fpd7a1sZy2sz0h9Wbb1a
oLieeKpnp6w36UHKgSt6uk07bd6ohCcy9djHCEjnJAxfbdLAfOcVsB5DFSVDiFy350Z2rTEBp+wn
qDyI2ixNhKZQ9oh3H1/csb1pGTD/5teBfBIE5Ffaz9P0j0nnFxJNb2cR62ZFwlYsqq8fmNnzWoW0
WwzGxpJijG0h3Fi/ybcZcsudKYx+nXMCHJvEmd9qWL8axv9TMt9qOVW3GdvPs3Q+u7FR3/FMwE1v
Lumdad3nfSEe4SGA4oTV2iCHdGJSYJ2rg7eFD4ChjGXWqEr/0snQv/S2zo4B7fH1gm65/d96oRA/
xh1tkkBS5I31MWjyT9PKuvtGIu5SsZlzP3z0QyWeJ5lvE2wVN4bP7IgXdiOuQ0w8Tk91wWIlY520
IigiiXymwBj9Yh0xYOs3+TQum7RER1lkBfLg2WbOKrHUoRBsF5jXf5+ROvRNPDhCSnQ9KPGX4DXh
t0aegRjQH11yCHP40UZnWNekp4kIwkMOSDUwl5YokBg8V8r0yW0ZG+T2kK6ZK1g7Xl3xSIJQedOW
LU6BYbgSFlxzlRjGcoi9MTt1MaqYxcI8QiQSbiT17WnDWBH/IM6uKt6SKwkyXLqB7rOBgj+3DFSI
4BvONsqdc1XP1RHLBdwh8D1RsvSrqpvbzYjJNFJ5hZ7PEfJwffXqsPQYlfAS9nPwaRhT/mSMZf8a
++59X2VMcf9ulOsHUBo8CuToHalhVpigqh87IMrOaSv1bAdwoBM3+Q5Z+O5Le6n2ODO/lUUi1pgM
wVtA4mcUGAaw5Y5EnsADqVuU1i0OqBZOD/k7cZ5z+k/u+JpgTGLUl8jzYBQTsMIq4om7aeUHUPT5
tsPhFAEGcG9M/sIgG8dbwYpjE9vr/0Uv0gvkUYVpcQ7ccVv4M/UiUsZav/oWW1aWSf3N34+yqcxu
BrWxOM25gAgonZTO75bSMO7HOs7PDURqw/GpcKcWyrWLFZUGvzlPadmeGG9sVWk5L71qnwIzNR+8
KfXO+GJj0Aep2niMWhH+UsHaJu++RbLOEyCvjs31cmeKWTz5yIvzEnRtBYrjkTfwxdKu+aJjakPA
U5L8ln/lldmdtolzuxThcQYfiRmf8FNnYiHTy2K4PmDhejZ5fFNpEzVR8I+SzngS0Bi2MoAMW2UQ
poSPfJQ9EYogekWuCLJRxDRccjswnixiasncac2RYl+pYNt6DpfYKLpXc3nrQxrkXhdnZ4IW15iy
v0vJvy393LgPpfyyVYIVEvTxhYDMF+WOVPsZ87CoJmGN9M3wbJaWpExIDCBofrzr5yR5CjMW55Jv
Jwn1eJghxz6FI3Ane3jRaWaeEsYzZMjmiJV1u6o5gd9avwxv4zg1n4qCDJ5wIDnm71ML59C6bVW+
S/3yPrFTgDjGYG9biYyU43NFNKd/+/eB6Jy9lzrehjcmQw/TKTfqZApOm6thH1yNg0PTfhRMzHYu
7LNnGTP5GZyKx3iDcqQSHZ3KdeYcdn40BJpWnJzyOzRh5GNxXa1bk1BqJCXVNg7CfZeJ+WG0kz30
AGifi8rfF63Zwc0WmVRufsxTPe6SrEhXReMGd9I0SQibGEhlbijJkfZ3HU1p1C2Vehh97DUgmMJ9
0TOEYrGzkbpubnpqlLiSa7vIqlNH5M9Vw2LvWMDOdx0z0ci25qcccv0j1c1GUIouo9uyBJ/rnZ8j
mphdI3toiqA/dRz8zrgcPD8zbnFu5QDz7TfV+f0pH2eGRePH3ydhM74ukwZm5lg3fx8Mtwei0ZjN
kdXUGT908e4mLsG70DuL+KY2quHemhiCTvOmBpX5HKvkGgqXOFxuLa4pQsf1PguXPuKRwQbXMMJj
MXfpPqaGqUpPvcjRceCnA3kcqRHOo2e8lbiq08pJ/8FuvMxT9yGcxFlXmfitmEec6JRcEHQyfnGC
32A2rplV05AeJg+GhIVWD3W26z2AfYCq69jT0QM/veoHKOyN68eoWFvxSC/krTs9I3eunsOgKh6I
22gfl1YElF9Ls827gPTg3DVx51c+a7dyW46jPv25rlKbVgZPe3dJ+XkpgxTeJkqPjkTf3Yh9LAJq
356DiqEqhq7cyzpUfrpif83vryoHRSTxRCQU13Lf97E4TnO73CQOduBKhSa66l5RyKAI8duepWTV
HZOFQbTt8+DJguqVbPYQNTcXypCm1qnvXfPUEh+1L2tMWpiOe+oJyuD2GHt0XJ0qCuweHwSpEJ40
+B+N6yWP4lowtF5AyTrY+VGMebiG3S5WTSC9498H0efFGkNsu/77P3TMxVj1q3Gy1zAF/H2ucEV3
UoVrHjxvxJo2u34qaPGKUByvMGaZ5K/MFItbv4BBQKsoohQHCt5N3z4b/v9j7CJEGewVzpkUceMe
uW3D1ZChAWbXhjNOzOQmeihtS7++T3PnwFpo+TLKnD6IsJsLStL0JJfFxu8ys8tI+onRnGs+gBUh
PJmeaOsPP0zt52M2El60ytGni7I8DEO7hl6RnS3Dz26IZblzOmvZDIMJoF4Fw/tgnqG8keWgHLlO
27DYm8TukuW+QOEsneXUKGxxCWYBEmF6TCnWcJcEioAWNtB6SrOj5TMxb/xHR2mQuWpmO01ffDKk
xTFmA8pxKxIo4quSL58pg9rUXYe5/aQMy//EDXgTdwHXdT2sqc6ad8KBT33JXdlyYRx7u1fErmjI
cYvykYP7c7gxR9IZgShL5vwtda4xnTwGkKSoEAFS67pjt9DkOJjrfjeUy0IQVdtdkLIYyA8ZbXSD
dQcNJ90aJqZWnYtnNJzOaxI2jJPnJjjyGv3gHwKmabkXadb7QYg3N+tGQAWgfLgTODbNGXp0XGoe
4lV1S77u2cwIX1Gz//j36AjovVeJFGuLXurolDbjvmZmcRuX4T6bCJhVjGBvZ9d6smQ/HP4+i1v7
NeOoP8kRFGTVyPzt/x/N3pM1tfZdGFxTjntCpxfpxw/BiK8gIaV7cOrk35C7/G0wYNnKlGs2NuUd
Z/aw0jN7b6crd8N1R4XgeLR8BT2D9wremz4QonYa2Ju/WJaTnMLcIcvSZ/XYKIdtvg9mhbh1bx9m
3BN53m06J7c2IxN8RlH1VzvMpDDGbnXXWMe/8abjC1gkvcvGuxIvcei85JYj9p2NxKrhdb1a28fQ
u9VTZV5K6uNLnfveTSHSo59xJw59CeC6SMUKFEHxUojGJL08jd/tMYUYk85UwySxoI4wdxPf5jb0
luVSugPxptp6KEfXviuaFrhx/UBNJDZ1nSDEcLL0lpK+3xEfV0R/n1YS3VhvBu7OmhfrkePpdyox
04QWQP4hAAcfDJl+j3m35rhYvhqEoisqr/LW6Rp3BWRPrRbbMg5DLmkpBxCxMU+HddrYyW0n+0s7
aIaZWcMGzevvfH/GFtKTT5hXttxgEo/Xo4yd098HYZfuiWTsFmtJ85lPQ7yfwIKsPDqmnZ6s7FXI
DkhSyiDw79NmyvdhyVjI0I99mqvvAOPvSBoSUFP/mhNPOZ6S0/kx1iWFVpsfdBYAY46nd5bv8VE1
FfkzyBS8pZvJdXDne5dBbO1RuIdhB/YYKUZR+GpXIFlac0j2CGuX/BReP6QKnXrcGj1ajyU+9/XZ
y1jzjnLACuHz2d+HuqXyJVVg1fV+cwfCvyfDPF0RQz3exoW/cS1/3AUzLil7BlfRN5b9QGSks4p9
esWqDHWE8Nr6MGX13ADluFh2/O2VCnsHeo+1VZmRXQz1k5v7p9gkS+fvs6EuEVMYGSmobjAfCd2N
/N4eWIm7DjpHZIRbd5k9jCV8KGT/1soxOZL4hJ7Qnped9BO4PqIDsROoQa8GbPG43ez0gUS87CHu
l5vRqW/8UT33pWZeywz9olM2b0ZRxnjQguQIB1UwETIJg5rbqOnq+bEMwQkvLEcjl577gIwheGSz
5+zTHm10K+t9llw9rIutH50FdYFbej9Lr629Tg2D7XLByZVbFSvhvngxChNz+tgMX2yZ4AmQ91RO
GIqvNVg+l8n570d/H6p4kWc6lWcNG25bCjyPQGn48ySPW/MBQTEzjxJrX58l8mfI80dnoMQILHgG
cXzd3mW1BnZOAHbqYYG5fvb380Xsm+sq16Aj0Tc9APV1ST4hNEILiMPYO6MRsTT5Lz6LgEHUT4UP
cyQGc4rjzA4ZK/rjQ8yrkirbOslkHB80t5+35OeyKYlttzVPGM0eS9c/vq/WZnY1kcxdcGI+h0jP
lO597i2kxQQMApae5fcw3iYSx7N2mj5aaiUvVYq0r+uA2LJ4wgY7ZGfb89Jj15MfPy+zcSqRtW5r
rxhWMq5rAJcsLbYsxf7FDRROIw6SfWFBN2akz06lx/eiIUxsB78fwcouA1ZnPnTSNjfOhDoVsOdW
6So9eBUg19FgtmW1sDcIRahaTgZ3ipjMEYzUxc1tYcVP6BDqi4N+HgEbU5Qxmd7aPtDHvyuL/fxB
JXzBc8JtVnpOgUTm+kPaNRSYph+Sq9M5XN51+uZxse5nlcdn5Rv2rqx4j//+FIblw048XqOpUiYg
FsOklVNNzv7v8yVkIz66bNpH0+Dcc+v5Je/dpwC03lHqmZXW3OdnYTNe7TR8pobqQJXeLqkDQeaT
Zql3ZUORblXiYxLhvmH5nw9yo9HWRLXQDyFPRLTWK6PfsYRghEBcQEmy96QuErF6INnM9ty3YRwp
lGoN1lVzyTf5AnQaqls1+xvdvgISDpcTa/m7yTS+FOqKTJm0dlqQPfKWs5CZ55J9Vn9AwqFDDPQ6
GK5aFZKNiLGuMEz6+g1tzrHtN7qABK0RY82k5PqrshaHwjVWgb4Jgs3ovaUdzT5cqYDIgzw/1kN4
2y/DfrQK3vf+h29xnbrubRDfyOWQ9G+V9eH09h0rQA6cZGMxv5xLeRNW726Zb2rJzCRk0pJA/B6P
Kh0xPgA0n77i89Lu83rZWoSKDgV0gRJ9FkPhlugFxMpsImdeCXyjjXysdv41o5n2o5mrCGkVnfeI
gyDY6MXH+/PVEQiLi4+xACEv4bDryEKB6eEfUpjEgcXxqzDmLmj4CLc0w2QNBfYu+DeKYJUvTMme
l/TZtN6huBE6SNTJITZjsuXIVAIhnY739Ow+KIDA/S4/1Qw4uT4PChfVqFZqPgb9R+70p9AjApS3
n8f0BgLVt9meTLQA3sMMpMknxyoFCBvWV9z5OsEEGyBSdVhX96IG4A99CN98PxpUrICiqRombzj6
5ASGmCcmNGILuXFJz2a7YAQ8oHoza/w3zZVJ1Gx5cKxSjv8+z29Eaq9yK/LrFrcyuZ/xa2zZbIJQ
b3Y08TdJxrnHtw7/aEXw1qHArY/qcdUqxaKOsWacY7wUjGbrp9QialdBQ8+BMLDJDazuvDBnjhaP
TLYMzEVGYCHBGXt/Kg4omIzQ+2BTfXIgxznalhFzsU9TByR2ubQh8To0GM8Rx+fRp0RGKk5l6vwQ
6CYjAKXWtC25Sw1n7w0UhEIHz9BaDnNNdI0B7jpL4Z1yh4088vOfnJsFKdQtk7etndq0ZUbUCvxw
zmGYyUhBuhjKC5D9s9V0n6OZ7RCFP4Og3yl5lku/KyD1tZz4AkRykVmrhr5S6u4AGHnfpHh1eUUr
jEUez7Rp+UEl9mQGuCMH56EdpjX6ns9S82CppqcilPYt78Zmsb+SMWKNwjeEKUePwy1anXU6uXdB
D6Uq7fKNmMgoKIGkGbc8H6otJCOrNKpD3RqbakakiixgdDLC3ADqVBYRlaK4Dwi8w92zs2PGceF1
pCv3Yk6OdUWqZJxuCO9Bpdat5rh6nHBg4nGJFHqdLM6jnAFdLs9NkqwatG1ekiMmzY4dSGetIbOG
5GChLlQTJxYi8SPmk53JAoKJ5/Ii2aWzXrlRZbJEVOC/aSWJ2gmdj7I2eD/wZKYwGQxYGUm4901G
02K5d1GT+x5h1ANHJOyCHZvMPUENh4oHjDvu2eodQd9tLdzXbja/sDQGktpfzaPBOjOO/GN4n3Xx
pMNxVzb2nQXpzItSgoUmGa86KFCGSH6rDhiYFHeT8pHQFbxkAye1OKMxbCOEjo/MK6SBaTqltrcm
5k19t5XCPxaOeqoXJB9EO+DPXKEXxooILZeAzkjyp1KPvabSw+qImLyj2CD9cFm4uApi7BoGnODU
QYAXj3GB7wyTecoqyzRq1ijgYWb/X0FkYjC9T+KzIvFmXIpDqLgt7YWzRXu/Mp63mkjewTBuuAUv
rDhXaf3DsAhVmrULG1JY0td5MdwoxFc2tNV37nzkOo1sDVOcvMc0DXB8duENCtSta8sPphsr6XhX
f2cPJzHptjprqnU/xCy7mNcRf51w2aYlvABG38QG+na7qcv2C1PhuNdLC6rFg4cARL2ymfKyfOnQ
4DSzQbhgt0mS8uxUqHOMYOPH7b4U5Wbs7LVjq6+REwjt966TyUo7cIZdY5swxeEszq3mbY7p3OgU
3Do7GX67D1lTG/UCPr45WVn53Jb6TiG14/YnZVncEeCzbu1qa0yAAMqJmZZ/q3zzp3D9XZ49Sk3t
HCeMa+xoiXOAYeFNruf94NgveU6EFZEl8wRk7Bw0we9IVJw/sT7tgh0JyDvYfe3qGlo9QImJ84kQ
aGHdudxEjQWTpCp/W75i5P4kVUnyMMbfenI3nEIwjIfsC2pzRa7lVeFTEussw4fFQriapIp97Tp2
Gm5iP1rc+ED4JU4cb105JG52Pdto433wSWvA+UqXTSGcgQNv9XH+kYrIr+mruc/i4sVLU8opzi8r
3VlOf4xrRSXKAEDlYaQwqTNpixID7ZZfHZo6/XYT57Q0JKYktwpyX5CMKK+Lp9Dx12IgFCMHfGYa
p8qOWUu3DFVzGGAt55OTe7jX5b1P/HhOiyftfMNk64de8Ajra1sbwYs220+0gnnF3iLemrHxi23w
VNftRvhyK2bvHrL9WizTvnCmremKzZzUt11gMMUIzGPYN6ty/ifsfu3Gv7OD70wXu1SFeHT6XdqL
7eg3Fy8JH+us2kJnufSCOX+s1kbwYNU2VlTSGwqtUC60kanIQWv8Z3MGZl3dKo+hh4LJQE5ZYWQn
GwPJGKPLnf2HyZBI+8gTCLlpwkFpFgLz47hY76NLQlg1upeGdE5+PaGSiCFMlIeiGuiBanva2+x4
dlYHdab2NjqloCW8gx2BvE2YUHbGwpdL6nY4r2PiXauc9Qa8fdB7yHCQ3tZfPXpIJmkbgdcAB5st
AEOI3ibIvdmCnDsIEV+bOtIL2c3LzF/ZxZdH9z7kGJ3r8Fjbz6kzRjHw3VaWm0b5rwn1Z8kd1PJE
qYeXEmd3Jc1Da6Rb2STbUJjbjlgMG+OlTvXFK+XDhIJm8Kt9bvj3CIYRSacoebutIK6rZS5smzIy
8vKjFyHyZyP7bd2YB20IpgcrWn42RUvWAhOtpDr2+qEI0ofOH25kjvZH8sCLpgmJVQIXltypsznI
R5esTYvn+dBhQfeK4KfIKEMspmSRCnOmmGg23Mz8nfz6WS4i3QxtPR865CrrpR0/R827vLD/Yr/m
oysDF5E/pAHpeYPNMKsEP0aFFPd1sesl+eaGWJssFxAQOhShCStpvBcRy8Xk7OM4V0uDr7r5l2MD
wIRaXXKyV+upujqZnReJGmEA9xc1NnIrUgzj0sIV2/VyFZj0yyM/QNnzD5vpo0K1HY1s9ORkHIJk
qjdOU9OOdBEjKb6QuaCXSFl7u353JVv/em1w6w/mL9qrCoyuBcR9Kji95lVs2jcWXKW8Mt+GkFC8
tnwzybIqqqi0NMItrpfJ4IDqwZKvpxmZViUuWUGY31JlE2zqknzTnne/blLU8czpiYKXbf4PLblc
vXSMv66ar3+Wl/urKT2GVEIwVXDqzB2bR0UqSNOCeTOFalB503gmxF1z14oZqqsXGCz0Oqw7hb8D
i+Cy5bcYZ5JwiUQaE7014lVS7cZDb2oTI4JnCwZR0/KzbfvlKzTuBqA828mWtaloKAuwJyIMD9Lr
f2vUDcxIKIDcSWZHVnGTPW5rKxZokjWF7ti+ecUznnRUUjOqbsXzaExqfIWj6awMPbBxDV5DmRsI
Bltsd+1prkFEpo7TrXqqLyQcMCeDmD2cyT4rm0EoKVYom8a04bYoyvk59MhJvKIQ4gmmRf5yXSU7
14RuNsLvE1PwHeL4t4K/rL5+DbZc7gRe4UiM2U+ayKsVQ0MeOrFQN6KuzD5Kxi+gYQ6TT6U7w0sw
5/bgmO3lbxGXIrKrF2EhRmaHn350jluukTLTQYzWy9zOZ9V6iAHJk41mj4zwCY6CTrklS+GsFqP/
qtDmx+4/b7oJ+vQ5j+Xl7/9gY0x0pXHjSnWsPPU5yPGhmedTRTgKtEbeWUkSpmVcpQ4Wmp20Dd6M
uN12bM8ipgkXLOy/9ZC/c8zthwK22fWLmmJxg+PFZyard60zvk22nJnZWk8+Zh9+eQ5YWLnPw+Qj
IbML6LSWS+lmePuqImaYImnlMrRbmbn1Xdry6TqvizzLcrcpy9qhb/81o6iJ+G76Q4FiKhXOTWDN
93b5ZE492ZUpjKwq+DZjet0ivLMN8xUUNPxjbBcrgwGb7tXRH7DuQA0nsZa1qIfGYDR1H6W1f5k1
yG89PDS6hsweigKwxcCO9ZwNWCHTlhu7Zl7SMOftM3VwK1Bm3vxqgKlYFZM9sWlNziKurpVIsY4t
UtoIUoiUWf7oOe5owqffyvuqbasmEVUQdO30/3yXXGkPEx5Qujx7JheH79epP3LEzigFEPWCt0RE
lvAU8J2vufCZy/a3WYUmITSUPBYX32OpORQZd1pGBLM8phUCEAQiYVS4Cx4LxFkmAZ2VU96zfCK/
2HE/ZMY1UHfeSk8sFoUBzRPNvM4plGMOAMUcf2WM1HrOOHxm1Y9J7AvR6Awe4Dhi88B7x/oEyvh8
rJRobsCoApczxpVhdRNQ0mo9WxY+7+HFZ3+wHrnFNOdAXjvFlqkLjbjgsV46DpmXzWsdUrw5MQE+
mIt2cTF/KiGe2ZvjHtLf1CHTavlq2QXT9WC+hy/+ZZo/JqFxV52KA7ZJqMhsgv1YJDNfGNabxqVV
b6rPoPReeqzhZBjoPQGezQrZZxYRKX2BX8yF8OS33aa4TwX2u8bliLESxcH4VGXJu06Hl9C91x1P
TE+95blEH6IBUoQio5yCwze6HYKknhI7Ne98QzAT6Qj5XbLXpreORsqcnbkylnzW861vnvrG9pkj
Opf6+q928pU9KRGVwLqHhI2wWX4Kj/49c5JuE2acyXOO3MNjMEO6wt0Qi6t/6mIx0M0zOpraze8x
hSfJeDsG/rrpi5tlQuCKCMAQ08eEt3IMh3OfBEfA1QdBBpnhu3eiJzRVFvvUKF9Ds6mQ7I8Ha8Lx
AZg9Gz/tHi+Mrq6W+HMyXM0lnuC2dfr1YgXhdbIQNQqzrWiGj1SlxKmxDGn1B6fkuFFD/lDGHjpH
F5FSSAur4/cErh0DMky8vS+4doEm1Emw9xr3Li9nbnDDfWs5+/r5ewyMdzHMBxJ3a2Wcpxp3R+Y9
Jsr4ytGUGeJZ2wwgHOub6Peb0dNbP2YdH6O+nqA266ZlM9vib6CGcKbn1DKfsmA52fHygJ/qlGBM
JGKHayTIeKvrpd93obOuTRTFRkajWtbufvQnPuN273ioT7TdY4vOCA/RMNcmT2Om6l7qPuBqAZ4j
HvIAhS20A3JL2+JQFq69TlEsrpr020vZzMtlII5u6l+8qruYYYWgyKverGp51QAxlfegqBLxXRgO
14qvJu6D+aEpHRAIqfznWiX23cTCRjaClCK6JTIt49EqWCATlMHItHuj7UFV5jiCgkOuzZi0v4ow
omtMeMeLYSrrOe2Gt+t/qXBfjGZgpsT0THiPXlhth8F6wa61iUXyNTn6oywzZHVOvvUNNCQjQCM7
KyNdjadQFb8Gz/1WEXvdxsN6Kmkx/r4HqbBqVv29RExZdJHtTudR84yKr68zTdKjbAGu9/oSjOa5
d7LDLCc6D/XVUjCYkwMYCe1r32/ahEolh9XPmDNYIjTzawcEW8qQrErHJ0NV3w7vLOgCEccLMywM
5Ty0Ht20vzhOTqDH9ZoOhC5ouIZjb5bsB4ioFjYNjmMSOAqyxohXjjJ/WEAcw7bcG0hvApk9eGnz
Tb3BGGn5vd7k0OStwnxzWgqkWeOaLlO6q+Jr1PI8Bta3zlICynuiCfOBPhGhQNPtJlouCifA2YHL
wFr1l5rrLW3KL2ug5IqLe/IytkPPMMtaTlUcMsmobqr2Dfb7sMIAhc4mS54al4sQ/Pz1azRL+1+Y
xp9lnB1IVvn2bQf7E83IZLdGNCsLq8xCKJYzrK0EyJCSU6TrBPErtSsHcf4v8DepALnB2+XG01vn
ekfe0FtctwdHE6ycDjGl1ThttWOuucV3KLqPy0LGgLyO5dwO3lLpbEnuZN6U88YnBQ2xdD86F65/
jV1G24NgiBWexfWS9sOcSt1GIZ6fpyBgzawjqXrQiwYmBCD7ZdQLQe8mLlPe/lq4yXDV2m/2xO6M
LKVd6zvbDtg3DHlngvZiv6FeYBBYDm+OX/xOAtODhT941bd6jcl73iKnmlbUejca8Sw7upPtTSc7
i/HzOuLeSZgda3Mk1a/h/SnsOI20118KZuwad009oH0zSkIXmphXvg7Mk5l7JDlMVDBuTUq3JjYk
NxmvgXRoKLzYbCPx8UmqDhvehXIkMoh0501qk2IG18BYz5qWYxrjr9adFMS9r9Tyyk1VutNqEkps
lpDNh9ssAwNT4E4uPfbKkm2HFd2Xh/xAgxNuwjoct4CIS9FBQLHPkuQBkbSfttTxqkDFt5YfuMjd
KHZF1BoCAcGI7mEEy9UpgvBSSpTAL76kMu6rgaOoZMqMpE3VvcvY+uKntV6DKy5XZKgzl/MIfUpv
VZDdjQMJNploGHW5T3kRmLshHWHzmcuVXEJ7NU/6efBdm3hxq9n4rJhvnKsLQhjeoapUfByUGeyk
0rfJUotd0vAw8S3YA40bb2vmfatQHbA20CAVJkN/1oHID/t0JxASm+ZQ3XTNx5xfnQma+iCs+ZsM
ZRymLr2R05BR2cmR0cnHUplfOnQ1TxJ+j0VsZDnam6anqHMT/z6wYnNlLpDm84zsWncC2kCyKLso
1OUMOyfbS1eKMOSMBWsUVDiuJXM9M5xuRcgy22HLEfJ7c6/7jCcatwahLSWWiv0fK3hjxc8X9wJ+
x1iZpgaHrdydckoIhNhbI99VH14Xv6DDxcIrlx08MdChBNozSghQudUt6r3kQpwodrWezqoO0Eyw
vasfmFzZm6Gbf/qS4KSE3bPJtJeXtVjpOhgj0Ccn0RD0h8joF63bsSmJpyR2MyrwbESlx3O3mzbz
RNTeACgksuv014RVLZvy2ZnFkWqbXtxtqk283Gaxbex6A3xYZSLcyucXCdQGlPdRDxQ+ZULTZXT1
A7pSZG24zBouxMgU43OLE4onhKZsuQIWqKvxNnqAUvODtGm8DBHyctOKlnhyEmA5CatUxOGUVCXk
sKHCdaTLeB+6Nir84nVEsI93xHr12B+78A1CmRprZ4bjU8EOYD2IysWd6FLcYYzsmKaoG9cCL4A/
eYeyjk9Mhc4WOu168eXqztNEm/cq/+zj+WibCejoZKtM9vlOd1/haYud4NRcrT/85dBlmCIwdxPD
Ve7q9QmPE4ZKZttvPZ6ITs5R2UzHgnGCviS66yKRE1mMAo01yXEa/RYtGLaeJLeI0/TesNV/BWn/
S3n4HqbZF34CYOIjRBTWFinrMT3nfPvmP5/vbQVf8jgMiP1K4jicjlGbSY56oVAt+gPQIIHpc0T+
ARngrkF1uuqJG0Zwtv771dSyvhmqNRHGS9mzAWslC3bV8k10RJp6ZAwt5nj0ZIobC0Hmcn04lb7k
WLKe0Y5+mZWdrWXqHLw2+wykmTGAey+Kdm815Sk2lo1ptE8IynYudaKeunPjOOslX16zfHh122ad
0j3iZaU3p91Gxzw9tgX23nLKCMbKjoohIrfB+OHDQY1xDdguQ6VhxHZbJW4UsKVfaZXgMMJnFNE2
hBKzrveoytSLhA/WdDEJBb5GMHKrWF37aC8jPioYY2kgSqYm410HVFFYC7+dKAGdP+alenZtxInG
f5ydyZLjSJZl/6X2EAGgCiiwqA3n2UibzTYQ8wnzPOPr64DRWZ3pkeIp3RsKyXAJI0EA+vS9e8+d
D2AvULSz/sIoyLj1hl/JZDAFRtOJ0zK6TVlyaxrzFYofeMrySoqHtmjNUxHrnMBmjTGK6FeL6b3d
87809OZ1tL+bXeuSbqCe6yJAkJMwb5GuBqVCHD2uOY+QNY+ealvD3M7ChyIfWFb98dwMK71Onkgw
C/hqyWPdg0pswBIWFcqFVzcOKA/w2liherX6z2IKH4SdHzVZPhdZBtMcC3fRbrR+4mD0wLGU6r6k
aD9h+7D3i2jFVNAjR4dukeaEE9PG5lrrA4Nyilq4Hmqepmmlc6WK4BpvAny8CSy08mGSZrP0I/21
QkfrWsYKi1sDaYTqOPQoYkGyUfsutE+ZUOjleEtokS+SYEDaz5VtFxZ12OB9RA7BbcZN9AlL7uRm
1K0pubMfmaQXH4VAxvyOqy0c6YNzcs8jNmJ2LPSxzPboztXeY5Rzm86GUwkr40Dm6A2rzi+jLM6N
M34HR4PPWz1HNeM5xjmoY1uxUwE6azlGISYV9QXA7CXqSLdo5l+TsCK4CmX8SnAVMxVuAAuHOxxN
bgJHYLs+487+bFu/gTSOEscjrYyArWkdeWsSIgHgjpa3gBG0q4vobFGCbwzH2eZjcDQFHaWpYY80
ByWXsKns96jCWkAY2LACR0EPZOP4Hlnd2qFXMb1nZbxXOR5ok9Fk8BnX9QNlcLxAUMbJHDoHs2eE
x8rN0mhvTSt9sSN0gX10BSqzQhhxfcsyzWDvCh6zKiBUZop9mI9D0W2691iX1dpsRLwgPzXd+OP0
ieL5Oc3SmkG++T11GCESDcmvbnBg+pyiwoFJWABr6mWwzr3qFRAMujZce8cMSwjqXW3PdQfxuOQa
8KNm0bF0YQKjPzwRkCHs79hU15K2l0E4sYvlKBdEIk3jV+nQpLWzaNHNFtpGFFcRTqsyttEkBOZL
JEPKlth/p1n1xQW71QaCZvH6djSt9rkg3R0e4ltrR9FuCIhjt+1yhcrm6PcOuSIwBOENMWQxohzB
NO1ELOuLMRb4uDPzY/Kct1Ke5ixXSseErkepPTltgtEuonwoDvU4Xp0iIbjJJaKsC4g2iecOsvcM
J9qdjF9W0eO4sPjV0qnYVlp1VK3zZmYPfs0p1Od0nyqdawOlyyHvnHOinEXaZYJoN3QmacktQrM6
7nEhQ1+RwOoPN2OerSdISexd65sasV1bLEMK/L0Gjk6obe+8JH5MlqCDrKIp9C8TQVNICgypb/2v
slUrZ8Yo+Xr/4pjtue/rper4K5ZLBLKh9Hhh2ifuqrS9KtEtbAePS2WU7zhPqPvN7taR0kHIXL4u
PP9taJNH1wyPiLGOU0TVFbTxwjAz/K5QuZaKcwbJKE1G/zwWJpvIiBZKaibfu05gg8YDwGjb9tFi
AgMwm/FJTbYi4edSFcGtd1JcgfVriddriWmK8zqPFxNiCHy+zSfsmk9tXJfInxd4qey+4ghU3Bgb
peP7U+i9XyMjWbm2e6IKP/lRvJuaIF9WCX6WBLCUqdEpx1/kHYgOZcX2qCvu/xsjeRtj4xlXAjW7
nZ8n3/zVMrMgfyn9pLcBiKm/jJVoKe/x2IR9+epBxkeVZxNLvjBJ/FkYoC4VIWW+TsOjj4/g90Dy
0cym4mwADtss5tJf+Mw8lTUe8ZGHyy7GVJAYGvK8CKqP/xbkxP926aFPevxO5RsDwYex0r6heWNX
girJfetwpgeu+4jM6quv1fcCPdHkyh/+ByE96UIb6buVOu5TYQIkHLZ2F78baE9JiOM8UCZxqkP9
LWSBRzAeHu2kd9boxL0lvCYTPmceUUkhW/FXUfQWl5yZoek++3ZBSQUQs2Z9LUxGT4ZsfxAF9lra
goInNHVqSZj2HXrQGHsG4MxvLmN6rZWrWpa3tht+MhA56wBiAPkAe57TyUTBcLrcWebwGMUVGWbz
JkCO6qiXFJAtsat42YZHBmoauzBcYmh2SgQuiRUnSzv/yKj+B7dkbR1xg2vbLMCp4tg1xyEqWWS0
YpsM7JgD+kiycc51om8x20YLuJDJOjfa8FAxzO7ZUe10v3iyywQ4uJ2kSILgU/Uhq7UzRiuzM+tF
qdMeRGC44rM/ZlmOUrAqHkWSXzzfY4wMaCfqVL7wEm1FG7ZeGZCLl943V6HMigqCYQloDCiC83MR
u8ApfED1orMvecxdhbO4oAgj+j0Zq2Az5SfLLT6HosdSqFOtT0a+pz/KvNYR5dJlMpzWlbkeoZxi
ufd/2C36bA8238JNr21ps9/00RbivWcsbTmY4mrK+CR+1DUH4EYpZqu8toBVCsqE84IdDNdduKyT
5rPrWGLzmIXJlJSzeSNyxkPqW6nkObStS1XyNX3NhtLe6d8xTs93GfLVKx8CCaGj2RCumo6OImAz
CkRDHvQwfLWgajJVNvmaCeebhh6bcG97yR52l+r9T+78EDX8m2G4oIZSZhZsF/0piQ++xkzbp+OF
iyaa2Hz1Exc/ACI0wK1xZiqz4yaRY/xYCJ/pNTqbglLYKx+GrNY2tq/Sxcwc3Oi1XZ8bMlQXLVKq
jRG12zx0/NXQtPEqHSCY+eWlT933JjSCFZrwOrSIN7PyBmagM60qpPsJlsE9jNm0ipCBGMFz6Mp4
HWX6KrM46p6mo8KJS5TWjuHSKidirjKnep3TRHMz2AsUWxoED0U/ka4Xqp/qOWHHf2Rx2QRW8qSR
BLs1YOuiEWm1W01I2DY0QrpNWLVk8SxoaB3DUsf0nZnJOi7rgELM7net4lwIVV6x65Pf4q7v1o6Q
BZvBOFjLgNG07kUnBn+5098o4N218K0fVTZl66zz8YcExqMZyHHX1FwGGFNId21b5PCyQGGXTOxv
HDDdSfWQGQXT4Z7ugkdxx2iOhJtUu7C4F8vRJbCgn/d23vggM8bLEUMdMPEEFlsNMasmIjSVhs+d
pIGBDN5aAbIhNq/x1SI1OkarBqgyU9tTWi0GKDwLVTfZG1LFltYqlKgukAj/mgDtyzit++BjQGp+
iA2CT6m3l5Eq/LXnTtMR/TVdjDhhx+GKLwKbjKUlx48wydMFfSciIPQRa8uYH21t1RhVsM2SllPY
t7w1iL4ILlaQvOCQY8IhYn+LIr49DQ6ICqSJXrRuChhKAD3mSDKMPQxoqyvw62lRGKbYllic91oN
ULdkWPjilNOmU+ZFm5L0F3emDVwd+RUNFeGdWdmfvSz+HlYtraOAf22aOQ1tc2DWQ1jLXy+R+6T4
giAMAqc6p4YWPyblVfrV+O6XzrsrPurhVwnj9fQXMDYu3/Hra/h8n6WhoxVnNT51ZZDuwerSUo5h
jRaqCY+SdiuSg5BUYC8vX02V3vygM5YV/6+lUZTaw/0BHX2yD2LoY9hvF8jD7RdGR8UaPhYpTw1z
ILsEx1/k0yEjQvTUTdK6mviQgU3FgLWnT62e7JOKEuSEiTEscfyK0/1hilSEVDbfZJ58GutkqaCv
oDMrp7d6Yp/YZyqDfj7yF5z2y70i1K6+13PBaHkNtl8g0oChYjBdvfezV8aDh2/i1vYurNdsvFQe
2KusfqcgQ6Df2eaLVilvd38ZC6ImICNzP2wnudcNFhlTEFRNpd6oTWTV5W60E4P2KGl5Y0zepl0M
585LCPVq2uJEKg54NunuUQ2hW8Xe8tHERxemo5q3Bcyqo4UldeeUO+A/FcsBLUOq8N4Q2S6CqbOw
StEd0R5b3N2yj7oEXQOQpL0Yk7yBC9fOfoYJLh+G+GzU/Qxj9A1mDg45W7kHHkF474EHBSWOE31V
RB307JA9ch04/nPhDU/lVGdfo45QvnMwJZHnOV10UnkPdE075l+Bc8QtgeCVZMgFoc4QlTV1lVFa
3pJiejZsG2pBy2qNh8Fg4aqGaG1B5tzkJrKbQQuQ2g2wQ3KTNkQrEuq9SG0QVeUPkUv2jatFkM8c
WuRumboP7cwvZGSCfTVH2eQ2yt2CEHvMZVOjl3NQZBZDuYorGL7IBro1zoGcgfgQk3Tuy++tlpN9
ZnrJpf/fZ35au3uKjr/eFyKZ9pnNLVLlZESQYKTWQk/qt56eZmw00Q+Avc+AeJEVOMcYJMya2/oM
l6na3WQjLwGDSxID4od1XzZkFHtTCHwjkFvXJrvFrmgWgqUZo2DYs/XhaqQxwMqPiG3mjfbAdF6M
gGVtYEyeBuab4yEoDZles/sMlxVhkldMK8Weq15HDPNcek1+lXVBw2nGMPvR8+ArxV8KYUfnfJnC
zW96BWxUWsRdcXfg39ToIkDSrjV2Uee0oUvrDvRaJTmyB1xIh2S2SQ3hJYpr/nseEJrdhsnSGwbS
j2r2lD0IGV+LDhELzdFyv8pgIDO4scJnjy6hRILCtKonTqedEBgPb5aRc0+3Bw9OO/Zo+m/ZA6HE
66DS282gJ+qMBzhcCqI7d1OcwnaFAVHSAOJpbNs/Az854kAcd0qk/aszQKUqRjlClJ76V8sCYO/N
jLuxC/dQyqqVw37gZczHmTDXvLm9oa1LRM1bJ/bSNwSUdiyRM+qDXAqrshZlBJslli4Okzl41xU3
a7a7mElOvFPH7qN2u3FZMYzAkjDCyOj9dcRbx64GcRiN8BujjvQA5THFMTyilYTwD2bJeL1Pmn0j
ymhz/3ni4XsqhuBqhum1zr36YiYaMe++rT8JbhorrYrza9CTLYIkDQRaie8DntNIUbpjcu9Pp1EW
2bbXTKTiw6uL8ekpaxmj+HiTd4Okk6Lg/a9o4GMa7L2HmsTEjZdpLvo7B3RDn9Tr1rfQXbVaejOr
/jigeGY7kjET9NRZshwN4YsPP+5xRKsEVtn8oi7SXoyQz6cMcoZ1XdsOMnH4edjOeONnWazAZBpM
yP9hANVtTjOiCo51MHszC/NJV8hZprreAXjCO9ra9nagSb8XLspDtGPG6PX4ftEbuUCkd6M/vbh4
zre6PagjfYNuU8XU3wW2jMQR7tJq0DnLOjzbMnv3ulg8WWOMxUzD6eq5Zko+QJGRXLaZimBtdQB4
mwfzhW1hTeyfLYatr3XuIXOkiws9ayAx9MPV8sgZ1G0bVh9bZESRq8qrubfM29gKQdatx7yB/GPM
mFBlK9MvEZAiBQoG1jXLNdeWTqvBY0qNpGbML3FpPqGvj7d301ORodaRLj2rGabTNap+CEBx5aZJ
Mw0zUyDGatvV4Cca15hdpYwym0mhxJecAnlCuL3rF1sLPzNTVfs6kz03ttFxcBt6AK5LD0oTQcTS
UxxMe7JOcFUUm+uSWfTsRrLb+CHLI7UbRjriU0v5KZNqD4WvAkJa0cBAiazvlD1301LUQl3ZWcy0
CdnoZ8aCyWZsaSvDPdxfomLaV/Amb5ZVDCeVlt050/PgRANyicjT8/Xmbeys8ewX5XzUPP2EPSfZ
lGaO+sEhyMdskMBoGcMbOQY9jmJ+YZy+3TYJ2u6IS2IN1Cd4zXMIMqkPM6cNhf9qDtovTkQ+6CyT
8P2kP4Hl0jekh6Y3D8kjeKPReK3zdl+OOgFiKLirRMVPQ/jQ6znI70Qhz5zTnE+p3WVbSKDsGmow
cCQYQPAEi/hoEOt5Znb9VPucVmY8jCd6Kv0+odBBrCjoY8y8KTY8G8cS3Il6MK+TFP7GbZN42aDk
Bdfcpq96ayGD7puNqCzaSkY1HLCGaxsm1g/ebOqiVSc2jEt/3RlLbVnvKhpRuhXEbw7p9towjWeV
k5ys+fhChmDDze0UFjN2uhz4fOyS8tZ7geKvHuEVW4XvPvU6S1hqFuYjXPmHAhgdSxTd7DaHSua4
G12Rjd7p2C7LmnMiygHnVc2XWan8QRPNbgo4XN30zddBCtpknDNMEPY+bP1tNV/kAcnbNNhqtZMQ
g6+pswf4ehyZU11KuLlsRTV5ACf2mBTUQ1rP1tLqaIcncdM/Z64AnRR+TbVevyGoROfZAmBLFU6f
3EYpFg7HHNsxgpek2XYNLQU5bPhe4nxn0+Aj9lh2UeJnSuK7M8LgfH8WSn482hx2VIQvjQyzo04z
ZIWkJP2k/n+joXQiHWjfjBIOn1UieOvo1HKr9WPIBgtHm+LDAMXjqc1qxZme0JRFb91k0Ftp3FzK
pKpYHkYX1g3kZ3+QzaUtHPMySJDenjsb1YiBeAq4qU9txQSCFOldQ5N2YXdu+GjXI46VrAUhVKct
THEDI0TkpV9NGp1S76un0527DfQS5Wd7g19iNYUBStz+GGkWf4BdrjM/IP1NoER0NgYQXoIVKdba
NMkt6hcooEn+9df9dL6pNn4+7DPuyIsyhPdm4Y5ctwS0PuHegBIhwtfU0iyGE2InGeKt7FH6xLRE
EfBD59KKOD/leYPYBCEKXdoSsM4sZXHzn17sWlsxdc7K6Wogqka09cO0fM7o1kP6F5S+UA2QB/fx
6f5gSA/z9ugwSLaz7lR4I60yhp4fU8HMqmoNcTEK5FG4aj7IgNI/RmR0S4WGN6kKuL7RfUGMrG2P
sO+aBMqlq9HX7+AFX8Mxir6kE2xt4uRmxdOjA8/gZbCRhUN9fbq/mmZ35BDmz/dXMKiBxtcvRVX1
i6qqS7bSWcqcsmDaGGTlcxtl3IwVfrGAnsxNNTZDwhkxpblzzeQnxjmVAfH1OM1Q06UO2qzi2MnO
fKnoLks6pyc3sKdzH8X6uUxsZ4maolnRViIJYkjiZyvQr23oyJ820VJsZDF/3lxbG7+ilvYqbZ0N
ohv8uCUh1RyEioMwP2RIIo4Dwn0sVRXycLM63p+Bu6RICAfgtbxP2kouPmyodr9Q7mnS/IV55zsD
UO/KsuUdvMDxzpnRvAHQ02dSlHce+qBhsJtba7Bo0QMwA7Wf+vp5nF85CAEWrqy7rT6jlgjK+UEb
MH+1zHF2SgT2LlJh/JYUoIwAnZQX2QQvQC7ZfGoQ2wdNqndnjF8oq7FzIUsJpa7dRkNnaBDNKR2u
5GMwDyCjeJVqtXd0gqR9DPrumzWLmkNZESkuYv14f4jnZ5qcJUJIp9fCbWAuT4wqlFlbOyvTxUuV
aOFqnHRrd+fta1ERrVIE7rsk6jbTOJR7D+Imk0OXCyhNrR0+EeN030AYDfOlmBgj+P9TZbNMq2TR
jHp0EnNSzwg+RG9wNNYpWCo9bG5x0sS7yImirT7neyZD/pVZiERHiB03J7TeeoaBC2Ow5McwJqu4
CaGeeLlxKE3RrVzTsD4GI0OQ1rc3YzSsS8d5wEjD6eaGW7vBzOE/uPXok83bLXVmgQ/3h9Rh/29H
Li3PTvsZK5cgkMxob1DrylXjGA+cgScK1fGilzHdPQJ6vukMuvWEPl0cQ3+8l6ZZo4A/kGijTbCs
NN08oCNJZ/o/nf50/FBt9R/CWn6PnJBCCkMZknJIgqXQ52Crf4qc6KvJCyILtz04PGdnyfbgusYv
dqwavgQsd3+OkDDF7zlZQiqhE5NFAWc7jj4Hs//Tn2vxtlLhDrhuMDx8B7C+sJy4+Z6XeGxC0OyP
Y+8G20A2n0WDQtYSQBnHbl2Vhf9G29x3rhNzx0NRGmIfyuR7EScM0f3E3UcWCTumW1q3YhrieSk8
/Pmz23/L+BJKOZaywZSYQun2b/GQfZT2it51t3Qb49RzcA5s7YJc1leqNsgwiSvYfiJDF9qGYyfA
jhZvY56355Eh0xRxF04HWS1TrPVI3ittI0nNXbNt9FBhXMdEtz48m6jPgkCjdZkE2LRkF+8lzDg/
GMKtCspfek2z3kLFuuwbzVymnkaLr+bmmNtyYqcbXr2orI/aVLjLXpGZ6fbiJE3lvdqiWick14Yp
zUlBB2FNmbNxe6+nI4gRsC3nQq4AM1zgyaSI1a1NWuseff3oLA2LhM5AP4fmWGz6CBBplWMo1N0E
mn/Z4Rw38Hb/+YgbfwvkBEsgbNNwdQa9+K1/y3+P0V3okgzkpdTD7jR0KtxXMfatJnaPWUk4ri3J
hE1rSGdwAY+5P/antlFfSR6Blp1T9oykCpdeHtP+RL0JSLS3d4iZwv/0Sf8WeWTbBme2CTJDSE7s
Ocn+n85rKxYhakqao37WZ3O+zVoMon51GETsgUhOK1wf3cIsC/eUN/g+xiF9MudWloPdctTeOS0C
6UH4oWl3dtr425+PpJivqzwZ/Tzb//jv/yKNms9nO6aDz184SojfkmW0rMA9P/Erlyiazo7Kb5Ne
t+tgKGFWzUzdoMn8VRU6P1gp242TiVnyTPxfO8POh8Lq1nbrB2sn7byH3J+NPrZxuT9AwENlMOr5
7v6yyV9DMC3CRDLUgJN89J2PKhXMcAeIF/Ae3H1YUB2kcgovSldHcKzOhYrl/zVMh68sTIOMe2FI
QZbnbxn3NleALoQK2UCnB9MwogfbK91zDz0uuo5oQXeen5+yuPYuOPD3oNvro5j/2WBMX5gG3pHR
cZsaktt/+C3mY/3bb8HprPhFlC5xD/2W34TtC6cUjpdlyw7mrGm1C6gR7YOAqI3d0lxrgRxOdAmm
vYuJflVSZjXZh57iTwaYXJyCaZxOLR6YCx38DBBPKJcVoZZn7NPWeW4Vsvoqb5OZGHayDiP1NHxG
bTetbWTn+zALrcehVsjlAaGtsCDiV1XkDTTs8v/8Xc2/f1dFmKQuDEdZrDO/h92lAdMHfm6cFwpV
GFcenY1qbF4nj01nChzXH3Pzxm7JuCVRyk0yj1eKTdSiir0nodWkc+U5SE6HLETlYVgFo74nZ9KA
U8aDVYuJikzSinVhKf/5w/+b2w/yd2HorrAEIRu/xzGVlZQ129JwqUx7SWYIlX1DamhqKu0BXcxm
aCv3MSjBIzEYJtJSC3DgvsepWLVhUZ/IpRCXfmgQk6VMBuj4E2dlhM7Dnz/m39dUGx6Jy2CNA41E
xZrX3H+69wxaXoaVUXFuaMnWtaz8yYgIRZUTUs06YNMfiWonh1E/Bmn5UVji3Olm+K61w8mb2ve2
HU+VPciHmES1ldWVxAeYkuIbqksQdSNZDoTv1P1P3C3O558/u/Fvzg/BETaEI3RuUvK3+6YWEnlr
1SNiIap80FxIaNp2eG5cJU8IQn8g0MQOywA4qYgaYQEyzllYjqhqUcH/+bOIv5VCtmIZcxxTOFI3
aOr/63FMYxm7hiRcN6jOBFjC70nc8bX36RdzVHugiEjCtTw51I6RPHS+o45wrl51z6UmjULzFJeO
dXNbA9Ol8n9gMNb2dlbN8YfBtDaNBPhG2Z7u+Rz6xPWfm/YHzK9T2iFdCFQXvietTiaIwHUZl9Zw
SlP7A+iWOrdFBaOLuepGJzeGnPOaLfX/x9e3leKUd2bJl/7b/RKdbpyUVZosK9P5OU2WOhPt5u1o
GBu4YSUB0albbCoMczc3NyVJTENHBCu7UK+1wm1eENzrV8UcTMn8uQucJ80aaWBaH+Dvk3Mc19Gy
1kIs+PPLPszVIYxF+2gbjIMnPVWn1LGqXZUwPfZrkxhwWJXrgk68NL4UjOB+1E8S7U2OuEH+h8JU
/b3UUJR2Qpr3eoNUhH/98Uc+TgBDM1t6LaCdqeBqUP47stPkJFKQow4r89azIAvw0w1Ls8jfsa03
Z33K6cnXCYkAAfzZZojCd7ermZ9YyTmYq7dkdNFcgTa0NGTdhOUqpHPhji87HGXjTTBkwvalzxmu
1QWREOaSBWINtRngqSeIRZ98oghSw71lKLdWlirUpdb84gBs2Mdm3+pPMsXFAOwKOl5vsWA0Tnbx
ZcOeGGuVDq1Yq33xih70g+TL5054ELbR9S7KvK6ZJRvVLVTkyTpMJ/u2ntXC9bPQY7WPIUFszDa2
DiMOM5UH4qMQnr214xbW9ZiSaWsENG/opKyjICZuOp2xYeusqKc1BzDAFul2qP56+9UNnQ63nDE9
GVohV3if7O2fT+F/t9pwDeMeNA1BoqT8fXcxxgTWmDpsMiJ9rMKzb1lX/dAzBNAZA4ptbF3TySy2
dTTEyOhBvsrBvEGeEC8ODY02qw5I/L3HAdYoRDv3mgB2P+YO480exer9FfXvtPjz5/431ZlCS+86
OAqEqRz1W50LlgjzUgtFRgCKq9BtiaFctmPtr2O9AGPDT7HLAP3sjdzaBwGuuLpm91sD71rqmu0e
55dq/h3jzvvpOf2cETuSgFCZZEIijl5GY8sAiIDyRac3ausJdLXkdFKvcrY3iP+Phu/EV3pm/RzJ
NSCnMj9FmEzIHGvrUEmUfn/+0vJ+Sf1LHcRihcqN7SDNVdOwf/u1Gj9L6myA3tRPmNggcUb06FNt
XAH/ht6rtzRv8s48uj3xpdr80Iq+Xwc2dr37f8itQBzDVD1iwFcbTDoz8FiUKJFyoDVZmtH5g5xs
BWb9IOaHugSICCydFD3L2pS1ao4ciPZ4f9Ya/Xve1w2LPJrB3I7eGs8Y922OYbUgkl1j7w/+vfOO
DcgkYEZRv7HxLe6bJHFpDbowH+9PoX7XB11tcEGnzhMUyCHf+oWGFr41LTR0hUVaFwIqx4obJnmM
CO7vjWNUrFjiiTaY29hDbtvLkvSktRNUxgWqKI290UYtF4jgWjKyWfpVh5LDD8Pr/T3miu4Dtyut
/scb0QSCocshEoDZwIeEpNJzILoZfM9VS3FMZ5EHu8D3rs2qoGlYRygwbvocy4lNo0fGB4wjbetL
xQp3DIRRXpl7IZ0eMMImLnC2xmh30subZ1LcPpIud1AaWT/DLB2XCeFsxyqMhx10Pgi8Yy1wcncC
AL8xRxcwgxVibuE2W180OdoB5o8qwSHDQnggMvdg+ZN8Sj3wFTLywk1ih1cj1pCKz+Nl1NIorVuT
KMXEBSdl19G73fdqNZg1M8iRpXecGpAHSn+uncq/ZkIzX6X7JS07fUmZZ/ihJ3axrKHWAe8+3J91
LYD9+7MiLaEpNR1YJdbbo0op0MumcPZFQcZRhqZ00ZhNd6SWbo8tQ75jylALbdHkbpGigFOOo89E
BMQA0U/eT/HoPZm+9kYH85wGEfcYrxPmOak9RXLHGANQn3S69XTPMfNV33SX8PR6dC6kJqHiTbPm
4ii8R/OrckynlVNi8LWh1cD8p3LBr9EYKDZxywTVQ2lp7DEbf3xWOo4GasJr43Jl28CuF8qu80XN
ooa4u33vRA6Ry/f7w/C/z8x26A+Zy0kMlDkAszaOt64pppvTGt81WRPSAffo9tf7SU2xkLun+6v7
+6MrlxgjkMHI6aA8nBqNm4xX1JfpwTD7djPaangFr3kDhcfIzLDB8YjSO8R+h9R/mjMCuK5w7obz
u+H9XQSrDG9CebyvcIqp+nbMdZxH8675r4e6mzaZhoX2Tn8u7LHZkypqLVuhebtsmtNtIhvAQDhg
JSw6IK5NZRP9ktZnV5+t872OEbzn+5hvkyc5cLbZzGMmdSjL/f0FJAdqeWuvj600dr4s7EPSG1hX
k/EDDHn6omX+BvGh814NySNUln5PZoU8Dfot8kv3WPYskov7WxOFFNxYHtrws+wdOvylJL/mPoXq
5+FkbQ27bFaCMso8uuha/3pw5peOi0KqjGW/JUIDsjQJnmSgNI+cmRltpVhf26INnvrKQc6Ulg/3
qZHmR+a2C0G8NCNeTV9j6mH7KHobG9pQyB1z4QTC3zeOmoAO2MVVx3IYJlV3cYT1U5Va+VgK7Kn0
oOpTjKb0QMX3BB8dsTCbyhfSIOlB1xoNXYGQG35ftnX5g7vJRLcrUQOTXBORDdhgbS0LXYyLzCRB
sUaPwMzeZ5tSttMxRqh6mFCPszcbT1RD0+n+7P4AonlceOR7rv1QvTlamO0wolhnR6vg7pPFdMjy
7sUx4FVqFkjQwnLMpXDMCdnvbGBwJphYcC1fizR9K223hKhmxqtAeGJZFzK41kNwFHldHfQGurOk
WbFCloWJpfFCc904KG9QF0BdymcWZahnWweBwYNUZYn3KcGF22IcLCxfP3NgmBCATvbrtj9iwVar
HGCxSBH7esi4Ll3R5RdNxv5Foe82lphkYU0Va1Ch/caj2fwc9sCgIhztS1EaaheQArXoJD5IT6v+
z0OLThQeTseA1AJk5fjVvFIEzS5PUwICrfohwsi8aPIi2+Eog3JtpfgSFXL2SQuebOlH39Qgf9Z6
KT86aYO78MfgtQz3XsGvMTpqJMUlmf56IH0aGIGVOvDwpEF2chFhSypm92CMinzKq+PEDB7L1aUy
GSKtyJzkpFiCC4uHL9L3AiwOdXD1Qfq7oWYdCqv3HnF+gDJE10aGGVkmwTRcwGcTTj1O0KpaPHvO
pO/xezCnc/D+azFxPubQlatRERoX9Z44xzAcjLQdV7nW/XQ1dwPQMaK77dODoDX4iD0EZEQkvUPu
5z8EDZT1EOXGJm4R0hrSD5+YGdJbJjxvmQW191QH5Tc9jtQ3y8++V52P9a2DkINO2jnJOcfaRLBD
bBNy3SHQaVu7+Y+6krh/VfBOjEW79mzzCB0EGnqV9vzACCfSVLOP//ehQMN8jApLX1GSAUjxxffJ
lsWTHCQB1AIVZ44oZatxbMCC/w9hZ7bcNpZs0S9CBGbgvJIACc6kJst+Qbjsa8zzjK+/CyxHd0ty
WFHZCEl2VVMgCJyTuffaksVFrT6MSqbvisiaLlWzDF1MsAnssSbv7+u0+zLs7TJN2Mgm6B9q8Fvp
Wr3dGc1s0nyrYFusKOgJLSk9mwaE15hAymfUHs+jHoeHgZ6lZ3JF9QcSbPZ10z8JY8QUT5b2BH1q
rfXzsJn9EbkRmXoO7nobbZVurUsLM3OpPATjFjmLzJww0Dk/BdI0WHlchfHP3ABS1YJAYtYXuXKr
/7SFr6zGvrUhDkPHUFV1XItlj5GaBKHj+FcFvYzKgqQWlMTrlGL25mkYgWlEJLaFIt7aZpW5U6Nu
h3yYXKXcqtHc0WLPX0ORnvTQ4N0lvZ7+oms21bPijz/ScpI9m6tsr/vMm4YJonUJLggpfv/497Ou
fmhGWLxCk5uZZgpdZ3389qwXytza3JHhgS+eTt9Kv2lTEF3skSjH2nYNrVavo1Z96fqc/KVkbs5c
z2ILaV51yzTFZzMKZbVxayxF1yS0o11ohtZWpjN+zcT0rJBa5BiBgo+4beTw3KVVeC5TOE5//0W0
pW3w5vKxURjSgrVsQY/HfD81iYmAl+qJlDI6dPs7RbmEUgtqb5RYsTkmgu7j/cdRJX5/pWj6CM4l
Kx9mtejWhMauVGMIXqqm8k+9ijYnRbH3qlvJ5LbmAgYyJJgikmUchJ3Xu3GI3EnDe1anE3mtOuyM
ICQiiImhEXYBn3wnJ0tpD6KOhVdDWrFhSl9tgl+unYjzRy0l51efn/5+JsylD/f2TMgKbTrLZHbE
UOMerv4/fTolT5lCJla+LkdFf8IjMmu/IoL9HmMNcaWVR8mpjKRrV/xgcZsc7wca3CBeSxK5zcHu
r1X7i0zY+DwiCRxHBZXfiJDJ1l/qyQArOKiOtaj6aK7so9oPr1YRyU6qtQj6ZuY22KT9Sc2uAco1
xL4y5id7iTwfo38WqZrNzUohbtSZmYE+xhm6I/rm0w4C/i8j5vPb9MSEllOonjPCJRkirUu/kU5a
ZbNsH1hDZFYUPRVBui2K6bHJkmMr9cWekI/xBXuqW2Cgfc6G5KtkSNeoCfqnEbjSU+//wpHRuH8/
34qyNA/fnXBNVdlaG9hi2Vu/+wyVdqAHEoJ9EMQuwy9LW0rcK2Igl2ySeqms3kz6ppcg1m1GaUNC
4CxtNOwyQOlYERFBxfYEMijz5JOcubO9TRKPTlWWeAAMKXX2RO0RmoCtNGw8ntCaRTyJZ1ieGe8s
8kdYU1oehAfJ8igAKVGyi20yB7ajk9qsXbzc9kpMh7JX214ne6xCuddQVuPJ/NuNV6WetAiQt13q
CbGV7qWqWwjvGH+ppth29+rDLSXmjWpupHmppt3QOpyCTRu5LMvA2C1E/niUBQOy9jkMEtILwK4V
/RbME5UXS5WwiPlvmZvmfiRtmCpp/azCyMAAZevNT9SgCJv//s4ZHyat9CHxF8nc/bh1f3jkMIWf
Mj2CmCxoVLtsP4ZD5OOq7aegcxtSV3coEeKT7Zs7mh3hbex1aAe19cCQXHbuaV3lEh4N9CwihoNo
CpKn47U95I0bVUQo5QK5F880bN2Q8zkpcpGcZgM3fIvl23LVpI53w6j8oy9tg4QOHGl0a4AqRZeH
XjNmw0GCLLqnzVXtqr6vEO1bzXaafKJralll0AKMTIQMykw5JPXQ7m/CWJcEzL5qvYfiUP4iNVN5
nFqssOjju09aYffG+Ztr32TkBRbY1g2VsZ/2rqVk9A3wLzvP12YcaTSXCamRFZYf92VXlKMmH1AF
kH8xgDKTku4R/SRPsqTPH+ZuVlcTz01PSH10G1T2uQpGC88UCS7kOrbstUmUzYbtervRi6HgmZ+g
uup7Vv91HW9kW8yHvofvJCqFxZUMfWlTBOh4cnmMXvHEC3fwcxXsurAdxYeVcb+R1JVeeAjPv9+/
G2JVkBXtV+vMWuKLalnxyMrBCpsZ/i0AcPjJs0r9cMMwxdI/ZNLMGHe5cbx96Mb+uOg3y2adMY3e
2BLq7LImR8+XQ8vpYjQZSiO6JUGyf4j7cdpFUsNag/gEdAAmEl8hH7sxA1cHKZ9MKCvFiYIeMlq+
koJBWqWNknpIAtNTlY9AZnuL8T5LzUbOHv7+IbqvEN5dAcKSFcQWpgasXH3/ywj073QaINsQyIZX
47krWhx7KqK1+7d5UXpGFHTXSgx0ryXbcCUbvgGLDtM1c/yEeQ/GMyV/5Rv4Cr2WD01VAIVKd6k1
mOfASIZLMB+QJ0CsQZk1Z3JxHSKiEEsIY0UMQBPj17gLZvK8YtlC+ql98o4pH56pJgNU1UaUYVi6
rb+fu/e+aeZlorFCKvV5GybpsDMj83Uyiq9c6f9+2C19eoiKfnR0IHKHwPTHPWtzHF8KV+nfT7qx
nNS3J53lDkMEXozBc/79PMskJJT9yQS/pCMPAdWrvSF042GqBqDjYRqeJ1Lpz7ll/j4YQT2AlC6r
9QhyD9cXsdEhuBrrompa/YXJXb+vENzCi+PbSDMwcs8CCO+hDXSCTdqp35hxbj3NoLdLwKOPckqC
2OhL1dmUlK+13xoPLWFdq0rU6UXcDGweX2gRFhtTVRXcgXPrNC2ffwwjJGEHGd078US+y3COinza
ptKXiqbeLiBBY51ojckcpuzWZW634Jol85aQWB5ErXzokTJ9chczP6yCmd4jq+BsLgsnnPZvP5Cj
YdblSDMEzwU4d/BGCzZa2ieIZ646iCCXD6a+jnOdwIsa9yn3ueZQLTlQDRTmrT/BO+gsHZe9XIXe
FBOjsYgupLmNrtp8TSVQ/ZLSR9yczN+Zw1FqZsfM6A/kDTbX+8+xZDCWkUhxvfcB/3uYtHwgYvnW
hXwGtCwbvrZxRdfWolXaDpH93MbM3LFHfrUiCHisOb9HE15IzNo0hgYQ/mQbAQ1BkBkPfX8gr6Fa
p0g8t5ImgA32gUDUYp9GPFFxYrWuXHeam6g2OIsyzDdMnGkfKj6fLCY9TQSCfKoeZ9DexIkDyvns
07ZMQN9c3cJiQmao9OwtJoXyu2ktK+gOXHfdrRkK4qvypRe9H36FMycYM0oH//taoDzCpQsAqOxo
iP/94/Vx1A1LgX0ELwHnlK3Y7/aiAdz2RpGAsmmRz5sfkJprVagd2sZfLNLoNQw2enEZbspKdrlv
LNxx0UApE5UzqIHTI4Knt2+7ZEBlQNLDlC6/rm7UIfjBOc8451P5gNX3k130h/EiLxoFgSVUFAWI
x9698HBs/R4uXLcmQYbEE5PYnog8+c6WDYyQ2k+6xNOJGLz0kzOm/eEGiWxNZTVgaoahvn/LbCn3
kTbyFLAXxgAdPwzbndqfaYDSXLYm9cbqHzCP25mYyCGjld1QHaSSzCOJTxjkQmX2/Anz5ZyQFdDS
v/1hKa6qj5CpiVsHwcFDj//fzAnrstkUkxreLHpfRj3Hl0blCYDRJ3gk9wioMiahprBAKM1AwqGG
H/9+fXxc8XO/QGnCP7bBc+H9ADBpyQbOsPlhwBHpzbSbf+LMtr5Wi5wyTIS1z8pogR8kO+4MgJ5r
udvXGPv2lrYamw7L0dIwnevO+mQzYqrvPzrLSkzw4ngYAxE33s2XDUsD60cM47oa4m3YY3xuWon9
qDxPB6kHOQsI9+H+o8AqgWxHJnF/acPqMApOUmkqN+BB2kUO1MsIHYjUMSYhtv6rRGlMFEBqbpIQ
3bJiG/qq5pm9r0p2JuQun6qkVVbaLIlLLyvFaYRbsw7nbP6e1ghnGV2/qIMkey35tivfzr6TXc+m
cjlYifkN+HVI4tTwksjhDywa+cUgHIcEYMVepb5DoCUhgWWDtSC3n2tCjfbEAdUM6ZTCy4e+xmJh
B6cian3WPvI2LYtFHtF135Suis5AN3dlbKLoDi6SEqw/uRy0Dx871nKmZeicCVNWPtywuG8OLE3g
2DVT3XsYghm31+EknRhrzEGknuxE5McMX5w9FrKrz9K0s8aClBE9GoyVjFZB1a9dP5BvUFWaN84O
nmkgrTm7IoVk2580ZL/zjB0Z0uKVnMsAy4JdqyADu/JxSBwxQ90b5U57zk0MwGEn5J/a0GCNHgAB
dDJ6EBPNr8JtbG0uvroMwijNZD1zUxWzXNlXyrapMkgs41g+NJw+pGqYfQOwWtxMPGX2wQrQAFrl
uQ4wkeRB+ZixDAPZO9waXB/YAS2MjLLfOFonflSCFXlc1vpt8PE4VtpRDqDarrp++UREAPaSEEbY
HMmTY1hj++D3hX8qiN7DR/KPmSV0LpmmPwgc+2SOzERfTF5hdDKiQLvw3QA0/rpDzXpKExbQcHQt
WmV8i89bbIsQHlCFMR8PqbqO7FiHKiGDtwS1iOm+jtwG7PE1K8phk5G6uE9AymeIxwF4czBDGRK+
TMaAQtPTVSC+vNhd/joxqz3Br4jWAyrrbcaDd20yjWAKFmFZKFT+Y7W6N4iW4ebVxmR3xOni2kVM
C7cOrPGcOFGq5PtuToBH0wbf9OVkbEccgUylleis5pXHxSYYO3KIokkcR51LQUvziW6L0T/lkmfK
2OzuTY060P6xmBpneud1HaKr4T+HRlZeP7nSl+3cmyczMju8yApPGbauHy502rZ50WUj6Isu7Lbt
XM8rxp/Pqa+0rq6XmpNkpXkluACiqAhejGoGeoIlc2X1WcvtvicFc8matVTMDW1S76sFr/33F6l+
2NbzIk1uzjy7aW3a7zvJsTVPml9CAGknuJqFCdPNCOyAfgcwCWAN1nmCfcE2nT2/nMf4+YtpnSzA
VQz7EvFdr0aV1dtB6XQQDD0Q8iE7xsKXH9TJ/wrN4dLyiP1kDap8WIMur5rNtCKzjTJl650sjC5B
MDe1lq1jufYxaMDUsg1g4Y2WkkkFhG6NumbYGe0hb0AcmdW0NSodNXJmTcfclrxaCCwn8Mk2ycB4
+O8n9aNIkZeH20/XVVJAzQ87oBmPIKlrwIzCzi+fIeKSNzPUMTcOf3D1RoscHJrzyWe+indXPqs9
8pG4UdGQ2NM3OeogoPk82QvdRMODf9wThs0ydVQ/OZEflyK8UrFI61TZhIBxvzz+p/8ZZkTBjDXQ
u3CK2jONe3stmK7QdDBq7Bp6na6YOWabWmlV9NKkqjRpj7G1Z1U0q6lxpWFO2mWQK05b9phBQnIK
azFZJ0VXlz2oja++65GhhZkiu9kwtucgI4U2kY0JJIW0Asthv3AjR4ek+ApDr1hz+omGhSpFAj68
kW+sUNM/ue6VP1z3mqbpzAtQJenaexk7jWzWTwi912xA+kNXxDb5by3LL3mVRdqPmLnUBq8enoLe
NXx+WzuFKfP368T8wx0CMJ7GDA017kcxa4rO2E6VbHGZhxtZJckBbLPXGvUSJVAGe4B37CVCe1k9
EHiFT2pj6Ur8DCD9R6iM9U/s1/tmHupjIwNjG3IMPFjHRkhQ+j8FQQQ3VOfVZbl9rvggyYdxGblN
jLweYc0a/dQ6Kdmhbqnz8AsbkH5jXZ5F0JEulmH4nJZOcFt2gNZBhyYpag/mwERIROXOtlv5qqWa
eJKqMmZ4HytYB2P/ybLYMTeaKHb3P9XlNnY7fxW3OcJcyydSDLekx70x9gIg+44/atZlDiX0EmX1
YsHgVbJQXmIXeFJHCkSO+jTITK0nOas89kLiwazMaR3zJPrkDVH+dGMx2GRjlKbrZOnvF6sgGhEE
zUkJDwjF4RwIQtARqN+/KvXuZmr7AZpUtk979Os7greosV2qS3dzu+uFNwqPa6fdqOTstksN2lb4
20lbqh62gASBmMedpazUkggqBakeZmTlNrHsRHHxdSwP/5YcHDRtb9wrIfmp3yObpyJ/pylLGQpK
px16ikF4fbpTFI/yWy/oPNtniUhS8nbUtrNGMsnWbLZ6syXJrLDoRG9n9I4IACIPExiChuhH3kNB
84ZyR7Xhzjd287iro71twOXbm9Ver/b9vG/nfWYvlVDdIUwPEZEj3WEIjql2oJolpHipaj5q5VLF
fMzmowWygLA8rPrZicKzH4OI+uQt/LgdNYXKP8bSnpCZkb5rsclJrcZNb6LVyzQyApIavU1qkQU6
olBrSGQ24m58wfH11BtA2uIJn45UVb8KBNY3nbRTZ25APRtG/hwF2h75QfkPFNHVHMFxMvyXViVE
bOlX66X+yd1Y+UPrjO0oNyNTpdduK/K75xpuSUNBeM+LD6PpZGuTsvND3DI8fsP1yCBtV+d6fUP0
KUNxhB/P3XPX2wkE4UnZd0yyblpfMYsizGFNvOPsTgaDRvog8iFbGK+1+N4l7UMY9vMZL+/8ZKb0
cm1zEA7/5YuMaO1AZqZ2SGD3MoUcfNALfGv65f+Bo8wPZlaZbihF3XYOi1+WrVXXWj7XMqT8qsyB
WozB8T7PiuearQiiECyMmLltRf2H7vxmliTzqzG+DF0+ekbV2BtNMmN0GAw45LjxIjUhgX1o3FYH
YNoR7XwRhcH9n7wYfwtFBX7wgNQb6m7lASft6Cg0OHiJVN41oQo7Ji9c9Edc2XnUX/PZ1sgkCyS6
UkrmaJVQHi1H7vrpUVm+rvq8hXhTHMtsTtnOBbBj0jzZE1mZP44VUDdiirFZSdkSPKi7xEr2X/IF
RIGJ45Dg/3VFHeEUlHQa58XPMFSGM+HI0zGFtbbOonwJlhK1S7ejc5A4o9frE5R6TIYiEL0Y2BXS
bLV5/G7Hw6ofDFxUUyiRXTjgCpFCBH2LgEdHJvnJKuX+iHu7PsXERY/WklVa0rb97pMSR1WRVipU
X12t+92Qo1IbtS9VHAVOmuRBxehqHLaTYMqlLGNdKezTV2VBFLcq0JtiRImegLZbFQbBPozss+8J
lkBZFsaPoDYOKX68X5INcTUuQRZDuWD1fmjQsBwy8H2rZUPgoMnqvKaIng3AY1+JYR1X2JuMcxfR
BjGS8mplZ7iQ8142e6hv9y/DinuQnvomPE4ZqSxz0EveYA4Q6MC3IHzLbZ6Z0oq7wMgWIZURmTYs
vmdffNOMhagzG0STmd1+5qLf39UDBfiNfCWTsvtJl0F8XGkQULyMlzWZ9gdmtLf90hBsNfd6dpZF
VzyjW882ktU3rsGIjYlOPhyVluT6ouhfO7nu16M5zsf7ISxCUBrhrUdVoF6bejl29bUPrrJyoQQB
w8plOFc6U/OLpZyFcg6A5VwbHq6ocbMQkpwB/7pasG97sTXD71Iowd3VlYUcVte/AMMc/Iw+XBom
JjJ/Sb/yt7/3VYflNS8HJ64w0yxlKg9a+Ki3S6n3sozHJHuiesRQ2VMg/S4kKL7/1OjPY/1c6c95
+kIV+nM2vVBx+lJLeNIhSH/JpRcKEuJKqrN+INqWpbiA0HcTYbElglh8yzJVOABJXk09BSFdDO1T
9/mMSf7DfkI2bObRKsNNId6vBlmgYdhJ8CQr5s4gG7Hew0AhCWDIDqPYa5wk/cCxJVIoQvd2nMkH
bo6NdCRV2TgQE1+XJxb01ChOZn5G60/p9tnPz31+oWwbAMSFmgH8iEspLlVxren/zNfxXvN8tf2l
yurm+7wNcNRvLV8rtwB/hJtyTp5M+JvQuLOnpkVopCbBUYKJQWKOWe0CVDuXoEjwLhvKtlB3EtO/
vbxAyvdSj95zR83EDNwLHS/lpwfKTg+JfmgJ99MPZnWsw2PgH0t5KY1Qwfyk5CcQxhMEYkA46Zki
BEVNz515braDdhDJpTLPU3+xkktpXob+kptLJemVitJrPFwLa6lwuGZoX6xrm90oc7zV2Q3BBMVS
sFVddbyl4iaPN7N4iMWtVRaxOTGLSacx0F2UDdxtCDW3iUtLpLgnztbghmTJwVYtg+SmSsNC5mSZ
hTP+QZ4fjPxBu5eSP1C+BXH6wbZuXGXEUgEB0q2bntzSYSk5+V25cf23li1ORDro1bofw/aiRVep
uegaSc4XxKBZdEnacxJdlv0Tm5uWNu65009td+JYdqcmWQqQQmy55nDU75XCkhYHxndUUh+i+hBG
B7xq+bAfcqSre0Gka/yJW9r4MEu1VHYbeMqxM5gag4O3t6IsgPlchzp5tmpYPIZFYrt9Kw/uiPn+
cZq6+uw3gl8nNR5xIRIfHY4wKIeuIzBQ784a8xoFlfzh/qP7geBW7aSj+J8MYTpw7roVtMK1lPbz
LRR2c2YwsKkUvMshovdVCvET8GMxfQtRH5lKYn+Ja4wUfDKjzR0gsfzcyogQm1rb9OjORv/+fZkO
EOyqfSBrtFUJnFnpVtkj7uSQg1e5RL0ebFu1MVdT8TqzODvXWpVeUWrBLkh+mHqVfunGpt412e3v
27iPS0420bKh0s1X2M3hF3l7WsPGjtIsCoq1MRtP6MvFQUPgoS8Y62igxypP4DznuoJbkZ/DvG9o
NpNPOZGePGbjI/2ZZ9swktusbyODTqyWdK5edgYZNfCYR4JlLiGiZ/Dunz2bllf2dgnAVkezaFPR
BVimpG9fed7EZTnBMcd/24wXAT7sXCn7EB/eRR078mmZPtxoLuMuL+xfTa+hyUTxGvpRcjQUq9jH
ZkrSY9BGj7H/Uw+r7EQLMkOqx1dSmk6HQLXoevnJ3iyir1Im648mSZJOaLXywzwZmlOR6uVV/G63
8gheIF+ZrfoFM3t1LQqruk6NqLwwoolqpUN1DQL9Jk+EQehiyZy2O5Poz+ZHHJfzpY0k+YruI0R7
XupfMytPnTJPmYNl3NnnaB5th1UYemF+WWCNMG4T3bPy9lkFfH6C5GGdYqu1gIzpJgokAQkI1yvE
VuM7NFB/jfKaNVxJoPVdsKIAhlixeGhvPbBkP53FNc5qbLJLf7eIAuGkY25s8NYmCKnV3NNvqdxF
GWyEXNoStt6szTaxoNqKBsgPxJ4mUrUNlALIl33dMtrti6uSSS/tbGY/Irv8gXcb/qTqc0o+u4jl
D315JoiYVenLGIjG6Qi9vRZAMEp6likocUlxlbdBTACqp7Djrjx0Jpg3WjLosHBEO3tayp92pbUD
g2LHe2AdY7Ofm33u7xtlT6RHlR/64dDkPD+BFThpfJwHdMpHqiQjMz726tFulqqC06weqbI6dcFS
dQVSdqm+Yue/1HQvbYkpOVn+Sb0fhU/o3ikrz7Z8krBEANAqz7F0opryHCk4NM9DeS6lE1Xfq5VO
VM9DxCSazm34O/calBM1EQgbnrCz6uEJO4hWL8dUP/r3I2MBCkcRw5zSvCGuL79OViyvK9EUt4zo
yFUiT/EjIdHqCpSrep2N8kupQYI85OyqymMXHEV5tPgC3TyWcbHskCX7KO6lZijZlhqHZXvcD0u1
A0+OpRrzNCZnPlVLvJx5ysxTm5zjAfAxefSnPDlH5ikwAXMtdcPMaRsn815SfF4Sk4e10p9U4zT3
p/Fek3HSLPpbpy79XaN1pKr0RJJPax0xvKt43oulwuI4+Qdq8A+pspRfH2yA7NGBSHjT2Gs8vnhq
3QtDx0xsjLRLEG1rO6PbEZkXfUHRQt37td5MgyLzxs4rYUzT2tK2urZFrfX3O/MfNtRc1EhTmY6b
uIfN98CBUZ57I1Y7nikmLh24Kju2WPIxJtjwXiEibaI+4c0qXnUvMsqCbKnR384+wTLbQtuGw1JQ
UCRAKNE2gcUpL2W2mzrfTNUG+5TkmNpG1zawHP+tJgVat5VnCJfbad5a5raKPAOBT+kRZp+DBzaQ
rXlRiE11qbD8XZgKKagArbEzw70e7nM9FpthlsCQqxV0o1zZUSUq/3aXtLuo3QXCCwl559fBpww4
rPVKxZtoP6Xe4G+pyd+mtIG0bcAvUizlh1ugolQjbwxcb+0GjmrkJmgwMejxi/BraZvB/11ds6Vm
Gkf8RrOCeMoexBMpBqH9aYOf7ueHJxMPUpWhBKMJJvTvgQyVYva6RIQpQWLshdcTtCt13QOWDhwY
QZRWOQEuV8WJBuZ/DsE1AbfSAAKzi4FhIJqgcafMZadFKbo7Nq6mL2Xcy6KLqbuJ5Gb3Kgh3B4V5
L3ITO+4NkmuRySC5FNmqVG24rUHP2u2NpUa+bV3cfH3rDjRasJMTLcBoJ3dD1IuAS8lKj1xwSBRN
bWpsflcfORQcUBxZqlhXMmIzYgTWCj6NewVkggRLIVyTSsdOnFZeqr5XKZEr6/iJm5NinrgQSqm5
cnFijiwYyDAaXBLRWE5Tk+2CNS/5IVx6223updCJiZDJuItkwHYp1oJUdK/AdoHgUNq9FLKseWrC
LHQhYJOtS6mx26P2iN0pdgVZ5cIpABVMTqY7cLy0CQGTkxZORPJr7MQ+Swbk5esMVtuSC4bRaJ1i
5pjWdr7yPYxAxAmPvK+BM6eOXjm4IvEwx6SFKA4IPDDlKmRRHIeBS7YXNd+LPtHUuPlLghO/Yajm
EoTOfFObXKYLKe/gxClyA4M0tqUIcKaIAmNOBcmLqu6Vz25jEHzhdobbtEu1M6nTLhxv5V4TssBo
qcXdELmA3QJtKYV82tHBuIkjps2dPocy4aCjgFNu6wgycQosx4XaMC3H3EI64JBtKOhtJ4RTO3G/
VCM7FbGcxlKFxB9xWTpW4lITb+iwHAdKdevB7e7HkfdR5ZXACOZVLYUFgWIhjRtqYjltu2D6qJi/
CYxRcUEymoqrK66wXKV3LUChvSsrrKBcJrBDuVR3rzl2beEAJcYUnutOqjv65KiT07ZO3ToJ6zfe
V95dH3HPWtkxKhxgD8trDLB/v4PfxYJvV6iajhfFMg1ZE8st4e2qpJzKNAPAjhbPV3Gn6HL4iB8y
fPRrze2HIfNIyQmR1dmyC+2E5UmjaK+SdQtQLvg+qy+cLTfalMXWltPdgEAQr1DAMhUWJWb98PLf
QwohYm1Zr8J6TbpXLJiS9ToHr1X3qgSv2r1IkQSgfWdof5HSL6b+0s1ftPoFtT/l6y8WX/vPVDg9
i30a3uLpuUmf0+m5S58t/YlqGloYT2HwFAdP9vyYBk9G/mjdy7YewmGpeHjQ9FuTPBj6rdDIVwOV
XxaZtAkj035MJomwpcL/v9iM8meSc70aleIVVQdqoq6N12mqi4e/vxF/2DuiVaIHLuA/ofN67xmR
+wY0s7+Mh3PropeAee6HKSWxrEhRxxQDuu5xUl/kEgsrnjrlUFXx11pwgyYmTHMGVkhYYmkBkvtH
NlkSv05CqI5NxuUujZB2kIdRq5qywfAIDrJY8meLTL516cxSTCSHzMCvef9Rw7crC2oxueChoK1h
k4wlIYKy7Mh+nMbRWLWMjFI/fimUAQ9Knf/vIVKcnKtfnStl1asD61Ay0kFHBPu6lewnu8uqVdrX
3EPQpTmAyT2jKbPnGlH7Jxf4nSPw7gI3VQX5kcIsjsb/u5b/aKp+ItczF3hl85xbpKiF1Uw7fK/U
KHaZspsF65OlWLf8WwHceAFgZymWLhTrFj9djqxbKN12ujOLF6n/vXJB6xhZG1YulE6y2n3lwuIl
Tpb1C+uWcPy9bun9DeuW9l7/rltYuhRMiyKvGz2tXBYtVGp4MVXugvvSxQ9+L1oWmhEM7yifNtBq
4f1Z4fF+KCSwNb5bdSjS7Em6dKAkP3EpWB8beRqD90VXBzJGAA55e7tIzAjQVaWWpCouFmD0B8cG
4M5xsq89IjpgqeX0GtUzuB2r3wbEecH+t+fD/dDVKQ2ZOBkw8Mo2ro9ogJyCNKtJVf17qyrrEmy0
o88FpjSaTbRfQVPxefgZpgtY8T8/uv+8rmt/XYDed+9/QNTtr1GdiKOKo00jclJbOhKi7GFWDjlv
W2auJwwKrwKk/zqLxxcRxD+KxojdOcaj3g0qGUzRTN/DGOx9kHB/m0bz2qvMr5JYzp/VXNIPXb8k
utd5/iwjeD3ZP8yGYXKBjesbqfff/W7KfqB7PPaIVp5rZhwT4uhDmSODkgRuGRGpiJlb9Vlp1Oom
mrz+ZciVvEp0ZhWJQdoFmrTGLdusfPr7DeZ+A3n7QdDBgxk0yYWlqOK9HDNNrTTvKxWqe4uuWM4S
EkfirH1UaJrkmBo9okTsR9OKcfi2c/SI9oLYmSHKPAPh3T6umPkkKjlXNXPtb+BED43pR+ewJSJx
smblEgZfBQFkMGSnczn17ZGdfHAKZ+48ZSHCV3kYOpd5RO5VrdKufQUmZi83PbiBwrzYaIn3uDpp
gYg+eQ7s9Mfyv56myRp1jXVBikk2XM7mqJMFXOle36tGSc42PYQyk5uDbH5XFjp+2uIfswPe8zmc
yJiaAu1rYEg/oUG1/9Ceuw6Z9COMjfmhSPh39a5MrlCapU8YVX9QqSCARTRsAx7jvvt+1k0Uhmm3
HdEQIdKYc1irHr5c2ZHFtLejgrV1d9Dg9a35d4lvE8zCgImRTDxjAVKmUxXH30hm60j5Fo9Fo36T
MR+c/35RwLz8uA9gIorcHJ+eTV/i3QdaRqYhtaho1oOilgh6dKQGllpcMAh1hTsjohJOZbIhcNnf
1bVb3itbXKVuI5aqmRqdogqO2Qa73IiEDXiGtumHjcCJnMDN2VpiQ1ConiBO32r11p6WSs1tfK8h
9Lp7SQbbJo+iD2oV3jB4RuFp92oGD3El2LG58IrBGwuvh3ExLMdo8OBdBIOnB16JALMATealBffP
7RR4w71CY6uCACkx0OcwOIlfwSbRpJf/Z+7MdmNHsiz7K4F4ZzTnoVGZQJPupA9yyTXr6oXQyNFo
nKev7+U3oqsjMqsrq94aEIS8oSFddNLs2Dl7r23x8trIgMHSRt4S6W0k7MhaosKOsp8fY7rrf360
6c6Vl4863Y3TDkdUP9EkAl2lyx3MwHraLfLyQbetBCEoLx8538IfkeyUcWckO2/caclOyN2MiDDZ
jcnlfyRWxEdsXj5WJJVNBKzEIotmI5sIQViZR6To8FG4Ya1dPhbyEasQnMSUhgOUin+l2/0PNGvW
ZXG3LkghBpg/RU1/Ei05hICV7qCyDhT2uBusJT30TKUB3mb3Fox1NV3CpvXWZ5lkNZ2ovKcOT0dE
+llBSh+D2MawjR0z1eVJph2keQvM5mjFnDbS8WQVChmqvRH/ixbbP4PVAMRTzaomPQmyXH5O///0
ulNWoRq/C+N80wEgu2CqngW9YcVomgMw3BkeY77PM3u8Y/DtgYR5pGdp3pJ1rPyLB+ufsUyosT00
2To+L0oP+zIq+NNr0Yp5NYupUCD54owp01qe7Dr7YHrihlZpVGHmwGLPvL7Z5SV53cRciChbcMaU
xCxcOvi5kaFgHQpixaBSwCXXnxfZ2XtQHhnHw9X70Zfmrdt69e+Gnv/xMf/P5Euef98Tur//G//+
kPXSZkna/8M//x59yes38dX92+Wn/v27/vozf9/c/6+HX75l+8vpPnz4T7/z+m3sv5p//Ja//G5e
wR+vcPPWv/3lH9uqz/rldvhCDv7VDWX/83Xwt1y+87/6xV++fv6Wh6X++tuvH3gW+8tvSzD0/PrH
ly7UUCzKf1pBL7//jy9ersbffr1/q345vbVZJf/ph77euv5vv2r6bxYWDdfjHqQ6ouX/6y/T1x9f
MfFG0QIGg6l7hscdUcm2T//2q2n8hvEdISs1lW7qPy0/hAT88SWXY5mOft7DnIeg7tf/88f/5Y38
v2/sL7D9zxLdQwcD9R9Xex4Lpq9gDS6NH4Pknr/elT1qP92eTGDatJBJFEmPOVAXx35fLY/8zg6S
jotAL1fZg4rxKl++FBA7TjVm/owMORR9EsKpoMeFlJb2v5n3dfiA7PdmpE6QM5CK9svBhjJ49XPj
IbyGe7wrVpSW1c4QVAIOSbMbteXwW8kPkbxNdvOReg3+oAIUkmv6uk6CfLcSm1HYMZEWsPZIKseX
Su/IIkKrqmUgBuK+dKGzJyG0NtYdXgGiyVXn2yFHMhs9sdPq7Cgbl5e9hIXFUCBuYaIwBn/NFG3n
PdicUeek/7YbJJgXlX7jEV7ZXXvTcNRbO0TFthUCPrZt1bd2jMkcV/nPW+e/9Zz9xw/GX565//pT
9v96aP8/fM4IlfrPnrOrt37M3v78jP38gd+fMd39jafEYYSCRJmSlkHL74+Yrv6GqlBFnOZo7FqI
Pv/9EbPc31Df0t9glOjBZr2oSP54xCzrtwuW+2KgoUDGaqX9dx4xNK6XE+WfCm0VWfJl6TdcDRcq
L+UfS6oi7xcN1+1mvNgzq6E+tkpJIrNezlvsqcmRQi45KirGNVEfVu92MehGumtQupHWAkru9+3A
+Ke+62OeANqiVlU0YdURBQZRgET3DqpzV7l+h9CRahn1ycqgThuAY8O0GGiPKfZBTR9ELc4lwWVP
wtZvTHbuVSte1g4HkzkSGFIME2GZwxW9V2L8bDCQVNHLYDyX2aoGZYLrmxDIDcGtDePnqCRtKEXs
tgBXODbMpamZ77XZfi455/tj6y6+jjSCYdJ0RVBotTG9mJy6ZjOo5GQkpCfTdSSV2Qy91nhxbLSY
1gJU04b83bcumtZqI6T3XmXybRVva258AnQMzU4GBhncpgHbURkfsUfuzQlomp4aVjApRQgL/TYz
jWsMAZwLyi+h/aAtlQcQUMBmpGSLy5HrX8ZvSVoT5/TOjNgflPh60stbiUbaSNc9EYKbrn52HOCP
KtHaib4pHDdsmJtULSgebYnsfg4wFZ2kKelVUqpPwrjqtJmYXFqgFY1FUyY7TcRMJB4Vlr5ts7hY
twvcHJhIc4vowXh875KwLHDA222oohHzm7GPPFU8NVX/lF+5ufpFJOL5cpE5rIAqXt57D+1GCqAj
rsNKm48jwJNigaLppDDL7fdRTXeNU1JvHp0RlC3h8pOT9H46O88lEUyWoUZ9Nu9GhOG9qTNUNG7H
3PGVlALfNTlGCydSuOug8EPEj7NE+Ia96oeSb3KHvti6yPjQilw1i41UcLXuimevemy0YrNimEtz
DlBJkJCHm2TWZtT5RaWtEOtb7T2BA6iaI2m+JDm4dG1al+1I9EHuFD4Qq7fSWVGgWzNxVizLMG8Z
6CkhwGFawT2dT9lqJFuYjyOH0DWmnroWtKOHrv9QMdI7zsL8+61QVQY642f7mMjk2HfzQ63mVNDM
TpdU0uKvkKsBgIfmQEdBHb5jRW7NIlUuEUu+bsuZeYZOknCZRUbqkuaDUMBM0OOnCS6ZKvVoqKvF
S0qkXdBq5muH322LcIr4uZV4oRlohMnuHwCJqAP8dzX5GRViPN2vpgsKNZgriEbioA4ctch3Gq0O
99GbYb1W0G/j96ybIinKfD+mTnaNtfCK8FED3bEEm4ac8rbCzLxXK/y/3dDgky1jb69VwHFn/QTY
XuWCp96m0xCZOGX2qMLvehBJb94PQK6doT966XjbK7GvMvQZMwSFkEy0O29b0nJJaUGUxSuyq440
9lQpiPudiZcqHobB8NMx/RjlXaqesPoyVBAcyAskTWDlnUB142BFmFpo82PS9Zcfoh2QEfv43ZBz
rDJSs3PoGcOytcdHi4Qn5IQ+ElPkXXXQTvo1TrINxTzhoEGiv0wa8e465rAtGL9IOOr9iI0dFa1v
WW+x2oZDqQec4aCn7GEH4t1kNqGTFGvGG5eDPwEStDVwT9jxeewouqdtK7PIxTLLacbHRY1yGXHq
Gs1VFwG13JROTqv/dq5e7KnmDnjlyKn3NBZW0JHo89djTR+05IbJVZJz1fNa3Xa36AsitUwPFigd
U3skCHuj2+B3rnEkhFRD9DcU0EpqROzlMUMCIo0bz0gDxWh9o/uRzsQ1xsstbxP9j4LEzcHPEggs
FYEKmvSz+haa3lmqRIESQpuRDrsSM58SG8hSUD1Xzfwg7YuTi7Yi88S2Jwc4aTkfwigjfttQSAHu
PfNpyctQrdzDnJfEJeL3irdxsjwJbYcveLPa3505Hi5BlWsH6ZF249yn23ye2VxeZMt8BAu+fXIF
YhW+MAMazMOW1hFm0mvXzbazm0XTkjwlU3YuaKdect4MKMcfDUMTJ6G7ZkXCIp18Ufxq1QDKpjg9
PWC8XcC+iB0OyG5nbrOZZD+YQMSllv2hYPhWyyRoxPPkZvc98UW2Xm5WPfkhhjfRlPhd9L1tX4xJ
2upjptoY5lXivTSJhPQ3hkI4jF5ek/S7Yba5Lt9dn38gQfRp6kVTdptpzkNLlHlPfTl6+m07Atci
+3qkC8kb71ucu1hPukn4hWP6A6uJKb5XY2UHsCIFHXsAw/la77pTmg/gW/N9g0whn5TNnG6AlnJb
RVa/SGw83ndulT9+/jdvDdQmXkIS9s72qIWoqFb8dLkKmFNdaMM0sQ6mz3TzoDEaPSwgLevTzJVK
n8bVOLRAd5aW2UpbuLt+6dG6FPdWGUeKKK4nULez/RprP2LtBl4LKMP3vicRkT14XYEekYrsDu9d
9lT1brBOpETprKQWAT+4UfUBPmup6HT/en9yApnfj9XArMy6avU7YU8bUT7Z+QtPEHQwImr69aTW
Ib1ojbF/Apxw0OR7kdaRVfWhoAtA+eaP2VPciytJcMVE73Oeqmhx6Y9aPxwBNhQD5ZC1PoLxjUum
L3HrbYX2HPc6QLN4znxF2OxzZbFbHHFoCRipiddNEjZSwtINRuYcQITd36iLuXGWeevax0759Fhd
UTEHvfVVseTJzApdmK4zoh+D8FnRV36rt75ZSXpt17E2hS4em4S2FuG0G6k2O7b3aMhhbc71riQn
XEoS0jGuu7IGhj+etJi3TW2L99iISKv7YfXeplodVMhzt0tG707O2lVDBpTEDJ6ATmzYPXPJ2ER4
34m57OL4Pq/SjQSAZwv97qRc0Ai1ad93sfdG3/KBdOn3aeAGT7UmdOYFDZnunUThRZOjkG1e3Zcu
N6qQoCrXCt6xEOordQyFZJwn2Bk6mi4GIStGmo1bKVmiJ6YwjmLhQ0ySg9MQgF19rvn8CXM0Ca3R
emwS8xwjVybFd3LVZSdW8CVKbGHHma+Gys5RRox3SbZiRY1SpOlmgivFwcFa1i5w8DzzXWSFLeO0
BCVBBv1l0LL7wYWknaTLZzl2CQ7gSzXncgj1HvUckfXa4FRa7hw1vTJL7x5zRTCCOmy9KSwyiOCs
jut43ajH3tC/E8P97Cumq90UDO1yaCflEykzJMYiqJF89cTkqeNwlPXMPNN9MaeJEgcYEsaaa6sG
85JKmqwXNEX+YSEa8KoydBYCktzm2S4+h9FAkmUHfQzxvFP8xYXkOPILhpnxdRLI8mgugju2C8aU
3ow2sRTdzMu7QrtmSW/LpY6IBzkOZnlVjzNSh/qG9nXqd4KtPDZ8CBEjzpSNK4i+8b6lhzmibKH8
MP1Wry2134uFbM+UewMHU1K1BNs8Zal+hAnFes2SBbacRZqnAGA3anuvWH0HDORkELbDH+AWwQzw
G6/hppH3tCJ2UpmfHOrDmICMDLakCgwXusE85aeUPPPhqUmho3uf5ExH+TT53UKjtVERg742sBlN
r+a2edDdYjc35R5CNBypZVfyNpLrEyzjyE5cPtisGwv3XGa9ycpE/rpfTVZXDfUItbdflWRPrfNR
OPd0Zx33YS2IgYHFRrJtkDL4sxaTkbMCDUY+ZGZ+4AdD5oO3No8/qUBtOHGCrwczqNV+Q0v9ZbKU
TZx88JgelEqhaYAHG4iYQhmfGj2pBNQPsYmSp7b2jahvdBWXdq4XX3hSN7k73wkDNvXEZpJdzDsq
VYy1oDhABRgoCm7LoXOKW5wSY5jZwJ7kynKZW6Z5gD/8MqKBdAE5btngz81i3Od2vWEkPgD2Je2q
KR/hb/mwBvz1ozdLX6w3l0THeqT0snVmhFngeah7SDfN4icDTypxRhg8P+2Zdh+nOIocDyY6nVgi
WcoNS2ewQGswZZBMCB6Uz6p4vEgktZqwE4Je1yLdq+7e5OaFuO/rlkk+WPKGmZtKw2RP0nwaI3pz
V8yHfjS2WClACDnbwlxOlnmVD/jlKvTe7rXdnBu12CtAsCyrDrJV3k3gYBQHln9P6VKAGyTxUB1O
3O1bWfGkOFbQwRiWMDQIhw3iFerrwplt3A4zGZEzqWfetIEpGrgccXWmaylKfacji21U0cr0J3Fy
+xs2SzYW9qEY35ydHGf1ubcvxe9uWvu3gqiALh4upNK7xCLlr/5O8tqPyZKi2pBsaj2LxVh9l2+4
p3j6MWmRSxwnO8NCWHYhfUgCNyv3uqvjEwLSgiQpVvNdCfVSc3mccgt7HfA8WwkqihQBxxn9fak/
ZXYGU/uZIEGG3u/Ci4O+oJ0vrUdV5VadyKGS30REhZlEvV8lWwc5vPvWtbSvGhnUxkdboXX13hhg
LbEbCfDC1P3hGhbGA0QUpK2aP+R7NSs4b56H8ammBrPApjeFn7U9wasvI2FEMI/4NuJke65qLILB
xFjr5j7jTVeZ/bl/GCmbcXr5CUtFp5BOSxANLKSy1kkvKIIRCXBJjLFaPq9NwaYMjAw8QTL/UEiR
jsebhfcnd5JwVYEAxF7Yg+aQqJ2A9YZtOka1KqLWPYELex9XSpfS2SwIfAryaCivdKK0CvAn2oO1
dIFpnIbq3S5a9vNPhk8MLorAwIW2thHYxP0CS2iFE2Z5qFIvVrbe8At5hxz5WMKElTiIrAv5qb9A
zSMejMBe3xxKeL3Ugm4WkU2B5VQCBfNMJVkHfc+pp+uubI/CkGVnuXKrOytTMFKhfCa0yfTObets
4MNca5jCLdCuXur9GFThz3HBlgzig7JjUWrM1fq1vlxwiak/yGG/IrU3IIeY3225IiE1faNooxr1
WQYQztezK0bgcTDBHNv2Mt/rXnuT4zEK2ybeGKPybuXZbanUyAdYJScFhZll9jQilHhLQNk9Amns
SEQcN+OzY7EWNFxBprZ+nSNfmDBUtA6SPD1H0zH1ys0yjKGqNh/CecwqRyHu09tKTdwWCfmFSkN9
iMu3XOhgWpHG6WUexCE2vttJ+hSmIQD329zrzy0Fp5e7zO+g7bbLDnbXitrkZraveqJOV7eHf5ix
YXeEbHK+mzy2FmXX2MOlbXC7sPu0E+68gvp7wRFtqv7y0fX7lb6LwekKoZrIpa+YrM5S+3CZaIqi
PBgLxSF54glXiPDSHxNrq56gIOeM4FlHbcUSun5AkEECKIDPCvbOt5l7Q+W64ZHoOdYnIAlIAPFb
w7hWFfHMmoDofK+n7peUOGcQulke3SsyF7VabNYREUonSLBpeVCGQKkLBHz54OvrYYFTFi8v9ihz
JrDWpqpeVFKM6G/7NfkQo5mHiWNtE2N5WEmdTWFrwujauNYDozIGnLo/TT8882spP4lqZNBZ7DrL
uu0Gwp/UPLSI664uAkts+LoMHKT28NDY3YuNJt1TpgxvjmeDGDIYlKGGm+5K1bmBp0++pASlkE10
yke/1e5csCkHpScxsiZTtFdFOE3wBWrJ3DghGEuZvivpYDFkZLchfXUMLG04LKamHk9E8+bfyCkT
Rd0/2M1j7nyqKN/kRNnZ6lwVxSbgVnJwTfVVoIABwZqQBSmN4ip1my/D/DJywDom0FqO2jN8FIkW
MEtiTg+c++11pRpxzvbSBg01usin10wqTxbuf4mstuDxntkdWtXgxB8N016W3WFu6GY1dWhP+3q8
psLYEkJPUbxEynAhddOjtMfvNCmpt02S5A8SlWZiUIPRDJ3EGa77fWMUXLz7lemvZn8y1IhaBCMI
gxU33tCY2bojeaSXAOWcXfe27MjE5TmYTTb5ekYxSH7AYks8uxWvowSOqz7Eeg0JkJK29NzXhRGF
Fx9USN8mvgyslZ8c1/15rTYqMl2kKM1FYqpv7OFKaZ5rtv1Y+barjnjdF11JQ47YP3dKtcnBYOZR
Rj4xAfTEhUI3M6kgrHc9I7+0JOl++srmnIrRoUpUZZB1azigbhlPtgLVRkOwmRlaRG2PFfbSkOWI
5qwvMafnkTJf0wWsX7nnOOTL7g5LLVMVwAsy4G4493VBTy2FSF40j2SRAzMA8k4EsfPYFu2TkXdv
bTF9NW3vGy0nsxWGeH00KjewxKu+IteNaA+SukiWmVkD2AT3maHo4O/taGUoEG1WHPwW6HTCTHQK
D9qwwOjb56r2TuZSH/nxo5oXTxNHRlXf6fj5be9qyfsrZ6FF3Z9mYUWLplPQkvXcSliB2a0Z3wuU
8BY1cNo/M2b2od37pG74sSgR8D+ZUwCatWm767F9EDF7J2daYVIuO2tQzCRqTMjzEYGm8VHPmpG0
7aYObH0Mltgi7Yq5vp4w7ne14rFTBw6D1jltxVEveMexH/mV9U4A81EpyZds5MM4l581HR9Fl/eV
1wNPSrZo5PKPgYQije6Zl5LPImkj0QGo9mmnbkecH57oGGF5m0FfjsgAKfJayu2BN40CFoG7sGty
wXDMPXUqfi5yEfSGITokXWKBZznxbHwI67XTJeTqH1yOY4/6vXqyzMcCo57MUZM6b0I22wVX6pDb
vp42fqdChmP0nhAzMXnznlNyPA2wmlgnJFK2yQ3KorH9UvdCJsvXbuywcr7m9i0EIt9tP0hVifK1
ZAnvI0drviyhbczysMTEnBDwYnde2LUuniW4arxFMCTQRW0zZXo0Rri9xUYtk01PcVIgBkrsbelw
ssrqzZK/JsXTypkjtV49i8UPV2asjEGXf1UMFKDvhyWIkiFhIuKm916tfhLDvbd7UmEHr0WHolnt
piDgeBE4jjqiHTViZobiKS3nw1Kj0XJw7Opt4ZcJJg0n5rE30K51FXvvpIM9LkuFZBuDS6V1pRZW
hasfFp2Jhmaccle5bhL3IV2ZQnAQ5+kT5k1bUqsp1UnCXaKZ5zpXA+FUTOa9Zy3v5XWWszJk1Qto
6Kd+WCfWl+psFuGMmJJGxvI2pZmPN/rAprncdoAHMPFnz06Pjn51cspRz9iL0jHYzebIwDhFpAQx
Jz3/B27zs5xsaAuVlCXaWZGsyOhAsmUPzwQbm/SrNouqbLj8NPhEua1s9po5GSPmVlHiLgeTQC6h
JgdBx0mBLdM5BgdQ55lua9euF+s4Sh6gIgk9PQcZqa7szV7HR4zZe2O363MtFND/GCp/fqKbig0v
x/cRe7eZQQS8qV9ZbVvsEiaopJNHCsVogt5fi9eTHg+7YkzDxvgAT+gypiEJo62jAU1WyCz8xrPr
B5tVpT3UDlnIsnLfbVxBVQ0hnXNIABX+OwfUHRfHWlQvbaZ8FP2yrRNqHzq4Oi3RRGGEIVIimut8
fpxn99lNBxnoIyXgoldkvtabyqPp1He7wbVCddvha5urvdUQeIzwrTfSTTcf2oFtjlSy1GYJqueg
i6crLvzVUjTbLHupmLh5cBRS2QRGqm+zodo2NJ917pZGHaKCdWgcyY0dEEqDX7WIh6N2lRSrCw8E
LZ5T62Qwst0B7nizMcnv2hhFkewWwjgsu8J1a423WqN8xkre0+xm/1LSOL5yYrlt1J4kDFMF6uVM
N73SQi3U+ktOA1l+mvYAmXljzXa1o91vbWoLr5XbPhQTBkOjoCsMr23bF8Q3K8m6n0aFHvUMsdm1
Y56McrIBeRl3eQI3VRf2Ti40DFeHF4CGLw2Tqxki1NYCjR1ZLVv9Yt+tCWbUwvkgGrOie5o718W+
b2IQAHF1tcyhpaXLFTYE0TQkqq7xD/yiHVIidvPG4ewOtv7nJ1XyuAMNAQlOtAsh897RXsWjiSyw
dsp7lcQwudag/K1bIzXzSPM2yIFOxjTCmXbH7x6/i9/jixIaQoFucEhJachVmAa0YjBNAcPSMbLh
k1xuAvzanafDCWdUsTDYGJviMI1LjJUDc8IllKeQ9YhyXfRB0hvLoeiHzUj8+6khwyWCGmwja6Bd
ZJpcQiSy0ezUj1bqNHsPSnZB4AaBGbgIbCiQytxYES/taejxGai5ta3JifRzR7vylDhHyVjxWJec
agebnGgK8Insom1StM2mXVZ6Bxl2x4XwHp+AnhziFu4vZy5Dz/h25cWaIrvMj2ubriNB4A7TzVxU
9YYoCqSxxnRjCbLDY+LJ932cf6AWWQI0igIOOl7khdv+6NbmC4no1ZV3aUKVFHz9ZFJeTXQZ8Lgl
NrVSQbUpx2E9r1KR+5TmeezOztaZ1KdSGsBONB0EoMNoujK5r8dU3xE2yDsH3tqrmeo5U1nv7ctT
2m4n2xwONWxMvzQcSccZ1jv5bCcl9fy8Wtcj3No4vc4FeUOXcVeWZO/27Blh3Bifo/7GW+E9Fe58
GUrrgZtU1ZWZfJaJ4iFXg7InKL8B3ldx+XLJnnIsdoCifnJHoCJemv/IRm0IusHuNrrJCypy4n8R
8ERekxnnrGWdNXOz2KFjXuhmVPjTTilHT0ETw8udp0yMhDn1x9FhzoWHeYw8AJOD5OdiVYHV5OJX
6nChE7qyEhumbYoq/ZSduKfS96CnUIMlTnxOPPgRGiNJEA0rBRmNuYa7sDHjhYN0elNWDM68VD97
Yp0Ca0YcMMv0cTSGMbAHnIe5FZ97DyxYmwPMNwYKgHRl4JYkYqWYrM5x0tWoMpu3zHGH166tSOup
mVI7Sb3rdeXFcHqFjjQlpQ0mZs6HZ+idoT78TFlJeepW+75wrTNythyC+xrOiT7s8wq2o5MwfG9F
Gvt1ClTNGhz6YKpnM/dZvmMNuzZ3/r6s1426sLKkg/FtMiKnEp3OiaHIsO5q1k7Zc5yhHfHzk5E6
KInmhh4uol1thqFw6XUOWfWhJN337E+pgWiI0VSWkr/SNpSle84O6Q5jPUf3+DCwb9OdAGxij9DJ
V2cGGSyN20mhVxWXtG/npj+N9mYYcPGAcKmDTlTn3HW7IMsdeYXaWxDeHrAccowdloAEtSTIJVHx
StFeKDoEzdl4oNSJpHH+nmLOs6MhlIOcm3in2PKrW2eA56in79xBof/YKIdVTbjXUvh+qk0OXVr0
T0YbN/SMigPsdZ6zAR4ts9YCOLmvWIiFbeJDpnrYrIs6YBmy2G8zkUQu6VqgReH0V/jdIP1EwIgf
pTXeGDL22E8andQtQNXtsVSKKmRtS7bTjPFC68VhHFAftmDDVQuTn5u8M1mi5li5GYTYJovphOhE
3kTdwPV2G/KLNLFVh5SB2trWQWJB1aw4SEODL9E0uADpmFFB4XE281p4IXtIH8VA6wNRu0EuBi50
7cpt202WTxwOwKCEUN6+3ohCafdt6z7PtJp8aM/oZ9nJRDzENxoqFZ02xKbonftk6u4SU9Caq6d9
Ioi9dIzqQulHkjHZduhJEjqgmrRh2ZKYSkJdGrSM0neOHnKds2sXPycC1uaYZXjS7Na9PLuG9mAb
8baNJ31vJoTfKaZzryjVlzIWw510MN45S8ElkYnOdUHPLKAM3+tZrN1ZHGCIyGM8MOmDvWukHnmw
Qo914+25ggrOUIF2xhuvU7d7VHK331Ut+CEOFDiPPB0nLKstch1hHZzVxhlZgS4mAde7zccE0Rs9
dFoO2kOLKopzICwQRKdbbAzWC/b3XMbzD93DHyEMlDpjLT/iMU5+rLl4VeSnM8r0tKzN8kCsK5b3
gXewyKynfmydB2NhzY5HsFE//1kv0IFKHE5bxczuM2GwwqAFxN3W1btRsxRaYozn6i594Wlqo3YB
9Z6rdvWQNXFEUcwITevqg10U/OmoX31NbZpzPSPZKyzPIuyOFEUq5E3msM8SAZed0jnLT5aIl02s
pFNgL1VD74WGhqek2uHnJ+fyvzJbKHs3vbYsMnTVtqJHrI20BePUCAn0eRe6TA0gScxcCBRRFne4
NlfSHUBZHNhUsrOTY/Cg74zrh5WgZbL1Oyk/TxNAU5BKqD+c6rS6SXPSLp9EtxB4lqsZISbstkO+
KNd2l/UPUxqHqektD5OJvMay3wwlTx9i02SwHSvONqsNuRVVi9VQK2jP27j3USQQPb7AzJ2ARB8r
2ZxHTXGuLcYmcx/Gpa4f6pa2wNJydMzWsrjVUj1q+upT8QD0gQs71AlHTYfItt5W8qusz1MkM+Wu
Hcbx2uR0FxlN8WOlvfaTDybwdZwp1KrzWs/fok7rTVJCvydQvHpaEyk3RTI5PBaWicMIQbzQQwKr
6PQ5CT7Pem4fqsb8MRkkB/Vgq/c928iTZecp8Rq9hnGaibUq5F2r5PkRHfOX4dqQX4qxumMoC9Ld
y4PWVNtdbs3Og8u+FBoDtMfKwblEHY0nPLM3dau7CaltIAyMfAjLrDUIkKncUNY1jmLb1g6NUX6v
l8CtfNhlqlndYJ1ZMe6up2wmpIEsKbh5S3wrpkkP547dp1ZrRm1yTK/dyyd7NF5XvEHblLFU1yrx
zVo3yo12+VTM0goKzXzMORoEMyXUuUvV+aznNr0nJkmm4U3nn//ddRYOr6NF2OKCgbnuClgUlkPP
Sy1MLcgKD9wLpNETqrUj7wWMHXucby03IQJPMZ/WLve2hsomUtQEApoEkpxqDaq4L0SGF6ILEk9Z
doBZ6YbgmLlSi6FjBIDdWnetzgjygTDBkUI7bFfLuPbsxaBHHOuhXanM7Um/fWqN2KM/JnZVnTtn
Y1G+HAam7FqlfmPNno1ML6edN8rXhRZ0M7ScDfPlKp29/kprKs4DdD0ZsmFSUAtSM2y1G661jC+M
ZfLMhKELyUZRfvScZnMCuGqTUnaaCNak88LkHn1AExNYUzsK5roOC+bQWoiIFovx3lqe1KKCQj2R
9lkuVo4yH1WO2+l7rabMtoc6RnxnvPTz0N1Ilz5XAnqZCgmKV2Ux06iNRKQbBJBOwC2zXjcGoGHT
dPysy6ebrs70AN1bdmMM8aaoHQDoF+h3uoKsS/T4eU1U9DgFmkOe33dk8ZRpk7wpYnt6cla2EXag
XW54LSNdyzkT2+icvZhGdZIrNPhyi7k1Sr2HxJite70MZKGRZ6qZ6xFOsftQ5SYOqQ2qN/VkdT1V
GQIxkMwjZ9+hpJiQuHxddU44dLuNixZtLMI0t4kl0vvmvIxTs1di0DV1qjEcogF0MKa2fmkvhzKP
cfeMkHIV2XJ2CroY/Mopmt3FOIkM40jXJQcw5FrUGu1rGhvGSWFCty0cDGq6l4vHGLPR7f9m78yW
5EbOLP1EUDscm+M2ArFH7pkkkzewJJnEvm8OPP18KKnHqpI1xen7NpNJJqmKFYEAHP9yzncoyZ+j
xKjJ0ljEnqCZbGuWhC9oNGSEmjO2nsPwLpkoSXNmJropk51rpcVxKvVTJsmgUYB2nUGx57Uz+0uS
yENaMoOfndbc2HXOqEeGLQvR8YfX5N6XyAeuEeLvcvGMxtjpUAYk2REnq7mNUGbv8yalcdy5cplv
1GgHmRbjPu7Ve5vbj4XTp/tmyV30iGNQ8ErfVNq5nzCfFDWtqxt52KrHUAWWUbRBq9nbEIzgE05f
cUpP8xdBMtoLf+OmrcRdnSQ2jmTvswyrtzIUr8kw4ykmij6NQpCPpYWTEWFIBK1sV+XTbSlq/8Ut
+iD2J/vrPJrrK4eXpi6ZlkfF4D9AT8YmRTzvUNUGBMya72/WJ6kWKOduvB9Vwmp7HF9lNSznluAF
JGbOc+yN3dYoSK1GrX+T8hmNdKk3WVw6h9yIWLyCe80yCqlGoCXrJpe+iOFFwWkgBuLg+on2g4j1
Zdu3Al2bFMXFARQI7gPlF6ZteoXBJr/MqoqrTRjvoaaetVmhhZHBfsWJA3r3dkuSTBHorJ4OIIxP
c4F/TwGYrTOVnbLws+/3zkMcvSGl/YSxLzzWg7rOohqf/KFB78Cbs41gtECSpkDF3Zl25zRDozNo
Hd9r+UREX3G0oVwkK/oHCRIe6qXqT7Ui468m5mWnoRXjRgIqzsBz9RzCN95FPlPCrL+qgrNChZ89
2tOt8DJrP0sZYT1ELgH4ibNzHK1rVtM8jqSwUqG1hE6GzHydpiHOFARibaDUKcOTQmIGgMYCt9eZ
TDNp1ocynwhx98pdRDoSUhCr5WBhZaDiZ+ylJAcgF2B/BNJAiglFWTwINC9oOGsPipCTczvPZnJX
zFF6N6jbvuEHsBkNb/SA3Wky1sxYfylPCftKJ2dc49iYIxeldnoh/jJz9g4f+JqYb3NllbdZbbwN
Amx1P3vRxpg8QtyWWWH0Tb7pvBfngkzl3NeHOmcA3JdXEuhG+juXyQWs1wNgzuLkRyNIvYcR7xML
btsNzOZU6foNIGN/UfprtcpmssZ8lym8GmNihkkAdrrrk17yF96JLK+J+mKLoKy82Ep2Ylev8dcJ
H6hhI9ft2dftVYz+XVGJ916Q2xrOLPJ7BpZ69m9zGy2fE/NiRB7nBG3CionMmoPLIGfT2wPToli9
pIpzMHSRW42MRLK+L1n/amunEvBTlTkbT4yeNqk/exuntHM0AtWqOci6C/OzHh0w09zJMBfuPcpv
JiO2l7BZWyCmFOWQHruSepSe/bbrloZtjxuEa8LVQht9NDSUs8btcJzPP5th0OSWgeMx1n/zpbGv
azfED7vQilDe7+t0jnaxbWVbDD8AbZImIPX6mQjpK+Vye7Bn+pmpqHl9Do28XUwJqzD7YvvFLrHD
dK9F9sjOQCOVmee7duqZE6Sdfag6v9+luDNJITqOaSlvIrO+hFHYHbU9kBmQEkxY2/NPOwe5sDiN
ejCqydmbk0avY+jboUui0+QlICdx/OzMXKgDg4xTkU3myavFVjPcPFvPkVjE1cmHXWUPr3Jk8FQq
c5PW7xzk5b5REF7x/r+litV6Wls/HPcl9jXLKDUsd4s6pf2XeCItRWaqCJKOgqRNzF0+98gyxyRD
HumnVHclskTaYy2QVXilz0ScV3hTd5iEyZv0S32a2aFnLvXJEn4npZAkDNPcuKaZbRf45Vshm46x
Pv12HcafLPuzcBBNyJFN2uDuZY/dwGaElxATnw7NbUG8BBktmp4VoxVaQQp7x6azmgx8fpY5k3q7
qvBbANDF4uzJu7A3CTEJREUVlwmDIjoiMwMpk4bMN2lwzLxhsNvlya6RlY1UIL3l7CJRp2DdHRqg
pOC3mYX7JEutDn3d89vmau9PIGVdqy6uTdE9sf4MdzNJURsnov0jfvXaq/C5dkWDFJ4votBgudSR
RhyLrZk46X3/fbD/E22E3IWh7RbEoD4YBojoxiXvgZHSYZIoNK3GYh+FLkP260uawp2Eb72tQjJB
AQvqaymLl7G3H2Wa9Hf2NF4sHd1w9n+V3fItEQvpxtR1GmIYMevrzoNhbrbuuLPKMHlgtlzVfRqp
ZG+XPzhm8V1FuC3y0a2PNPXXiqHCeaRgQfbM0k1aC+OkAM9Ai3x7RJCIIhotTnpBrF0cZ+ZLXWui
PhAZ/OsELpgqf7TI+xa/DawCKYtN/BTN3ORt+uEw1O54cvLokUgoXl5mwfy/65KdT6UY0upszLli
g0+iLXxrvcT6pze+loNJZ4yZ/caP3qMqZLzYzlR6sdj4i8z2U44JIWEAgquNGA2azJmfDF2/xwph
9p0m6NRDXOTwW8r4pR1Cetuax3X92zgiBYiDK6Z09mNW+J7Iwgncac/b3USZk+7ryfV3YgFUA2j8
xxTFKDakWWw82xBb5L2w6MiaSwcSThKUSubSBmZipEHZV1BhPHaNMXun7WwvM0Vfc9NSU11SB/1D
b+9CvAxbO31ukgaMvRf52LNZp3UuP77G8IpSBcLU1I3PZNigP/fm+OAs9de2x/GAEsXBb64fIS0w
HqrbDE/LUAXpEr2POB1yBiJnG0KNJAub7L66venap4nom4ChNjzYwbkDvJvvJoE2yKUfhBGJ/kL1
IGhRpVJ8jRsBJztrSuZME68N9WO0vI7jKE447b7XmdHt0gbhBZsOeu/EN69AhKeNNpNVVPq5KQb1
xyGgylTQAaz9LMPiGDSOislvPFcTmppkgYFbAf6hNmGoaUH7LCSipwxdfFf324ajmHgZhn1FM0NV
Wj6HI8Y/nykB/durEVv1oY/eOzdqrwahO7y51RTYYjzJZPzWmy7uwTYlfPRRVnIJBreaSEdn3Kty
tosODXjE7smbCHYdJlKvCSmiJIzFVyGLfqcqqwOG89D0jUMhFg0MIvi5/TE02OsNxW2o+usUZ91R
Oc2bkEC5m9rwt3JYePLn6tk2OCsYG3CBxs689RDr2c53dAifEj9vXysrubELjyD60Dj51pOfVt29
7kLvmcHdt4mD6hrhGtBT/uAZkX0E6n2WGfE2Opmyp7iZ7gdcAIE3xO5Bd9oDM8LiF2LitzyTz4NO
5ofeoQYqSbLM5mc3ZOvgs7sl9tJ59JK2upbDAJZDV9/sstx66b1OSchyIn79bt2gq35C+kgruF1s
h8UwzyU/CWM7v8AMYbmGYHLkmkfZ5p+ysFYX08XrT3RYvJXtgvLS5JL8r7mynf//TMzAxv/JXLlt
q7f+g7ty/Tv+42D2/2VL16dh9U3bcYT3f+2VpvUvWynslTY53UrYLky5/3Ywu//C7wjyVrjKJcLW
xPP43w5m+S8SwHzSL2wiqYjBsf4n9sr1D/qzuRJ/tu9IvMvKpU3DhPsB5zNGnl5GT4d0WsWuGhkU
pkjy9xXVIbuiaUTIURcnULeMDZyUuaOa8FiGY3ZM++QL8gGYYTKuj6QYPlQInH6XxvbL58N4ip2U
cosL4bJP/6vDeqyGLBrFYGzCedc683xghoSMQUTfmTKwZUrLcJeZCD7CHpHokMffctbRrtWcRheB
rF2wKEMmOLq/4SD9QiNZHbE+sTkCLRof7iOpsVwc0P0GWbbTIJ1t1duB1PGNKdKFbFfvVA25d/J8
ymmu8LcFV99OrQdllSVXEKyoKT3IayCNv+YgKro+p3aPxt8hU8RHLCGf0jYdbLPUDg4egA84shCF
ziJKlpe2HVEfVQU+lThk5bwYrCfx95anyjZeuiF6wbJKHjT+cJYw6V1rePbjoI3o1Pjonvsu+6Gn
pfocZeGtm4ovKZOkwOlpN5RHKJiX2zTqgzMEWKsMohXL+KwTc96UmkDJ2jbbY6XCLJBGWh27YY4R
YTniQQfv5KpLxpQdE8h0wP4E4+bUGTTSkGCwm4nxYOaVFyyWld9PuqSiKpx9gRn0ZvCMex4U92R5
mHecoUa5DGjMd4zyUM4etN12CffzXMRbSyWX0NHmhZ/yGI0DVYqB2mwkOmWDO8Y9UFiG+0HX8g5n
VGOgkklrHa/rlGZD/HC/y7rhGA5FCSp5jZOvqzMvkJEBjNHe1vyl5wEzUErE0LFhuXvq6HX2ZjPM
+74v8LpZ8srGjPoI7UPL8GifUEminqvb41jQ/2XiE80GxkqFjAEJOzv4XLan0kWyGk3+OXLwqSiE
yWep6m9EheQEFs3vKvfAZOIC2Ed2MgRzgxaRALJPsVNds3AJL96QO/9+E+CR/3vowS9YkPWeIlCb
RDULDzgO778+kq0e0rhwBYpzNlXl2F5zp7cPg+2dgWMsh1CnEImmXAZjpZOdEeof1USiVDZOv4ss
+yWfeP0obL+QcZJYsCYV//WjAIDwikix4o0XtlAcw4x+fYCfw76aTMhGNNBhqa39gNp9z43/CYOs
HWACjQPTzVBZUs4CvZxsCJC1vp2rVwVU71ysDiVz8H4aCGoIWO538cz0vKioGxeQkhPKjcmDxYja
swuqKR4DnC9PTGvlwZja3wQCmyvV+k8GeMm3dIQPp5v4C/7D/nDBOYda0WoVbvzIh307FCwzH5Ex
4DWmwUZDuyX+xu0vmecdR9nkqE3zaF8OFHN9pzZ/erf9h4HxZ+YFJ8TffBzPdyyTg5mjRa1nzp9Q
LGUVY4kxGM5Z02eXacvBGiw23Gq5QTdBlZ1aF/DWry4iqqPncdSZtRUiFi7i3cRj+ZqazvchLLo7
VtibeTbEuR/y5LjMZXzHzbPtugH7TpFD4Kym6hM34PehNbpzrVJQwOGMgYqo1qxDT9hRCBuJt4mM
S2Pr6vUHfgROjjG6LLkTfUKn9ODwf5N7kn9Bt/aQSOpuBNvMGuP856wyzM6DtTdkPd+4VGDtAmUr
zs2Awo0eGCkhg/mjlwDqG9jlhY3eRo0RnpsUsQnzxdeqJ0FQhZV/0BksUkQf0bHW4zdTJxj8lyf+
Udm5mtHg0g6vlDkHUQZyAnJ86phWYcHlGrEcl73Lpi3Ceoxd4JSSs5eO4/fULKMzPyjoT85SNKIT
b2ZH2xthJcepkd1FDc2zV7ftc+ijJPH8I5n1N6JE30gLgl+LIhYb7HhOCakNo948F12MMjdiZ4au
2O5T8ibZju/S2hGfJknj6eb2fW1MGOQLKV+Q+UNDtHxkOHTG9QCbtrWxDdnWLNgIacyCZNXjnh7U
lqaFuK0pfF13+87YHoCXe0ffr2ggfPJafNb7Xt2fZj2deuPJqNmq9+3yLeeq73Ph39GSmaD+WRAu
9Xc1TMYL9LSLXGBnIQf8PHEzbVz0URh6oRJzez1xzLz0pXmnRG9ehtC+yeqefy6LUHoVvlU0uoxp
edMVneiOcqnLQ6Y25rJrU9bTHF5MxprQPfGaIWUzfbPrpdq0Gm07TkG6UafxOMAtREPxD98tuhdd
WY8IPJ1NyXofNw3IR7No9H0bjSFTvIduvWiqcT7b5oh8vsv2I3+ibL33PBTdKapp88O262/MteUw
Jwyk2VIdZL1wSRueV8nUhq8e7dSkMftmBtc1gllvmiuNUkzvVkFQfGYIYPuJYI9P5oWNj8hK4jPP
5aVng2fx+G/GGMG49qafkYC8woT5IAuvYMCfvFuYYjeMdHkBaYWRcDRolCYk5eECe8/d4pqfsbgw
w9fV2R4x7FV9MgfkwzsgqT0EEjTyjEIJevcaenJAlGK7RG37FPOFubTm49g2/qGMYvfo0FNtSYYK
Cif0Dk3b/My6+NSiWoPRPz6aPh5Sw1OnzBj0/ViGNuYJWNfSoN0J3WR8d+xbJ4zvykL3EE7+6wPO
589HmbkWjx8PVhNyPKU3Ub+8z/56knnVRDC4kbBmaL6ZJo6aGJADS8E7Kr88iKTbHcIKlLCRK5zM
Sd1thRGiNB3yIK9fSLKPz0Ro09/W7FmU97uTdn17ffh4VOWWpxSMoV9ftI5q22RC+4LHdWDLxw24
ToRiqtsp3cVB6Vo3a2LSnSp84yQI0tvO9Yu02+VLEcnnpa8oINr+vYL8vk1Kc3hVxEShc7HHY+P4
T+lUz6ffXNG1nvzwkR3Fu8qhlwAX4X6sN91Ql7PsDdxSROMQH7mNCh9LJYIBOETWi8ud0nruM0yX
MEhmhUE56Zetiuvk3zSg/3eZsr4VP3wUBp3EA1iS3kF+xAWOrW9WHOzGZuqEtYelRKkeszNrzfi1
JWsraGv00ex3WXKMGJelR1qyQ71ZFt19US9p0Kjp0CKvWKWozFKtr2E6j7/7kf/uY9LJSYDu623o
fbhirRJm3yco3ooCSk3CBBqfjtRBO8AdLayqC2y7ISVRuPvRx33IqrFoqEXs0j+IqHoLU3TXhtWN
xwKHyx8NmcujAk8QZxs2UPzGRbKXPK2B1xltwA30krkTKa+qvOntpr1SOv7m2v9CvKNicV2xfidS
NQga+VCxFG7lLImtcPcK5kK1RtYOZuImJXRi509ex5SXPsOT60jXjTuoz3hr2KDUUG5YrUc7gz+b
sTPyczZaw6bwmrdozBABhyYyRWywV9sdvv3Pb17KWou8Z7nmwn9MhneduO10Y9Es1fj18yqUR39G
WNBcG+nNQTzbHMZOZgQd0sKNGRMVEGK2alSU3//zR/H+psaisxQEAjI5YI3yoe3VOVtHEhsiZlq5
OGS6VRtDHcaRuL9xaYB9z/SSQw8ucFLa3IpyqlFWxs6RttJa8S8IcfP+SXQKTTgam8TXn5e8gsQv
2/QpdprHzqmvtQlov0q4yx3Zr5HG3akH+Zgm4bJTHjqpzEd7PjVoi1iUsV4G3juY6BKVnR8Jz93U
/tS/6Thi2obV/bY0Mnma1PIzzyK4ijbeH5M8kyHSJ+H67a2bezu8HfddwoY1Gtgt62pAVajHoKqH
9hwt/JWTPcKG0chn0BMQxYh2q8+rS1TU36eGV06XVfjANEZOgWPOr7MXprin3NLPLcOXq/ZZHZjW
/FbL+ne1r/UxkIj7mtgZh66DmYSJBvqvLwwmspXF2N/YdOv7ntTmzaDN7lKM6JI8Qj53HDnXqLb7
Xeuh0kvK6Sf0XRxnpPpCddoVkWFB+HGqy4SAuaP+4LUINN1hA+RSAoT2qzfou0FiWcsIz9qx34Xz
NPXc+QVlC8IhtWmAjO+JmVrQz5sTdueRde3NwCCQ08z4zaNs/U3zgZaIf5mMqBR35F+/ctjmeZSI
BNL4iO0f5BCuZpgtKC6xT0qbpB+MUP2aYjP6rO7Zs2VBFbvZTUbhXXGwbrIwLYH8m+EZfn+VjDhU
0vEpi0EyQ+7Fd2TdGkUTsdNEAkW7TkqPxos0j6m5G3WFeRIw425yyvgEARPpaSk+G2NpvjbTpy6S
zW+YzM6vVYENaVAoMjiotgAJ/vUb+16Nq62ajM2Cgg7cMv7atmgfl0SwBq6T+7bASlOPp3QEF6aW
0mUrxn1rG3P+KWKB3Q7La2PG/n1sFOKSGNINpkxirUsQg/tx8myQkLwncSo8Tx2bt3BxNGIVai9v
juQhG8R0cHANMnqD2uLEbHuLUNzPvNBu5EjZOi24chILiyR5PFtZt+Zdb0cEFytQncXwAs8sPM/+
vm6TJ7TA2I3ROU2IMYOS4diuL/pLaCJdG8BWbBcs7kabX32RY44m/sldSiI5YglOxhvF73rZ9XX2
17eyvbJx4Sba1DbmHxf/T82jiuMsbxJNjvJCokRiUshGNeKXyHGHjU3BZRiTjXYOmYBhjXADVNby
jbsna+bW/+dT9g+A6S8fRvIjM8nwaGfXe/9PH6aYWyHbhl96hrz60Kh473lym9cdEfBGxAhgxeTK
lahEr80GNYipZpGTvBdkDv9m0il/PVu4Mtx0ihMGot5HcvBgLGOfDzFVylo7zx1u1JInbU9oKG/z
uAtXW8UmzuOWCAUWmgSIoZ5b40DdcnkS5trpGVDNbWM4F3oFHMVxtxcpmzOBdvpcN4LHy+3eyi6M
DgYs/p2RItTJaF7/+brKX4e29jpWNpXl21zYP6Kb/nRdkeCZ2TgDvM3x+4DHWMEjChRAbmWvvDCz
xI/u2qj55NcTCBurD6JhGJ8nloXbhFrVsUvjYrOwLtvWP0NgmjdtnLJCdG2Enyl07z5y9hR3KKJL
HIh+Od1lHuG4fRh7vzn/5N+cBuucnQGTt960f0zD/vRdfBEamNX5Lj4pfn557PuBMEV2d+BWzHtn
qptXJ9wKjMNHiJ5qa5jeNV1ncJXLey7c11XaH0eD+a8PoH0TWY5xbuIYSUw6k5TYyU8jR6rRl3Jv
mCWtvdH+1LmyXgEc//PPov7mDnNtb01OtTyX0N4PR7lXKHfqZu4wzwSJoTqyP4x2cC6eDbZlQH2Z
+nTfgFse+m45xrXMn+vFwN3ipGgsG7R2jRLP7K1C+GHQA0UkTjZeh89eMf6YVLwml5G0LfG5MkXB
1INitZ/8+WtCjE9sCvkYZYIeuEKOpIV9iHJ0wJko/EvCaHNb+kwPmxzKNaiGn1HZpxi1wMGkg+ov
hXFsvTg82SspQxAUYI+ryXLEf5np5sqM8Oz1tnGT01neRZDoNi5c5ywS4BJAZIfaFBsY5/V9rwAY
SuRiKH57JGOjYRxD3Z9ZGXweKr+9ccAa7EwYrbs6iZ6XxbYem2G9Xkt/tuPOeNUNAnUHBNmhnbg1
l6yGnJ6U/i5NvOzLHL9irtm1a+y8a4bAuEKXNMG+TYGZ+PlFO8tDqArzajGj/ecf+G8mc7YLHZ27
lWQ/W8mPvURh6LFgtL/pVsUF6qKbxO0/l2n1pYc8wZOGVIMPTqhN0ybMSrAgLN0AnyYPv86WET+g
sgRlY2AHzoruIn2vumv9/EEZ8tStX2gES7gznPwtMkefzPAFG5OuIe0NcWAkmqK5LV/H3vomeT5K
ac5Hf0FMEw7eFyMqx1MJN3SjGfuFU1Y+WmOx7QtHYevrKmqgBRkfyDV239m2RLp0ZDZ5ZSRD7iaM
o4CT89TO6E+qDpXZP1+6vzuyXAiovPbJmzSFtx5pf3rMOV7TspPQ/K0aVbJlMfSI2K7vq4StxTCC
5tWd99rEKYPf+JKMObyIrra2YRW6uyJ3mqOZO96eXMATyg4ALpgc7inwl01qOYgbEoPM9Bw1I+L2
ZO+kFzzhEsffDk/+8Jvz1/zbbyMFsZmKrZ4lPtapbm2kxTSwNUu0TXgRwqAtrKJPdsej66XFvczX
wJ3KM/h+3pbJ5byfzRSiWQzkSZjlip774aXBYg7NVynnA7QB7LKcVltTYAKlwcPp+Fhmz6XXjzsh
qox+oAO1YA7373i2EASE3Ze8jiWqO7vgzR4VpzETzqN0eTX5qRXd6r4dV/Vpf5xnUj9YalBsSffF
MSDFEFSRF7n7hHeZGsXpxoBSrYIGUKtr2SyvY0aIbdjXNwskfzVW7ZMXm09zhBlm8psnbMkpCTTH
Fn37rbvo8apbzwkQl1cHbYNTmCVzMJZOaumuZcx0DGsTqVa5eDXQAGIyTa7Sa8W+cVjAK+NkGSQt
Vwj0D80hfIrT+t73gRCyihfbqaq9rS0IeIEJ2ILeOvgKMqHXc7O75SAxwGbLvjPmJMiAqNk22xun
6XHmrSMlu1nUbdJJvUWmut5n9MJyGXCb0LLnpa1O4Uo/6ZMfLBDJaOyr6Y6me8/CbxPKxv7qkj8K
s6CYQNqyzkjiVmA44dkuSWrZIayFIBrX4F6om+fBEa8dIv1Nkzcvg+idS8KOsvBIyuiKhlxP5vXa
0dXvBkO/tk4eAGHFHGut/tjafDibGpVnazxEvFULjqcNxwphb6s+sEkqKKYNiWBDSaCvVTmAzlCM
HNa3igBJ0SSIAgMzzH9i/wz/7f9ss3rlxuVnhiN5jQqslscehoM/+ZD/rLjvr9FhFM54dWf9o07o
mPoIExh0d9aEVii5/af5O1iI5MJuhzJ7arD11w1iN5wWF4EmFXpHPR5ETzeXpFTKg1iGTzMsMZda
8ixHyHLZgA23T/Zeid5rmqyvaODMvdmD5C6BuqV+/obYO9/4WHtY+YHbDlf1FCNhO+/wfKxMSeF+
wtuOSB14sVzYm2LmJUwMx+7cTN+sBq9Vmd9bDH0C20ntG3SrhMYx4U7aItw5LdtNXcRnn6P5YsWr
s54JPBuHAC8UEmNUYnFYwMRyUKMOhnh08hXE1EY3fQnSMI37jKgGCdjYXx6algjgJY2uZTvfzCVD
uaHH2Vw1fPAcjxziTGhrmboZkQQGasbG2mb0vtWYmaCWqvgxcs90yPVpTC5j7Se3I0K/jTGGT4ZG
d23rFLJ5K07VmozsZb65aUQI+gXDx2og4+WScD23EWIcsP7oe+fWwje9EOhsK/PiTaTPTGW7AV7Z
nGOjFhfZKIkoCZAPFQjaTKtxzq2vzwiQQf9IRDWcQMX3f35dmL/k/XGsSsuyhMlvzZRGfZhw6VGX
0+CBBXRd+w0DfXJnL+OXFuT8ia4SrMH33k3m85hm1iGkfwY8VBqoW7sqaLKFnytdV9yrGTpPjXld
jM2A2zzNbCnLd2TWXBlfpCsMQp25Ybrt1Ct3a6vyOwzpjen0iIRGAyUbzmyEaN6BofltjO7wth1T
3N3k8owZcgOiecRXvInxycs9hOO9vE1Arx+lbm+n0G8fDN9ZDuiwSvIrsFX3N4TcDSkuL+FU0Tku
3ilmMYm6umYLIlKmMrVjEjN08hQmUXvKhkuchYheTRdxGAb+uzRtrDvtpwgw+9u0FfMmgRl8a3pt
dbvI+ltUOreasooNAhbWzGkeyDx7E52eDxFxKWmKkxk2SbTJTac7dPayaSai4Oo5AhWGZK2LTilY
AaQFiFkztgeEIQW4Vk/hyLEou/Vl3WTwKRhGBxlC+2NiRkC7qpssldRrqPYspx62fjQX1DCc22wm
xG5p7YkxVO0wknRGkli9R1NV6AYsXe4LAQrJImDeqYFw69YNTxODjrgxMSYqOVzIfIzYWV6waBYM
KCOAqk1U/uYUBXn+y07AIypqVcNImOtUKx9aVq+J+pn4JNCWDTyJtD2ZA4rwyvzcyWLcA9iD6DV/
j2H3BUrUen3xZpAVTJrrwvuEIgHgaodqVPnDyUJbycNBbOYSf5NVQopIYn73LDiWWCbeqhDzWlRz
j1cxYYadAZSsYmDTxiT+yUpsU0w2ZhY+ObH7owz1QxxGL3WJ3mMZ7ptBHQxKx24a9Y4cdBPl5oI2
O/7skp+xDdEQVsAM8oYdPJo2MpZ0QA/br4C/gzHzK0QrWni2cTLjrd1rsJQdWOadu3BouEz1c/zg
QqDKnKG97u2uOxI6tCa4jO2mdp0HCfouTOajwhiOE3EI8Cdh6nIXOmyUq8X0jKP3Xc7A37Mu7NZN
QL0hDOQ7kk+M+7A5EQ6hDrGjbQZOAd6g9c2qg4G7cjPCAawYaDUN8zxabAfDFIqounrSxYikH7qW
6YXxnjXwei3FW90j4h06fBxGjGngOWHtsy8d1gnDkhGfV0FiXKxxi9k6gI6MzqpVKKsmOgfLfu2K
OujMRp8crmNvoozF1ptSeouvcw5JJoLbLBqQZI3zhOwyAeg1X1QJA3724x3LBZZqlBslw5Rd6lSC
BZ5zGGbvtvHSc1JGkIJb4JEijb6yELzimb/BUMVLqubiMNklHo8JLJ0pak1a3HFmbQnJaWsh/5nK
FZ3AKz8wa+MLJ9DrXPgIVnEbAQNmFujy37LZG7d96gWp694xnrpN7WrYhSmLeCh5t2mCzSlLMItU
RnwXS+ON6cCFaKFgiPljXJ8/AmN90BtViGgXMcnYxUtgFJu5HE5Fh1C3Rve6GyOwwKP3tNTZ2W6S
b0Ys7/HFgaxg65n5P+0ue+AmefUV3zY09y0q8CAtMogMnvWCKSjB6lyUFGLNDxgIqDE57lygDemI
9I3FAZvx/LOw4mNakMhsiDEHU1+TEuDeqz59M4lybia+6uBz4RZjfHfT8ZhpiEFuxP9i5jdW6gOg
wuu4KS38VkmU/Zzaigtsly8pDD4vupEp/+8wN2rrWwBv4zi6i8wUx1D1lIR4ULyRbhS38sHquB24
8iDJvAed2PxTKFkwXfK8ZDo8hxrBrOkoxBmL9UPWQHt1exkAz6B5kcvWm9D8mhU0lg4lssDltpTX
pWcE5uXhfWY5jxHw/cBVl0w0aIcjONpG52R7I4TsvNjHCEv/xpRE3TfFEnNuGuSc5MvRm5xvi8Wf
w0KZehTzEPhisgTuFs7EdYoAedpnOFCGr0uDJE0sIGTB9bOcK5iMVslXbbLOnpPnPx5XfsEYqILa
enGK0M91SLjmSSJkkkc5GX/6SHMHr+WK94p9vGdTH4SPsumfeXhuuQmhR3Y1k2abpKdIRDjt+DGM
vL2Lmv4NYTozW/2OzItVhUm1hkDu+zIxTkd5UN9XvfrhWCVcVjf28DXxh1vFEFRk2HGaEP/mZK8G
6G9vLB5dtrDbpvXfkONGOL02DpXaNka8tckenHkQwHfyjYrFT5xJJcdt/lrE/GN1sqxuelamGUmP
kZ8cYJHswjJ7AP6z8OJhiMs2Ejb+8t4NSxSAiVL0UeQBnnRm82VC/QYkh2dYVp89t7joon3TzDQ2
ifXZNLq3oVP4HHxJwTj+iGpOrE7OtyWnVV6xVwszfmjElgc12u8OSEUHZlSZFxyY0f/h6DyWG0ey
KPpFGQFkwm5JgiBFeS9tEDIleJfw+Po+6M3M9EyNpBKBzGfuPTd/Mhrzyq2gRRXxU+spC702p7xH
klyW+YReiubXyMC/ut1rRUTr6An2FRvEHlHAtTTS63ZL0DRcfuvZCnQj8vn2pnhtG4CxxKVS/Hri
QTbuaZk4bsmYKg83TS14cA3wyy2YStkCaYsyHvGMgcLA9sViHcdHCrM9yyG1rd5GsjcxPhA2wchj
z3qXULweYHSN2LrkhD+6/kzPVMe04kQ/cDvUIRTOBycH+jShfBUVHddaPDWduF9J6dsBamgPwr4T
gw10yEgs9K/Vd5It1U6ytT8s2g1qb0aWr09IO5AzjQnWm4GHzczae+HpPw3FITJUSabzyMQ+Jhu7
xKgLqBcq6PQU5f2z5sCHoNww8wTrUPS0gk6tflLfvSCHPM4OCvnVFkWYem/N4Ps7t2DzlAyiZQUI
nAtWblXJd9SaCt+Ii4amnS6NlXO51McFpMrOSXhmtAPp1oMtWDVqOowjE35vxkE9HmGAQ2if+Osl
cEdwIeL2Hfmw4jZO9531JjSJ7Frmv+U8o0JJOUyjdT8ZIxo/1Pcs+OLp6v9/4XvJrlDBulKibPtS
6aPoAF6zDZqfqaR/HA+LrEPBvI/NJQDLh7dP2j+4xRHyTsX1mqh405YstO8AUZA17thpnP3eHAIM
IORf1v5f13RXkxE9k/KC8JeJsC04CwqDDxUU+61ZDtcTtpDZ7tCNJHcuzlRtCHyjbofoZbQ/8gEm
eo/Z0nVxx1m6ebNt991cEPehtCLUQQCCNiTI8gH4cpLtZ4cC0F86Qp4BBtO8U+X4IMANh8mXP1fY
Eom/ky3PsxnjvPMOlcaa3fe49oBdPgIsHqP0rSjVwYpePdDiegt9NeMEo5AhPyLebm/BnpZ7zZdl
swbHdb4fUTyNfvdeR6x3jMW8Kqy52bVrCVaFU7XpkZMNrXrry+XTT6L0gHHyfdLx87Jw+VtVwpKH
F9uIJATscubj0vVxMo3mpJ2EbIcsDmuNVWXFXh7QS4QuQfJRtaDf1PtqWP9AzUa7QeI8bGgaHUwb
mZNZ+9ZBF7vK9jLnkwEZCi1tlw53ooF5l83sbiiH2JHydgO5o0KjRFiU/6ub9gP7DHyG6L7zENMV
K6wM147vsqGmmvM9K+iLx3LE70Ur8VsYzNtQHI17i+goLpkLLl9YhpnxlA8KJZr+WifuyaKo34UF
qK3vDLhfqffS9Eg0ef3Q+U1f3pSUh9EGe6eYMk7MsvO8OKTO3ZDGT10PxaNeCFWZJoIGSMcJkL/i
BqOGq53sqWdkTkDWv8Z0xtvRT37lcl12vH/41EOD3Lgdj8CbEwGGyWw0U4JHOGfOZyaGPkSuiWuK
I6wrCo94IpYzPKcYMt9AE5AUMGLfWvgMaWdfZzIqq8L/GnyG12VpeIdVUPdgIjr3PhK2VhZfk8/S
xuRvPJa493M2J6xZbB4cLgmZFf7O52ejRW8i7KcOsS6+jpKdaxzREpBpvrZM9zGO7NMSj6cGlDas
mrSYLHsE1ffhKu5Qkm6fq9IIkrbSh5SqEtMd+NMWwkoYN7+xmJAGqPzRHOUc+OuP1bZ/qk6No4LE
mC8OEj27Ird8inNmemqP43uCp99V+2meOdsJElkacuQXG+huQv3SuDH4awVPigHO0U050TjQdwxS
SAeqrc+ShUliSGbsnsYWlOp03xsVQJeYYKbFZwJgPoA7hf6JojwAznvVqb6DXlMo8NRjOFqlcbZ3
lp22J+UmL9JIwjhXckfIYHPs5j/TgFgeN1Ag0NwdaBr7oJw+mwZarLPQUQp45SU2MxZtpFYM408b
J8ld24DIxvW0siZlMTjn1aElJg5iMu7tRJ+qqh1BssirafCmm2X+RqkQYwHcQIjaP5qm3GyzLhBU
tz4TYHUz0qWCeyY9YmrRvjmWfo/WotghoalhsS8nc4Wh9/8mOZIPi1BvvkM3R9gzubNxfGtmxitT
tSvHJEB2iFcGOS55Fl7yvmTk5OBRHiUPXVr4SUiw5A/OrhKJDa0Bv2kcpz9ThPd/UZV1lLX9XM3p
L0gUaD+rf22JcWen3XUzO1TsFa7P3iFWcW1+6YTumlwSvlNCOEVqSYmo+3f+YIWdLCeOoniOitjY
dahB907LE1GjCl2i9n0uI+Ice/vBiQEWKrgnO8ttbvq4Y+TJR+2WmqwQ/0kM/uZv44BonUuS4PUY
po56ZGF0KZkkDiXQi4ldjh/3SIUwi+7ooSniOUVXo/tFmRzRLtZpUDEx5DRL8mB0oCFVvOzPpeVi
tKzdz5mYMTzXUAj6wLRlchOtZgA33jrYVckdMTpnr2QOvdoxmWFLA1BvWk6NlcJG6L5GHwJWXpWf
2sipiLYWjmyjMO1LAwxJuce49ZclTDOLHPu2SDlux+XMUOtIWobJAK3963oolhiyD6y8TwbPmwk9
c/U9fpEl8ZvkLiCW7o+uh7uuipaOzgwaID6HCJ6Y6zfvhQaZ2NoFc3ivAn+GZIwXpDyOlvVJTAap
ohOFy2qa34PLiAr6gOLUICzHQoO6N9LkbTXnX2PGwFFA1Naki+7GdtPachgx1jZ3zGD+9TExKfPo
EWaxKj727IMYmJNj5xhYh6el1Y+zTSbPCtJ9sIl1YaqFWt6YxXUWk2yce4puExl2kugXmkknnVCJ
wYGonLk8GXI+x21KP133N25FHlbqRuBoh0MzcP/mXb81ZIdRNZDr5xyI9NAjO8LFav9pdwU00mTl
wYYxD73VZ4Lk2aRFzSEsEH1K2evbq37ITX4OmE505jylMCXpLnRDijammDC7KdbM2I+mX12VMrZe
G9//N/Bo7Rx3y5nSir9XSV4tn10aym5iELXikdbKDhtEAydWqC7dOLkvM3uGVBXIHLxb0ZjQeiH9
waoCChq9IQfn01YwHW0ThPz6/7iihpgMaXceCCFauEsTwy/DBH2/wNdLCp4IALe2ByWnnFZZvKB+
wQsg/We8R/M+spfvLO/u4259lWNWhNvCZrcmCCci0LtYPN1bl/KLEXevkZCBBAd8djOUkrvd6yJE
S2CAp/LJ74wDZfne2f7HFYZVpcNROY8C0yUctzuUFPW+Tjvz0i79rf9sIpxFpIEYhUH4CUw4EMp2
eIlr5xjFyr2ky7ofi54MHM2YM+GlbRssGAk65JPcYCBDjlUrLZGZrU8lSgYgEMtXXnDukccD087P
90VbfmdgFg8JGjNhMo0Uo7ryrLmicEkf24avPGL83M15mKlhChOfpY/K/gYrITqnJZbSFf3Bn2rY
U1ZzM7U04tYCqpYCKd40Z+bisTOK45818eGFTDYsxSZeLsr9Gt0uvcpF9Al5xQaci2JYcMrOWyLm
pIcHLszPaBtJ5Had0mwA8OT8DhlbPvfQVpvqa+0olit//cSJ/0BlDxG0j6/gObnHIX1OUgXNAZSH
Wkdk57D644lSy2NOHH1VqgVtnJMqZNUEFQ3AgTB2W1XKRNJ19looUIXrSwUIkPsFbhs9yI6mMsaL
u/37nPR3iUsc5yrpSJW8uKlIj7HNLsbNzJuuNx8YnL06MWttHhOUaol7xQGJ/SJmGkj2GPK1X0vh
l0I3cEgqlGpr6tw2BhTbprxrIvO7xBjQ9/GvX7P6sPoHIKqUX0XQJLRXPbR9p2uhCO/GZPqsMQxC
8WkXZgUaajGuYJbJZm7dK7E+MPMcjoTwfKFIX0IJZ6SqBOlL7n1jatzwplegsaivpzoFhUXsH5Q1
yuzDWvFRrwQWxa4XmBFZP2lDUEoWQ4Qt94r1Evf0fQ/0sJzI9EM0fLPSXbD8zM+Nn+dXsfDQ+MQ3
1ez6+2E92BrbujKi28oX66EjgscjYtlIarnbcPD8nGE2bKdOd6eNajxxS6rsyfVmFu7Z2bMW/ODx
O89XQVDSSqgW+n5NInv7QuTgpsptMyrA4tfz219S7nh6Tc58P4E9mlcopDvSTjzPfeQM+24LkPnz
c1QxPShzg8HvqKnaq+E3K6Ybt3RPTdl+MqmSt5aVf0f5+M382jj5FcsZR2PBLiqyUgzcxuZM729r
yscmMto91To+eH71a/nhYWxbOnH01uGHxnM6Smv8xFCsMTHEzaWeVX0pKDfxYcurvAG4MKrNRWf8
6e1PG/3wrx2c7Ni1UEdG7Rxag6AbSX3LdfJJkqZ7Yw8L1anSLgJIiHN9OYOEFJ84/qeDcjHdiL5v
kX91ACnq7NV21rNbluvBUby7gqKtQtsRIkEfLrb2znX+JvI4DezIAl/TH+aZEMyhab+koYtDv3ry
2EJKVpxtpg+xVgjFS0mmrZZttidhwmyZg83O8NJLUnVdXJ3oqlwDP8ctnRYgzBlrfNT7sIVtMjtU
St5GNBA8WqTjtGtm+TAOrrhkNSjveuY6UxEUwjKGKTuDV8s1E+Ms8Uniw7PB/MpsOMFn2iiAZXIp
uFYTal0BE8VqBTYVd2X+azwxB2/FJg3UgPVl1hwsx32xiNExkn0yeWPguC4cGrLNDmnjngd76sOY
KZgoK+/a7rvrFLHKWnIYJMuEcyMbaVgI635YKoQhRizUPmXVpMtPP5pbfgjBnerBjHPFh4tlE+1D
9k2VbVzZk56BNnREBIG59Nk8bX769rYgOhF6bKavSNImaxBBblYwp6AxdHdtZ93wl/aulli4V1K2
v7NDbB6oYJS96Bj3rFwZpSQgIZwGfodjy2+7WK19t0NzW4a+NB65Kq7XheUjUp/Wcx4Gi5C5BH2U
t0paBWub8x3QnlVMOtit9g0wKNMPs9RfHn2rObsmJ7GalzJoTSZlC/YbEO4pzV0kbuEeHcwsJvID
EA4xZO0x0QVzyKrOPi3IaHuwyC+5Rhjf5927gFQCuUIJE70QSntQ7sfUs2+QNZ1h8f0MAD5qcjn3
cs2+ERM8zkB5AJbAaIFOeA2KdKJ6fjTrdqfn+CK5OdLeqv/1GxeqDfJi/MTWVAZ6YWPHqlEREJcE
nq3n/YAqW3zKuP4V7gr5QaFNYnptbVoSffIAFneKhmgA+RskfdDJNuVstjGqAMqGSM7dabEr6dGO
u6Vz5axgb8GNrFQjbEBKorw8faX6cfslMyGz6/m2sM1/ahk+/JRKrS0sZy+M5cTo/TXl4bmFVPPW
FM4nFwQEICJZSsVVoTteMfhr/H6Y63o2wWhG7DL56nzECKjyklaA5Fid17QYb+QU4yMbrSrQ7U3a
JWGEfNisc84Ch8HJQHpDFb8U7g8w7p2PgIp9uAsvooTC4thUEOjLmRenWHUjsH7TnZdFcGztSoQZ
1AkrxuRV6Y4gE1c8NCPw8LHjO3hL8lMv+nZUrQg9gwUGGcDwwVczw91RsQsbyj+h0BYaIvuC8WOB
/aMUr4z7wqlgD3XWFPST8ZZbCZzE0vvuMBVRy9DprynfZcafvKfA+sfG9tmRQl78yudmyrugcy1E
GstHu6QUezm3LPGGzHbyFv8oPF3gdMyQXOa1xSXSgJb78RqwdGNBO0/53lKUM4V8TUloIe6HOupV
KHQH92UlvS/wrYG98kvr9E91jhGI3CwMQiY+kmkikUiQrLNjg8cq1Lc+Y1h/QQ2/mvf0StuDeF3G
APMYKnqUlrrtccPCejLRie7i3jhNCxAiYxjas91gP2rGLeELshiNUYpEnZJzV1sZ82r0jZ0lq0Oi
RHFopHhZKNpj6K0YVWuoJ5XJzrvhXsvXJrBmxiWc3pIvSCrfUrZMcrnVxsmZAhwIockhg62QTag+
Qta5z2YjPpgOuzB78zGpnixa7cSHbNOXQji8+EV1jLp4DoZpJESXV0EnU3RmLn5nJeaNoeR7usVH
JyKed43tPgrd3hedNaIldUnObDLjmE0rV5tLCozRiIAz+DyaN8T/HRozXjDecWOS1HkjNmAe/HCQ
eJ+28MGHLnZoLH58bC22OdlkfGvGgidz9jKGk6gTh2S44oj7iuM8Rb1tX5vuBNGbXUVUk15czfOn
Z433IKq/oiptsR/DOnDRZDmlFd0inmMa1QHdg983Dv4b4ew8uepz6ATAXb8wLmzpT+R32ifCSE5u
u55gNvhXS+/99GnxLL2bkv/eoV1NoZox6KWTks2ZtLCwqd1zNWVEXGh16WEV05WHJjsnXFzMmJka
HVnGJgT0GI/M2IN48NFFnqyVyhNs08VxlgTu2frsT+11X7oinFRqc0uDym7Tf3Zv1nu7dL7JviNd
3l1vc3i6s4ZURkeDEZFXFsl1TF3g/bVJySLY4qdjecfcTHKdeLnP6KaojVAnzkMESKeYBTAjrdkw
gM9AOJTRgC93tAe4FxldH7qFHOtumriouyE08e4h2/bXY9RkyK7s4dVH3ffoFhCo5uXcacO+ZSx6
GkxmNLa9vkmvWKgIHXILuJ+7herZEfNVKuY68JvipalzN8wL86VfW+KUmc4KsEokHdW/Vq4uaQ0r
bN3Eb/n8uRrq2y8HykZcZNiaP0jSGE8ECCGRxHHjDMQ0FHVDGhteFwqthp3eucS9yQrtJBu6SSt2
2GNU03PuiWuR6cCfoWP6LI29XjDaYvYABIFn2qcMwtzr7XSbkCcwcuRkLPFnD2gTgPcXJGUoFp1P
NBIMIcb8aU5oVQoeFn4xiDcpmsz6nyfLV6y7ZFOltTr3+XDP5clSOWGb3kberTM02FowaoPfBujg
7YfB5ljwhnNd5sOepO0eshnrUydxCEwogrT+89B4hImGH98vw4+T5e11VGNOA4WBoYTAnGGk51xf
5ry3TlkcKI8Ft1WgXlSK7DjfO/YWEwaUfo8DIpu91au7oek/kdDdo4FBRm6szNwAGAqCggNifH4N
sC2m+1m4THxREx+XuvtlPcY2F2+RqdW7bzTDjvHjH36oa7/N0xM1EJNHiSrPll6HLvbszsoOms0O
OrMYduAF7EeLBLdqYRbAupWLuD3iY3tB2uwfuUBukrgsjvjDufdy556C6zJjJN31nkTkyAHChoI9
YL9AT6i2ua2L/4+xHtdP6kGshAt7YnWGqzwBU4WjBmV6fxcviC7L/02CzkNVbStpNpUBIHrQ4+30
klEwpBbW7jWt3htLiSuzHkhNlEy+tH8yKKLJN0CNbM0Mo1D6ASxvrHOB+dZl7b9ngn9Av3L0RvWb
ZkLytEkQctETwCSSKXS7X+vtqktmxJBbIve8SJgc4jHt/JPpXaVc/VjrcoCb7Bzp/E4ecZy4qf5w
Eifsx7vQY7YkasZn7IKU94mzCWFwi1MZNSTjrA/+37A2tPjrVjLD0qQ6+cA1a972xbRDd4wJ9SmI
YkgiSCMWfShxfYGaKauXLVJgKPivK+eFty4cjBmipJXLEMrlUan3LumejYFBdAZVZ2fVrI2Ig/mI
2o5A2YSAr3b+0It1xjHz3LeLdRXF8qsHANvnLGngI361CuaJS1Bje7MyrtkEQxnWdoZCbKqyuPos
shlrt1mrfdJZZ7U8lqJ7Q6D2W/PPkM/Cju3UyclwDlrKZBWFZpqTjYng4sDVK+LxNDfNR4EQ4KzS
BlY7Jdz2NazUz8M4FqEjx2vXFCjbrW/TmkJo5rtO2yTerTClo54/n2T5b2uhNx4ikrHz7kn7F5P/
1Gv8K7X7XBhTv/e7S2caADvTe3smREUYTMoTF4Dx6Coir1ZFCI9ZPGgRH7bYkD14CihVK11L4ikk
RWP3yyX2jXLM2nnZNsNj22B/IgMCby4QBjc6sCW5Vrbe4gfeZmcBV2DSmQ1rEer+W02812bTXVLF
NhOBMFFPqn9ihV/tiKk39EjMF0PRNEMtbsABZyV+Tv31eSmNn6haCVIxvX3qTsajXwrSWlCtUw2+
4sx7z7zuB2l8FXb1DWb3t9HzH3IoeER32g4kfLVfOxKsE8VvwtpeuFI3itEEXOSWUReLCB1iw+kO
hvph/0TAthVtWxHa5DaDTuEU5CLV7DnxCAIrdeWZLpaWR2/S28jx99NSnMHFVkGyat4joObMO8+5
UTALZ7PpEFw1oF7cOWOTh4bat5JJiOXH7O5X9Z4l64UY9GlXk4dwmB3vwZ2oo21pMLOc2B76qqRp
Ytg8tEnA12HHrfiIG2se9snYnqwyGcJVLD/IPXo7R+8W5Q35PWiuveFkdeUWiQb3MPcYSMUztoBh
odflfPEL/HYk93JcM3pMtxkhO+4rdxlnVnw19g+9tFfEQj0X5kg86Vqxl4uch3g2D/YwMEDzVEdJ
o8LVc67xmqCYnZq9mmY+wGT9ccr6WEHG3bsogA7KhKXX+iRvDOTsVgZTzolUDrhAY8gHYRw7whS5
HooP2B9EnwNDkz2eZ1WB3UHeymqWgLjSQFPbdwTgZh4OXRedGy00VbQE52fkLxOrcOZY5if9kehT
7iuHF3AaiisfaVEwa/ZGaWW8lmnUHrn9d8SZd3yYrGIwUZORWOZ3RqReOX/D3gSHkFfLZ6M2YqC5
ugcUgA2PJ+f5ZG+RLgbD3qLyHsHnLWGEYoTOFOz9riLBoRjqjEUiQ7qyXu1HUh/oc1cerca7pTTr
2RcUpH75883stAA3NBXb5L9AONpCakgc75Gbq9e2G1E+pTU/akFPtLkuLl0zeVft9A5zVO15rniT
mY7sGsO5EdFqBDFR0MEszO2bMRzvPlRhA1yv6rAu7AZNQ3mAYlEhSUJQOJpkVCfesu+mlel9x+ba
0fzh5o3lahxqAuSShe140b6afl0fKeQKCvqKuaFGTqWd/IQelYdeoqesHO6SXjCAslDC6XapwrYe
b/0ZUBNNlnmYMX4iySZBWgJKj2EOEgPNZR81z1bJnDBykPw4ECXrqCfMcuKzjYfqnxLx26S8f+QR
o0DqWU+1Wf3cIZYhxaj5cNgvQE1lD+2Jo5Opd4vg4yBfyMbB3cAG3oj2tYd+rMQdTawaWYrCUzHG
IpDJ+PP2ScHvL7ZqLLsJ+ZK57sejXY2oEokgZEAPQxF6CMoX5LeiTU+p5B2MPI6Zccmpauq7IhnK
Pfswm1lC8whemHkPb22CyQ99BmtVPUYQh9t3N0axEeeSpUGDgo02MEPwwaN5ZvO27FoEskfJVnJn
qtYKAJTwU9tuGjSTOumJSaJk7xuxED78f1SCpuS990ndbCC6JYn9b8q600ieY1903UHV6xujFhNU
85dbMFCbxmq7ZVM+ZZIMgzIno0SbYOyNDeXjqKuZ47FWrG5gE2DYThW0TjCrRjrdSdqvneFCazTo
+Dm6qfxtYpoU+gyaNBDG0cDgcrMAJdy8Fx5zCj2G8zsHoRVq3qohOrW+L9P8uk/s5aIFAX1ljMZB
ocmqanHIS65VEmPTTe9CJisRW2Zk16hR5BoycEN6lvYFmdT1Vs+ixO5DFPPJ3tdo4+g8jiz/s2u0
0SUJGYgZohM+nydn8CW2GAQyE2SNakyYlnSpvuOWB+NbwmBAoIKfsqCVtouKvTa+pAoK/lGCAzGc
KT/4HjmvFDtvAu0qv3+mF7XsfhNTfmLvgq2eLaRqoq2ztXOuBg6BmQg2lsNAqdK9E9c3CdTHXdki
VOhlh8IEMUFgDvJuiW5IZeMkTEZAvEYmUDRorKloOlAqdCecE4SfzvFXgQirFApO8UAPy7jqXapF
BUVFlVZsgxSPnRQMYpb+WyaYK7aATgatvSnZeiBVCzBecXHW4GyQSR+8DhS1LYwH3eX6xvIhFyUx
TaBk5480/V0CqKm9QgdEO3dnnHG8y/bn6hJMIgwm004zw1Wl6QDswK/Rne9Bdw+HGakTDKOeNkSd
0NM/SomcIeUiDZ0uH7kTKMPxUeN3nYl35eh5I54F1YjZP/kTaRna/97oJUNOKhCCw9lQ0xEFK4H2
hJaNEclrKZOKpAJKz+FyJYQ/UiMPPQA4n+rKZMo6j3w9jH70FFQLz9PsXxec/3IQzyu7R3sgKqXD
pZjjiCXj4mT4Tg1ykOwgpehJ0OE6bLF3xIZsPDjnJe/yN7DJjDOZVZI/FSMJ8qpbAQkitsGte8yh
KXSTkIzvgiX82YyHX3tpkFltA1+72KRHZv3rlOsDqbu4vAnAm+DRQPwEyzrjXfi/vIl8XElgjPp9
Rl4lj+OK2YpRTg1Bj+vKQVShv91u+fCiu96h79Ll4h+q9a7Ssc8kkL1uXUCWIoujT5Nn/B1mWLSs
AYjD5XAwGaikoscEzq8V7AiNJf9U4OOARb2EFbD5oPANJt3pDNXYHahhIhbRZdQKZG7lRYjmI04Q
7ju0rQzLqQC5SFlNFfwdGNdU04vo0pNFBRqsM3KHqLD6q8Yh10qzxhajRpHgq+qQntFTWiQcxyRQ
MQkidcl1iuzQIattE2ZmqZRHu29sqFIAIGtT9UExc6842BhRTHgPnYucoyQFWhLpQKVLSNBIglUL
Z+KkdM27o8p/CK0xmubpD3O4Z5LNEMAMzY0rmrt2dt9p8/6AdaHkYfG3l8OKU21ujCDNh4ABKPYA
0b6UifncJwg/BwvEVFHaD16asWbNuhvUYuR1xk5Ls8PIV84Mn2yGtVJ1oY9MfENxgb2GrUQ8yfCY
shY6wZv7Knz71yW2grCCS5tP31WRkWfFipoGAXuOyRwacfQXP7y+mtGh72jtUURIyOWd+aebIbkm
veoT0KyJshE5LkTP9d7wi0BfmH14d02R3icjkzMvhddkePl7tKAkHssSYqX4UhH4ot7nLsuKbV2b
k3ST2fazk1S3mCT+Usl0xjYXpiweV6ANeKNC/BxMYrpaYfKHsY0SqdfpbZuWL/NqtOeB4nZyxG8C
cnr/P88ClzETgbT5nFqlLkyjGb8a3h1mT/tSYT4W2eycLOsMQGhE88iqcpTjeIm7KjTWBMAH4946
Uzh2MaxbuX5M7RwVUz1mIeoYThDcrZDlnTubdM79slnuRshUZJf0dxMCJBDzrHkwNbDxR2FlbIQ2
tBIBp1Z27LXz/P8XkPZwy2zeP+AmXi6J5sdgOXh0IzWdDYVAZu0BPiW4zgJBcbt6kXNL0saO4GWE
cp6XHqTNdrZMBfKmnikvqb3YmfjR6pbbtput2zzv5IMfyfNYDnkoWUIeZ7nkx9V5y10L2ospUpBY
YlP5o+XwmLJFqLQcgEnpXNLHbjMgtwsXuyZBgQS2sauYpjSgWGN6pMozunNJWh2dTeUAsGJM5Kq3
eJHEc6ULGjp6NraIOkDrn+GXWIl0SKPwfwZMI0iRcPlSlNHc7TO2wn1EHA+hA9TN0iRvlXkzE7H8
yS5JzSrwv8OlVsgZ+voaQNF1r2bxXH8JRMEBKqDo6n/4Sd7e5knhnZZkekqYooRydd2jo+GKpKkh
z6hEbzIjMijD1mXft4Dw/QghDVwbl+0ut5Dfair5bkbIWM1UXmAlYwMnWw6z28nQiDWpcZYbNHNN
FcqrnkMuqgiT72bfBzrUHlKSURCtesQZMEuw8facI3M2AnfouRPx4SKDBK0Da5zLZM3SMIqIa+gs
szy2tcYOno3XtSEGtiwM85rOYZPQiJM9OZwQ9bQGlsyq58QXe9+81/3Eu935n2luAlHL4le/0urB
Tc2PcRmNo9c2rwOsyNsoBTaXe+59zngeueINgZTzk2+UDE8x6caUGK+W6z39j5psbe+vsGlFJVte
oAnt9SAlpkbpncfZ40wg1zIwYww1vWaglMW/Of3v7VpTFsiBx6UHohBEE9L8xYy4zSln36EpngtT
3y4zlC4EppTQKz0HIU6sDxOdfaZFeVOJrSJfW+/ixchFfNWcCmU6b1OX7BnZRf+sfH4X0P0RnT9Y
ClmJ0cHNW7Qp73xZ/Ss3zB1TU+T/czncauwJqZy6Oyb+9skt7cc+haDbMsE3qQyu3E36yB1m3qFn
slFtJH7Q9Os1wMLylZ/MuGXWF0oJn2P1vHfNipZKfce+j70WMpxLXVMEjrl6rQbX2s8kqPCS8SFS
7PS3bod3Qd4DpO3uS2ypBzlEXZCUXh+QTRMBJl/qSxXHR0SqDZPBSbLPt56dyRoJBkA3nfakkqsJ
k8QkjpWXMPUbvCxQ9SMOhfGVChJshatxGzjV9SRZTLcIwq2GodDwAujTujPGElQu3WI8W+/twOa0
gQ+za0rXP9B+l6Rb2XtSUOtHst2euqQxwlamRdhmo3hNSnnwwZSuGRqCyGDniB+GLR8DHHHyJ8d7
WnO6+qHfaiCXTAzUMdbFRKSw0An+iM064CYlW6POuO39Mr1LavQmY83lME11fCrxCt8Xg1UdItYy
QbyKR5Ns8xuBfy8kb6gg2uU6dxGBR9yx1zludwSjdMJTRCJZHVco3AWBJ1K1j+4q39YuvzWrtjiO
cwt9YXtL/aob7s0MHdz0VzDEjv3BvMTmPw8+zKVDzbcO6B7dSZkHUhggSaWLPqcLu6S6+lB+ra4g
1AbF2HvvJapsci989rdle4xK619Tze09znRcf6QGBPNUESg+2vPjkFFJjxfyjsg3LozsniEMlDKS
9XSUkbTIysaG4RsZTvaIEOTa9HvQ+DHjCDsbnxdlXXI6mXDWbEyBaexlLMxXnF7DqUiLwHImI0Qk
fTLy2bwW8Kkt1ipoOsqVRJflq0XAfgP4lzCwMbWDJGORP2rjI7XIA9ymibY95g957cqdTIzy2t1i
WKIx7Y9eHudnCf2AOiiqQhqwMciydLzxacVg34uQFRDNqcXiqjPGy+ihLO3pfEwpThPvwkkikted
c/AaOwvhqcpAbUp2Xr0j5gaEdLHXXP/PmtE2wXHES8GgI7PqkJuRoqZqkutI2OdmbT6q8ZU83/Q+
LsfbwZzKM1oYdKqUz12nxrf/SDuv5riRdE3/lYm+xyxcAomIMydiy7Kq6J1E3iBIiYL3Hr9+H7B7
TrOK3KrV7E339FBiIoE0n3kNmyEqMd1L6Mx0wcRfnxZXGFQArzJXu4sUf1V26Tasi3zH7juzyqbc
VCa9AeE6ynVPBxAJ28G7cvDsHVKzfzKi9gqxqC15EXqhNbKBSi0km+gCnFR1llGS3FGAfw6jkFUQ
JCbQhIl6Fj2XrmLQ7mY9wVuh/utkr7aqPaDewXZN4u/lUIktOpeU4KwLSyu6C1Aj/dK1p+pbDSKc
o8W4xurzSdW5yQdk9c5H7uwzMQTeOqzbS6p/0Tne6tkqcDA6Nwv7PM0AgNvUFhs/KHdKhwQP8M1s
niZEH4YV3EVhPGyKTgNt2qfplfpqjcg3U8Mbzr2eDhElKdpsCgyOXG/9u7Kkw2wE3Y1pKtHWLvR+
mwi6XEZFvdFMYwVgAMSp0C0oJOJeGMFLb0dgDH7feRdNHuK928B4JfiexTTK0QFNw85Z+S5le0d9
LqKEjgYOe9ehKzdYaxaPaQSNEgbAdO3Bqmnz8CExMAV/1/qtYvo9hj7peFg0+ryhrS8oOfjzxM/P
fXoBM4uCxyyFyhlVHQFChmn2aIz5Lkzkj56gaYFIGqQWJ3RQY0Y+GWGqfAHUHkVRizQODa4faIpB
7iAtqtQmeunCx5AQC9pVoM0R3nqtDNSQGt81lwNFWHAnPtG5Ed4gRw5NkdyOrWTBQajqR1jns6a3
qduF5rVwqv4SrYlsnvsZSDyCdZu8thmHkOav7EGgUH2VAyV6JN7bbfKAL5zylinBFnOSX46jNwQk
CiBTTN2flIFl5sbbSPrzoam+VUXco99Ny0NRzTcVWgVdEpuwY0i8hQJvj11RL0nlgaZnd7hJi5vA
6qmR6LwheqRwkVq2uHzWa2ThtMjH6FeCBndKKnNBeC/Mvr0ymYFVtFd8vXuvpFCk1XhTRBi1Vpq4
LDnVMVhWXkHCLTAUy59NLuzKs17pcmsPylC9+ty1cMO++dAXvvV9dN8WubMVANBgFzT00W35nWb9
YsAvlpVbjd+76X8NuUbq4brN1otdxDKtUYXqx18C0spxqhC0qRA5firkN+0IezftZHTpVe1rEI8E
xoPiLBvKnTszQ+ktLCG52IH+DAhnEyvZto+74XtRyiUF3JFSUBih2XDn6w7IfBFVm8yhfZvlZ56L
LxCmeHCs7JAijYfAUt6Ki4zC5c1I++1cNddo3pOrUkj0UjqGU6HR4sbFeXlemhPaXBAHjv0PPGwE
oE16pwhaU5QQzhZ7M3+DC1oyC7YoUXFLVtjGjgR3M19DulKvm+8k4z6oWExSjKHIN0jKfHfTONrC
68nWRYXDO4g3DKIiZp0k2kpHnHVm2zn1d5o0SvoYiNxDiJ5Dhv7A5JFWfwu9UTvX0MILiGyyOEvI
JE3S/RzrvBGVdZXSRKPgHVV0zs5AbA9SCZrUvnebVcK6b4A1AdZKV4qeDggIOOOOvfqSKJa9DYFM
J1ag8Aqzi8Rt72rXRdrEZcfWTYemr5k+j1oql/BjS3dADQPA7VDiuqyg7w7a1LZ5C1V+GQ9rk4Dl
BjPUTWabqNeEyBumlGXOgpQCqxeqFzgVDzM+pb0wIhyxFU28pnoDRGWgGode8EzVMujkgYS0a0f3
SkHNnNwTfGD+3UFod+1zWasBsisKilWrRNLkgqELXtDfppHxg3VBP5eyf6hj/1hX6VJEOChXzTdp
wi6NPUz+XJ5khmYaMsqN/0sSSKilKzAu/akjMjEPtSg5Q4My2XENr6ArA0E2MEQ2+uy+KTVrnVjD
A+mashKQthYdHZQ5uoTwfJFjXA3dBHipiimY0s4bz8cxEbx7SorZlualMVTD2ZjpzwibQX/RnWuu
F8owsmzWXs1y67XeBh4fFTu7erJh3F1KfaAwmwzbADjiFAWH80IoQBqIkyIfOJKqBqBLhoyobXhS
uuBODhPaAt8zhMHpKpjAOhIM/gwribc1l51ajvXMwchx+X6l42if06VADqV2z0b1PWUiLAQp8Cg7
FpFnpyGLjIaLalEp8zWWa0d5ZD0k1WsnkZegvrmVWnZvuHgQqC06QtTjqaSr3jdLkk6hXZ/cSyIU
KnmTvks16O4ZlsfVrskr/VbNQG80NQxnH7wDKTVnVEYXJRgq8xznUkqlEAR6soVFHyIpjzjA+2cr
G5XOiZLdFRnbhK0bkRkjqGiFClsa+NQuC7uVgQzk7aDy7lTs5K8DgFFw3zAbnhzU+PBzVHbHOyUY
4BP6K8pQLaDBy14dzPMwBx8BNNW/BHdHq0JFZLkbfWXpa/IK+fQJRmeXD4UwZnbkPvhleck55JiA
t6uAJN8ni5nnlgKgVbgWxWLsHOB4ALuG8u6QNjnGLo+RTAW+Gvagp4wwWw61UHDPM8HIjJV1XsXR
pkXiWila46ZEEH+eD9vBCu0fLWgwUT7THRx+JrCrJ6UK5Qr+GCkyij5t66If4vvJuRYp7aoovwVF
Ul/gN2QgD+9y0Vg0+GMDFFYWldZtNmkGDXpdbnWIZAMkxls7ghCKeHJwjoaFo31v6zq9VnM/Oot7
rZzgmNcNEqZ3nW1xCPZglgqqlHhq7aQxLhFGA/s9xTG6tUU1V3uVHc0nhQHB+ik39XR8hKpWXBZh
V32zAUctQjGI69ZnoSg1oll6dRsFHq1lVYcv7ifetYLdkhLG39MuTl8DV9+WMWI42LzeaClFk1w4
yLOhzD0lKsdlXd6tK/YEIYGza7aKYLFOzqy9+018UAEDWxrYNgTOOZ08ij/0+73UIVjyl1kZZFtS
0WiN8igHAQAH3EUNN4OUUA546GFk6OOZsGydb8OoEkWCu8x1uS6bEIuGYNDovZmXNlp6s27SQuX+
WtRE3uc5IIxlXVXctEXSnZiR/CQkbAMksgypo0PjOKo9yRt+mBF4HEcLM8qSg1re9bp9pTgwSWh0
mgh+zKPepnjK9b1RMGCIlXTFUR2smVrhiPC2GdTi0kGj1k2Xeh+aF1oIJtQNKDIEDTX8qkIoKh2N
BzAsxhawHSojSq+svUQXV17bTj4o2TfEqipIFPxDMWm/41EHEjQ003NcTLZyUwsju6kSL98mBusA
eeNkRx/uWQKu3JKZ0IEpkFNpa4fCLXKP3mBdlbiYzg0gZ4vENr0LH//Jpa8iB1Mk6mtrxj14VSCi
seiys4Cn3OqDvnv/o5bxXMWy2lQFnF2aozc4dPWXQJ3pWmeOdT3CNxGA+M8TD/SVhkYfKr3Lmmxk
l4hMu7CrUS5ljdIq0rTqlaA/tZJmiqGD1DcFLqOEgSCJj69L45OgJl9Rt+GdTlKlk2HT/lfMqfmE
lCiDOfqk17WBq7I3GZdAITlXPFgRLgLx57pM10ho1avaZ+unmgHI24A/jmf4zXRnZC3Y+xhZTvwu
Zc85Gp018P4vXcRrvQDHEApnWDmM/pmVdU9dat7D4WpXQVP6C2R97wrOjNLo0ivLqEH+V+VSqUDn
mWNSX6l6t45pC5/Q4tW+Wr7SRo9bRZxPwMHen7hVYfuIzPz0seHIE9pk6zEvGnSIB4MbnGN29Kmt
2rFJANo5VL4F6fGJt+9MYk77x4JAvAwHL1OzdBS5D8QBoU2qneV1IN7KiMPHUwaQS5TPUD99mPBM
IF/Py7g5t/tS/Va34yOMCxBqff8Ga/wRZrjzlNj+j17PrfXEskP7sIBg3QUp1E8xFrN61KGnUd0G
GJ7MkYtCJUohAB+V5jHQsxdrhFtrm0i4d+gImqikw+2EfpqDeYNSTl18CvwqZ8e9B2jCxSQl7JAb
SNtfHTn8kpA3RkMhX6cmxD+QgARgTXUJQmhWWVj6xl2AbBnOnsPQbQwXwkoDSmuEjrkQBarhwoEK
qBXUHHQqdCRi1hw2+kMcPA0eWFoTyuc8CmHm1I75TfqIeEf83646cehppNUjhSiRKS/TR8xQCp81
xOcz8GU5JUio8AOU8hGaYMQpgDD0rUf4iGRKs+lG9YoCHg1jn340JHC4ruKsrAZgIxqpEe1iN1PJ
BNA8pXL7oIKlGpjAMgmwimoSH2CQi2BaiqVk2yrVAjmYyVrqBehzuKxKqjM4UX9vBBLkSJZSr8/x
ngyse9jeQIZQegkmG52qSuZRNXireormPS8/B9h6DinsNtEQuaw8bJqQh/suJAyg6WQh2q5RqgI1
WBMNSs77RgLkBBJUIoC3tSP49lZPHT6USFXoyWuuq9dTQh3pjUS+B3yRa9o9SwFn6kqxtqOeXoel
HGj7dGditF7UEkUfr82vOhubrTJ9NNXiKVBg3PVdAVsPlL/XdMFcF4yrw+IBtptf6ahzjGTCFSwG
1GvSuRDhXdVrk8s2AN1euywS3E8rxU9WZKJ9Y/NqrWGN7G6+gpsEjDFX6CKjCNAKrCG5XiqwLzSz
shKlnizxyzUNVtDUSBNyx9TyKgsfRJkn66RBwJzS4zKpQSo3Bc8mnWy8JRUbb6UJH3eIw3Br1guw
kf59Kjh/8xyUVq6o7q7Q+Z491acVuIsMBzq339ouXol1EK1Hr3V28EyVS12HmW12+OBaTnLhuWNy
0YY3Ya7bWxa9uqszAwEIzSBOtSKWZ91T00gDii+xH9F1Ebq+EZruXTo+yz4y8++hhsxDl1EKbcR8
OkYdLqk4HCy+Kul3nAG5ys0J+5Wn84lqR5jXQZILHdzRhXPlt/ZdVoEBcAcL2PWEplAji5ZbXF05
JkCBAFDMMjXMdBd45r2hdf6V7ie/2iGRGxkTmHl1elVjpEEF0p+LQb+MGj9fh4qFOIvw07WmAYoI
EEXYQKOd2NlAvB1vLSwXEd8UxAX9toshVkvkcK1iRWvSWkqj/QmNH9hNSjEJ/Uod15m3NmkBuzQm
YqtmZcmVBGSgpQh04mtotTO9H9pdioABCgTQDRoyCC2gpILi7G0lKVX0vnWu6xPZCiTW3Er0564R
xgWiIw9KF8ttGsRAvTyktRLfLDdgL+u83+BROC0Fgoq6HeozKQmFAM54WHelz71VIl0NYg+NBAo+
yegG12lJ980NDO0cNroUjUXv0YzWVpL8qhojwBxcyefSra9Dg3wMRAYJmjXeQ4UvdykoYMiVffsU
Zisb3FHstsN17lrAuUMBUTDGaTfo6mEWNUV/o0pvWQOcuEMkoynD+ILb4QGFxeq6KsbbEU0iTsR6
o2QjuTAkk4l1zhuUbnIRtPkTcQW+iYHALFT17so6fB6zDB1H49mY2mPUa2E1+PkiDS0+WBcikhCU
aEy3WkyRiDLwuyhkHvUXeU7MEuED0NPxXNqVRASwyL7VhVbdoNG2G0qWb2r54SLsqdwi65rOmz6N
NkFG7xbkYj9zFEE1KuNaUVEkWY8D7hqtBSMNBL7/DcL10hYBYIXecM6qnNp5myP4lFrht9RKjKVS
2KxotCSCELwGQp/+MtWpdysdqMi0kMl9MXnTTKXW4/fvdMd/un0Nk3TIAeyG7eJ+DNDVcsCrrQ0B
cSNjUmH2gqh23MEJKbUzaEs3VkAIdHxM7bNWtkAiW0cv2xSWbckDrewAPEZa0ZyCuECpsOuqi7AS
T56CyXHUomRj6lvFCwEYK+LCFcENGqFVd282/XOkICGSaM5wIpT/Qq2eRyIxEZx8GNsd+q75rd92
Rjv5gRv+Yzm0jz6EiVnZdXhIod3n5X4+87qJS+J0HM8I7LGrKF31MZ27BgjL8Vf0OSgVdNI1gwYS
Jjto1h+YYcACFV4QxbRPNOyzeOBqzjHZPXpId0XfUxd1UcWle8RsMLINKUFJhE+rkIeOUMc4U1z/
R1xhGVFLNq9CdUMJxlt8g0mCNWuDN/Ys1pHxLZI4XHpIjs0pDiJhr4DIQTIqSAN10aborVo9Zgw6
l74vFdLL9KbWy5tYd4uLbujuTsz6kwDjNGsTswALlW3BotxfjbWlAoiV9K0Flp1B0aG/JOTGsYJm
VTupimkD+Iuh8uHNjGa0UNIkvgL9ets0FAs7VGuzKLqvBxFfxp5Jl8SifwL1APVPk2AEom0CnfNZ
881FK2vzsekwpqQGRHyl+WvfbExgT9C13qdn9N9bVKBPqEx+YW3KFC1hatIWqoFc6f4UwbqBCYsL
SqWu/azaNC4Gq7vqR6RmgwjDhmEUF6ZL6VXQiUAfJH9zDAyy3vW+lcyB8lVAAiydplm2EHiVcCka
ks3jH0Kftv3esUA2oNs2ZQEapoZ2mBNVZWF5TotFTizaBxAmaxJAkNcTGMOle+3ZEZ2g4MrJ2Ykp
CQY45577OnzUJtdPrC/WStbiThICuuoiwg4oUFDH7Jsws+11jKjnBjHh72jCb48/+Rcb2eZcsXXT
kO9r6MBgBGLk6OQWG3kYR29jByOQz8B31hXMsrlFa+wq8cWFHBO6NZjDsuvNpWVQf2myreGXxomN
rH3KLgXPI1VrMku1+egHSVYSkF5SG0Th2CnRucwcIoXOhMhPNW5872T6WMB2CvyBvgSd0enPgY2/
37utxLszqTPiemhDXJ+8Kk68rUkYev872zyerlJB1E2i0ClF/FDB0BSzg9Vs4n7Zudq5D8uB/kQx
x/fzyTUsiK2DinRdUpSQVZ1s06yMwnsYVHF//DnEF88xyVdLqTJv/nWQg1uDGlJOQFzfaIond0Tn
cFb53eXQlRMfwUnXegX6HDn7ZBG0friyzBCRtgIDjG5E4SVQNWNZifq202wkgBB+WOcumnVjTqsq
ImUYFeGsYbqR3OIiuFbpK+MZYI/pru/zDqUOKkdGgX16JdRkSfz8TYHOvsLW1liXsXGeSw+NzsqG
apRU42pMHGeTJuZdq0c372gorfMu04jemzRkPlfcBuhymt9LV6hcqHa9DN2KorErIO4rcN+TChpR
60K3Pv4mtelNHXxRiauVYdlS1cHJTun2hy+qNsINfFAaiKOn6UY+ujYxqEBhrrLLDXC9bGGWU+0i
3aqdas5RR72mDwiKofLdnQv068QGeLeCO3gg7GgcLD6or7DSDjdAFliyU6nd9GFLKQp94Iw+zeg0
iLVNJHBbj2BNeBGARXU6s6MhO2vjMoF6akAgoWT2bFrVbR5YP70i7TZl53g30IqXpWJGu7CMrYXt
j5i2yxjxYLrAMDX68ixSrOuSsxQxuq1WDzp1FyJyG/UqID23qejkzQB/H5Fn5dyQ3G+Dgn5VoJBo
wIZ8MSm5E6fn1U1iSXNu6C0xpG8lC/gjw+L4N3M+r36+le4YVKF0g9vvYPWHQQ/8r8zpcqbC3iij
6e5qTQt2qtCqYZbknBnEGpOTR3I3DhYuep3JNd03GygqVIr83toYEHAqwPBeWjnozgGYKEY47gZE
Zkd/kW1M2w70Cvmf/IUxEIrisXw1UqlvMT1Vb1RoyzOUUtRFGYEGBrZ30UZ2eOEAyIX3S5ruBL1+
oca2fkHO5pdmfdHb1Q6T6uTMj+j2gLWi5aMOlCQkop9Bmei3rcWI4QRFqsPxccQOBxE8EndgyD/R
nl43enMNrMFaeaW2MMwhxx5zQBRVq625X9dPUQ2QBF+z2oI3m+OzudP0+jFHeyqn/wwyQpmFc6jA
W6Ow8hs7yBe69B5HXZjbApsXFAGwa6YQtHSsKFiFvujXMUEEUiI6Igcu7jM70QEP0WVxlsMH3urR
d298peDD3ZUh5wfFXD3/8x+OceKzf2EkIVXc6S385jn3zPdD8cNWzUywA7neefPWu1V9OBEy/Wlk
tCBaDV4YAofIMCu7MUMmDIrEJgzS8yAbgi0VUqhh9CuCZtiBeKFfkaF/3N+huA+SX3dvIMGsDWg1
m67E7kgmk86jXqEoKqMTkcJnrXYhqR3qGlcu8QwMv/3zJkTNKyqES6DqO9ka9mq7KeNqbfd6ehGc
qaOkkiApditLtCT7S6dFzrzTiVXFhRfgUMBjOovIE6RyY/aEh3pynobyx/Ed9m4ktH8I0Uyx0J0h
uHTweT645/yK07BqWC5wpNoFbOMHDz72umikWIaJ101KORD7xzRBoEe465Sd1Oco/NYploXHH2Z6
I4fPYumqbkhLOJPe+P4bswozHpw88cgslHnhgGUnU34f4n/tGXRW726sP7J8AMnp1wf/+d+XL239
VvzX9Hf+58/s/43/Xr9lly/JW3X0Dy3u/vf9P35l5T8u7lb3h39y77fzBH894eKlftn7j2VaB/Vw
07yVwy0iunH9byfZ6U/+v/7wH2/vv+V+yN/+9cePrEnr6bd5QZb+8dePNj//9QdL8cP3mH7/Xz+c
pvqvP+7yl+Dzn397qep//WH+kyOYlMuhm6Gqlpyysu5t+omiyX9qZB+mA7zS1AnoSE3SrKx9/pbx
T/JFSQRFxKlO+csf/6iyZvqRbv/TMoiwVErbBkxOosN/T/z6zyXx51f72hx+yn7+XjikDVghTOcE
9giaY9riYOFwyrq+nWmvevmoR1CO441b/frwLv4acs+1d78n8O8xJgdy7iMC/+mq+nAmYXCfhLaJ
HKBM72zkv9VnR5yHNBsNsfIQ8LMQLqjU8be2xF+j4lun031BiFQcBC2RlfuI3oPkQvF2PQrq4bYK
wur43L56fXw84nALAAqHwP7UcqUHPmwjgpHkbwkAKYpRM7WpTsQ7X4zCi1OlapA7sU4OXqADCI/8
E5STE3c/lMC9pmL8q8JY9vhk9us2UwpJpEzEYKDJwrqyD9aC60KkFj7QGj19dNVNYqFynogl1i4L
DY+G44NNv2xv4R0MNuU4HxaFsJxAT7T41VDIuaMReml+4q3tN4H+nI5OucOUk54CRYv9Eeoq61CF
5NZ181+ZuUqVfOG3yEfc5ijG+tny9+eDAKlKrGXy9uyDlQDTdgiHof5ZOagIecl64Ir9/RFIoU28
JFgC2qf5iMFQ42FAniRWz2oVvahCXv/2ENxnpOYI1dOBPlzOTl85VZbAFu8NFIRSmMFd0Qwn3tQX
y4wVJgGx6QbFOuPgTRUpYBSz77qZTQTopQ3FBihTJP4ZYrzFiZf25WCOw0E5rW2aSvuLQFFa2JRj
By5TQ0SMfztE37Dc06yZ28qJk+7TPkW7hHbj/wx2sIEAOFatmA66wHR+xHpwGVLgnfUJtd/j3+mL
pW0AfODIIcJjTRy8Qt3jukmAGCLOYm1R3QvzH4jdeMotUgdn1fDj+GhfTEtYhDhCoyvHiAejxZ0e
tU5B4lROBNwJuqgLxFLiE59q2vEHJwLVSZMdNHmgmebBKQeMAAK4Fb5qaIJQQAe/Nus8mtRvx2cz
FWsOhrFpyasGZi0C28uDYyFVKhs/X47ssIBWeNZar267Eb5Gjf7VTl+MyDtx0n3xsWzT0KdCMCbY
XBb7S9ALknoqvjd0vhW09yYl5JeenFUFyFRYb5WVrI/P8Ivv9XFAcVAOjEqvkH0MtdWFYFA9Feji
B+q3/78xDj4WnmV5pSoFTY0KP+PRO7M9qNfuKWfSL24JpmJxIQEnMKlb77+7rJZxTpj0s4zLcy70
nYpA0H8wEZPWAR2A6Yw4WA5NppVG5wOHn7iJEfDq2IYlhvbi8WG+WNxTYwIqOiubE/bgfdHKaaiL
daDTsvvYM+alCKDK97MOkuHxkb448WyTCHGKtnTkcg8mZHku8SYVdrwnzjS8nDRroSq7OvoetvmJ
Hfv1UFQgHdBKU7Vh/+voSdthDSt/OgbMXKxEhHs3Om9Fu03L5+OT+nJJT7XOP0c6vDOQfVMz1S5/
iih4QGwXNZjKuDb69j/ZOR+GOdg5Qmv10dTSbqar9/CHuuzGHU9snAOEzHtYwvf5eyqHKwGPv6Ys
S2ACK4G6IYVC9alPvtvZNeKugCVuaNKdWBJf7SJrioNNlX9x6h18Jw+9VIkD3Kxy7owmQH/q/vjn
+epMtQkZOeEYhoxlfwCFdmqqwmGdQbiapdptpO1SeIuZBVF5ayIRYeh3x0f8YkEQDpNPScfmCjwM
hkYkS0uQYN4MhYCljWhDhkmZ47mL48N89bU+jvNeZvsQpmr4kmGDZLd0wNBG7aIOCHbeegLnzSKd
mzQsFoJS2zpkz69yuuOLGt/ZE0/x9WRBlJEqOhicT/vww0PUpepl79VpmivLqrhxOHeVPjmxm784
opjq36McHBxYy0TwU4bXdACB9j3tNfyuvstIPQER+2oymqRroUkSMyq4+5MxYmC2qVq0MyMCFZeg
D20OWz8+9eW+ms3HYQ62mYl/TtE79JnzXF+6Aowx7bz6Vctfjq+Qr8chvLRtut2kG/vT6X14OlDh
sJ7yUwU6MyYLaYP4R4KJD758GJwdH+/L18fBzmh0EORhkgZECNMcJ4PT4uEJw4mhDJPf3q/jo3ye
leYQhE1FODptqmrsz8qAaxqT5LwYff3dSZxtW9pz5Hsoow0njtxTIx2cTZbRZWqDlRQ+a+YsCB6L
/sU08jX6wL+9iTQQRZY1JWiGph6GlzbtFgBaiOMkkyhnQGug+KHhOnj8xR1UBafjfUqhJaBkYkyL
uHn/zeHiKEBOh4jCj5ciOR/H4TyF3VzchHgS+PmlzhOI+qUurtss/A/epWlP+Qf1ps/FnDAA12UA
+Z5pqCG4xg6aEVpKa8u+OTHJ6Tzfj6FZYwTRGlBly9IP3yWGkZ6GesPPRntqjJ3lA1O1rnpUuhDT
meno/4OIT5QTr3ZaCQeDTqvRlA6etPQ/D3a0C8OiM2Lkna3+ypbbXvurwrlX4PxYqPq8tXSmRWJA
ZsUFrR4cs72HVDWJMZp8crwN0HTtymanjOOP42/v84rfH+bgxDBUBQ5IoPzSIIBGooPEfh+6Ofi7
U33ir+eDSKXDcqcOcvDCMumNWW0Hr2P6VDtnY/Atak9UjD5/EmMqauosc2pszmFU2wQjdpJW/dOG
fkCLfBNb2Ynj9fMcAJqrgvqopNpJmLm/nRSnSWSBPgDOadYGR8sbNZWb3FCvfvebGDAJVHqKE3jo
UwBDioFOn4GEp9m9QIOdI0gzJihln9g4nz+9oBXH1pjqRIBwDlaYrlH8rX2iFg/ryiZ91THYwd11
lqKCcnxCn7/M/kgHi8wURWF0Svuzteg+uFAZh2BzfISv5oJCpEaviW7/pzw6do021zHHhGD4ojcg
aB00HWVFM1w/sfE/rwFCV5At9HpZB0CqDtZAhRVxlYBOQvfdW3WJlt6nGUZosZ/YJyY1/ar9M0aY
VNe4KYhNVP1wqEZFqyQy0Pivsc9ysSYyzeERHM22x/ejAQe76HTzRNz1xZVBUYDODX1sAmhxmOSO
kVpnjsTOussphIt7LDVd600DnGcn9zaidg2Y0LQ6j1qIZ79/LQpGlNTGNDYwR+v+y0XBXA9trf7p
093NXMgyPxWEe353qUDFEhrNDPgQJrzt/TFQz6sGhB5+hvlN6WjLsH0cmC0UihML5fOSZBxqSGwx
1iWvdH+c1of6Adpy0vm/awNE5Sj+x2vj362w/+tF8eU4ABtp67BaSKj2x9HLZsB7A3WuFEB4Xmgb
AO/QorGA8X/7gGVGH0aanuRD5C/qVqnVAkswVMHv8skZeRJjO/51Pm8vxnAIXanumayDg0MpT+Ih
QlqtnZXyVacAqwwPgBWOjzH9jv19tT/GwZdRRhe7KCP/6SLGJ2FN5OGdZX7rHB0Csnbi6Ps0H0m7
R6rkFkyKq+9gLEjFgxU7OUxbyARBJ8ja8KU0H47P6NMBezDKQe1jQEY4c6dYq/LGLaqG6ziyTkzk
6yG4uA36FzZ9n/2P7xnj4OVY9HEp3QqwhkjHLY9P4tNx9z6Jv0fQ9kcYTOS6eyX5iXL8GincTZ1W
3Uytk9se/dEKr1HDTc+OD/n562gkmfTKCOQsFcji/pDQnIVf6ORl1gCnvXwuUyQTUWA/PsrnVzeN
wmVBsY0VLQ/2jW9XadPk46vTyFtb1ueuPLXKPlcGQNCSLDvSICa0NPNgCHC0Se6p1OA129/kLZiy
Tv5yevccOcOnSQ86D6Fv9Feicm6PT+7TZpLE3YAjNKDVVMQO74vK8F3ROSkLPICc3Ufzqv7RF3d4
s8w8zLuPD/b5e+ma0OhNY3DNiIchXoeBAJROakeDEV3HjnaD1+MbkuSr3x6GCx6E5RR+MbeDZeGE
ceBKj6rA5BaVZ8aiFfWNa4q748NMH2XvHJIEqzSDBbVYLojDQhUgTt+1QXzNApwV1UkUN3vSwl8C
9vnxgT4vQIrWrG+V6FvCMZh+/uHgRmkFLoYxQtfysrMumQSz+hM76VPRTQI+0QzBPQcMFPDH/hAd
Xi2RFpIPhQihpjAu4x49vuqslh7yvWACm59GcKJ4M32Gj+/P1jSicQIjylkat+zBkYRUiImzNpCg
Mr9KzTWalU11jsLxTBWPkfO7CdlUJKVO9F7+Z6cdxiY0oMcyVpQXC5+hNMIoNBeXgX+qIPUp/sIx
FjAFpEUKihrxw8EpCFbb99wsfHO1almYWGm5+UMQjPdd2P0o8aOoxmFtZclj3GEJIgHXGAmOWsfX
y+GeBn5BdIv4uAZ+RxXOwXrBAcyAOtm+Cokq4BknVog6lhs+Aa48sTIPtwAjaWwzAySbY1PcmTb8
h5U5DLLLgYJgLuUVGAGYKAHsPETTBzX9zT09QUqE7TAUQBZ68AcLtPBxtPfAeM+KQt+ZlXEGI+qs
TOpvx1/d4Qk1DcM5T8jOSUxR4uDVKVWYh0pOX7yNrW+1zBa2nd3ksl4fH+bze5uYHODXOZ+mhPfg
vQUlbuJWAC0HsCFKGKGerAuslhAU9V30ZoF9Hh/v87T2x5ue58N3KtjCdHJAr2KPMMPFbM4cJ82m
xX8wDGueBFtaU86zP0xbVorEo6WjlcxVZvrrVDcn8coTw3xe38yGGIaTitoYJJ39YVK1NzW89sCD
+imqb2/GcFGNt6gnYuz4+Lszor5H+YZyAdxrIBn7Q2UD5qytRPy16XJgeW9+6qKCe4ITYMtPR+FU
Rvx7mMMbK7LoITcWZvajC8YSBQc0qelsp2BN0jKa57Vq/nLtGuKLcPwQP9LG6ugjKHVrNUu/xQ0E
8aekzY3H0GmqfId6GYReakMj7oFJn2G62ODTmD0UamNo99xaUXruotxSX/qqrQYXWQt3/1LkEDMR
BjHQwcyR7qm2aWUnBaI70OgQbc3x5dgkgwwMdB1aZ1xoSDfV7VkEPlJel6aCuo8edajEZbj4QiEr
jWxVN5WHRSCH4iK2E5QhEU6uHWjACC+LaNc6dHmURHTRGXKC6g8HUilC4lrm2EvTU51LxR8K+Kpj
Gd0a+mRGlGoQI1/dCqGiFUjFKoRMVEym89QsQY43sDfPqgrK9pOB6p3zhLtTn+ysMtWx36r5nPiG
RqWKpMdUbCwSZCoWPJbWI6zjVQGAXMOgbYtOtoEIk5lCw/F8tIODur4vcleP5mbcIJ3QuG6L20/v
9uUid0jo52WttpxKzDcoQsiNKI+K7kKpEQLrUQAqg+BH7ye1txiyIMbdJ9GxsoE3O8qFsKD6FGXm
XPZWxUpW7CxZyGLUz7BWby9aIpAlThX5qhZ6cIuGfbxIDUWu6dsWW7uQ7hr1LrTf0Uu23ZcEPdxr
6QQRRuQtrnM9Ci+Zi4FV5zbi26iaDYaW7bhCIzTa9YrCb4sxu8HaKdeRXE0JRRdAa5BUzs14Xth+
+RJrMWQFnDvDratBn11RYqlhEpSoHZ+3Hf1oGjC61q1G3KZVZGS8vnxDyjNve+q3hahWsYGyyIUT
6QnyNLCvI/FYa4rRz5O6/T/UndeS5Di2ZX9lfoBlFKB6dR1ai4wXWqikVqDm189iVtvccHpM+OSd
l5k267ayqs6CgwSBg3POXhtcz2oII7t8iJxSwwApbjLkjiNE/MlYLcMpofHSgQ0ys+ozHTPAZNfE
vtojsSUqundG3LfYRJ1qEofZ3KrJIcnWBOOs2O5J44uwO/VRxobZ2hdNXb1ErapBsrC72DiXbmm1
b8Iko7/2uNc+qLw37STrszbculrfRKtxqlSuqlwDlWCIIIp2PXJZLKlhyj+0vdrUaKVdcLce+tKL
mG/3vsg9Sua+gJe0qka9vB6UgaSM4rmTi3Hbi2yrSIFwjiPUEhsMpKFZB6aR2XjhVPGbrqqDDrIt
h/ceNWkV75wcThOWkj1QPmuKcWnfGqDieoLz7LTJOB+XUSn1epGGddlvS34nhrVCRCPtQ2Oo3Vox
ZPZVBv0pWfN+R/htlRtoq2aIelTRQ1MEmyoEsn5qYf2DFaaplh+OT4sAXh5m+wx/WYa7wopSbJSD
ErFzw16FfiVPCrpglKrzNwUSKwXQaa/F555f9coK9VEgbwpa59UNFZOcnhz+TgTJuqL5HcXYaCST
pwI5FqcPcm8pxtbD/CvOsWF168Ee1kNZi+YxLgsI96TaoAUDHrL1VQqWFFhrgMruN9qcvlpi/de+
RWrl/YYViyqSepoK7NR240/b77RrjCyQ0KSyjHeyg+gkuyZW1xo2ieeuXWvXuDchlcUsScB0V6BD
BsRaqJWHEbAxhZfHLPGzO1wEcODpwgAfamgmkVOUF6kZWfdeUfYXvmlUWLjrENEgXpnGmRgtpFtt
kcmd51X9iSXNcs3NIt8qvGba8ERW/e7gjv+ORtDX+OPB5aigW2CrnY9WsTLqUr75nYqjBeAGC8Gn
buE04CcQS8KEtK9j1erJ2CnBJUVKdUeXLDcSNWma+yTSagw1KrGBnYjrs9J3YbEO8SJRF+E4miFu
JqGPexvfy6/B9ctq2wEmYEvQsZTalvjCnDmVb2+ElgeXgrrudY3dPNqNuiXL3Tad+gu8kqot3bFP
r4zRSm5srYieQ1eGm1ItJDa0mKQ+qapXYe5ctt1VWTcGArfWCm9Mu6jGhdYp7r07GgG+xXkTryKs
yvn0hP+rLW1rm7ERFbThW+WDx9l3H3hajaEigO1fFXS7naFHzkVo+TZijwzW7ioNRvvcAPX34DHg
q2/gQtxHKf5fUTveCLTn6Yq/aeY7R8EVqrBa5d6uPDZdozUQwjFrdwWOOLqqmlD7gOalvij4aF9L
C3mPo7YCoK0pdSRTyAqUypdnbeGmq6QsuD0VQZJDFUO06ZkYB7up7XxOkOSXVinEEulyc9P0aZcA
XGjD0ywxDBw8Q+usACtLrpgq6juW9cNzHwXGSeN62m+aFJCRWU31q/EN9cYDTXTTc6zsCmW08aRW
jBOuocWj37TZOyfghOCRySZXwWB6LTqTlVTqGOhFly4j1enPlKEJlupYpOqGTPtwW4kquW/Zd3ZD
kQKRc/ykWGiKrq2iKhnuuWnLxwqs/2UPITxdub1dnFuWZ20gMTVXYAqzbRHJ6MmyFHdnJ034uysT
/YHdEKPPuhnq07TnCNc7BUxSKavTvLXFTav2/WmgO9ZdHZrZukyHEYCBaHCSz1uuo6zX/qpwjOQE
gZt5ofRsnXUM08M3iwLbpbpd64bEu7008L+ycFk5K6Kqva5Rbt8iKW+2DfbSuyZrrQtzMqGvML61
FuhC02rV2RMhRMUkAXMexd9lsuknDWbYbkEKqO9VDILYr6BHLhp8jplQR5rZTKwOy6Iyhrqbq+V4
AuTZ/G3rpdesUhNr1ww0Bbqmtsel3J/aG8tI90t2fAWWX9/an2rXYmWdyEas4XO4NZioprnxwbpt
QjSfF3WkNtfo+zxM+lpO2rHHMWKdqK4C3F8YMPmqjNa/Ejupa0vzy3NEj7+QYQeLwemzO2qn484O
Q1dZ6zzJO5rhMEtuihqvprSwyWaPLortUMZQLUzx0hepfuYNTnkpOt+HDo60y1vrRS3wwE6xmCHL
aqW35CfS4SKPQZi5UWS815mTYlYAlFs57dgDnJUbh52+7nhWDb7QDtEgKFTrNOM+iuVVA/33pE/U
sP1VV2ErzkD+iwafd6DTL5lptZ/N4MpbS2mGt7SoddTUHNvmOduJo+56LLPYJttEvUpzIIkLP9e1
q2r0u3KN2QtXmlrGHbuxIEBeF9MjXmFI179XeP8Cs4x0K9rhryWfBPqWNwHqvF3amMGpCyiwUbVM
KaU+ytBqH+uG9jSMyTT/Icgk1AGl4aV1cgjL69JX8TpQc4Nim+Y4CuTFwXgwRru9D2to97fS7/BL
Vx0fhGg2kj9e4GNXv0gz1at1XLmcfbLXDXsVWZGKXxRI653Z6D6KyyxQ8AIrgFAv3NaVN6xXznYz
wyBghZxjrM4ApDUKtA+1HvAi8cZbzif+jOk54l5r3LjBATeFw1WgQ4fS4HlSWyJEq57Q9Bgu0sUA
P4rSbsJ+m7aaQ01I7zBy4RpF92/sdTceXZeYqAeK8shGgYdc6kStvYhxLrrW9aH5GEeLuLXmHaeL
WlXLcpOWhQmrpSPdt5T9qKOsxiShXDnkwTD9oQjuLWlDMj8ro6GN3XJ73V3T4JmqSxkOgxEt6sxT
8HgKSgxIW2PocdmMKFZA6neUJ8tIMvdCw/NGX4SK3TqroWeBX8PqgwkGFSQ2lr7mJ9Wu8DneloAt
cINVO9xMlmWnJeOZI4FpnGd2ELQAE8DxYX2apRaBauaBkIpr3ZXPHtLx8leiqE67RVXJWZPpal4s
XVOGwCTLDLpuagOLvEXXL1xgNBpWOpj6aExOA9TsGFRjzxVK2Agc+PXqss+MwlvZ7pDqkFJckEB1
UOnZbd1LzJYjBZ+sJYSzUV11vqzktuzjvkAAGgGJ6QhRYeWUCZebFGShh6F0nAxXfWFIOoE6fshy
APA4otouNQUzyhaIizea4BztNsJgjXhV0fmUMzpRmxw22cLqAsAmhdez73fKiC110yTQYETakINQ
zEzH56/DfWKtJDnkkrEsfX2Dd6rir7NhFDWWtDakEzIkA21ygV+mm0QoWsYxHYBmIyhP3FPq4a52
Z1hYHy5cDXuhBXa50bsvLBKlcewBItYk2+8yM8cIn+ipb39ALUsonhvaq6oP+QgyuPI6+IWj6l6o
heNNoC971CDieARQrZLlv2VqF9QZatyIV5j26u96l+X62k7gha24n2Q0EOBQ620GRRlK7KakEYNP
CTELNAqaG3cRJhcBJHNhFusBCTCesYOs8YIGIDOZDbpKvXYEeL6TMg+8nIhssAHhWbWn3mcaAM/r
SOvG9Eqt8Ha4ApjXmZedYQ/OblThRG1F6ig0hgep1JttZet6cc66iKgihiXQLzxnwQhKT3eUZSxG
+5HdhQhRK/RCnIb43FdEKm6jnFLLhicWgDtzd2WTxBjOJIXJtbqNSvPR6mPw6QPX3eKuDxUleEiK
rFF3Sik7/wrecJaBY5b6Tag6iNF1t6cQ4zoDfL5lD3VHXeJyofdoyFUY1lVT66cMQoxiN4W8Ayab
F/ewKBNcYpwCTycNYIGxypTw3PK8aFWDUHrnjlZRTNawJvMtFWYTnoK1/1HCjADANw74d/jC69UT
fNwtrLPK3vFPfb9TEvxSMJbUl/kYttmpJca4LYnUDRVdQOjE9LTXmIvg+J3XOmaWkDUV7xGXKFHf
AVij7Bu5ZZCdOZ1ZpjeSBoOJrKxU6omo1Op+QidY54XZ16mziqRS6qc0IvXKi8w5aE7hMOTmxqoV
7Vh/9mG2DREeXTI0Gkx57TklpOk4AvDi/s1usM2q4QYtOflXozjSX/DtMA4cEn1KwlJB2s9N2R45
C4eWt0Wr+TgFa+JKa51Tjpy/zokynS/jzFPafSA6PpDPKE+bZpMqCQ12qZ+N5lpNIUAdSe4dpsKm
9nwQN2h1p0K/sT8rrbECrIXL9wFldpUAXR9uBJCkHGu0xn9oCvtIFWJKFu5VISjwU+Cdqh+02Rnz
+jsqJaxlI5UMFZJFAb9xUYfGkTd1OCdLWOisUKPYukGBfH9OdJs7/WhYbzVtiSb30gY9eI+V1KfX
P6Gg/jlleZhb3htsXlbh2t2PtWa96bj2FtW0MM5DOMpl//HzOIfLbxqHciUqMrTL7pSl/ZJTbvoq
JqtsvkUD+8SrgqOPzXby8xjfzGXSrIJOpfQuzHldVLbkBOiI7UBKP8fI7Mr0wk2evLI/sui+mcvX
ceZp3pR1ETTR8Dp2IXhHnPwgusvaNjgIABCGR6omM74UlRmh2mhtkUVOiWx0FfuPbmDzyKrCeMkN
cgY4N/gnOTTxgcY9kyA+0/xN1l7HlAcC+TsRTzKGKgZo2uquf368k/J4f/HPfsisLgC+emg6W3/J
uLxDsxXKbd6UC/CAQ/Rm0ygH73vlYRJdRXhzx0u9eMSOd4F4cA3b7LR1jGM/6OCFTz+ITwRthqD+
MqcPlTbWEqIzXrjUrgJJzOV+5qm18nNt47r3Pqe0xJ66I/jUXwo8K6wwOwkGTiecRdrhmK704PGw
uP/IjKkHQUH4A0j4ssSdni52F2M1jMbfKM3yOHYy+T35RLYA135+Fwczn401+5ywd+nqtLRAgIDw
0/LLGmNHO/rwHP3IQAdrneVnTE2IqKdp1pqv9RDYUBiUXDgqt70rg2ptDE2KQ4jbHSlr/Nlp9rbW
/ZHmNbsQDGjArTdd9DmSX8tK3e4M5I2FYSoh6bMK7etWEcIIV5kGZ6ptjYgUf0HPVVrI/rIc0iRe
NkCtX1Lp8EUqetW8dL7VLis1nrrkDbMmgFeq+tYUNjmL0HeicKEoTv6ObUt47QR4K2GRWeLxpMbx
iOOi9KXgC2uJ872hq8hulPQBH/nAD/Z7aq+UQ+n9nfo/D9SHlZcJlK/qh9JsPTTp4xgvJ4OYwVgN
2QXuL0eG++aN7g03OzJbkmMxrV3JQjPGlYtbSJJvmfSRUQ4OSiZF4gndIY3NtFXMwo3eiRqt73Pa
HUaIvCYYV/NI4+x38/g6wizQcEmoRQn0w0XAa7W118B+crHS+/k7O/imp24hjnqT3nqXpvrp3X35
pt2irWLbpadeEdky9E9tX1lGA1jXS5E//TzUwXz2h5rDq6I+yb08xFw1UMuV5gOnpTSOiPjI4XU4
I0Ilmj0nQgtRkzt7bHVrZiKKom4hzfe0fhe9CnuVphexDuzLn2d0sLCd/aH0/YfX+/yQ0XBQpFTn
tomNR4xBEyTVaLxQuCd3zTFx8rG5zZZ2B1w4VqLJzk5zzmwuchnlB12gRc0+Tfnw8+wOVvhsdtM/
/7I0GhaNgxYel54sOSHbdtHV8ZE98XA+Nk3uUyQDlX065/aH0AdRUAaDduhA4eK2Ttbq0a5/ldZZ
aZ7/PJtjQ82CTjoPNOrDxBPASrs3bu3OpiSBeWtSz36mrBvvNIkN2M+DHi4Quk4QjUzqMqL3eSE7
qLhmepK9R+k2BYFTr6/ExIxFCCGyRRmaR77mw09sf7zZJHPI6CVcZYImMs7LgGLWuhGDuYLj3x6Z
2ndDGdTpXdqI2D2s6Xl/WR0l+EUMf0j6eiFuuembqVGajH79/Pz+9Ad9PTO5JnA2i6lNzoFYNH+A
WePHpaWQKyF5b6cbfVzXGdCJhUHhJF3q3aYM12p95CkejPqnjwe6HtGODQ9wrmN3XIk/qhm9mc2i
vMVLvr7zH0KU3ukyJRi5wCj452l+9yzZhNEXqWD1aIPZf5ZhSOWkp6ltURuP1ViQBrgMcFj5vxtk
9sJE01LvFUkAy+0tYsswlJTk/pHb1rczIUahI91gdcx1MZUrpW9bKZRdF59kxV7pxkeRHQsOj40y
2wYt0ZfCMzF1xDTWaneulzrQgmvo5VutzvW/vRJDgcQvgvZ3kgb2QWNjbEoZ9D313EwTHt4bTXcK
yjVc//x6vtufvo4yO7Y6J++1vIxIfFM1j7NXx3nokqu+LBZjeQyb8M3zg2togjOjLwnF12xnL3oF
rm4Yo4oAagy9HRv5YOUf61GbscZYyHQH/9cwNADuL2usZVWzGAO2iDx29RM6pUpSgDoOj+Mu9TSv
Oy1VJcRqdNpItjLQ1W5rq52OEZQvY3Vn9ZZVnAQlOeeNI5H7LcxSs+VF3gUmkd3QTCY2StXccWnh
D/WyyI7sP988KHfCQbmUN4lc5w/KrZ2oLxQjIE2BP48k59boyzA7Jvb/5pjYG2b6GV/2UqxoDHNU
uIMkvn1dtrSAKg9K7a0DmoEwQdv4hO0/r7bDs90htwPlBKUpPaBzfrINj7esbOd3ZVa4R6lGGuYL
UR9VwBzc4jAK+jLMHHoTGzi3RWikFkqehpd+gAtiL9P4uevtcQtIvlr9PK2Dj4j9WqOBgMsyOTMU
MfsPMla4KI1BRbed/tv1fk1GEqq1lKU48vgO5jUbZ7aysS6kI8BP6c2FLg30GwOoYdlTqfKTI5vP
4VnEyviDJeJscCba1v6UkqxXnULqxYJvBKbiRhtW1jLuIJ8u83Br8zfKcOUeS3IeGZae+P1h0fjm
oaraXKJqDFV2YEmr6LLhU2jWVhALuSEQsS8dv6+yM9lanoqpnGfEa8spkK3WatTKk5/f7QzFzHbC
k4BRwW9BEs5dfXZKDnFb61bvfTg4iBke7TJFuMKUme6/YlmMj64sqPTh+FF8RkO+oly2IElDoy9Y
SLO6zNJom2Jv7/B5/fzDvlkMe79rdrD2A/jOokGiJ4Z6k+DM5NyX9rjsjlKqDnYjF9Y5T56bNOuP
v9h/J1pcVBN6p12oQ7PMlWAp7A/gmUem892r/zrMnHPpVxhwlthtL1pPk+mGsJxSQdQ66q+0FUZ7
YzecuQourBKP7a7TVllRRoIFIW0KYaAB7N3fPWCHBnUaQrkLI06G+j5/8WlU5o0V0x7s4p+iJ0vd
+9VU4J+PqYJmnlemNRvJnAUW4BOaCirrhMSurweK+MkVRnCq8Sgiba2SSx63kU45BtaMLiv9IUwT
pbxKydimy+mc6p+bwurEpUJZMT7TsVvoL0VR+elKI1Pfts6Z2QxyqeS9o28DpUrcTRGMhbN0KUqp
WH3W4ZWFM1S+ERZZmgu7xV30NM90e3il7iA2Pz/Y+YKCmIM8EhEc80afe5B4HXPLqM2ElAx+j3Eh
Flp2FyXHxOX69NS+BvHzYWZbWA4AXvZ+ElKfKpzuYyCo13aTwsxbOkMW3ZppbuChR+9huLHSxgnW
keanG6szAaoMWkjhi2qjhuEzG2W7rqA5Z5shicdsM6pGezuUEQ3WHi1ONBmkWmBet5Ww6l0WuI7/
i/p0k50YtMs7658f3/wQdQgHqZawKSNWnFbm/vcoAfnaoU/PV4w4G9KwciMUPpufBzmIouajzO50
nWWyEdf4sJeCIuENHksYZDtEoPWdIYoUsyAUe/dZRAOLv+iqvKg2YcAKu/K434RXEpK1tZKZH1U3
VU9h6wyX36b36ID2hpJSQhFY2qNQu8G96DOlzZZ+Yobj88+z2H9UKGiAhVN948Tgrg8QanYwe5YV
0pxXf7hOt3RT7Y4D4uHnEfbX8uEIs8fk0LeMUyftGpaR5W8y7etyLeyO5FweqEc1SH90tf+1pqfh
MLSE74moHTgTDZ/7794nLRj4Lp3wYlsttI23pHPgInytfo9Xyi57du/DK3Pl74xVf5ZuvVV4oW27
a28zXlp31nl/674kr+U5Sdfb8sgNbCae+/eXEdRNmUl4ctRC939ZO7iYbnaoJwdll5d3UJaXHYLu
wjsBmI6nyrbrr/2jmanDx08W4I9mlwIO+sPZ2YRgr6rVwsTb2mrXpVHuPPoRpHFMVbkf4P07OcTc
pmBLNacE1P7kRo/Nt54mJ01/wfJdmcaTiR28dZE2nz8vqP1jnaHIN1Czhs6OmPLw1En8AZCiwB7a
7DeZldAX1dLQRm9w9tdY/3+Hmih2CLjRCc9emYwy+pk1p1tMvrXVta+eqiSLaBShR0lZxMNniO7M
TU5CBWl3fuTDmR7Z3kqe5oncYjpgHdQ3szeXd0nijwkZ4GE4KfCyrnsCC/cKXy/FvwB1sPr5sR68
QZsAhqQRCj7K6AdRXOIngYMjK7RIMflBR7shCza22aDpvIicx58HO9h2qO2QooJLM1lYUrbaXy6o
DjqjzXMa95rwIXDGS2k0R+Yz7Sv7j49mA500EZIv6BPqbCOw6Jod7IBGdku+aVaNN+4nvf+6+xEo
dFNW9iL/u0rztDD3R5x9A/itlDF2Ex9qSwOlG11ltanQIofJ688P7+CTZv8gNED6ZargC9zpn3+5
lVaGFpYkdD78mBu8embU7ymGpn87Buc8RUMYmMiJsE/bH4OGrrqn9Q5B0dRXmQ44GsqtwNjh52EO
18HU04DQCM0o4c786iApCnhuW3yoXbxuwmjZN38F0ZveCQJ/omauJaqDRdIscKzL1Aus0aZhTU9X
now3RnzRRepfxWuHo0zT/PJGorji6xnVN0Klc1IpW7qsdtwW1j8/rMP37tCXQdKVHkUOEHt2kja9
KKjYx2+jnq+kzM4dPHINkRxJ/R9ur3ujzBX4cW1U6KGAQ4aJcaJxq+1rIPhZsUqq+vXnCR1uOS4U
FU4LQOHssfMqg7Todp2acQHaDeA6T81EW8a0pQdDvJyS5X8/mkkvNflCSoOYtOy/pBxFWRe33DJD
e1h1/WVXoSUQNB8P+VVRDUfyA4cvyxW42U6GNS6dE/Ojo1RkxSZbVgvXPBnFeKphNJQgRPp5Tt+O
Mq2GSfQHlGa2JHxpdngUjN3CkR8VLQ+DPE3rYyya+WviWRE5gG3HbI/r3jwLbtm4QkQpXe5QU3Yx
Ln9ajvRHoaPcl5dZ4B9ZgLN77vRuptwUSXeiN5J782SR1Lh7mEb81qrIC+OiNmmv124DV+wq1cPd
JCPC0HA/KJ078o5nmZH++vmpfvcLsDgAAoDoG3rt/ELf5LRtRmnbLNooWmKGt9Cw8WjKlVn/dgpj
OSI98x7zFhMpc/vz0PMNkbkzMpA7ACgqzXKzg7GNcFKth67DH+dBYtuRJO3uvzECAnpCKOo2FJn3
P4ORVoPWMaFCm/QZWAbkc3Hy8wiH64U5TLwyMBGE4fM8BTcvWxoqtQbDb2u8mmhWegjszKFEE4jx
PrCk9Sz8Jnr/+2H5sqnrMThk29n3LbBY0hrJMg3HB709ga6YpE9j+ys7plL+7h2BbMCuw6Qpj9h6
/wl2Q4WWcjSAso0vduguqjw78ln/iX++Bi9TlYZwnZ2eb4BawPSIvxwoVpv2TiaqDzXK9V8derRu
zU7at8toHEG5J2NTvCARmUQbjjTdJbgTbOSNpKItCn17gg6lMwfxbhaaJ09DkYQPRqNLsMWBb/2u
1Ti1V30SKB9WVLBHGYE+Yn3XlcM7xRbPODKd+ZHyZzaAyHXgii7QsdklU1cLhRYbUKnswUBEaSEL
wmUSPiOhWP28Bqb9bvbc4HlOlRO2ET6iWXZUhFWk+B1rAERDF12YFHLb+txudkl7FUbnWvT4t+Nx
GnOkUBpkxyKm3X9PXlmaZZGwUTTkpmK8dGpIYEN53ybPUfkp9BO7OdJ8Mr8VaKQX4c1OaVYK2Niw
7I84+mPJ9jC05AdIq+LpTf2fpiP6x+m+tu76Ywnnw3fHa8Nej+QAvdEHgaDXByAawvLDMN9SO18g
ySgoKNvHcFnfTYuQFrgtDEJOlFnsLKiQu5KQc2E2tbEDsqwsRK7QCOVrKK3a3NGf3doNti5Bw5G4
4HDNsFcQDrBbQa88IM0y8uANdvuhDCgRoqj6NG3zTI+LU7fxsLuN6qm4hE/xEByJ52YQjumg2x95
NmnkZNjw6vFHmdJMuCEhpI+7lvJbvSgrq3kcUzt5FZPt6nIwLVUuIt/P4kssZJt3jHorbWkjvD5m
VfD94wD7YAIimSwR9heYN9DLij4gWmCTcms18SMSnEeShO/lmLy7mAsjX+txbiuOLOx5KPPnYZBQ
JlpCZQBwZX9cYfhGbphUc8ukO1WCCg9gd+Pb2pED9rv1zJcDR2biv1EJ3R8mE4Uns2z40DIaWo0T
M75KxbtL+fPnjeHwDOTVfhlm9mrjKS86+Gq3oHd/iO1lJ59j88SpTlEtHtnzpj1mf89jKOKFiTb2
HZSpGem6MihS5v1r7ihrdLBHntnhZOgQA/PrTDVJ8qmzJVE1Q9X4EfjuJDoP+s/WCJdNfJt7l16u
HTkqvgm9GIum4ym7Cj/FnZbnl5OPXT1r/SmRlCMTzk5IKLc6MQp8ykqedJ2/qJRtNKxMIIw/v7HD
9fd1YLqf9gf2nZY2S8v+aF0IEmOwkPWtzI/60X73KGHI/qu54AY/O6BiBDzYBEPDtBPs9cYF5JBt
kwDHRdVzWgtYEgL2wYVKm0b9YBRxdlc2Q2EBTA1zQIyYCCdrza/UW0cbjKfElkV7k4946HxgeOq0
p3lNW86T6qnmL6PRGnWNHDFJaN3uEYotEcmFEv84s8GotglDIEa5EoNZG3HHIkktdecXYsB4pDPA
aLNtU6j6tabHmpMudNQoysYYTQ/HuHiUmPkCJQzO8fbL5dPP7+Kbp8Q9g1CBR0XCdl5bLQLdT1gG
Ae1z7tply+matdtfGOFWaczNz2P9AZDufz/UwgEucYBP8Kr5GW6Wqow1pYwWThNjXecVfjesnAAt
3wnqcO3JkWq1KXVABFJEH0HSZ2+B1uivgTTNzyGKEpBCgaLaYIcj9RaBQGpgflaVz1qrFvV7XVth
unaqMlgJb1hKxa2XkQzezNpXt0g4H5moqaxl7xXhld9ZVaUe2SC+Wdn0ULvE4sRfh5mwKuuaWsvI
7GWtdj7m/flY1Ysmvvn5OR4bZbbjKYYaellQfyitHz7loWcjdu/RnZvI0X4e6XDD44Xxorgq0U98
wK5yKrJi5kirXodHYkovceQe274PkvW8pr0xZlte1iIaMQzYbK366HjqolS2OEQWSD+R+y0KMm9V
SKhd9//uQn/lOPe/s5P7f9AkDirUl3d3YBJ3+pr9j4vX4XPPKO7Pn/nXKE6x/yGBSQSNHzpcJxqf
2A//4xTn/kMgCIsEqjfXYOolbBL/cYqztclEbjq9qTeQ+pgyEv9xirPVf6hDT7ZuFhcoY8q7/IVT
nGHvr+o//3oATnTAciJRhp6c7L4eR1lf1jJpHby6zPJDUcS4GsMOVrKMYDnlYEVcHDUrFYfpUlTL
GM1A5tG4kwzdE/anG8BSFzLryXD13r1TpS8eadSkKTeloV2V8ejsQjxkHAlYpx3ZYzNbWQfi1vMF
FL0CL+tGHc7G4TJNkksOpd+xm1zDVHixym3iRTedF1+Wln2v+/1tpNSnnhn/lnp0mcoA5spwx3lG
4adoTnG8+w3PBctp0qULX6k3TUUDMTYVIHw6HZdsWT/n5bugTw/9itHfgss5HXXYCjLMz0WTb0fy
L2L0lqYeLyLlwszUtW80t+zjJOyE2UI0Sm6VSL/rvfoiFaaxjcgiL7gpxydt2hrr0FD9Va5ZyTbt
ESw5CC60xDYvVC/o1nmLbWuG1eaFE+bFBZSWZEnm3F1R8DeXdWybS18fnlLbXau9ldLO0D/bhcBP
BFJIJ3prw1Qv6qr1FlnBr+5E/Bb4n3qiIejwf7eye6JfMFyYeXbbUbTpzWar9DmzJ7ZajmmQbs0s
fUTgYZ6RktzqgdOfjJ2Q56kzqNvQ6B/M3hvOscMbzi15W4yutnMkoPlSamtz5BHaMD7XA2TjBQJk
ZTk4EQ8vy85whM52JvmcMYmLrRuNz8S5H7qlmMvC0K+tJLZXXTJwPDjxLqqVcVfTLWMA2Chb8aHz
JFZln77ACipXSXOnaONDKKGS5DX/Q/9bu+jPqnpQF4EbXZp6fh6EJhyC9h68zWocVXWJaAY0T/+U
1EO5Csrg3G0jZOcONnRN1tyG8J7o9T6vg4Z2iIvWt55ECxQ3cfx3WeTn7jjQ7OiSzoGcF7uPTorg
3v/o8nhndO2THhNZ+AE+gyA0CFQEDvFmnK+Mft3qWrzScNhbpmCtVqNsswW8iTOu6R0cJf8WXS4M
FIF232q0DPCWt4kojBJsmDvHwpwIKo9Uh1XQDe9GS7qjVdVrnBrUlS1O7X4QSAiidNmCWVv5rXZp
ue1U5QS2nLP20lwP10MjLjIBPqQTmCDoCt1IoVM6q3iQa/oVzbWnqdXiHAIUwoCSG3RVtCslZSqR
6GinytOTER3PctTIfoKB3Fi+elv7ln2SiP7ELAO5G1T3UZjeExjmFveXyl+MUfGo6vE5CIv7SGdp
A8EY1r5X3lQW/58iewe7fWWzIUwIyJUSyGqRelEIHavilNGeFSN9iUAG4T0GLQu+zGkByssLXj2N
Px9Dp1phOb0eqRwCGqH7WQmbW38qbdFcuJn+24eGgnO3d22ETsYVto42OluLAP+yLozxHAayforb
TytG7dSWQ3cmImfnqDh1t2pTbVXTPzPisF6bWvrS1P5v28sAItRXpkiuReO/uyPzSj0+Y7Nz7sBX
wWxIRbHMZCeXZskbAeB1nZUqXZqVwadnle5CdU6kGinLIBv7ZeUX6dqzWprB2uC1rExjE56HU3N8
5LmvrY7e3zBku3RFcd+1QMHzESq4YqvXtUSErgbqQ6m06qI32dkG0ZzzHd8WpQ+woFA+MXfeBf7w
oHnaWTEsHa03YRZ6IdgG79VFd7VO4QDiZCvvQmG/4qILl4+GhMHLylVhp+scbMpCpHSZ5uDGoDaX
JaJ2XSz6Uy0GnIO03FnEEUIgTojTNC12wvNWnf4ghixcjIJ5SCP77LPXWGpA/2r4C8H0ranJi5vz
wepZep8H2bOSTqa5hfHQhMWvsHSc/0ZQ8X9gY/ujQ+2e/e0TrT3F50f4+v+Bjy33iJ9CFJg6/qsc
vjrf/vkT/wYouv4P1hs0NJCQ4I4tbIKQf+MTzfpHIx02/YdWLaqY/xWeCOcf6rO4zNIWh0MEkcr/
Ck+E+Q9FYlolKU3jbUp18q/CEyKi/cu/ioAFR3IUYvwV7QJiFnXTPBRFIrPZrFv68IbCKM7UxHym
ufwiLcorvgHvJAmiZeMM9UIHl7zuy/x/cnQeS5YiSRT9IsyQAWxRT6bWtQnLrKxGBFrD1895s2mb
HuvuqiIhwv369XOTMifko1FrkqPMRoVUZ7tSMtDh7kTz5KQR7+Cj3sg+IbjLC/X7ribuaU3J+XEZ
vjiEV94AUuybFibbpvK26djFXsNwja2WPgR6All/HJ0IphB0puzdsFUVDa5bRyZxscvcFrEDeZt0
12aMi9Itom7u2GmvtizwgNCd0h10TeMYx7XBqN5vNuiXbR4jx6B0UPK0cs47k/beDva5XtxEY1kU
X7b9Jx+0+YjjtQ/mJfeiCqtf5EsYGrXiK8u1mXjvN2lPkY5DLJ4t/01P6cjMGoiidKIdY/+KsTLI
XKidrp+f7RJGyNbe8CWqGyO93giwSPM/+eJeVZ0tFyvVYRD/IGYYZyHZLxu15bj2m3tuuio7spfw
5e1PvTbL68JQuMH3FlimnsXSrRjZqfqr3JcjS6D/ynF5tRZu22abvt2yMpB02RJiv1ur1n+e2yCd
8zhCNX5XstUi3/H/g2F+z2uIxbnZTmRp5RH38YEcevZy0xTa8w0L2Dr61y7+llYhY1llB4stjTOQ
PAyG/LS3+qJLTwS9kZdhtfpFWGZno+Um6sAZ+ABFAOFxDenD9NSWecIwcg0NJ8Pp3PVBU4zuafXc
U77kc9g1fRsqj0piIgScA5nagMIBWI/7ZMEFCdCuPywBn3Tv/GsKyhRkB9tKaerlkdnsMvDB2bYK
RCBzsB8Yaf/dcOchS2BvY2l+GlhMuRYNrfxbWCP+Cjx4cet58SbNMXQCT9eqM6wq02nXREzaGM2+
HXZGVQYFsQK8FOIdFfMt1/zHsVWvRVc2LDx2pHxS5Lqr9Qeuyhpmi2vA3OohqSjAQib3Vz/2Zjwh
gUHqs4IqI93SNrfL2rM0PK4fee3NJzie92uf/WMyoaL9YW5Ensi5MsFqeKxhAb3gJ4r3bHDeWluV
137u9qBIBvVoTj/F2v+iG+ihyLcqslO4OG7nBTpT2cMmZmiNX6bem5FR9edWb5xQW7UY7tBtDLks
sRqHYFWiT/bU+CibtI7rdeipQ0c3MXq3CrexO+bzFLbr8uN55aPpwa4wijqaR58KzWSuysL1wdF+
fdntlwJGJWN49nSntHuvnbVK2FYTASsCGqUEHoRu1aNmzs0oXzXQeOZWH93MDQ3syMEwUh3sFatZ
7e79K5V27EZZRpt/GzfdypfU2RcKPqNNttQHiOSLH3yCL7JovYQc5eJQdjQV+FDxTrKEOC8+VKYt
m886VDAL529dq9M4UPAgWMbL0NdBXelP41p/6aC1ahgJvEquFZaKxXuHNMXQ97J3hvZG3Nb1d6mV
XwuL2GEGaCrAMfqtkGanIvtot7pBNwM42Lv2A9z5IsimKvGVRvVcTzXpd0RstxlP+fZ6s+sUmXvb
JUOJFGSs9+6gpaEF0OdoAeR0+iwxigMMtzKaZzCSNXbaG6oJBW6+nWbg6zpDh8JV+7ydncBTu5zs
vP9jSeBcVru1MZwdIIJsbVHM1mG/lNThamAdRxNvmjVeFNsv66wVYS6N7razGUG7o5bLP6lEnGDP
mz5wKu8gzRTMEgcFyUuU3K7XXpi5XFf4i3DslBvP2+Po0uao+U1B8Us6je7L8H525eCbGHyHHfnu
N5+MuK/dR0cvv9xMO/mG6q5eZ5+yeYNsO5Q8p9kXB4f9/pBslPRo59nbZKOxVb50kw00Xvw0mQXx
mavP+4D+FjbzEMzz+ppSs4IxLuqgtSj5NvOpK7X7lfo5bHPTZwWHWWbVHdKajBMPtCDjeO3DKJnJ
85ESELczK5rNqwWihWBTzeWF/Ss9t0jG8bTU7lEbRReMDvMUt1p04J7ePx8HxWI6v5M23OXjDFrC
He736ayZQCUQ1bpQ6aXJTvR9O9IDVQC52PIfKRjzNcBfe8GCZh56wKzRDipSWbA+cy/kc/n0xLTH
WspXvaXlIzA4hZSQggt1zE9wWA57D3tce3tDH+6qg9F4T+vYnLptFvGEYzaq9OxQruJla21mIyCJ
jG69cE9+2rVEeph+V1nB5vKggu1zzNDjAJupDbNi6sNRZufe4r1RcvUDA6hvWLu5HqryU2bGC6vy
acSoDcxtPfA6CrI5ueyirm+fzQ16BSuWbCDB+771P4onxnHAG7tW7x4JWMCUh9B3idrN3L+b0Reh
lLsKps0MUykdZrBpoi3gr73CQcFdOay508s1pVwYbCdoNefYtctRt0ew0OuWh2Ia7gyf/+A25r9I
dPHYij4eF518srxRYVFyODryM93p66r0nLfqyeRHGbTdfK2b+m3OCz8SfFx4iPpzP0rrqKExBKDC
EtMoFx7gfOZ2yuK0gfEkOGOnKj/WFbcsQXIoMAZLUQ3kjhByELkti0w8gGmelb9ou/XPd4vHFsWB
0ugu7ftP22sBlZu8icofnzuN56a3keP0Dwt1Al9BmfiU/FQEjOj9Olr2UYalfYfppIuhz3eBGloj
XL0/vSh3tpTmDj9p9pNb/oObUjLt62pFeT6fZgU3ggXbrKiYT9jlGJGc1AVr3X9xHITLTDsj9BMG
ABGiwPSByQBjSLstsLUsMOm0aLJOEpBtwBrLu0urxohFHJrMHCOoow4cE5xYou3DaXiel3ROssWQ
bD2up8Yst1BNgKzaWwijoz1q43jzoBnnYqrp1n37jPpbxJvgpanz52rzd7IT77qaEgOynks4Q1zK
tYtcZ4YPzYHsCqYMYylfuh3PQmvZfSAn+2IRdqykdqq9xgxuz9FZhg8fCiI3kRMM3vK0NUXQ7kVE
PaxH7dhfNQCDmzsmpIyxAzg5fxsQwZ03AeYrDKxD3l2HphT49Npl8WAM5RpYbLFraTOHY+0XUT+v
SePgCBWOdqg508NRqLNns8cqVXOx5bPNtRy6+9wetGYM59QcWBXJ2Z6rtDt/Z8oveUv37bNG8GcJ
yNQi+/YkFliuNukoMPRhhaTDAMGhXCJcqwAVIfb2p0b3WRrzeisUwOXCgQAE23jtRO7dQf07Wlu2
POzaH5uTKvTS9B042qntEEbGFUyav7KgsjdXfCGZNWmBOW+/Ih14f4dn3whrM6OMcOQ/chaQAzlD
/M4LHS1ZZ/mFW6aPt1Y7NxpGdHsWLO2ugIp9o32RC0im4ruumi0YrH2Gse3fA4LE7FUeeuQq2H/0
yZTFuzEyXHJQG7Nl/M83+xjfLZ+b0kH3rxdnFD+UYDfDx3AGapzGZmPwNL01Xkz/iiYqSlBzk62+
cRwnq24eB3f70HXEg8wy7jkkrSDvEUe60nUjSHmvzbdfWv+2rN2Pfu6OUTZy41TVgdo9KaR4cVsW
7OWoy6huUFdVtofeDeTNRPtYCO06Dr04ZnrzaakhHKxaQTvmu4cE/9c3QeyV2R/WuSyk3J4CuryB
+zeTg3B4tZrqq2xzGWp+mdDvmDClXaS/Vh0wAw1RJT71eTLZzlKBDh0mZjvor6pvdyZcsCUdwnkw
vm21v2RjkwbS23+LLx0mcpit8qC7nI1dW7BI5eRA/irwh5s+3FmrvAzDwBLbUCHjpm7YmWQ7yTGP
Bun8W6tqvVq8QKdh4Voc1kAIav4Sw39bcjRozV8v1X8dBmJxhus6qSRIxpR/bJMTvEf2dYe8vPdU
nSfNUh8bxi7hUmVMGcUPO4M6j7EJXBtEjLInFMuKHN6uUUs8U8uaW9ZFyBoAfMuJO9I0gi0disgv
0cChyBi5EZJIlsfkBV0h5UO43VcbeDaPabK1Qz4N1SVbL9KdrYM5LJfU2Xweq7Me7KI9L+Zr0aDQ
FQZCyzTMzQEqpkIn3b8dTJtz01Evtvi7Ct2IusX7sKh8nTx9XDQnrlpMMqZ4Qvb5r6r6Fw2hClL0
eRMmuzkG36gDjTjoi/Jh4KfAiJm/LCWpEGoGCsE+lNRsYFaVvJO6KqJl4OFNnXuShVZGTc/B2u3k
med2XBHUEnbQzmnMrpsnWeZwzHD2kPyUmQOgprnM8uIJWPXLXHIWWE1RRe7ovnj2+ph11ZtafCMx
9uXkMdLiqV9X5PZgTZkvzWo4ltV8zf32albppbCdu6LVXge3fgBI+Mfk1wlk2Er35q+rtKRq5bFS
oMDBJMJlzfOrMwsROL9VngrGV9XvQC0RAsl8gaYXF4ObFLSIvVj+0vhyTqvmdWc6lgglf/rF/VnB
mAemct8WTkQ1NiNtWxktgq579dEDJpkqmLWZFo7FxelwXjlGdvQ9vvsc+8qJAAPOSx0KfbZPU7Sl
Y0R3ah4ZJQfQ3rvE588XtI6YEwjE7ASYZYLsZ+HMNb2wr5xbFMOV/VXQ3kOjx8Oah2s7P47YT/u+
dcIiF068dB7nDKjfxaUQ0ZhY545uwne1nwzlcxEM/R4s1YHRHqvBWVuGW73zWtXGAxryGDZF+mcy
OyCiy0JTsRRRNrB9727zl1n7P+mHZS0WdXuWR43sPu2JCgcx98noawi9vR/5qHin1aSZqJddDxlg
VuG+6pfUQB+Zd6dGqAVcMdW8EXUxPxG7XsZ79pyz58e2XJhzV+8mW9HFJy/8nZ6n77a1Hr18ehi2
GQfbBbLDIVPlXU+MxsznkT2bsoRATUvOFm00jKza2weee8j592xtD7DAwEZFNi3GsMb6ZMWkxB37
1TnenWyFu78WerLtxP0Y2iNSarxP8xOLo2ymvZjrfkecDYz46T/SO9hueC5VUbAeItJAGDnTkSzp
m7OnI+iIpj21npoZtgx3feq/VsWS+GsWDRb3atVkn/ra/Ejz5qZV4NwtRALwqKinbI16mv/TTZ51
MOSpID1sqWmHTaZqZawDe9XTMu728QKR9w9+fgZa/vY0WeuFpfxLUwgCyEga2au4W6fL6lVP9aTO
WlueUeNPiuvQoibc/fGx3/xwk8+tq312k/UwlcM/qsB7BtSX1PUehUR76lX1Lvb0Ll/ufGs+mew/
NnN20HTtqWsvFvcgK8BXzjgQni0xP6m+PzjuAmu4k3+BDh3XncKu7S+qSE8Q4eFnr0NCioitT5e5
qp47vbs4t9Av6uDvqnE/DDt7ajbjFW5zuLM30OLkjOxm3oLN0/RA0CNXW5Dty6Wt0wsO+UH1l8w4
YJu42TS8Q2VNPfMuyiOTWJvgdv/1prACPAmCqoNM4l6XCQktdiLzSqDnc6gPCk4l/4uSurhgOSsY
bajn6o4jv48IMriSv2ftHQoEDbjbjGdfuG9FaljcPKztrDeUP8woiT+b16ivtB89134Xk/tUtOgG
I0feLn6nwbqmOA4ykiK12ZqjfqquC6OgTk+t0DPTr9Y2z440/5AjSdKPS79rTtzCW5KVbmJ24z/c
yqe9rC/zaN9mQ+yOy5/Zr/4Dukuvas6hDlwgcqCwMc4MnOfaUAX/ZflCqXZpx9HjsRjv5Ifom5XF
q+HdiQEWrUkFFUkhDxXzEDjnT4zh/lZbf2/U2onGLZGChe65sb90oz45k38q97AS1dtqTzHAtylw
iSa06vGwZfuj4RnHxc5NVAENEP1H6qR0RfrCOnZL70PaimZbd0r7t5efXvasLMFszP1wWbuM85p5
EwYc+ghGkXOecwTp3ovZokzO1lPmO/KuM7u48KZ3COvXTTwSoXNNM0r+nOnhuXQO615x+nrV+w5t
NbSauueHHtFEV1FFQkVm9Kzm02XpW3vwrI6F7frJVNr7PDB4PnRb++hVqcTJbJnHEUEpt/X//Ikc
3b5zPvqSjBsgzwxEyLxNS4SgXqLCMILFa4wcO9CVl6Sw6P1CbMk2sHPt00Y5dXucDL9P0p36kz4x
UcVmh4qDDdq5CgB7y6YTh4F3jel7NAMgCQXJqad9NU4mxUHgk8Hu7berwOru4cjygOnn8A6DCmfI
SUkQNcPyDPI3aQzkoqHZ5j9KfjeCAB4gQk8MnvTA6xy8L/Qn7HXDJ+I3O0IBRY/0rSY2S7OOivlb
rc4aSIDJHKBhbpVTktvMlooecwlFTRVaq/nGivN9PdF8Suc/JJQLCGXkXrIIe8Fnlu6kHNtUk20j
phCG8RRzj7nR1E+QKDRnJJ2DpTq5bvxKU/oj9gFZPWdQ5vDjZ7TMbw2AbFjX7a+h+j8F0u2RmyOe
+o0TjCP+sSTCIcrr4ruwhkdQhcDsrdeWmPCAohkLt7/1J7auP9J6W+50brrOoRvKU+cBl1Z9odez
W5NenlFYlt8LuO9c6Hk4T+1y53iNB3+Q3woJOQRUEBB0+3HcV6u6d8rKC7WyRVnOZOSk7gbXZ+6D
2nFUNLMm9GB0js+Cxvqbo8nhUi6SfuAm7p3xx1rQUOfcQUoa2r+Y1K1DTjQM883zQLH92M58vFOp
M+POfxoymMJ5RQTGEvxLIk8CF5+N/xooEmcGAFcj8NCJllL295pN9VwRD1uY1LXw8X/J93gdBk4u
VptZ0PcUqS5zCpMZu4OR2+GY84HsFQ1GWXCHOHj5g1LwUJ1+EnGZc4DVMg3HxmLYV0Oj76Qkvrdm
TlncUaH9V8y3Flrt0D5rhDwpFwxIFTnweUsakVXKKkav5mdEW8sUTR26SuQ4hghE0XMSmBpEk0Wh
/q/6hvhoWiXWtl2QpkGRa81vjcrsJ40XvL2FYm3pveYCXOXPDjJd6VqIsBrWAmFIQ5U5LBZ3RNfO
B23UmL+OANE98CcZZF2QF+I7dfIDjsYtwS7+bbKHb+n8WvsGNDXP7X+TaEkBwVTOYU4GDQlcQzAC
83La/LXZ6/LYTCSwjfNcBqaJmXBDahhEFlkDb+RUTrGt0r/AkfTYEmPigwYPB+nuUU7e7eCtP0Ip
/s1UTTG07ynM7VvMOKEZnYf0IQqOUpbnH7wqP+ikyyV8XrycGxqZ0w9eqLRtC2mbHZqR7devU5fq
TZxKUxo04nSFylUnpOX7jAEAggeRiZrKeqqrvIxSoqGy6dcQ4k512cPSUWguAAcEt++V/Ynz0C6K
hzjiqoBqS3xNfz/YM18UEl88Ce9KVsfVK/QHEgf40/TqHggu0H83wLC0hAuBGxHSz4EHZBq7HZjH
qlEyETSEJJ7xAFYtlcnYlY9Wt9w37RwCT2JAwQlPJ6tJdjH0K6pK1K/tR95NZzMrok0n2YJa2z+2
xpN80HNvemRqNgXlze/v+mDOK8+KQKszLdmJ/nHU33TyvOPiH+oce5rwn9gOnQPseF+aonrJYZTL
KscrzpL57jZnIAJnOXZdmM9iisbSmM+d0NVRaVb6YOzi2SyMnPZsaALEJOM0uPnT6NtLyAtDUkiN
ZJn9wet332jLdm2Mi/Jq7z4tkKh9Pn08Jqi2rdaHxoatie3OwDebe03AYfQBrMbmrVT1vCLKiZK5
ya5W6I7UEEbfkYJS+yFWV/42NY3QmZgczQKKT/li5BmTsG07r2ilLaoqs/Q7AxZtCNk8bnJD3eGQ
PipdicvGt9cttNF5h+rtIv6HO2W0o/XEaGBfGDJ1HewS21GeeGm0G1IddHwLIVO7jE6PTCqCD3Bt
zHynmDufHItvda7BVZIbk5B6oUAgM0zNlPM9Aag9V/s88QciwAcVHrVoPVY6EQCmzmBf35jyrfyW
rOrTh9usWcQAz/sHDjeFkaY3UWzdow3DJzF4iYNuLR9uySJcUWYXreb3Tid3aw3+qVGsZATAisuZ
V+iip+Pxp8fSxldTLs0U7h0KKY6rXy9b39r8dpJTBCoY8iH7bMnaO224+v2xLyjFnbH94kTRkAxS
Pxa5P4ORJmxjaJnzqs4IC7UkeJIndt+qmO3CbC3zKF3PY7tijFD2p+qt9rDvho/tpwyaCk/DWvQP
fsP0IR+yX2Xl+CbpwPqq+NeZtTzL/mR0SuMjd2nybIYfmIv80Ei1e1YMCc0j/vmweNlb6rYIgLPl
JZiQ422znzdB2EbRVz5tuJnI7NacFa7H0ND7owyymRbJq9RsmR5IV10zXbYJI0k03/5u0roxtG2I
yDkd+y3D5JLvXdgiJZBcAiA0lXgzDMbf6cyGv2nwKBcvbtG60rn9NAS3QTag+1o0kdOoD+eiH//W
I6pJhciJcDO85VJHkzHSBuvHSlTPvBoRKIqaiTFzyll01SVlQlENZbzVIwE93uSweUUrwDtLWpbN
u9DS3aQI807/hKUXpaP78pdyfO+16dXLUlp6WSU5ESq8/LYWWSB1g5Wv9ygneeatG5Eka8HtqsJa
chpMLSMJvRwOM9HTAD400i6EZiTMpG+2RXpVVUovMefspde0s8CeR5KF/a/NM4J72HsKyi09F3n9
4qWDOHam92cuUWY9Z67jVqYx9rcRV41QiEru10ABCzCP9Sf54Bh0RYv3ZhYMKe3tzbenh61Wz27m
U9YllbnMMY8g1mfpM4ri4CckRgWlv9/LLvJb8Zy6P5vnVAxg6JC1PH9WFJxVh3zCKIXzYnkkbDDv
qfQyghlj4oRwa5lczu70txnck5Y3b8rz3rUaoZwJ8Fs7zoCd1cUox+e5au6qpgDXnR27ob4zMXin
efWXhK3/mqH/3YzuC3k6GMX+YqLa30yT8BfE3kUdkuucGuUdiAEKUseORjL0wgKsbNyZBo0bXQY1
AWs85PAA6nLCrLTRDftcP1hl8V7I+knp6fu6t8fMU5el3+BDD4sIBuMZlxHp1hUIXkIj/7n8XM2N
HtRipGFLerOq0w9zB/JrfJnMjQQ1QQ2+rprJ7WwBSOqsPZ5HsTBowTrVVS2No1DH3J2uGr63U+ir
ukGTIZDBKHCxZRaGArO0zDjT5xVbc5a/Dp15mBm7nK1q9mPLZXheoUw9GDXD3kaDi5Sv23gZMkLm
9Wy8lwOVpth672i35ChariKeMxs/C1WIq1var3qjqmPF1Rf2dqsl45b79ykEOP6vSMMvcy8WIOrj
uJxrppIHcrhey9127jkgDpYo6tOUVnXg+FImuX+bwHnTGlfED54K1SZWDaie07UIXKvarhB39gML
IrdpoC7uXP1tBmFgbAexrR/uRp00uNKO0HOfmRLtib7Dipe7fRTMMihKh8SvKC72rD+s03wp87Yj
7UN/Vhl9PKspz4RWEU7ogB3U8j7eC6GHIwG5yUSCChGkB+R75lQLcsvmz6Dg0QomeoeV1ymfLC1o
e+27cEnLW6zsy6Q4cicfeL3F1zMyJ8yoLWH7twGxi/CRVypUq6qxIvBlRiX1b7hidIlNe/jopYYN
3kbeg2KOoaQvFVDC6dNXFIG32ZQx5vXjLTJlm+uXSc9P3WBxM+uyPKyGXl/8jCWUaiXdho+CMTg3
CZkqjn8QcoyYnd7C2URupq9pOkK5JjapwFobSY+1k3xPEYvWV4YyyDAMELxaJRUBBYRS4d8UZX5d
Or0+erXYLiZxKqja7YEczOq9Sf9pYt3PE9Tpqdu7g7HUdLiLjY2gXWZa6B0J1s/iGX0gBAds0s+W
O8eNXuMhnLqjt5UnkIVxz41N6JqZuHJyI0dzw8wbnaTX2lO6SnA3PiVrP1nPuIKTcnDHKz5Qsozd
DNsCBi7kdFxFMMVlnCome/3aPciiMljB2/Z7sqDWwO+keRl3blPQ4tUpFcbBKlYUgjW9eunyWyzM
07RdP2TNYVKme7MImQEzbVSXHnG2qZb1spJQgzN0wGm9OmfM26EvIFTtW4lyVg5MfzMNk0xWJOV+
Upalndr63ZHrG0l7b9YEF9bnUDdSy39OW4PL25ROuNy4JnKcQkfY2t1E7VAWQKVStwAbSpV8VCK/
R8aeDytxgyEBUG5YpMySsJa3iYObuyspJiqzuJhGld5VYKKONlPWK5tC+zWdcWjZlk6Wl1T7eW64
/XN7vbapsGMhJ2SpgYm5W2Px1JfKI/tt+awm9MeiGHcsaY/rrZw1hqGPCb15W3oGELIbX0zrH/nm
+MgnAtH8IS2OgyTRpAbMQFTTu9Jcxsg9uiKW6y9VlTLmu5qSYknfBRm3yCW5fi07erKKax+99ujz
th2ND8313slZLI6ovRqfPwr1ZOanOS09jFAGEgaqD37kQCs8M+n5/Cn8xaHNHG6ebsZmtDiPDsTV
3PG1Q5kqGxElIkDXjDZzmgime+CAKPjHbuHU0nFDvUOe7ljmYe5TgyEG4U/zdSG6eEJNLe91IYNu
Hl2suuI0TtxwjKipLLwNQVnDrKc3j26nX+VSf6+EsVubOK1MGTZbO26eOxwbj9w8Mvr0Yfje25vf
ILO+U4ObuZu12Oi888oKwnarDAut+HCdDzJQUKmc65qq9WxBj0tnMrCKlArUv9lOTIcVI8fNfsyM
BpKY0INeTW82HWWLDm416aOnrXtsLHyvxvCk914sXKwO7YKN5hb4lB9sckjCbTG7pHTmgsTa/Dmr
W4t5YM/CXtm8DZjfx928LYtC9uknzwfADiCx0fwD06njPK2n0v0sOBk64hAC5BxMeMSX7noWZUVW
nQiVw52G98/MHbIgcfAHwsO/7maffsXlZWL6D5xxxclduMhYozhk23KQWNyIodKmSDRbvPToXHYT
plBGIiKUvqj6wW5J6z+9rL1D6qqHbEXgITgsPRVat8UOugtSXG0UibSFisRoHnDsbImseUNJBUSK
bbGGzSmhgrqG/OUg4e0sbxDMwvhUFdM5Vddl25wXqbZ7jNVHWi+KmOIB400a9Y3+YOlYcGAAnpVV
oVMTeNnL4ZExEcVi6zgMpcaDRs5P7fgbQXLaT8kAA+sPv4Fpu26EulK3kc5GfO9/o+U8z3WKkcvG
CIdxIhq29JqVPjseozqYegdkr8S9YnM8ZOLDcMrhPdPRSFXDR6GvNuWEeRa9c3DtgkK0Lr0o8+6H
vszvSia90azvdyvgAErXUR4Be2u+DMm9OgGfMcNs8gU/V1c79DZBCC5vgWMZd6IutMDJMgdiSHZW
OQNjUXtYUtq2OnD8POpp4wU7td/uYUApKScqiG5nv2cPoEFGpTwdOgxPZLNOuYYNhtGIN9eXqm3O
/FuqoTs3LEVnvmlPRMbhHpnXM/tE79Wtbp0Km05Szd++T9U0Eb+ncPEFZpV9eCODfJ0A6mDRBhJp
rbnDwZYYg/GgZe58WnAOQpvWLh16CYVHez9h+ydVTK6qPK+q+PZuqdiyoNFlZ5mVmLx4r9gaOboj
ScNUMZFe2XqSeeKepZsRQxxyi2mzeaCJ9JW6uA0rC0N5O2IE6Eay50R26czsV2/dHA9hc8jNd3Yh
7oxsyVhK8ECO9N3zNusPJSdqwmz6bCFLsQegDbGrn8maNaNR92/bB8T1sU5eR7xav6NikEuH/91I
9dnnlhNTLE4MFiiV8sE1IuD4h1nzzbjYsZD5TGH93mStwOcS99uNXSVplcFCX41f475FKcTQgJZL
LinUdRSCWk+fBLCUw/8TKPMxfzM6mX6wcvCsm0yKTVaY5mVNdOJyD76YWgRGfux04rGzcjR5JNVf
dsHUc7Cylepm+VJ9lwVZqTshP3xi8DJniTYqwnBu+MoapakD/OW48tNQAb+5SpNzxcIFR095oVQh
9Ws2p8hnT8Ip2/kyyLBqsaS123ZHXuqcAJ9kOUqSKVcicBupOKyA+AbiliOaAyJbxsiUfGutwZi6
kZkT2w3bhqUi4I/9VyysrXNfudMt2nwvQt0qGWWs1T2FNJSkkb3ysvg0bkbjAcuUcKbjPss7Da82
edfpg1+1a7gJisZW4qpTxepEht181xrrocWB6YJhNAQ/e4yaOP4WoT3b7jxjnbFe1I5jzF6NDEFx
FkfWVC5G1jP946SVrbiIPPvaZNf+j7rzWI5cSbP0q4z13msgHGrRm9CaESSTTOYGltKhlUM/fX9g
VU1VdZtNW5vNZu4ibpJ5L5MJIhy/OOc7mzEcvmVzvBi1EZlCjmM2H2MEqh9S3QzMzvgegkfvUtpm
g4VajXBn2djYqwkd2QnV7qvwrYjy+uLBuNvYffaUdqWxjk2Wa0xM4lTeq9b/UabyyvYdYQBp1xu3
QYM7pcihklzsWc2n+wnTgy5qi/kDjGmrfG2YsaNiKhiRci9hTDGQPEzqtZtCGmNTSaQwBGm4ZrMv
AxOnycjOQU3xmQDI5Fm51aOyUQ+rON1nAjhD34rqVhrE73Ela0bdxTfHo5CIA6C0gcfsQBQrU137
NjlO1fTVMbvvmmH/avSjEyO077qe5AlU8Cv/PuZlPX4U0Z+gRsaQZd6HXfrzytY+t2qg4SwV3euM
6tFE8iBTa98aY0XFbu3nwkWfzIVHnbny2gp7dM0oOCWNnYEXdx8/oR7B3Wo0nX3hRjui1tZRVBya
eRE0NeKPRbA90sLpw8quQQ3B0lkYWHTck2MgaSk3njn+al3N3TrQidr+H8rXj9DPENAx74YlyHWd
2Yf5p0gHh8kWzxnaFQ6CsMR/NKDiGdhFkVYVwce8THn4UhSc34mwNugvMO7mO6mYcIFdWqdLW29W
8tjk9dYeA9TDfVivmKmQDNkEh5KcQ6NEKF1KW5ymuPgayahfCSQ+TtR9EdmMXM0kvZ1RSwSIp3Ef
GZtIQXQoa5n2afaI5pTJKzt4ojAyRR88V2gdUBi4Zttu8imeOdmpMnJyblcq4tpo3+r3g+Uicy6y
c5i697hjKK1Unu3CLr/Kog2Q2oovblbvOldwEIKGnAd0oEw/LGQtxboMLCKeRk5CLpHZIJMhyYmo
Uh/JoF9zhCunvpSe+uMbFdG0gfFVCGPnSwrqsdS/RN7uUm+Y1tr0vs3ld1E5vzyDOowo6nE1GDOO
OMXkN2ruudt/KxvnqfXQIHt9+awJ8EP/6u+SRSEyIRFosiLZMt5sy0weuvxL2xs8xiOi5BV6Ba7s
yklQ1uqp+6kWrmYa9DOs3d/ZmHKV0W7ziVW0yJvlzPAvqAcqTEiReU4blJbJejmenK76E7uwGtxq
OljzSH2QdndJjOnR7zykB6p6WyY+eshII0/XaT0f8MXxfOvTFz2Lit2b/S3kKw6B/WXwrXRHyCva
aiIjV4XJUzItkBkQwQ7WdeSSuc4xpY/gr0qR44/+a5g0W2OOriBUXocSRb5ZxdSTtnfI6IAMeeTO
rZDGzdm6cpvvU8nOZx7bo22i12fd2B9yU30TA24INAAsuuwfYTp+69EIJGVlkE5rn5O6+RWWWhO+
aK5Y/5jnJDO/IDbw9n6VfYnwem4dMZ7QAMQ7bbP9FqHL6jKbTtKZ31szVbveNA5NYzg3f5yObiZo
7lT87DvdW4Aua5OKgFlBH1f7VHf7ZkCp2Ewi3aUpW9RUxC4ht9NTy26O/FAbFSMjavyL6CB4t9eR
+7Cy0th7aVAfiN30MPMRmDpLlItVlI+bkjd0qREVojE1DmpipReUemPo5AOSzK1iVoMZzf0hW5PW
o4p/S2x9oDicvc4pvvyhpoeYX2Pykq9oRJk1VvLae4fBFK9wnLd2aDyLoYm2dpfsVEIBUylMNZq2
dWTIxorw3OiqZsnLTKg39sqqji0q0KlHcj5hjszb6RDmt7EsXsfW/1nB7ju53Czwyg5OrpwD68al
3TbOrWaobNnfBvxMm64L3oUxJzv8QDzM2Ds5sbjxE0CSbs97qvOaJcn03ZP9nQxhnHFpjoYHPajj
jND03YsSyKmj3PtuTf1JCs86GaR8YckPxkM8GD8qWVJFToHaRZOzlyJILm34zSKLYhcG83s8xYzq
0npdkm0Fsy7azOI6MwkbQt64vh3R7Q3zCVSosSvIu12nrIF2YVPfS8d7/vSW/Y/s/f9PnXj/P7EC
FsjC//67G/+/sAKOP39n34tf/2LEW/6P3991++//Jkz7LzJYwED4/W3oax5OuL+RAiz5F3SgloXb
acEFkF/6f0gBrvsXRxr8Fqoc27UtH77A30gBLl/QMMkhQ7liABk03f+JFc9a8DD/oIg4kkBIYwkk
AYAMdMC1F5DAP3FrEgJ8gthh0BFVlf+IpH8NJpleiEc59VQ728Dpnqsq/ZW5qUeKfVvg57eMXUth
MUTxjCgG1VlLxXFxFnTemNYvoN1cyibULTOevt0/Xdz7X7+z/wWe+E7KfKv//d/Mf6Vo8A2DXXC5
Ak4AKA3IyvL7//QNB27qulRgKb4hezg5VY84yo3PkTTeTAwAKwId075XGy8IO8AzjrsD2HhL1VTS
+Tjy4Jniv+F6LD+nf72G0O4NXHLoxQnVNLwFC/NP3xLj8CAdeh1tRY/zJZoxWJj+sfbNJ2cuniY3
6T9E7x3pCGg+VP9FuI15Y8v41ml/Pyb+fZ72dDTdB43GmQ3ktO2Hat5lUXbWuSs31iRQ4jX29//7
pbQWGMi//OxNTJ3ERFku/8Cz+E/MItYqKXmRWmy8kULQbYqnbuJ8Nca4/pBDvh3c7FWKvmWMwkNZ
ySF7mJLu3iyLvTvMBGctDVmfda8ARfPXzvrTu8GFlB2UhGJmPaC/TvEw/TdAcjC4/+WCw3XzuHN5
d/gu1/4/37RdHSw2cCqQJX+qyRz78o8XVcj2iA3l+I9PTV4sL8by4lphSCO5/JKFQ7iJmL9Rz/z9
C4hRy4uPRZbHAKRqhhHg1he9RVWp6a+/+vzc54ctSe2bICoRCi7/yedv0Fyhp5qfamHH96psGoT7
J4G58h4sL5+fthk3blVf/hh744O88/mhe4UDbNAY1WX+0ITyrTO7b51DINEjoyM/O7nL/pCb/cEa
BPfKXMbfChPThd/t/ag2vzIIajeBNZo3GefxKR5DvfeD/qsZz9Yl9ZkGDZQ/SHSIrGMI8vePDROM
P43Zn7rNzYPjie6mMf/j6grJh1YVW/OxZc9lpN5pZDh9wbfbkOyD50r5ZX35/Jyipa3i2j1NZtRf
QtfoL5+/AovSX0p8PqdlVh0YBcugwpfBaWxddnGBOW54g+vzmOQD+0oAsJ+jlHSZp1gl08RtozLE
XJ+f7WFS7GTmv6MSwGOVJ+XWhOxXrpIxic+fLw6gEyZSgvG0jqwzm17zn156R6izmp503eintK3U
Gmn1u82qfSuMpPlmWK9xZIqvLRa8g9325e7z02ZJDrvf1++TYRuHxP6dtITEd3NbvM2keO7wvgg0
MW7xJmo6wdlJgE4vH+IqCBEOkVvTEJZ5Dxv7kqkx3TRWUO/TWOgXxfl+rXTCUq9pXz4/lTOTwL1R
d+fPD5m5JMcBDLSpkRpTao7PoVWMzwOiOsaKFAN//VyeOzCY5Obzo2j5z5KIv8Awh9Pm839gKObi
eGVaiPjnC1qC7tITI/881rO85uPw14/azG5P9hS+N76BrCZVc3nOwqo8V1QomyZiOMmWBtZh196N
PJBXCqRNuiy8QinwjXUYlD4/VEbLmbv8hhB88aipNyJYJnAJfBT4FzUi2LlCGLL8khSKvRVO6kBU
iGahE1vzKbWI64UMhzOXzTTgxoSJSLC8hKHg4jSt3nQExCx+VnHqExmeGpgWpyz+1rLUOVPvLlpC
Uz1ZndJ7OdV00wRRqHWI2Ifde7XTQWxeoMng9q3a9DwPwaoQvtzEqnOec2cx+Sr9MJn9kZ5bnJJA
oISM8Z1PwRCeKkl3WiWFcx3Nt8GMPUpD6d5U0xtHPy9/tn6b7PukUNtBJeoL4XIU/BGe38xt/TOR
Dkkoz7njIC5aiCou6tnzlFj0/p+/hJKmuVBRzlpM44nvs2cpGGOMVXnLCZHe6DxFomVG4a7w+pl5
Yw15cvCmY4/DHCH7F+Fo9PF6+ph8GlQ3w8EGG+cSOniImmqZaYNoWad2kjDrlSk9ih3eClr2VUs8
2LkK+6e8kN4FqQJGBqnvLeX6AYgpU+kwcF7YdFtPdeGhu5fFDbEjQu02jrfj4A/XScXrygsZISg2
WINvPo9WtC81TlQYA/FxLM3+GlXykjrBc8J77Q1JVMEZ0N+UUPk94UTd6PGUzndtOcApzIg9dZqi
nMA0MHvBOkSJv8pMl2w7lW6sxWnSVi1eEesQxUuQUxn128nqL74wq0085BkklGrcZ2b+00ZBVrIt
OtlxdbEF+1Zr0E+NV2OJwDK1+HGqVc7i5F4CxjBaaR8xQ0dbAiuqrYGh7xjM488gr817PVQfQenq
g0U3w9Cs7Y9RFw8HpRaXWz96Awk9KCOjJGYiHlspa2i3eHgxDYrM5auxvPAmWHOrkkPEhmBjwu98
DyO50cnsvDacSHVGyzpGBgrzZHozpvS9Fh6exynAJh0ttweyvlPao4/Q6NirPtdXP0XdWiTeuCX+
50dNl7GqfAYgYcYINEj6H1IM3Q2O/p23Rvz6+VIo6xC2+Rrd3UWwmKziq1Ux1fHYEl/rebCHlbbk
ez2N82viuyd/6edNPbxk43jNICNvo3Fy1pSM9TmcnfGex7F1gE/6LOZmbxZyerjDHouDeQmLwLjg
zjlEPN+HVcWcdaOjXl3LDq992l2DpDZvgIKjTSlH/5onbrb1AnxCIuydQxlqcTUH4yBYB82Key/U
WXkti/AYJ83wM0R/C8s5vZhF+NG4ttwZiN/OfbyvdD7fy2FqHn0wruq2D0+RC8eHZBec6fM0xXCu
DDTZ2QBwf9zULu7ROYSsqgKN/q0c1p02opteXqaKwYNdxfNOyOlpKj2Xk3K8seUTiOgHfCE2kXRl
wDwg9TLaUFejiJNR9DrFwGNUsxNj5z2CYI6mjTmGYguEK+GWjRlqZhvynMor+St4F+cy3BpVM13g
TvzMHOsjypA/TG4hGVOKecuqD8wVy/e1Zd9tlu2bSlbOsUwZ7YlGR8s44MdoVTOVjD2dpz0KnPhC
3dqcS//FqDL3iqHmO2x5NlRJzfLXWgxVbacPedGhxcmzYY/j/N52Hi5BO022ouRPse3R35txdzHr
+S0cO8WzvfL2M4SvLXM78zmkmGCf8yuNzPgKwHsTy2nCq0TFfPZMZP+u8M6d2T4csy3QeIiCndmE
QHD2/8QMXe7heFk83GQzfo08r8dzinojSzrk2WQ2SaTVno1BU5jTdE4Hpv7zGJW73BgVSPmEsraY
Vnkdz1s8+ODfa7zuRt3+DGISoaLmXUbzjSFjsDFt193Rbl3c6qdhkekQKTRIkWzV2SybS1RYvLOq
xtsGAYgCA30AoO1wk9uDhYK9lJeWN0SRE7KI0nYf1CVeZhlZl1Y6b5OfibOoiy/A1jx0ugicarAK
cJXWhanmtYiXpbADLtNGtJhNAtq05qhgBLR2Wx3sfK1x5kbNach6tfPG7DW1J//URRYQCGbPe4xP
+hqM4R9VB/l+1F537iLzvXBjb+dMsLIq6opKmjeakwLrGk585SPzjBxcMZnXIyMra2QaXQEDQBQO
C13PEhAPEIPUZq23Yf1jSM216KtvqMqds50wvOgmKVm2YrcMLRR4fuIVr0GIVy0aGfCZ2lpb3vxH
iT49N0Km56r0EHWnfbChxrR5irODsj33qCKPpFVdPdef79nI35lj2R3bHmBLWyFFM5c3Qa8Ki6He
3TGr6izQQ6MOqX+6zVzwqI5DLOyYVlh0EgJqocehiEQFww7UO+VJUqyrPjovbS1WmYD6EX2RV179
vm1P89Cn64BDEW5X6F8a4R3TEe3RZ1nRLrVFLHd+ljmsu+uu2I1DGJ8iK35Qhfu3kbZ6VdXCfwKJ
B2wqJVkt+oG/pQ6cp2pg5kZaAFbhKSlOVdTprawVfgnD6S+9OemDHXevU1NDMMjDSxb0zaHE/3zW
rp2ua5Hj9ljOStPFu1iXnJX+MLOn98NxVTaZufUFI+R/vJgJyo9iBFU1TsbRQQW4M0zgUVFbDayH
wFawcbZXbs8bKA3s+YBbG9YFkgLK4eG7ngb3wvbzlQCc+GAbujyO3nQfRSEejd4GHjKigjREo7As
dz+QVlknc/8aLgidQUXf/HIEseI15W3MmXEjH8NL7Nn2nckY4lv/UHuVv6+W83foRr22menH6Jam
q5Jzc4nTq1PRjBl+2u7itM3WEKl4dttPgkJRTp56RYu8qU2JyUzEPzXuib2v2D97mH/WvdRfq0Cg
yMEmTDXXMaWt+KvQnLpYlEthDJsebcBLqcLNmJg4mGR39i1u/LjVet+J5qNq2njPmWFmHaYaFHrH
KknePx9HOQCVK8gVb9WOtX2ybefJaOLgOtTs7GaduPtG81CJEQqP+fwFdq177+S7tOz2y9/eY9L1
HqGWyQZi6ryr+z6+ZTrIt3ourmi69DYritOMP+iU5x/W4Kh9ZMvvNkPOIO7ak0pSyXpNMQnNakqf
Wekn4WEAnBYpOiaQc8STgh+9jc8+GgqBpo9bprW74eCUabMhyUDtDCMvn2uz+jpZygeh84ysfKT6
lMWlT+tkG2YsjSM9lE/OdPGG367U8zcnCU7YHJGgOwbbG6L1Wo3Fs26FvLmkaawY3UT3uOVnMVe5
ftdu+xPVRPnT89PxrNDMX3SYdpfSkdPGQszLYZ9EIxZlVV4tdEuYXWYS20O4NMfPGsFr63fhWHJv
q8a/hDAhSnfEGmdgvvfiaZ+i5mRaUWlYPxj7t/HSCIqRnTTYzj++rys01yE6M0A9vGGgu+Hxrg/e
rINjbKHJD30MARAYI1+8waFDYqw4cOsqvPhckDtaUaRfZS+ADcAy95Gi8SNx963n+kdZti/0vDHz
m+wVIwCq0ybnQGZL3NG7b0ECZRc/zDDPAbPpUpzx2L496JuDvymMAU8NaF2WbXi2Z4czWS1GuqaI
UOo3C6EDle2bcODSzZ57V03h4miscbyEHT0n83/kKoW5zaye0ZCtrDPW8u/kIBavymluasS2PZbx
eNGGP25kJvZzKu17FvDusZD+7IBc7vrebY5Fm5XnzsKAWtaywDecw9bwnOwQtyeOJfNZOwE1debv
BowFK4tH+2PA28HqaCiPZQ+WMcLTH+uh4Q7EVFKWLjjoXNcQLZv0Apjo8/GirBwDGOzHbWFH6SbV
TfTU2LF5qnHnHccucA5m+kWTiLbtyuxP18jy+PlebLMi4DnsoA9v9ClIWG0sJ2CZIhmJS/aNrjWD
NDLnegfqKEfAiXRWwfuYhafPrU9oHmD464zOeVWny3nYAJ/PJv9bafWnBFENAeyGfbVFdOpFoW5B
McCx1N2psoL2qjsjfFo8KrVC2ioi9963lXGqq1/FWPiPEEr14HZ/mmiBjyhYYM2IHpw0pQoX/+js
bVFikZg6woLw2YkkHY+Tuyg1BqZASEXSbb3Ug4Kty9Sn/vnzxYSFuUtDLE02ju3nJMR2QC6vv8ul
kru4dcErjWl7zmyMsEmKJO1zkNNwcUNZnKw0e80K7GsIN2bUT1PebGQzZlcjyfIrEpErt8VLnCl9
cJWZvgzhMknIwUY2ZR9yaY1yI1OO53xGlTvaA/cjITrXtOcPV1Z8LrxCXJUe2dnBMIw2rpjQVzmC
BXc9FW99De4TBEmLdus8SwvrV1m1a40Odj8N6gVaR4ZOcL5mllKPXOPiNRukk3mNacBsf1rCMX6Y
c7svnLR45Kn9KEcvPKC2T7bmHFYvNSvDCpjl2iMI+uDbRfSKq3oxDOTnz4IgxHLCU4BTJQMzhVjs
in4x44id8BYkEW7j3AxOKVjIz4eVZCx2qoPpbvWu9SW0gdOgJpqCsfqw6/wUT3ZzMcCz+knfnpt2
yi5l5b5Plf4+lJnH1/acTej04SEqES1WHmH1yBflrgq7Z7z5+abwDNgRfjqdm7l+bbRbH8Vi9G9t
jJ4RsLrT/fPdMpPJhTdrLI9G2h90hRbFiGJvO4Q+oIvlqPS88rcunVuV5TQsqXwtMa68Op65boP6
iEq4/ts7EzNvzQrqGr6meCDcIh+vqdPilCPKdA8D1HoMUbA3BScx5XR8qvzSfozEBCFsxUeWGU8t
WbGWspiapeWah7DLVzbbdYBwQY0e9YMsOERyiD8wzCjEp+J7x6iL578sD6oS8iUT1XBqOGpg792N
+CJqK7m6AlGVVcBpDyICOboWT5WdMoIO+tI4T1/a2sD8hbtpnkAQRNMZW1SwlhGzko5wB743QWfi
6ScVuMXWD9M4WhXs2FakBJIAG8YmmQX5JhlLZtJtcuuNJjtj0OguVWwCpQm8a1nV+7iAdNfObXQO
FomtmTTXODLys0HiGiOLEcVpad295u3z2d+mejfHaAstI9gVdRDumgxWJ5uTRx/em4FZyqwpm4VR
zfAF4ZoZQoNhJc2ZKUhr3OhN6WfTl8/iDtUxvjpHIYkmhIUF0qZ1x/bWeo17zJu0WytPi/MQsL73
B7C1IiumHVYz/pKZB08pZgv8GPCVwh4O45szG4fUSn+mTRfc3Sk443gd8R8mOAuQ5IF3ETBIl9Fb
2vh7PLdnZuvLbrw65YZI15J84QOxHz9zu/oo0ZBegqZpTwlSRr9ETMGbT+2qYZxevYJ1hFNk6yRK
jH1S65NfDc451YLB1Zz3rwHWI+RC/WWwDe5Nnm6xk9mbOcODVBeyeUR4w64pC9oO4Pw5LaMdE7z+
1iwCsHDhemR9MVLb0nMf4Q5cgGlZqyIq6z0d6/T0+QJpZHqyg3euFyHHXYmz04yAHC8N8meXDIuL
2WtHNjcXqOdN13OjDeF8nINUgbVyiR8UuXV0C2yaevAOha/svYjSF5mwtEbra3HDpRbG3BkYARL3
HKbYVG1cCTQxj6xppSZfPn1SVK1stpCyCfR9RnhPlqd8lwNkbQqHIgXbImWeDdsazq+S/YDCZThV
gPCOnO3+UZnUB7GnIIN9Fne++8WzbLWV3ZDiB9fqbngk8BIOdBVMPqPMrJ8DiAXYYuPncszfdNlj
IlzOrSmabpU1N4eau5272oOEG2VvKCwJafUHdemo88Hs4CbewDXfC22//6NoMvDOIPdxfraUERSx
oMDJ1Xyx+1tWdNajk3GwG0PPWyvT7I6KmIbV6Lios82QQZ0MihMMRSaZ3fazYbEVaUZS9XeUpR5i
2Z+FY97pq+Xd8/JmR6wS7LfW4o3BfYmIU0V58svP2ndRhQ+gt/oyk8PMOe05DBCkcckHmhdbQ7UT
ywjY9YZ8N074taXVuBfI3RoKGcJox2NeIrXxnLnNn3liMibmumCIcMDiZnTJl46ClMmXYkAKL9P1
o/gFAs2SajuIjXYd58RYdcuqoTy1hheujUL6UKt0dk6M5oaZBQtS2VqIQ/tw79p4gCuUX3s15Hhs
xDSsJ1Ywp2iss73XOwVP+jXzdnb3ssR1ZjXtNmTcYA7+w2gbAxWUao8FD7vOaF9sr6L7UH+KUD8L
upgdX4XcojbKI6Yk5g4H/rwHKmqf1S42NomX+C+z21lbI2MIEme6uXrZqe2q6r0COMD36R9ct7kQ
1drvZj81b7FRYw1w5RPYRuOtmR3n7AzMGIMCDMeQB1vpJskeNMqwymxQD1nonFDDf5vDAiIV6XlR
8Tob0FKCoUNkF8pLJyzsWch4N1owI0tH45HjDL/NIqewHMOD5TU+G6WJJ7EZcRPF2E2z4v5ZaxBf
jkzDDee7183IIhaOFnqTjWX4yfPQPw2RTJlwyeL3M6jNnE5T+CvRLXuwFqmWH3+fuqjfF65482bb
JXEWukBkLDqrQq4a4Xb7kcZq72b+jybO75WId8qujWPR0XZ1WCbQZ5o1xTWR28ygNfP/eWLj4+rz
YJeQH2gREX9K+JBV2h5mdtsxuup1wlZ9H8sKrg/y+H2PTWruTxMUEqNitJaBg8AzNT/Z84iLTvgJ
LrWWGUmPlB7DVnRru/IJR+VOmY18mGpI1i7s79Kwt1r7oNVtZx/VPreZNfO4rIt4bw91eUiAXCI7
RluuEziWkCiNbTyNPH05kA6dXxJB09dHXE3w64f2Dern/Fx740ZNmY8m63tnda8j2qhV0UzdcYSU
u7OyuDlEeYqPFO1TbCPfiar4K0kneB1gNeAoYBNky7HbDinTL1NM/qoKU7o/lZ2H1NnP3pIAYNFt
UVw5+99NiWVEU6fD6QvnXQSpAjluAZliKQmxnM/bCsfFWrnsDgc69LOSzbOUk380DcvgMqffXdfX
27L30i2zQziDhWvC+ciyTZN7zD6T4DmF37ImeAZjrYNOMUtARQxZIC8jXPlNtEz1XctwsG1D6Uiw
mm/8eUyegnSRzjsq241zEe4TNrhJn/gPP4G4jRU0b5svzhzF+JZxGkCsLc+xWQzbxkcQiHBT39qa
HaICd7N2kyHhjp0ZutWQddI5R5lcG/SS8GnuY/nXinIsb+ac+AuOtzk3QXyEizwjVjTNR1U3RwT8
G0b7Gdqq2LnkXcPiN75out45xz+PLhQ816TeRaxgxynofInH9DROj1gM8atYwcFw+4/BpEFLi/DR
Uha/yE99uO+/WuMb3rfqkmMqxk3S/7KKDCttqEtiIDq9YRY0noLqS0cEyrbhhti5LrHeKfqOp0TL
F5E4vxELO6c57I5RqWzeaQqHSqUYUyuTSmdoA6ADwYiPkTooA+Wyz2gPYZ4UwzF2tXnENPCLgJr0
ojDDYsxLTklU/wba/rsvo4dVxdkCPXhuaRL3jWrnS6kAxnbOcFNBY5MT0Oz7cqrOIHDFvqvkPZ/3
htnfgip7qxlh0anEA/qqYt5wQYfTaKTGUdxkq39FmCJOfd/i+hGDei7IQXGcOt01rolTu4jbQ+yH
mK3DzefUwezYwUlXcEo7w7mMG+PYAB3VvcRcNhTQDNSY7dFyIHZpGkiRjTxaYnGy1TWgp8b2GP0b
B4sl2ISm1TYBF2ffmnHodrYD09lu4Qh42VBta/ygj6azLbAmALMYh7XPHcpgO2mRstvmeEFozMID
ypvnGN8Fbow4LZtHxTR4pRndb602w57IHv1kZgZaMiOGu+Gj5M7JarqL2QuRcc/9oSoij5F0ZK6b
JrdAU/W2vSNW4FvpIWNXvXiEnmJMPkXhja5kWBcSIw3DkPTaolKH5arPCXrWtYvrbJlTbWwl2/0c
js2BdSZjC4MJX98/FWwST9jrvZXgqS5koNj+dbRchC1Q36iaJiX1HrF/GmTnPaEnwr6MPRHinhZb
1/FQGlQ48iRwSVSmH32R5Nc6RqNh5DzuOYUuxjDFT5ZVPHl2ZT0PafAHJ2u3rqeY3XCaKc50Vm1p
ZfVnsoViKriyZAqCRY58z/5auu3XUUfBRTbiPRhljYeOYxB0QHMQoT4VZTXekgbHGGLEIxK93y0Q
WNaBYHz8TMvjZy0S+fQcf+08ktFlEK+NU/LFQEfJ0M38cJtBrDsrJF6lCC5NkQwXrj7SYaZQ+9qA
y8rs/53YYApPcjFXqOPr05zDbwAdSSHSmPjWGQTmU54ieEbVKIbhhT8Eal03EZWmLeM0s1JduaKc
TlqTD+3R9ucRlb3CfPA5m2lUgsA/raJ9VWAC5NBML2WGWwJYcu6nC8UREJI0gaqEo+g36KdBefp4
mxuyKHkEvJi+rD4it2z2MzOtjZ+U9j7Do7tlkKefY4weeGcuKqte4jjBdWlVyTOeHe9EUoU4zKDn
VlOWRI+UVa7U5vwoQrSKS8/UJFO5LtXA05nYSLxwvXOLJ+MNdmPxZc7NnZwWpiRz5dep6h+Nl9uH
xkEWnNJh3j+rlmx0dsMYu+cUO/E6sFLjEBtDh4sdeFNmp1eGdvqBsiIA1uAdc8cOX9K820/pI1Hy
HdfhcEvbhfQbZvopmpOnqs2JVe6t6BaVHJWJCygrigL32IdedQlHu2Glg6vBwl7Q9aW1U7F8ZJCv
t+gssFWZGJcVTdve7pTNDyK6DOUYPEUmLqaZenjP9lQ+xekHyVkTSIDuh5WA+5itVp9yyy0/0ngj
CDZxjL55pC3Ij6o6pVk8byLhWsgfspAWyfv6H0Sd15KkSBtknwizQAQQt6lILUq0usFaDVprnn4P
9L+7F4NVTU9PV2eSQYR/7sclktyTrohaXohzUSrDTI5RTdE+VbXvsvKjXf4cN5QmnBrFM9efNbxa
cXezLG0iBuKmuNTy9IHD3uCZwzh96tz5rMY4PtLNhpThs8wgkddO9J4bPeLACB3EYH85b/rFQt8V
2SONYGw1JTsjfGzxvixKeaybSn8ELoIcjUGnJu2nHwiTV634apt9BoMweFpTP+O5PfguvGgtDn8M
5Mt+NC2PC1P/YxSRdgi00LhRk6TfXMiHvd9ztggn7Tag7W9U2BUoFq78oqpex0IOOZwpLTyxMPns
NQ6bVdCNHi8M6Z7FktPxNu0JCAusvAKBIWmgArf4YVq7HR/ZmO0ZJYSsijm+EZvMmCQwojAlH3jK
ww0v/RDLehxf5hrVnNNuJuCAl3U57YA1XuvK6O5ioJi28a3bqEKk4jk+zpYWv2kt1BzYw/YhKQUl
hA34+iYa/utFMrx1pjpGYZqfks7AMO6o3y4Oq/cgnLNdEI57ixQBoE/1odGoCa3Umc+ORcTEFNPw
21sFOTJL0Q4J3kBzwUil2QVkmj6CSL2Mlxrh9LhrKAuKddC0ug7lqrSnk9Wj4iQVHnBwNdnBQAPc
OLPweY41EI07t2b5rooTM9rhlOU9mF6nyPl5Epgoy1y/7V9u9FGCCzgLp/tDD6n+nkNU3jRJ/8ag
Tz00iANbLSZ1MWS2dknMYLxC0rrb2LBxAmSApEBeXdzUwJ0CjVHSDezQV82U6j4KgR5gVq+Cd9uv
a+3h8PxjR22GO3+06+85AYhLlIpTCZz5yWP0WfnMKfMhBbW8bPpYXEg7dRnmJCZE94kK+H82seHV
jbU6m3YHeNMp9I3oS/QlnUM9hHnDS13kJmlq5SZV3CCa7uQeLtz6ACMQxaeDwUuy3L6vI52mzWmq
iRjitlZ7zvy0Ih6isE11M+xjw/1DKK+/Ax/fZU7GgzW3M++fFo5h779xEXvn5YKRkQKlobitN9f8
z7lEekhphnmtIGtt9ZBRtLU8hasiWp5YWvm9miPzZBtZcafM6HMcKTm05sk+N+iIYJ0ZFYxme+uj
goMFg/Pi1NYtaWCL2SNBpfA96JPsrjoUCmfGyjmSgzq7DoUzTgoNqde6+upYVnopGsRfp+kZcoAK
q4BhRbhXtgwMtRtASeW5Q0R8bBz696RpMMOwS8ljxehIR541AJ2ssqXM+Ve1mR1TvYYmtcgf2kBs
l3skYKeeyvu0ALTtAgyK4gl5T9f4HI7DipHiNSothCcyLXvQgZwFOMg2mgC1ZHQAhdLBvnEKObVx
JC6Npf8y4UybY8pJ0S/yUxY2uDyGRm3dzjormiMPoT+nx1G5JP21BvhZM56sPDIP5YxHcRRwQKs8
tL/WTvA+SyD6pFEnL40Ee9XJORRKAhXVKEUgXHRQrfEnQNgYNgHAo1VPJpGW4oUWtDctnVqOuWT0
BnO6k65ZGiwDykPi6uk2o3VCyGiOLYvpNu0GdW6y5kpuB4ilLD5KJr9pUFkXBJllnJ5xsum2MYCk
VznrPRGD+JKymFyGXiUXV1TO1s/lfGsm+FVdlrzob7jA2MQQEXeHITZf+uh+HXBufA31MDjb2DcY
94N7rFz4JuB16oMVjxl6GJk6CjTyQ9bmb0YuwJgVIRiWrEufjC5aT6Wj5Vnc/ResCvwUnXWynIZ9
S9PF3lBU5FYSBU5UVS2vVfCtszkoOa2M92NWHEy79HRLnnPUzJscMZcw7C9OukM1VmVjYym/amMe
sycIi3tcvYP4SN4GZzzOCKUHjGkWLSRpcDBYjjydgTrvAsTrQR1beCpHVTHgla0xLMw59VAdxYdK
gmnslg227Q/ljo4o40zm1Rs0PfwnmTMhg8apeJ11/vBDOGI4y7W68gyb+fts3XtTf3aFnVzhxdf7
rMoTPEk2SG/+JuHIM6EC27E8MwKQPrtx7sFCOOnFWlx1htFT3Uai8DCFvIdwFdXdTuovuLyh9S3H
T7MjMSYsPkA1zo9/P5JC5AdfMzArI1FfQCNuei8OHDzWPY8wBubNPj8i0lAPNfXgr92guIgYh8O6
BZQS3QgkM/rM3GwLXacRBw2WJrJ+x1jHxr4y26d5udviFCNEXL7aeh739rf1CNiQJL/SczVcdd9O
wN8wSnSC8is98k9yzOFzahYDOANLdnDyvc3ZewTIn0ac4skbEJVHDf6I45v3SN+rRSkmkXaRwHk2
dgSjq3JAFZpap786jpAxEz5wkXSw5VYx8YTNq627mB9qtgmeGfH4meDQ6wlBu1JU/9XcTkSKOkbn
ZWAcUorduLWnq2VKDCdx8iyRsh99SE67YC9I2O4Pe4rgvl6Ya7h7qfECbSvYb96Uu9oNu1R1rbtt
bkKfalP5zsbrIJtJPYdC9wy96vcJiAmi6tgkIPpHlyYPtGcRiGkrced5QstxMS8j1Zj7+RKIYNxN
lO6hCbIdsB18GXHa89lYigKRzSC2h68R6rztI8TpaYqBjefsD8q5sPFN28wp/WdVGH9kw169dU1t
WyG1btzGr+7AanmBrP6nTHuECUEwHyuhfwEiARaC2ZOnRdc5yfNnTsubFprGjZ0vxRJu9dvHq3sI
jCIE3dahi7D8b6Uo8StVVY8orTPPkCbeckoFQSOlhMWpFk8ziq3NGZFsDuoL/3nuwXP+PQvmbuNy
qYyUrVzR4bMk51rLDnONUCepU/XGGCKkYTb2j10oxqdR4G12kyHZjC8oNv4FoQnCsGZoAPQc68hU
UNy7iE/jqjkZCaqzpufqEFfmf6NW/gETIeigpK4s7HT7CskToJBflYvjtQUXV7w3hqMvib3xD7jk
kACqj3Y2tcwdMtexNpGwhh3nj+AyL5do8XppVfmmc8TEgD8LFK0o+JqhE5Dgv+PPIyEfkR+Y3W46
tMiuJzcd5pcTkzzPYx4jlvt1sibq3sOiOXwD2yJvpU9nd2DfrJrFwVgunWkVM/b38CMOevfYBr7w
gKODnwHP8VgvWuJgxBbiEQB8eYRgOdmR5cNxNS5GSKMbyxrUCedIfTB7gfyxrKNRrSMqVQxSKHbD
7yyX+Nr6Crpg8IyoxoCdT/gDreJlUg+5K8P3ULI1j7Q9NlvrLu0uPLYdYNcIsUHXgvGLjXqxVa0Z
Xqy6g+amm8ozp7o9UiRA0rkcsE6M1rmbncwLBMN2WG1oO27xyfRs9CZd0gZAhIQku/EjBWYZ1a5/
HO0yOwKihTvaV87XbvqK0e4XeTmJI8ewXspk/CrqztkLulluaYtzeYKdDaCRQzKP+c/GxKGRM5LZ
M4G2vd4yPANjF5Y+ab2yAQHCykcPVHrm9Qb91NmYT+e5QvvWy4zgiKoYzVcDuhqr4zORbD6J9lGG
PBD+HtHPj9All4VI5VcSAcglaoaLLe3h1uvy1QXpezoH+qnVABCwFBdejGEOY0s40XA56A8xEOik
nepzduTDlpnJjKodTxpZyU1d1xjCelAus2VSB/LDtsziFKPjQUf5YJepe3h5Eq+LMhO/Fl6Gbq4p
quJowGdWp37bEP69qwZsOnUYXeRkfaewQftE0g0PU0I6libtSwj44UrwP92PE0wiaBDD71K6zhWu
+rBd5jL70un/DlH3Y6ik2jHmgvcqk/HGTmIHCweRo5P79dxdKQ2c7zSN57SRP0nxwzoANPJ9zmcq
yuIKl5X0n4bKvVqmPx1agTa6XWinITIeTDunt3RWlIDlxbHpeA77VjS8t4H8b9Yc893CiISTwPov
Sz6JPrZXQP3+vjDs95YpUdwv6lLsGg91S1ObDhSOcId0WZ7T0PbJ9Px1AThGQuy5gRQYJA65Mwne
bZHYI34fG1JMLczThM69Z63cAFO1P9yZrlDJzYGXvE3PJGn6A1IP9GatlljRp18MD+i4YZC/GUcc
G7oa3aMRY3FcvMlWlR57dg5GUkGJDF2vsTWk93rMT7HrwrgYx8jrfKaH9cg8g2f4eGDiuXS++NOp
CebnCArmYWNfolkFfY6zz7gvq0R/0zCy0TnUhxw3DMy737tqcW8qWp1apWmvqOg+zEwuXW8kaMMg
d7wi9SAIlttA5tNnKKuaW3Wez3NYIrC6/otc12cyJ/rONApQoVpqvw0ZCgtnpo+R3cQlBDKSNZO/
V6Ev7mCNje1qwUnxUd3J+1ufTArlJY/YicbtdOcfzjzu8OkPsEP6TOtPq3F9auuLnNl5Z1Mb0YGO
M+vfYbS3m+Fqf/RWkV1DDu3XvmV4GIwxpSARSQxz7CtIdn2xQN3FXXdYmhllX7sQSw5Y3XvkqtkD
a+DuEDexHLipTZMItZbJeqM2M9kRprNnIE+0NARI7mIAIJ4FZB0K5t2Xf2cvlyUjiUCnMcH0d3Gi
8Z6OuvVQAzYE/ox4CfHaR+jWD78e3GumJ42nTfXSHg950xIBp3OZTM/1JByRjUdT+eQdKi5Zaxxr
C1gBxmP49B1P4X4mITEnizibdOphm9oxmwI8ETkpiTRGcE/JeG/qhLOScvXbesGy5xzsEriI4xc6
tS/tGF0wnWGzGYdzxeFottRx6MPqgb8gpDZD/aisSHvLk+ADJNBw1vqmgeHNWjC0eNFCYXziI2+3
hl39FOgk+9hwtQ+2guKkKIcg0AW7LLXcbJ+1I5hHWZxys/kFgzl5s+Aeb1WX0107Oz0rhqOd6+WS
B6B8erBCJyobt2zCAzqUl8dv9lgNyKnLvfBPJNUZXGlB178bJGT3TtpRr9uxsQ4AiG+aBkPwIGEE
rxMbMQd3sxb+OXeJw+MmP0UtrBmhBfUe95M8t9RPnacu6Y5GsIdU6VmLJ63FIbYeK+n39agG7q6B
6WbH9aucrP8xHyhm6koDo8xYoafkXfnVZzdPEL6t0E/Z1879SdWqvio7+jIJzfW0EfUR11e7LSVa
Sl117a1dLiY32WWR3cqg/TtBrT6YU4ep4P9dAtsUlwRw5sGJaJxcdYY6oW7t35fr91glBsLk0WsC
+7+zMC08Iz2oHwlhltLNp7vdljtOcfKYDc0PW/zqEz36Odi1dTFKOqCdCl3DtCtO/v7wtQwqbEJd
ySSdeXIBEubfiS3pq4U+xF+rHFlNWX2w1dS4oo3esc923jrnvjWZzbrwAPq6I8KqZJawWGPS0CRn
fVYtZ+cMJaUOadjfAkXT2VBBf+JZwcAPrMmdEu3PVG/yZxrTMdcxkvhf5oVtgv91Uh/4UezK9o+y
n7zQ6CEfLBeSOA2RwEHu86yOj/mizyq2J6dpMaNGlmseMOP90TXECdDse8M3OASHzfcyRjYPGW1u
TEIUIi+vUcx+ZnVVLPKYgN916SknUbA4Ptlc7ChVHr+RfgLxUn84VMlAWg1hDIIDepgWZrZhh1Uc
WFDmi+fQlPqzj/UdvJ15C8ADnLs1xnczcOP7+pUGnHljD6Z7crsb4KbqFYLNulmQ+ZMp4KOLUuPw
XuOT1eS5M2nk3LoFT1xNMZ8hY3kFNqCT9eQig4HnjzBwNrDMlJZMzqOjyxMfUh6yNONpHJjuHMk1
PsAS8SlVHjNoyvrMsL7lQ/MZcOCb4pGoaY8MrmEIAYWT/Gqd4MZ079AHRfPsSDBfIrP73Sk+V5FR
Mpz39Uc/Q7+Iel0duP/Ce5dW4d0YnWtaBm99p0WnFM3ifUiD6DJo8MvGGHp7ZeB5b5ZMbJNi7CuF
HUBbYRU1AcoFtaKg28URGC67V2u2s3OmuffSp6CCzmft8M+7JnKSVEDfgi2PifKXw/DCzcrgWJKY
20aLjmeq8FdNyZcXZbj1kz5/y2LRYZtv3gj9hCfYytWmkCZegtFrkkK+IqZkJzdmDFCmmjriux2P
hIgVrOEF8YPhZjfV1NTpPu9eLPMrNm8QyobxHrnxCwyfS+sKketVY239WJzHNJs2aZ5wfNBqH/oL
lSdruGl2w+GJu5iPxEYGdc2MU2veWuBD5yETJZUrXXMApwS3Zjme6L3LZsHCb4DIKGmK16CdmdwU
7DZuNJ7yfBnZIrDrOq5mHolgAl4uo/MdO9lX5rvzbciCvxPxGI7cbvZk/qzt/z3UpGLA06QA4BO0
1fegpBtmrgFYmx190y6faCxmke7IJ8FgqnRJfKV0ibw38H67ieyEbffmtTXx8fbkbVvzMyGJ4ulJ
5l4tt3eJh1IiUmsXZiD6VVSs8GS+jo7DqbyPr/pEjzzDJ+ugMd4lbzIB5beTR8I09MiB6VeZgtLW
1TARNV8iXZFOCNNy2aJacviAf8/U/8KBgXaVEmVljXeVrnv0AzDxDoIdZb9D4Y2EG/ltnH8rJGDG
Q4unpn8nVoWTOhpvc71w60GixExlLzGmhEtvlQFrP02dmQDhRD+W0V46zn3EKfVzQBiRoXzVfAlS
OoqaRidmgpPAqtppaTbHjIF3dIA/WLY3t5zbm79c6hJ3s0woz0LU6sHO0RhcFE2Z7GHc7SxZOOf1
YixfJdD3eZAwZdrIIvp0oJefy85S5GnpFZVBewzD6W+BkAmDIWKqqkCfr+wFMozTljnYtyiTztOx
UhtWLp7NVA+RQIvgw2qM4syxlyMKhjdKcpZbddGaXdBC+Ww0FBDRXNSGy8YvAPCTutZMS44uDhih
tVsbU0BkzoZXyYgOMd35lNWQEYoV74jS0L4cnDzcOdQSTWwntFOT1SMTQ5p4q2WpVYGjv2izcCnb
HeZjG7n6xpp0WE4RfcFV2TAPb6gQNDjxLb4R5eefbQw4VgazeKEnXgOjPa7pS7KhYGcYsgN7Xzp+
fcLwOPu0HyllSNCPZqIArGrQ2itSRE96EeewL5/tHB7nJp0u4bIptalwZmO8zQorPmky/xSyaU9I
k9WRtDqdt1QBmuQ332RYv2mQP7er1zSvW/uE+WF4q02qT8z5ohNSwYcI2RSX4OHfWhT+LizZPokn
/G7mMrwgygVbYfXK80Mi52nUfPdL7WUwH/2SCOcnDx7nzonz0WAu3ualOPWRI97QB6DWzCReOrJ7
A6YmFomWogM2cLdoJtfM82M+ZRTxsLlBVERR/z3WxiHUmlNYNZqHA8iCAO8mx4KOP4d1TSduZUw1
ydZRbHqvF9CX06glnrfYyVbdrY3NwnMluCVrlt/yNs6wI3SsF4Tc9wgjBEzxsB6DoeCJLokjrrv/
9V0DFFTvEtVYXhtP09sESK8PATwatpYiXPQf6VgQ8eySJ1ZkonHFSCuFkZtHnyUPgJs/f6e84Bra
uvaFl6I4rPcOzUhidn0kX2ClLkOAsc7/w7NbHlrTwV9aIebNdn+dI+1IQ/d8Qdn7HUHoPZYSMH2W
NP59Whg/3YDdRKRNdGIz6fGiOxscie0haDL31eHxXsD7AxI0h20o6KNZhO9daJOWxjuTqIJRUl/X
b8VQ/Il9PN7tiNUqM3a2nvcf9pQMONoQ4aRud9gnODNanS03LazL57SswP9cQRjNf6e5iUmzMJii
CweNO3T+0zuw6a051hQBD8MhJMhLyKX8zmAhP+l+VuwtIwkPOZxbbyLwuwWZO53FkPzStJSqyzCE
w6yp4dkRX3UtjkEWbnYauSztaoI83Fp5x6o7LP0TPiyMpiuwjdWZvlMm3ig7Qf/KUkKolcvDveqp
qKVCpqJEJqsBkhmwx+j+SdurM/HJ1kYCRwmDLC/oB+3YLObAuow1NhF5eBYlQ6mFi4yE85HIwLgz
FfmW4MOl4yHy2OdiHlyYCyt9YQ54QOBBvAez3j05O2/WB3hN18RWaJkgSF2S/7RJxRKTuJl6AsQb
k8luBJ1BU8uxTilIN/I3gs9yHzlNeK6WFbdzh0ucuSOREdzwaozi2/R0/ZoRhBbFF2XH0XGMhotb
9oRnk6rewwgkJ91weqSvTWwN+u3ujNAWklVSL7IYu9KWzhsR04i2zuDWiyHgSJjOsMxH/1ZDab2p
SZlvVFB9WnQplJPNKL/t3wy6LoXOA4EOluT4L9Qkm4TPkmZ9SClcMPsoYBAZ25F+kJZor6F9ZH7U
fEzMpediOAyZFTE6p+vXZNt2TXQs36WYAi+a4JE0qfgi3EZ6g9MTPUMVp1tFoa0V2rtbRs15VU+F
oeUwycdiG+l/4VPvGYoN3zTMvjsTAGRZLyMTFol9QL4RcaYVhpfo4i4cwnp6w46Ek+MNuLPEdtS/
+lQjOITjQ3i+L37m/WsgcPTIbVDCQwa3edMz2ORxsY87nLddNlhnWRXUHxeM3GgggPwMeCy7rZfC
Vv/7Spd8WIn0X9O2FeTreQ+bVMdVwne6bOl6yDDfxFbXXtCk0IZj0b9rTRLdu7r4TkSEx9ofo6Xu
prH4HTFbJjM0SMHZk3HFCHyAxm+9uy7b9i6VuFgah/Dk4DZvpdbAdIaQXzXBLefpRB0h9nQOKBuj
8ds3ybhrN1pQSPgIk6FcFhiTNOMEeWvVXcUsjMfSaTLVqARtAh2x6O3ia8YzdS5IBxFEZLtv2zhx
M+z81/WysrvXr1DJCBLxQbIWnXfdG0fM0LdG4uCZ5kB+wh/yKctiPPtT+med1Eij/ZOZmXVY57P9
MqSNDBvbUMz8DGHwFQLjOZlDTex1OUrMaUMTH/WvXlfBj60njqiuk/4q7epbQvXz2VrYHdEEkrvg
U3hc4vsPQ2NRsELMOIO6rX/v1Qm2Xtza0XlK8bPNLcWmmP+WkqV9uohVsiWQK0sECuGHBzEOcHTj
+uhbqMVm0VqXQRKAoNMXQzlr4uj092IazEMBuGT7b9l0+HFAhgTNoxkYMQbAatqJ11y1zrPp0t8h
A5p9qkuMRHDnC1UCDUEIvqd08u0acrLs+5bJa2a9rZ5M/Ij/d0XuYait1nBpGOWR0BaDqMy+doHj
HEtR/pxVumtov3wJw70qztuHuBXxie7675ZqhCcTLGHkyHhgIi9QJFMfGN4ysumiN8f9mEdd/07E
nRE2fAL6cGDrWcFvv4lDaLXwKIPGqN5r9nX7gMEugIcYF5umNWykmUX9++s3VudhOsJR0ba/M0YD
JTtZ05+Hd6hKmBB0qsBI84Mudcv68D/zwDLMF/2J4NXnGl2k8RdmuDt1B7vNLaLp7C0nW1WHMijY
+vbTac3bAqM4ToPyCZGy+MKovNip9pqW8RBVuh0uR9y79LKhWtLRdgDtkTAggN+/WKBYQPyCs1ac
LFt4+haiHAOOIS7ruHud0i7TdZlwOHOYUi+XniJpTubniFQAFhf/Rdiyv5oqveHcI4uFf3NTWUNy
mGlM35lDRoteR7GNntofc0ExOrcNuZUlDE1wST9meMSWI/PIBquOFwf1EN7K6tf6X8A+rC74SjeY
R4pTTb16Oros5/xIJ5PB0rlXBc6gpkcLt5wHHYX39UNdQGvaTIk0j/GsM14e09nL2x9SM5Nz0tIb
UPUjBX5dr4GIcIeHb47/u3Cz5PuhnbAKAn9wRAXWJFXTxmJ7sofToq5rmjxJAG1iIuJ7HoDbIrI4
M5al/5Vg3/c+q6ovwsBchiLhSZyVJKEs+94tQJlhuXTuu2/U4NKWyHSLRWE5a4Z4/529TgbqsrpC
TPEFYNg2LbBxIkp8aqX8wg/kHukNQI7lf3BZv3IcfC9GkdBksoxV14uzpsupxDKFm5/dNl28Wwui
Y6BzoIojw0Ous8/rRYQmBhNzegNch+C9DEHh1P0cugbVQ2PjvNF1azjkMQG6JTJJafWWcp2Wqmoj
xLrABLyf/I8WX+N1UlV8dgil//sOVfMQlxYyBkiPT9lTJqkXuFudJjcOtLzjUWyEeRODdE6WrZ8N
DblgsNUfW80kG5IuP8aW+YOBsvnV16jfTBqAWJgb/64j0Spv75XbTKeWvoC9k6c5Bm1GpYn9IsRG
gAkJyO6YCqTQjHfSdB9StZQLzRO2n8FqD1i6U0qmFdUxefw9LIHlkUhj/OwHwFut9D7y7l07/2TV
xNMiGqt3WsWsQrJmePBewc5TabFzYl9nwEAnYxPZwY7Wm/e4w15qhOkvZ3Fd+6Jg3soK11j+IeFe
3TCL+YgEA5t1NSiqlttbtBSyJtrCObMAzOKsflt/lf+ffl/Hpd3kQkCzKK/Von4mKod5lyVl5zDP
2/eli77H8Pc2hHp2kDrBlEDOw6s3iw+J4aeMrfKWmLTqug1FhDxEjUcBHd79RbabiKcjv5FDe4gR
h2TSq+lHd+QTSdzDxNlgmOOpT/jAuCH1Q2J8pPiAb3YCOKwUIoW6U9vn1UGF8YP99iLVA5FwUHDY
PthpSEJLAgaXy6PKFZ4liZyMTsevU44RqYmI3OQfaxtsZ2CNzNtEL+CkpOLm6kw2GyIFOeT7qXOC
feDb31KEGSi8pKqJLy4Wd5vO7kFPHxJ3yDlo3LfWRtLwFZRPyxTdcbWoNuP0w6Ek6+wOVKG2CTBx
jd5Dq8mmUzJkOvmumu5uiTjcSfdHxTR4aGXzZco4PPjMoI+lX+IAp48LmTQ4OQaddSu9CgtadCgT
3oNs8AmpOlm2RD27KyUCvB4u/bPdmPRwRxjbpj2eARUUA58f7FPM3OCvmfpvIa36gqjUHVKNAahW
lH/RZNXOEXzoYoovPKBPP9CPzI3T8NTEcDJQ22vcgENsh3jieF0QiGpmNvc+SKBqnHejY31p1FcU
uxYzc3Osh8LBEjk6l2m5rN+aCfu+0UIldslxnRQEDThDsf4Ck6C/6ppuPAc7XaxJgdIQqHeFxMIu
Tl67QT6cMFKvxGjVq+Ckp3yOSUrRLxPOmvnK3BI/MhTaQzS7xj4oOGA3nPLxWxlUhCx3kaTClqQL
eNwU6z9BoAyM9IR4Oc3wmjwnN1Ov69n0i9mEB7GE3qacdyjP5vw46hQKJiPlINGS+saZ93WcGGhV
eA42YhovTqeAr9fdYVrWhjqbXbImeC8NTr8bkflEc+jxvPrXGGwylkKnCijxQXpb7XIAbjfZnGTn
1S9fOhYGRow/kWVHzIwnXrROXFf7+BiwyQxthdU/TA/rURJT8VIy3KB5tdYbid10l0QAt5hqxVcx
1leCMDu7BAQuivhDCGleSNdsRYkBGYsj1gqIer5irqED/c+XsKHWTNlBlYy9O+rOptjR962v6pe/
VD1C/W2j9o3p65aUqXqDFLSPKsJL4XON15eNmA74H79TphITEeCCarssysu2MRvA3NfRI+gs8aYZ
5AxMq4a3JQDHc1+jNPiMDWlvPZU4vXiGD8YlR4Dars7twCYk7Ey6cf+3o0Er+xZ2lPywdSH5EHtt
4LjfDC3ZjwnrNvidW+r/ZcTAFMifiS2K8IPqpI1DScXFwM6BDOPCZRqhbTkV6SFWgEuXmMMDH0uC
sFr4TISc9NqrcHxoRXyqJSPP1SrK6/sWzGHg0XR5b3XX2FQZyet1860A/R6dHCw8Z+70FmoTlOFa
P1t94HA0zI2XxTy8HMwKxslgMK7XSAQxQjlIx7SOtBZnF9Y5bU8TXSrjUwkPnrhkaH+MycOeC3J9
RtZ8Ck20p5FBKB7Uufl0cQmfJW7Fja1k/amX+Q9H8NQzS1mv9vetSY/jBZV1byZNeKVMYGNi1McG
3tS7QGF2sAia70aFcCnlUO1J/erUGTT5EdwaGFTMRSgvjAsVZLxAiGtLS6nZkL3KlpyXVQosmQmd
O5UePVUdhF6aKsZdYytxnAKzVxnEqzI0mb/a3YFjGjPGJjv2qpSXjP0ZNgjDxvsRlnejqkjR0sD9
nMz8RDuiuXiQNY89Aior8U/QR9tYTzNok5bYphTMVaLV4AgYBSkfGoY6boTnyIfhNdpgSOFH0lCz
8B0JMOIlNCriAEV0jBvmLY2zrIeJH24d5NaJSQQWY/snUybCJhn+5upYOPqFyEZ+Ujo8cd2lW9XG
ob0bl7VivfDzBRRc0k6TLX0eaJXXifmoucQEckYxHPT2zbIqZ268lLdSlUz8aOA2by2fwlCNuB7D
2iAjhtCW9sYmCHwJZaTOg/paMCi+r5ewEd8hKBAS5YN8MYeIJhIQockk7Vu/0BaMmPNvFXFqpSSW
3dSE+igyHmxpXiy2An2qn+jx9yKrq3uzaL9uCFjWVdDhyQtXULgw/CH693f/xyzd4mUJ2Z142G8A
xPwwfFc/uAbuBtNOxmvM+e2qqxj8XVgAdDJj/WGWrzGz2EpDrP2CQLQr0uYbZDBkdTLAwcbocrwo
1cI/8qNPzCF0jcwdXQGB+TeYyo4tUFYQfeECCDGJ2Witu731YmpiPNb0Udk2VqUFT1CtQ3E75hNb
NRm6ZZ69xiF9zLIurjpfvdZ/FTn+b8NY7AdG8IWuhtZb6Z8V8LJLoLHV7bPg9P9HF9wS51LhwEqn
+CuoCOBzSPf3qIm9dfMsFpDGqDBwmuB6XANXIJaiHa5Hh/deH9+UuW05F/3qnfToh6X+nZqrP35b
/pcn+b0r6WhoRox4mFinbyk4EJKF7Fm04YblL92lncMucMIlo1VLvWKQFfR7jNG3rEkYy7ZwzNn8
79g1xA99hF9u1uZbSjHIGyEoRdGr5iPlLE0GCi2wQecSub1giJjh5ItSKqu5PhmVSLx2hscuRNgd
h4gIAzeIeifCPbxMOW3Lf99l6j2xyFCbGalsUS/fJqWJNZhP7fob5ly592Eqb+svhjqTn0xUP+O0
8kEC4p5VVKVNXlu4CzJsXMhG1JuERWo85qT9OZZ632N2YHD0vy99F8qZQpFc/2XsT5lnROV3P/Hd
c1wQIXDCXJ1hQtA7qBLh6SSIvCpjKzjhFhocjs2uII42MFXb2OYcATAIzSNavzUMyV3Do3pvG6c2
OG2ym9CcGtpQLAQC7//9ZV/o32QX6Ufr/7B2Xr2RY9sV/isXfucFycNo2AbMVLlKWWq9EAot5pz5
6/2xx4B9HwzYgAcDYXqkLlUgz9ln77W+tVoN44Q4z69lwlmqkhHQ/XmEP/8vSgyiQLMNn1dYZLGw
qTWupADNwLk1o4RtKpBS6DLPf/7850ua1zcRa8M+k+vP5Q+QLlGJzsOGjzpNexgo52hFwfb7c9VP
28l42L60lvUGsSJCNtfne5T1lz8nEr22OZaE639++euUkiv9Xxzt/2+i+//Eaf+a//mrIkgHyVn/
b97jvz/97adq/3Z5DJ7+ZXsK//W9f/xj929//hz9rjaO+j/8wS+pN5b74Tc8m9+0dvr/Tlz/337z
b7//PAqesN//+k9fxLr326NFSVX+A59dAyj9PxPdH/OK2PQEmvZfj3b43jDk/JW/kO6q+nfd0A0b
8rQwdFNVwX3/RXRXjL9bmmkCJ4doJmxLg00O47iP//WfNPvvhiwUzaYwlg0VYHVXDX++Yf7dBO8u
m5quwlTTTev/gnMXmrLBxv8L6m3KTN6FbCi2puvIzFR1g37/Nxg5odjmOrb1SFuRwqUN2/IAZxBM
VWpca0V+SqvU3hH3h5Cobl0TjDamhA2/TAIhdrgr+lMpyLfIy5VEg71BCmayxWFOw/jWLjB8K2Od
AdGu1n6QWP6bqOuvnUCpsEVrlhIhm/IWt5lvwZsqj4+7UbF9osvlo7WKndz3yZOSrTNURgKccgje
bj0n1kGQT+rEdO0Pgdms8NPZj3I6AMZW5ekSM7SB0Zpbwu32UbFi8JkJD81JhnL6P4Gi2fRoytd1
CxpNtsjRegsfFYtnMQ0ryCTtt3DSbIsp7ZWHvCO2dG7hRTBIOy0kmuYkm2Zhea+RdBpx6t0lW/ip
isS83eJQM3JR6flxIlCJSh35aQwOqNHRHXnQIAh6hPZ1SdCPR4C6vClCmFUsZGDOkvKoUyEjy/wV
pcN3Li8/kai+hs1skNWXkCTXkkTXiWRXFSTzQNWYx/OpsSuGxQVmf8t6idLque7Mg01GrOh11sZY
CfK8Jz62naFvZ8EoL3fqFjCbIFvD7fQWJslDizqDTwjka9R8kX7xAF92o0C2eGrJYk6onHt05dgB
/FBRt95YYOADmcm7tci9VTWUbQzOpvqlB+EK2Sy8jVb11JL4OUfmr3QL0EVs2Ls08n0KjdIftphd
o5TeWcKM/VjUUNLAkQumckS1l+5KZou+xfXSrj4q5PcS9WUDcpxJZpnZSKwt5herEfYVwm+od/sd
SkfNw16FgZsoyRCb3q7dIoPh5B6nhhBhdYsTxuQneYS6ZU67hQ2bpA43pA/r69K/aG3/a5UFUVTt
fRIpj3lEYPEqaQwnYeKMaBZydQu7ttDshh1+QMTcK9vaKSuBN0RbGHK/xSIvGjs4pF7imG2CzOu6
e863GOVU7xNENnBnE7s7Rg2ypDxmeBfZgEmH+o04F28hl1m1iLyhrcchjchmkcQFbxUvpAEOvbSt
G+rJabHshBkK8qaiG3tK8EsiUcgr2RYONBdnLccvgrARa28JfhFB5DvcTUSREhHgg4xgaosTMipG
wkwKHsJW8ZWWrOQI2IpTZdkz+sMaQQ2QstmKbmU/8PwjHdJYlNAKKkiAKuQD2DAEeGH+OzaN+3SL
w47Jxba2gOyJpOySrh72IErsVbFxsnK+pG/51m0B29LE59oknD+clgsi1vKRhi/KFm1QQFwwN5Bh
hVIOoxTZArxTmuIIEHG0pYR750uzzxOldkU0BF1EuoOUy6DLOWSbZINPZIRzzIClbXfEh1o4UPnU
7vhBPpMs/LDMCgRCyLRxIXd86ZCsT+pHGaNU5FZQWWnym6ySKAgTLg4q8svzqFV3LOVYB4vXlhKe
Gd3iqMXbPCOMHAbcyeQDsJxKHYC6Zd6TUprxOj4HUx68AWra0VbND2XqZsRBMHuSJN6tqim83uT1
DGn8sGyi5WQLZh8ZOOyUGiNjJkbWMpVSx8q9GpjiFuuOUONMmuKdsmKLGaVxg4dYLjBHa2eYhEkn
cYtvoDdOXabtNYJVoYEZ8NkaggDaS4NcmQ8EesGyHNUtdr5YaC9Gfm+mA6sAykdji6hH4M9IUuGA
YKDWmjoupUQr0HNh9vDCJPMYt+c+znVGw3NztVEtOvUCs5WsAEzOcNnxSKHFYAlJrdK6lgrL/rSc
47C8ZtO7PHUQOgVNxN6eXNnM7guQ7geQBBw9Y1LKa2E9ZEsS35oODUNtEUNP6BecUzFgpZRlSBBY
TUZ+WRO1iTuhyYlyZDVy8gvg1AiV435dOaJE+X7C34weIPsSq3YuYL/gu4SczQzrKe66P/Q8CjYs
rHfhPSwCNcV8sm7ZroI0VnrFR8lqXzsMiamm0F/L4f8MJQ19pGTOlEzumi9XvULVaJVhAOCaXtqK
ERrhWhiIvVBWzbEV+i4MzPmovO1g7rJ+QoqF6N1mV1RLwsli9cZs/wwK5zyvMhEF2lh4RrW2122c
lbKrIoBQMm+UmmPDP/RZISuaBAxlHApi2bow4vqWEq+AhOaFWQySnkd3IiRSLDLxzaqKw7oOHWrU
gn59aB50GVG4PivfFYGeADpohikMRKDwkA0qI2Jz5Rgr2ubVg7Z2S9Jw8BmBNfBpwFPEmnCLQR5c
JdrEOhlmwtaaP2Nefxua9AmjSbBojEFSlLI/6clXzwBB7drFaw3sAJTBrgL+dQYc7qCzJXALu/le
q5OnTiWh1UZcVSb0OpWcAO7eoJMXJ9pvKBWIT3qN3pSKmNdsP9Y139jawEgi4yPq8VHTK+XCKmGF
9UwY6hq1CwdJJ8w5/xRGWXltX0P0GSX6eKBTQijmLpyNq9FZDQ1MJoKddr9azyy1UIA5utJgtRmW
a9yrmqHHviJHvQs1GlYql6+RsRrj2Ca7sWQ50GwLtyn9s7huUw9GlvnHKE4fn2SxjNLMy7DvOnO/
/qhLfiHlko1W9a3MtMl8ZRGCOesSr5IhAhgMPzO6yOtbJXT+BIqMDWl5XSLhfrQ1msZYoywFqxyN
UDLOevy5MkZx3KlPbdp9J3QF3KgYJgczhUt0fXs1x/kpJGjb4bULt8IL6BpAkcklU1L7e0BF75UF
BD2lTT77XH6vRrRIbVZ3d8naHONQ4JceKNG6+mtIGG4gDQBX3U+f5LmkLghejLPc+a08f8sYRvYQ
qZYbIQZcuv1IWzqCwbvGoYeMhrZ9jr6KyDduoJVchA6udK4W+zWj/4CQxfKGoZ4usE4SvGXEoSLz
l2rNZTboKkyM4Jud4giCsk6Hf+UykSCSXerUfGXI1h5WGR1hjiuFLGf9id4SBPDhLibFLJN4U19w
E5PbwQW5qoY/Jmq6r5X+3bTb75FGmBuadKWZw9ZOklSevtLYL5L0U02Y/E92HwcqXWMvVLipVxv1
M/24we/VkPGGGFgAo5WQUGNLikVrnJMyxh5wmkP8LFDwSYm4rob2DIS1cKUiigktXYGPNh1b2oIW
M9sCQNijhP2hgmDxVMQ6hOzcN3mPWZv9xtadtMwyn0xoB0gqugUGwZpBpWd1nx233zsrEDK7+CW0
HxbYSop4x9ib02vVrBtlbkp7VI0ZSjz12iVevuriouu3Kr/7TLXPNP+w4repvVsLmZEr3SJarorL
MBvaNgVdirSy+UA0jJ1ldVL1q6bPAnJJMfwJXQJzDuxNlgcyVhSBombumG04cQ9pJzf6eR4m8qG5
cFISPNrEkeF0zq15t2KSkUQTVEztRfbQhqnTy+uhqgW2nvbaoTE0J/0QZ6Ql2m9SPVJqXVPDh7Hs
ZFPFq+25s+FeNRmfPOmbyNfQbGK4HBcAaKMV6AQ7I89nyvbRLw1mNdujk+YnSBnlqHEM5V0QKQ7s
J/pMBxYu5Z0cBcfu7m0dN2ZC3VV9WvKlsWkAK7fmYRJoDvr5DoqkMzY3eSP0ggnTGCMAKmBu80ye
sqvhvcw5nthFsMqvI7yyFg2iIcUPfFJBTxB3GWWXIcfXmPVusNr7Vr1ObUeM+AExJJ1OtgdmJMWz
OZDkrWi+Zb6V0+RM8cz9GjT1j7yulOvqQ2JDejFa3y7jvclGT3kDnM/jwU44cPaVnmLPUg9lvx6S
laKCIi82Vs8CPFaiZKD5AjHmLmESJ5bH5gEGVX+n/eBGbEaPuKz0C1090w4fWzRj8Qip9eDmMUBo
b408ktgNVH9mUJtY8FCzeutwAI7hjBMrE8YtUr23qk+gEKaZZDt8Zes6k2EUvmMfTh5yZPENNncm
eUfwCnXnzxC+anLXz9Z9+QaWF0LYJKETpXPPxHC/JBRy5a5afWTto/ShtDR5rvj+4aKlGsbdgHgc
CDA6Fp/0gEyRJHKrsAII7kikneoFVBZqn5Hqk2qlh4Jca8SAZa48P1TxbVouYp2cxHyq0mMxnRve
J/C55Cq3iheVvPmuLl0oCLB0kwQFa2acX4sPLhaIECNSnSeW1jYPGOKEBcLjvWiRvHnYFNnf78Ps
mMcQwrrPqOckGwjBWPKMKHyCB7sG1npjGLpGu7Qj9H7Xsk0DJGxACbim9hudOGCoFArV4tS0tqRb
aHKWIBH8kDxQPxLTUawuc26g82vst8bDqkJB8+lgs3Oc23PzoR4tQB6P+d14y8EP/2JhTXRCJp2+
d6FzAO9lkWAiEVon8NY6PnMI2SYSbhYzmvAoo0irRpyDdxzJDlFZPqw0lXfL0+6BZTNtdEg31mZ/
ti9ms0e5gh6cDHujPHXrvqTG1YMlPRBnvmRHPTymI9kt5GMpu1A5yoQaaRs+ft0XzdemvfxV32jj
l0yMCU65Y/CNFkoFgPK0CYaldj92vr7xjenjsujAJT/RvJQhw/LL8Fl7mQrt5th0n5kCmN5bqu+a
HZu1w7pP8kcR9hg8f1AktUyG08PaveG6cwr1yFWX9WdNBj2+7rP8UUWNBnEUl+AdKre8dIZ3eFtZ
w9ko4PrjFo37N64zJFdFepgDQPx65GnFKSzvCnD1IP0ICcpK5nMHVBIbG5vJDkOO+bEgnRz8Jq2A
R1QWXXiH6QQR/IAZTcE24hf8W+5E68HK+EoSxOqOdYwKjLwOxmU94EwLw44SHlUOKdgGdELxYG1f
WeB/RUSEMJvQHYm9/yNkWKp4OLoqAokY9H1l+P6KXxlh6vSzuYIbT9zl8zV6iWDffNn2EVFWupFn
iap3GuyXGMtCH9U2G3Ru4eQ/LpZrE0gxfHCfi56MVD/ujqK8EZ5LtxPs5pIcQDcYM4hv2PSXhNG2
dRuzIGlxrLrlV1+QQ3JsUxxpN3wEpNw2WDcir0b2AaWPuueN1knyw9pRvTDPICAFY72icJDxo/TQ
TB5PUKiu1KF09AaWFz795BB1Z6O8ggNfPhZswLmTA6PGI62wuM/dvW7vSBPAFZDYsrMWAUWGrftD
4jKIgQ/WOUaHR8dXVMJeIEpRl5yNAXQT7uaTMRNkxGUvPeN7pqlG4Tq2R5yNsu0v2E3MIM4CQJ+9
IATUJ86+KHGSUqMFxQcfXFafagJKAgTIfvYAC4D7SFqCctyt3T6kPFoDQ/K5+yPpseYZL2ia8UiP
0oWhgZxzDPXMbo/r1yJxDxSkOK72bgFJbB243Y3+rIJIGvfZrsoY53vxlsGBTecBeJgbJ/ARnYZp
yiBhy6IqnZnFv6jqE3TJOVlQl1uH7gXBuaRCwzhr6k5mP4h3KO/zxCMXKxzO7BDcpPQhMuYJvUsG
gEaC2S/ZuGbvjQjy5YW5cUX9l7kTUDyUIogBPUl+LJogRITItrL4sK84PxwawGUwFV8B2kCQQ6cY
0cPjsAapYy86INNO/mjGN5i9RhnQWevYYxI68UrAyGSCYDUdiZ1BLR5v+RMujRPih7k1FvXU6B6h
cKwZg4Ewk3GwM72rPwbFU+mooPbHS9Hf4psNVY6mFiWvq0gkgcGDByThbYhFTrZmUNjf/eLl6WOb
unblj1tGgZOhDRBO/5qR70S0MaNSSewVXKvgHBnUAQ09y6ufFNtrl6Tb3PtURSAP2bkXDEDGt677
6bjruoC3lwGNYjkBu258n8Z3rRyg9ynEbiK4XiNpHoxnfujvMsgC5GjAIbwuumcTMgTV2yfEpLR3
PWWK9Nqsfh3emHWb82mVjnF0SrWfsTsM4ogkYtEDW/E65b6M/QqDGYNEIjHr6CvRcG6gWMygvmBM
gE3odeEjew/gp5ygx8njDE7vJibY0INBIMOnrU6bp4ztzzzZ4WUaPzbbYX6ATS2l5+41hSq38v2A
pDvbumWvoXwPpo6b0B/WA3NWrCDVdTtWwtbSjb0NfbxyRoIVIS5LF1k5SMOxXVg+dyJ9Xli8F47M
7vzFrViPWKptNy8CI8VkHYjan18N66ThN33ivZhhjK2Ewz0rSwBxQSVAqfCUnnTFz6og9J7ZIm00
pFJ7Vmth4/l9wnMW0t8iPgigR+izY7N7T+OzIoG2v2gF5WYwSgEviYQUwo0oaCp+BVpajTuAdJ8A
UiRqZqb3NFBqCDQ7xuJ67TG5niE/Z15HI0d7Vjr3k5afWDn3u/kXe65su31IXe+y9OSsTvS/Cnc+
56DridoLuG/YaLlDNtuY8iUMUhjBXy6XWn2ginUK4xHLmM5/0YsY8l1JYAI6puHViA6frcVh0x3B
D85+Q+uvp8sdZ7e8OozQB6xzre2bdzl6JEALAY3RPGt1oHSPMb88u63iWdWvEe0GFi86p/4ijpZx
oh1DufalNBeUo4Z9pbyiNkGxxQZtTGhoMYvBzHOt3xErcfNbZUVVDsOlDrR3yhO44jiBiP3g4yWd
Lzq1+jldT6LfR+JScnhUD5p0LTiV09SsT5V2jJGoc6qsaWlFZyzkCu9yTvjco1R7NDZBCnGN6Mvr
SG1EOAXp5QZEarrSnMc4tWF5Z3SLj3o/c4wMWeq3EorkbBTQkNpiR/E0OnD7YvXj4j3u/ZIfYz8Z
ibv22DmTjzSBMgv1Cxnji25fUK+NwuU6HoMJM13Pxn8cyl2R7TVijF40+UJBQh2LHtrs3qhs+Sme
TPHADg0KUIHOKxwO8TQ6bLgtRKSQtKMgDgDn60xX9UWjB3smdWjyuNzaL4rOWVl+GqJIqCC1z5J7
ZlKOlI7gYHEhM0rp5Jss2sHDlYTbUta8kIbTFOj5U/mnIkHnDhEZg2/PZ/cQHoYHrYSB5E0v8RsP
trp673N5GB9m7VEJypm3OX2f5Rcaz0erOtGjY09Mw1tzNb/WhNcSAhKj+6kTMejhV3vGlNKz1F4p
GTlkVLu6TrcNZK73RnWSAD2DE+Ak+KCwhqwklAKwCyDWHswxcqphwofb+BYO34xKAQ/EAUGr2ftD
n1BrtephliyfdyzW3W6w7wX9LjR7rbOQQFfmNcv9nYpbMCo2S8OI0XjrC3cr2GfDJ/3zmfqLPC3l
0HEERkBzITaqfhPTI+j3DEcAkQOa/zDDcvjO30ogSYWvXvB5YPdWjmsWUDyV1k6lqoUrDGmPn0BO
ngccw1GgjW+Ej6SE33gcBEHy8uSmcrsyJUyd5HFy2PJwRgR6nB/EsBFd/QZNdaUeICpbmQfvLybR
iKS7Jpjb29hc7MfV2p6SxYwfOFt9N0Wam+LbU4hISMdHc3yt6Dfqq7o31Z8hs3eqlpxmffaa4VkZ
0+BFiC97xgFGsmR0Tcp1D85qv9EKYuUE6WDSbtbywMw8lsL7tftFgkokX1KuqNibyTWhkTLS9Ivx
Ef1YBX0oulfwBI8wI9ySM1tqZiBAmGXgjzyg5UR22hK+Lo3nxmqvRPKAcshhF+KEq9wGf/38Cx82
xVy1Cbw+B/s6TeZTs44nxqFOKFNG3tr8vCVMGP5CoZoI5V4e43ts7O4kJ95jcg3rgUS17EgOxdMc
Kp6phCAltgAkn870YVjSc9QglmgtZ9SHsz63QEdReqcHncV6LpDjIWiktYHMjVogCqprFDlYjaL5
QSa59jDbHkFW/aFfDmTuCsZda+oTzevpJW2dFkEEZuYFOKA6/ITg+YN8fuhtuQ/QQDwg6npZVDph
ui692fGvPg9LihxbOkOGwLkaXVqD+cLmYHHSUOZmKrGM9BuzgNjbg4q8hYzL4lKv0JAbjYpmUkEf
GKla76Yk/VFrYQZ2LX0Y3+RSoMRVUX1A9kLLkzpmMn/XVnFCY3ZXkc0HF+u5X+BoLMRXuOXyDsmu
9LNSPqUC7gQLTzVErDgN6B1GM6yFVLFqfWjoX9Lm38ofoziRGKZI4jlNanW/osTkuh/XgLGTT4NP
P60GrUqxZOgTl5oZT/J7RPHlZHr6nBm57iNiZC9REw8N46OhRneR9NOmzbOZumjETmU9XPrhTRfF
3TBg7ahWAf6Wds7YIJmzzTul6sCpqPKOOhF0WrxRFTOzw3eRCo48TFt7BCJQe2guhgrjZewVeH85
fiYmy3xTUURlZeXoCF4J07kLR5Tb5pgAygu71C1samGCpRprLvdq9jUViLMgi2xDsuEnrr7jFuxQ
B2PcE6XBQNeiPYLJC/q9VwP2wSOK407Rs/3amL+zmISUZYncfoA1PEP7z/EpOaMigXzp19ytcsy5
AFCe05oOKpKmyIkpkTSTClaxW20n44CKSFRs7QcThhNDBHwSRnEYNROgSRy/2jEkk5nhEefEZeGk
1RZU4+NxUNNXxYRsuUhy4RCwPnm2wdhALQR+eU3elNuU34OuMV1qr6v9qxb6F9kjWHaxJrp+m6Vn
1Lg2mAGqZbumBQqaGP6teAcC/JvoMVpXtN0Z2tTva4KyvLEjLAsh+K9GHfYNJF5BeqU7hBrNXIau
ki78eKvXhPq5OZmLVEtpClDfZQrCN+QTjpLSzyb/dGUQkIbHkV611RVBHmcviqieE8PyJ0sDmrbA
IbBmWPcRCareFuzQVKieuqp7sbKiRRzLjkGztO4LrIBYvrlouZwn62WyOC3YLbcZdo9fkxUfQiF/
ylBfdaIU8QtLhwy87CDpRLMw4AnKXIKpa6V4yw3lObrDyKoQmgcWRcHaEqp0bOMUG6ecyidLB8A9
JmsdhP38pKMtDNRi+c7bPGUzzY6pRbQINsvFi8ziO8uVEs9TU+Api4NxXGoildCEFQM9AghzusvQ
HmYOHIJeIX68Ut5MS4d1xQAmUEx/6Wf474A6O2Kvgmki/HJ77ebcvq9kS5ptyl5cdRw+2OaysXgx
B/1xhhIV2Wz2lYGXbUoTb+gbTyVc5xpay8+AEWS2s5ydmakyDHON5Q8Tb8SbFaJUQLSKpW24M+Ie
qfpavHfSMyaRPYvcj5HANYhBXchVU7gkJOnUrZzAolwwbUjxgERPc0uZ3KY3rVBHhuUGlt6VGXpX
cY3N6KbpSgf5NN5Z+XID8oOI1aTRy8ad5Ka1B0mZ5C8wKG+ITONduNCigScbcs6efWGnByOqilOv
LJ9LmuwmeH28MvmqjxGtlCW7mt38o5nsHL0W+d3QPUCJPsGn6bxFSZqglIo38JYwA8jVXoyXXvW1
BJVENlPq1xkrCZpJ6m9SPAV3oWOMSFFjgrwc07QCMdyFudZggdr6QGYCYpIKqViWVwKv71A3voVQ
N7yWsAA2QCprGyYq0CE9R4o7zlxCRqsmdM2Tc2ll9HeAo/SkeyMS7ohUqiks4tYJPXD0zDwDA1CN
E+vxm25uq7aCqVSu2+d1qXa9/Cfy61ESgLPjhMauGDLudt1iVcVOAhSPFrYx3Qhupx07kU7e6/Ux
Io2rqyragrRpBq1C3MnmpoHrmBYaR4RHXC2DgYZQEoAMFZ13AJ1ys3JsbpfeS2L1UbKl957iVeXU
HVISDIk4ApnrACBoL6ifbpNQfsX98KGbxTGVu72Oad4tNH8UOlJlLT3XMpNa8drqdIDbWPhSg20E
Ple6K8pfwmzZhebyfchoSiLZOE5pd9cSMdRmTe+ldf0cZ/r3hyWX70q7MKXCdhcnQEMym222zl7R
bxJsTxAHpOLcwfLn5BHtKTnjsG1UzU5eSAyGMbgIYlcarJuooBK5zM9T0r+xhay+JKrPYrSfI7WR
jkN7ifsw5/NUaVwXOreMzLRZ0yNrg/YdFMuAd7DltNtjea4E6VybAUY1oToKmrgg3PfDVPSebhW3
YZU8USnZYTbsT6L29D3DW3L5Kr+a2q8lxD6IIYwzdPrIHPJ+WqIvM4skj/kJhGKVxu5E3BOBkIZT
ivWriGEtEBvkFXGOkpcUzFbJSFcYQ7pB2ADhWc3XOl1btxhvSJhTL4vZSaEt0Ee39LOt11+Y/Q/E
fLRUBfSximi8mkU37EpuHxIc24OpMeFL2uZOKfu7VVU9yKWWowtV2kUVp51hCE2uXyfqlt41K2Wf
cE4qWmt0rFVHEQGkdQxj3QkLgnqnELUL99ei3TVqiL67MN5DskRHIXZ9W79G0fobSYXKgIWBBboq
GPvO0mSN2wg8fCtjHkNB+QN1vvWb/BH1DC2SDEHTaJsfxQwVWIom2npL0Oogkaye4wZD93Mum9+T
HqJC4JU07og1EHbjmmHr1wnEhGZEq0uk+wJ3nGdY85MdMZbqa/UTS1TsmEP50SAu8ruKRjVON99a
O45MgHvcriAUHCA2sMnE8OtywcY4li+5KYu9qrdPWkNG7ywRgJNU7JPNl1wikGebn1w0g68aaJI4
NRiVKEhbe6UfTkVhnxu2tL1ettLGKphQPcjmn7NrKSeQUVdzAlPHliiF5Bedqsj6CaP8YW3AarcW
ohMz3uKUCHuOOzyZGjaMddgGvf3qjsDlNDrNOYMXoUfvefldGOS5zcUhap7jrooPUtPMvprXKAPJ
0cnoWcrqFqXRs223ug45B0X7LivYv9Julw60/qJ5X9nY6EgJIbVmmtCVlAznlgUvRf4JI6HwpqTc
R0kiudjjPVUWHxbnXlVSCIlfuXdFtumkImtihDIFWCxqJM5vtkKSPQiJ71rgpzEigf0swlRU0uzD
4XxazrqlRIiJqZZEb9+F1nBn2hE26uZNWwjEZTDKyVILX63auDa9TL8ihfdlP1sl7da27z/1e3tA
pQ4Z82WNddJ5lptlLvRIVdwns8rMXE6DdN0LHUz/OPe/CLrjWYTmXqSM/7pGGfem3vhLTb9JtM/j
3J3bqvyFR+E2GfEZadJ3Q4DIFNLsL09EopZQW+mURPr4QuxPEqA+QCTfvAmLanLFD+Xmxlutj+h5
GJo2tG/Rn9W04ULT10e2bikl7TqBTBMB4EUJ1cCL4+3quPXSdipQIQrSz0maFzKtAn1Mud8l9VDH
v6b1TUnH2u9CxF519hKXp0ot7qNFZsBn6sz/e7mj6BWHRt+2+ErOAynL3KLIGAcnhgy5QmJ0QkrZ
FoHuSOv6tLYz5la79xSsIiQEae+zYfh6gssRB9uJDA2G60KR0ZstO3kQj8My7orVwKABiIw3vnlc
5u65LkxilDmy9RrDokIFF+MT3BDRY61kX5PqV2suXBVpFRdEgbk0Wu7DSDYOtTV4usxwpW2sE+SN
kEHL4ksVzaB65gQ9TRwm7GQPw0bshFJ6Y5qSA9jZ7FUx4GaS+VjQluMf25Y15biRTIkAabh/BUHL
Xs/O4HXt/NU3ZrhDBlwyd7KZ0hR1d9oylTdtEygvc/1tFF15DE39oJSqtJfa/GMda5AL2G4yKTzI
xqgHMsB7lsO2RZvHe920obTDPNqellkiVbANSZOA5WcYOccK2Oy0IeLhhE8nqjifzSj+54bYW2hG
GTBu4LEHXepqX1uIMpemcm+AD+McfiFhgw5rNH4gPAQF2cG+igcCecSEA64jKyngWBtsidjnKKZB
h8LgThvS8kIYy9myi2uWyCSslgmCLGOipwJLpEeFKzWgwpuBUZtlfCHAjo45cXT7dLFOisIpJNbt
dA8pjZJgXR/tYiLjK6LgjlnS3Vpgcyrmbj+Kxob3CCq/Gmi0qVqWP8TwAkiMSuQjkjQQchGeESyd
WAFIAsz3hjX6Y5XGe8wkbJio6Q1tgdBTrlgnR0GqJjGkIlrswLJpS+QbTU7vWFAsWd/LAl1npSKb
StcsR06s+pWNDUgw4WcQvjOzabnV2/XdsCy1VdK5rNcN1h5KRTkk9FlRxe7PryiJKw70hHEkh0cR
EMoiCW2l/ZqCk8uULOg6YLN5p7xPtQpCrmt++nB+QKCps66xLaV6MQbkh5nUvJXhLStzLKWBRtpt
i5VqKGB5+JtMdFCTya0/yliVl4JcvQV6cmm2B9bK5mQMthcNi+6WFtrD2qwpdXIz2xuj9UH6FNio
OQ2DpEYLOEXwvtNEd1fF7NmZp/FsquM+MkC6m9iEvWlqLiizyf+QcRSLMfuwCtq3sEciXx5QmEqx
S172cqgqGC76yigya9NArYD2jzlSqJhVzyziw5RO+aHazmPjJsFdemJSwuYdVGWK6BWP/Awv2C1g
zWEb3FAasexnHQmzCWHZgV6XpU+cGALePKy9cmaMZiSa+aTTPihM+6ibWv/RDcmumUjbGyTjwyCI
FPMdsdjIEYoWzVhnJNPNqtPiVEdtz1tU7kYl005j3qFYEwPza9pLOKSYItsUpSYt3pFH2OddUXnk
Q/P/EvG0zPL4mJQQ41SdqjVH8sJ9/EM+kAOc5UdFkb7X+r1cEKmAXeXTkOxXu6BPSIoFuHJNPI2N
+JqQ0WZTuas12Tzpc3RkjdSQVSdH3kT0BU1lOY01PRHp3GOHp0ZEJCBHKXqSfnpryc/1VTPpQVqY
vQtsGkR27aI1ApRJnPIYZmSTz4zzNLH+4GODft3PMA4GCqdqqH7ikCPiwqIXRN1BS6RXrdNSauki
9aPZ8tee59uYWuGGKvr/0R72fTtFh6Q+Cmp/VxjV0cZlQ7OAhlgy02koNeIqGeblU9TsE0r32DCB
QvKEw3WdbqRLco42268u5nujLehzpDMFflzGG2R4O8jIpdeVWmBmzLRlWiCwMchhoNMcTZK9k0Lz
xAG5xVN5MrVkCeyimPe9zYQkJVSHhTBmttM1mmuuTHnVhNSoBalwnyHfYGpt2NV4syJIMP/B3pnt
Ro5kW/ZXGv3OBEkjaeRDv/g8ap5CL4SkCHGeZ379XebKuhmRtyoKF+gGGo1GZQkxy91Jmh07Z++1
dQarmN5XkefT2wDdSysyfW78dNflaKK6eJVmQ7FKwbGRg5TezBrKs6i2nx16FUhknJ07gSYN2bkd
5mJ+2/i7yHmzdfWhFWW3IDj+pGfdDyfS032zHjCL8vInDit+A0LWn67TbZaBmtezrSXpm04pcG2H
5iHCFSiSBXUazX5XOeYIQ0+ragOH7w4PNJUiMcy7SsPj7rb2xtLAYQxIz5IcTXfjhPuW1p5kPAh9
vNrZlU6nVk/ntYNVaTH7rongD8ozUrMNiAg0KINFB2PIq3VbzRVjQ9znzjiDbf3RNUEGxwWETDW6
C5k705HMunxnc041UxIH0pB5pMw5lcYO96yEDGCMDznU91sM37f806iEDegY8Eye2feDh44uuQ9r
nZ059wJ/i18gX+opw0q8bsj6w3FmlqHnR1330y3gnRqpb7SvCVW/H4sNNoT8RhJTS6snW2iye/Hq
NGG4HoTr3mKKV/lavzCs5nkI6ZcniBw5xpXWao5bMgMG+gV+baHwL5HAYRygNjQR+WikW1gB7XQk
JL0Iv0VSUWRq7S3suE2BsPqEXFqPLAdA+gmGMAD+VSbFpIvlfIsSxM4IiJ9idgk/onCwa24M2LIk
pA93McFlC4Kd78qKg3objUetbLbIxhG3piADIl5Kil1o1xAM2BbTzOKZ3dXSt2g/Il61p/FZZsa0
ZXSgP2q9DiQ+5AOLIpVXKXCZzUwBZuB/zKQQA6fZ3OxTl6lC6GF6Qf/t/58xhf3W7/WL++tf2cd+
8Yj9X2IKs93fmcKont8+il8sYeov/Hhr2v/1P+Uflm0I15N4a7ntPZff+bKE8Tu6ZVuejV3Mo9kh
sWv9wxIm/pCOELan4yUzLdPw/jKF8Vum4B8yJZphYjb/W6Yw01aer588Yabumraw+HVherqFVpTf
/8kTxmMwxbGKG0/N6qgWDg1x3ND6qLXHVX+f3mswl3IaQ9U2G9ZNeuUhbOfUgSqwQ9IVPJv6pxlw
wlI9q7XobvvyLUjPsn6hyrOaeygqhrMvMPBXS5q0I53h2H2crK39gTqzdfdmvE+ZUx1jpBDJsjF2
CVnK4T2u01sQF1DXdzrLhRFT7DMFe5TyEKP+cVJG+Pu43rQulmlvo/jNxmaeT9QINbpor4HkebDS
Q+evK5dg645T75knnLHEoloficWq4h8RUSdpv3QIcI3SZeQus1dlqIkfAvGNc6f9kmuH6Jb+3szp
ZVrYzwy5ebw4fFYBBPlFpvYy9Bdz/BgyhS+36Tc0W5qxGt4gu5zy7fzp3wOc7YGruCRVb716r8GJ
31mv3XTS7EW4mZeITDbMBTBIN9mq2N71O7x5S0mXpDg5n0j7DIWhvTKGA6VVyfKzABEh183K2kUb
755EJrb/N6IbETtt4uvySNgdDRdthz2MwHmoSgvKPzteSTz/HHmzaMM2GGvMus7oMjQO9PWjfHdS
2L7f7PaAIs73b4b2LjIfLPtY+GvN3zCEgL+Hpct6TzlEagvGKbiIVEee0QU9kQUzXRRWCWJrxG/e
kh4VQxJqyO5NC2nL0BI8IRfI5yuUFZ2zEegbUNsd0ppZ24Y9n0F8S6ufrcBVo3f7vvxufaqe8kd2
nq7Sm4KsuN669mamiaYVwPVvGK7J7JYgQHqXDV67MhFPU3cIOQHO8adXorbQ7ex4ebb/d7tj/99c
CJ3fumPPb2n7qzVW/fmvddCw/rCl4wrPouNuGpaLAfZPa6z1B3l9lu3hdfVM1sq/1kHh/MH6JHQP
K62n68Iz/nMdFPYfrnLLeoZt45iy/nvrIGvr39ZBU/dcAZpdshDbuv33dVAfgkwLwCZhV+ekXTFK
ydQBe9UQaWnP1ZXV1JjiPoia2JfIvqbwOQ0/THFrI+0yoFvqebaiiNwSV4vSeNwMTKsqZfXRnwgf
Os5MnsC0LK3D6D8WlrUo8G/cEu8IGe2tHI5o6/PuTWafenvwb3LtBlu+VxzSh8BGlWxzmEd6q9Ep
5OBz8vS7OKObf42QdcYm1MOnQ86SIqvOjrOgyKl4TayzDvXxI+drx7uh7BlxmgDb3DiwoCcYTDF0
lDoSW8uFXBXt3SzDwBpgpgAaEuON4lTEKscyZ4ubEgneCBXUZUYTxclq4OFVH0+oQYLE1jmV2WLq
E4CdzSGn8I003oJrrAdgnbY4J3rG0LhmAv/iJu/LSme6z+fsuLTBkGvAkIBOjZ3S5hVNYgksdzGb
qJvlWcdw75t4LwE9u1hlIxvj2HDvpjFNdKasPohM/BWQW/f4lTm0BJs+SjDSBUgDw2MAp4rOBoLa
H8Zo7EH18faRnlHK9/hgyiDcdKEKJSMXlmJwAsmdRB8dTl061BhMe5uxD7MB7KcAzh2xtKWGkIdR
BwfXCoGoAPs1BsnWnzmM8Do1+2kM2A+j2yF+RmNQVgzO1lPD4d197KYnc6eG/NFrgZeteZNK2wcE
IQJ3KtDBpsVTXY6k2bEFo4cxn5gWLQrjideUUxb7BVDK6km9yshmMgdxNoP8UAQfmoXhhKGPX4yb
ioAmwd+b035dh2yyEQ6WMV6Z8St3VU14Hif1FTPcpcmNmghjqXk32MLXKlLYoRXJWxmrD/UrHit9
NmowgTAdNsHGMT/6CnR02KDFZwvV3rMZBuT4lNOf0ujNDDBT/PKQNfPWpmevXlbKZcFMBjYGC6ED
xSkakIUbwG61VRXD4yLOg8gfi7NvXb8y0m3aD051S6uAbyu5Ibi9hkDQtSO8mG+j68xu0JPmOrrh
wiB78s4hhoMgFa3/NrY6vkow8niRTP1b2xyMmosyc/Nw5840chSC2G+4awME0aieWjqbgfOEmAIV
nobCi0Qd4FI5fA4drxNsOAaBkqlX4pIA8cTxYiFLSGHcA2kG+W8c1pUTLZ0KtxnaG0bzqnEbdCO+
YN5kyEzeN6mP0Jjjn4QuhPQJsW+Ff4M3A+SZNsy4igDA5ki1ebGA5eiI66dKi1ckE63SnNup4RGb
WFFGfh/xo6XuFXmDmmTZcUKJ52YZHrQAjVp/DuOPn6rZm69i8H/kHaDAKG8bSlaW5l9qxMvaaOsA
A4TUaU2otfOnGlFIolY5fXQLM/1smDDN13Cjua4ouem/+hzauOuzrEJEpd6Ze2xTk0dNQ8+6tyTC
tnncTFzxHkHnMG0xvSCDZvJLH3jTcVAqWwwv6M1slKYhmHZ3RP26U0VpixWmQCk260TM5cYinT7U
QzaOl2egKW51/cZX4zYLra8ijCOpy8KPlAfI1Z8sCawZiBVXvmIqaHZPPiLtlPwcX/+w4m/Zxue7
Oc4BCg1GmY+6giAJfiv+IBGXvjJ5NszCXFvJFa6b8C5riXIbt7//dI1/uvP89Ok6v366nSTJGdQk
0WHpYzI+VIkkVQPrEM+ojJmRY+Fqq09hXWnx1YQfGko4DeiTHVXr378Stsz/ep0twbiGxplpseH+
+kryXtNcbLNc54LNblOSvMPdDqzA0vd8cLaHBwWdKgqwKxr8wBCr5kb5ACrcKDZK3rV0tgQkJJh4
9CPI4ZRBYnmbFATpEg/6AQGq0vbERmjRMzO+BEUCXZWSjqLWXf/+rahTy8+nGu5YTzd17lf1bgDz
/PpOREwnV3cR3oHHrb33rk3xvzvLWZ4Ko17+/ntxFvsn30s4UnBS4wT1t+tXG2gTwjGjL2pt0OVL
f5X2m67b2mhW3ptg8W++m1D/3i/vjU4DB0NqJd3hbGmqp/Wnp3GAeKOZfsipgvVmjs299HmswmSb
lMZ+JEa+QPGcjB8QrV40DUa8QCHvrbXxaSAUrAuCdcEgq3bhP6HvmxLBPgKy3uhQYOuLHLUWnkqo
EhzWtPKdOGw923lR+BgLQpN5yBmAfLc1Y++HD3XU7mf44ki8lgMgcyzG+BqMfZrGN/TaCWWudlb+
QbDDSjCFRRjgc6qD0aW/VXOwrrqPgZm3tPY6m6sqIzQ0hReNFS7I5sh/bK/QYH0kCac+E/sAuCOI
RuCdzUIaMQg+xXRAIO3ciP7OF9m20b5lFrrxUCNzgDqn+ojxr5rpjiUUKAB3qj+uMnljdhQyPSGg
rPcRL1ttD6ZkL+t5K75BJKi2UO82GB5MDLz+k45oTwkuE6teqv2EJU9VDTp/R1MPB7ILQG5qcq7I
KofuXTJhd+Aths6qR5jMcZghzqIdTI5KW5PNDwYURkUUWNp3INfPTUVkAXrYkqAPDosqT4lNIqDu
mfJN3fMg0krqqnzRJza+qx9WcqOhc/XRtTIj30Kxp5f1qt6X2lCy4nlm5CHp5Ef0lKkgEbF16K1G
45tLx1u9ZqgKyynCs07BprAM1nXH3Mghjd5KdM7mCpC/agr+MbxdTEOXROchFlPbJOnKiEGDvYiy
ZygfOwO8fTHsCRpF9Brtw8a9mixt50jm682S14Z1BoclRlEyxtLEoCjBfhBQLEoS32iNFTuL0+Ro
AO+my1sM6TYu+rUI8HxJdHEdZKfTLINNwLbSs2lajNQci6rKibZFT6l6YLuMnPNlX2Yij/sneaPt
rAz5NDefDCgkZfGj4134VJvOeAqaYqe2awHySpVHZUK/Nq9RyWpMt7mi2UfSY8xIn+Y4pQHRbqdM
TY9PRXkL/JZLASSfY7UVBw80YikVj71LGkkQ7NsyeEgNc4kOkqE2Z1Kagc0dfdJTmeABZJjbIuKZ
oU32zQfkVJPqmkjFZWOfpHua3GgZUda674LeQY6bgbah+g4uNTU3fsGLG/sDntKiYcohb+qBalZn
xwqS1cRgkIiwwW0Oah3oBwxEBIZrWHi6uN051bAR07MqRahuvABXPk9l1CSgeGDFsOWJ6p47YFGS
yiXYmhcCdTzRRjgNqTVQEhRolkPvRjLxUusFnMs1ZVGBslvtVh3GMlr9UsfJOlS7DIEauT+X+rbm
dplUVT0+ZO27OkTICgk9Z4waVLw0PxK8depV5LjUy/7D1zW4cAGWmduuQQ/Dc2ntIf5C1ltYVOEh
OmWirEi6C9eh1q+b+ZVIn0tR7DgaURk6WC18sA/OqLztqLnKj7x5LpNyZw7rEHeHyTQv9hgqtcbe
KaObJqYa4P302mpmCk96aG8IHq50G6KlbBBo1zT9KxuGPEiR7imrrjCPGuipk5U6WTQhIgt0D1jL
Rd+vUsWM5XqNEGUuBwvuBnV08NhFPW40y6GAhaRvNUBOzFsb07PEN15E3zWgO8aLB82lbW8j3D41
i7R8V5+5KCsOWR91zrpPnekNjEEZwqdJvVMnqs5IiUTnPFdNbEYzIyVkhd6qTEmMHFHOBBnnTE4s
BpkGjCWSOtgWrGK1++p3r0h4qNLROPDU168qOLivC2aw2Y7LSgjIU4ebJv+MckXAQFTrIHLvmG7x
GnTIboA47AwBDbdviIurzQF4IBpFSYYETS7U/1Fgr7XW2o7iDJwgLcIDTOmlwElXlfkNktplAdPO
JzJIR09i0hA02hmUJMGO+q4xbqvk4Ie7Mn3wOkBI79a8loIQgtdIeSJRoj+0VMTqWg8EdTj3aR0s
OuvzHy+2SJAdtneGdpMM6arCUA9GdeMC9Mg4TsJ6qRBuDoNNkTdtCXHkKjLIQsMHKcrP42Vla5tK
bbr6tjA+9eQUGDh2nBorDBTPYUOVYRKiYNsLUz4jOYXrvrHaBPeXc85DItqArDy6+O5xbuID6cxk
Q+Nj67AI/whtJiHJUQ8eBtLqsuaosW76Zbby28dCPIzxm8byzA7g8/hwWG2JgoCNWBSIcOZVJU95
+oBQJ2ivESlEPTRC5rUHb75qi2u6b7wLVQSpSzZ3T5i0C4wBkmQ5U81mq1UA595fTlhd4HfK4c0D
Mlsgk05MLAvk1lv9MkHkVnSYJzSD9A10osg/BWiPxHvUAvLtSQCZZ3NFi1tN9bae3mG4d5YROmUP
CXbdhWvV76hoeyZAFBMAuaHwHhJCEw0PQCzPlM1AzMp5kFj+DJCaHlZnI33FGJOiP9XI+RjCHWpT
XgONWPdUsyFIpktG7SwtrgjtXeOZCRMxIcsEtLwZk16Ljq6QHSsqKkCiiPFCoWxmuUWQOiOuMXb+
/GybD8x8F+r98xxY/TdpPk4w0lL8WMGyB8cdRiCwLJWlEyOujZcEIRLM3C09Ez1kN6y7uIDF2eKV
9pfwhikPUNGTwD171q1gvmmO9GVYJEH2tsCEiHofXQ+/T7BWIaLon5dVymNV9BuJ5yukbrQMNHQe
hhzKSZnTZk3v1TeuOYpWob0Ms2afmelaYMfQBkL0Pjt6IHr60ohsH1K8IMqPsC9OTfJpzC9ZsRPi
QdMxxmA7trSHASOjaX4KhLl5FNBNJzAM1V6CVauxP9WNYrI2Gf7nODwMaCazDAqW1S1ls9Ur9P7O
54w9Sn0kJetcPdpL9WNnCtc7xxGkan86OuKwhso7eiUkfgEAb1mHw9KYdNILXnO0Cj4jvLkGnk5x
BHxkHdNqsAz+GGDcdJpX+uyva5JmYyKiRwQjosMYh20mR7w3QBeoe84qZrl2wvDy53FScAKOlzHU
GKhNDu4hUpgxsmerFuNnUnLbhdF6gkjT8gAygV6m4JIGTKxTkhJri92H1U5jdQgHBnPV69RhR6V6
VIuERk8+NU6VYpKOOEXV8u51G4sjIcYmUnOoRvhjXmMzSsCnAlRcz/tNkUP5BX/Rw0XWLQBQdXBn
NSn+w/x1mlnoQUbU7cau6HYP54auVETzIM6mDdp3lgA2C/JLvBoRNPGJnPaFO26oUUYfnU6TrFP6
ajPhoTntbnCxhFuFxywRyy6r10Z/9sL4qQ+mTRSDwp+OXR3s50h/BXPNqk5EyxSvVL+jtbtzTj3W
zHeAbRakQm+QUS99+nsR5O8s3qiiV7UNG0GGMHVeW9wGyAR8C1tm6e+EZJhB4ZmQo9Bgo1JtH5V5
krGbo6pgsA6nEzTfzIh0MN5qm0e+oxzXy11IUcmWTec/WnErO/OR20GXOxtNyKUHObYHEpgZDtEB
oUqLhEEQwyr1Q2zZPI4x8efMXKqj4J4m4TFW++memAx0nN+bUd9LZQIY8FnT92kcHVrn0wxiCVzp
RtXsISCD77P8aBis6HQJVZEFW3XXzsnWa9JrbaivBtHs57bahkH8JHBhdaGGoTu6u5zu/v9wQQE8
H/4NelMNQP81evOqqIe36Zcpq/oLX9MFYfyhM1xwXM9AwSoM5z+nCxbjUoasOpNSNTbVDQagf05Z
pcHgwTNo/NPaUrNU/tKf6E1b/uGRp8sEXnLOFqqB8A/m6M3XWZzJNONsaKV//vznBppx6Tf8dWYH
xs0g19B125Hqlci/9whkJ0TmF8A6Mq9/deaUiEM0BDStRNn01zVpu7djjU9iZo+VCWUrNVy2ccOo
OYUVQOrRgQhS5+LRmVhb3arq4Ps75tdPZxQF67ycMnjjU30LAyfZQKNjp7fsG1FZ440HA4HUx0Bw
EvJR7jvuZi6KFzNprMPMFKCLSFmG56sCqNr5xm3oJKIO6faXv+0iM6aogn0pumxJrhorqY/P24oi
zugqGMftS0txAx8cV4fXYDb6ru0tGlfkSKdrHTjcrQvYI44Umi0S4yay9PBe7+TS9AAkoRkOCdnM
6K4lib8ycB1hspmzj1rrtqjguudUvJVznZ1dSqpToY90gOP3aAqLKw4L1CDqRGubWXHVefPdCOEK
fId1Gkpbv7cy7eQa8+YSMXr5onXBQcQDL2/aWLnTPQ6eu4bvPlPC5kW7caxCnltvkufZtq3jyGTD
I5fNoiddgUO/qgNiKIKw3I25styo62DJUe5dUuGWrTde1wj4rzyfGlUv5s98RmKJOQsrh7rOcUcR
39ck5JZ1eB9U+dlNI7ksiTU550ZBEll3h4xA7uYyHtZkJFJJx16G1N7Ubqoi1DfxUJkniPbmvgvU
WEnjgPXTk/XPbliDOd1PTSZ1w+Lv0HVo+zQEpfh7K5A8K2/sJziBpZbb564KC6hq6MfjzCmeUxck
Nr4sA7T8t68LHTqpvvHNeTzbESwzKyHr7fLlgmM3EtNc1/o07eBzPXW1jE8pTK2T5RAeTmE0tT9G
8jYGjsNw5kxTDbIJcD37rg+0IUwpO2YkFkev1zB2ki+6aMnI8I+Gn7rbpqqb6/6jRGN56jVH7GVY
3xrh7N00JlJbPh0senVfEaHFTwvcjvsg5MAbBEW3ApDuw8cb8LdGAQiLyw3i69PMk5JV32Q2a6j9
iKjuPBeAj49iENAUmYcql6ooemNlgAlaeWz66CEw9RvqKY1ol7hlAdyt5KaqE8xzl2tfeK25szs8
oBkJKxwtSxFvoDeON1MTUqBbOgGbfNHmCoMhINntaIirJBmDp7HW5Bb7qdwWUR0+FY5xFfQeUffN
EocZmA3Szw99IU6GNtNbKDsc7NbUIAqdHOY7sX0V8qoCQl93XhgklLvedZA00bokqOCmuTytZZsH
R4MAlQffDpdVFt/xvIGZL4kf9Y1Kxax5Ozo+634a7b1v6fe/v+3E3zrQ3HZK7OJIQ1i660jbVb3W
n3qbjQEoHiKViwu/gWrCA20bWY2gm2Z4UNTjWbNoCpFHhjAfVwm0xFtslMM5xFexZAQL/LMNonXf
+O0tiOJonciXubM5VnZWvh3RR2+G3prI97gy1YVCW13eYGy+Ut7bbeDR5zKSqrgyo/xHVcXJHkMW
2omu//M2r5sWQx4o3RXHQywltZHt0elYRLZMrOO1fRexOzH5UYufiEd1eiKBziS2iwQJf9tNihJo
VdnWx4BCVvqur2W5K5OCfvpYfrSNYx2+LgYNifVX1qwIZzgu9nwSII9ZHDl3tT1rdexMuCsI9M1b
K7u1IM7A1gwwwQ0IGV/KErfzVDR4txoN9b0R4OwwA+HfaYHz2SBP/NDJkNUoorCJcAQtxGNJ2sKG
WXu4ylBQMgjpm9uE7uguRyHdZIFzGj33pOeuf9LK/BzXcXQvlTmS43OoVuPJnhCdDlDiqH5JNFH7
Sq5nt7KK5pUx8RgV2vGScgnAv8MJ5tLqY8/Sk7Zd9V6WAxye7HNm9XRhFDQ/hNvRaV5CCDdDtqAt
QzLGdVbLzCBF1tNBTiNKKSI73xgkFa5l1g5nTm3MHvmsd4Xb5wRmwySu5lFf6ZlpkpPAF8H0L3Nd
9+qvXwpNKlW3F8muxf7z9cfcmBACq4oJrUEFukqbHqBFMp7dyjI24ZiPi0Tv5ysLD5V0w3BjleX0
0rX5sS6ET8IjKB/NVmeEalppSN7vjWgCtdXh0CKL47KthAQA7OkgeQv0/dlD2xawg86XRaFQj6ZJ
CbOzpiIkht3kDKvpwRXuI1ALKrDF5fy2qpmZr8eUBcobOcWazQz/zIEmWtWJd/Bjrr5mDFvCMpjg
Eva6cgWa73LCyUbr0HjAnHIzlqmzQ/8V76qhpsVURD9kNo5nEtMxmZEMjeVLHHyVCEasc79ppApF
HuVnHtguYYjqIKLI9D5y712Psy9Kneg4W6+XKHV/MrObqZ3eXNKPVkMYkohX9OToqC9owHGUclGw
X93qCL/2XcvJmnGy3OZR2jL2JV+bQ2BTbHmcgnctHh/J8InevQG7na5P31xJumqOzzooUKNfvtvl
+16+mDpvlhTG7dceP/S5tsc6sBf0Za/KqMyu5sSxriBTEp3cD9U3cqaaFVRAOgS9FhykGVjXBWfM
RfJYtU5DKpKOBk2ac35U1rcWe/KLNLsfkMgHtEme2HcjUzJN5YHYuUaydJdPa6T/h8Acy1NDXD0n
9AavLWknSGTTR/WOel+SV+0Fb3qQRO+4ec9aWA4HPtn3IXSdTRlABdC8CSG1jbk5M5r8Rp9NQlZS
HiV7MDYF9ohzlsGVyVO0xDy0IW4NBBbrlqRAWu1WcBaZS9V5qX5yu4VuNc066XOlPLSdwYWzwufE
YT4bJNA8UHU8jE6GYgB+4wa9tGKgYrRsWoJRi4h4TJ8j+D7zYqSsxkDOTM6sZ9G0AGDCQcywBzi2
gb33l5YIykrJaqdjab9HPDBsZuVGx1fJsb/IHurMHU5i9jeE6gxPsdcDg57vspyJxHSJPNGEPF9+
JHtvH1tWfKCCgbZWJWuLed8pBmlNQuh03+edg4qlbnbUlfmX/Otf1vLC/nX+pvYo/gdiR+c44Zim
OlD8vEcVbVhA0DaytWgz2imFDF77zKe2TujSFjWcyUowlxEWeQ6LOPb0o97DD7QBTXQJHXprwMja
OXl0bSbIChGsd2Gbrn00jTvGluXzOHIAGOaxO8xatxnzcDxfvhiFwQZo2DXTIk7oBMktMLhkoNOi
g1O6znMMJAIvTLw1QmPGKAIxno9W3H5tR4HG3BUXjtggio920q0K5BJ3me4H38Ts0XuET1tzkgY1
HLRUXCr+Ue/RwFQugYVV8uikhPnZKoTiEj3BVlegCwVoooe4xIKjGBK2Gyc+dD2xNtgamlNGYszR
ZyyqhQA8AYDhoumSGYyvEPLq8mUWIzqhsuiIJdDgL9BnEFuA9Os57+azJGBW3bdN2AfnVAaPWgeb
JKVBWgxd+EBwzI2vza9f12LmdPgYjLA22FTTVoNzZPs/hCsejTTGzlzilfV1emna3PaPjoAeLBPa
7jlqm2TpjROXoWs/vjZMf7SZghujfT/F5XzqR3FsXDcDpopoxa2ARBh+a5wuoeZWBtEHv8qwMMlB
fRzjh6n2hyt7sL4TsEJUVw1R2SNPezPqvg7GadTeC2JVskjLrgiFhCwHO49MEaIDk3m+dqSE3146
Bhxd5zI1Q7CvZUzFdF/bjIV8HAbhPH09xwaE+nvMyOdYBgHdjI4ekEnDvsk7c98OBl1hu1OQxhGA
mss6rC4sSwjCWOWlN03U/XNrPtYmziFtLBXRJbo2rFYlUFuEEGXmTRRgItNspv3lMKDatK0ZE7LX
+Cutno1TXXrfzXjMHtIAGUDADbYosnama0LEXmWkR8ce0uPlG/hRn+9kRrfXGcfkSHIYu6kOsrVs
xofUCk6tU4ZvSWJRkbuNOLpR/KSi6q5S4T1fPt3Lz7gILyWmrKM3Y6WX2pzsO1bQZYD9jVFg1u21
OKoxqHjRt2CIXmXRQfZ2tSdnQM46mWO4qWwcrRxzreUUVLS4JrhpMnVBiTTWMfcD6sVOP7WqhiHS
dCILqoL5VUT+vtJtlz66rX9j+Xhp3EjeJuRdNLbZnoxuaM7WTVYDhSpm29gwSaas4Rj+vZATW3HX
zd9ALffv6HE7HAPvjUu101pVf5ydeFz7rdv7m7J2ptNImMgNigVqoHIiBl39FEBSvOynKCcSKjsU
hXC+J2P4LI25exJ4HEhaa0d6sZIjjTvK0wSp+UpPXLHQmrzZfJVpibPssdGHfVkdi4YUVaII/vzR
5ddkjDewNzqKSUG2KsaGMlybjg+FNDQ6Jpnqd+xcEjqoKoKM8EDs0lMarqzW4NiQ9LmDwQ4TKE4/
TwLD4kjdqCN1087RnytnHGnHhEbppRY1a/9WCdVqnxxjTYkOq5YRdV5ibMok8PvLj+qKsYqWQHlt
dNNem93cbIUMymefz3cRC5wbE1+XX1lcuFTOXx9Ea9t35WgzLmLjh6CkL4fOGVHvvQZ+6h+7sD4I
u5T+ceoG1EbqGYbUTKmPcXwLU8J8jKnQViMGta1rai3ygZTPF/VkBeUdt5ifjV8VjVVWDIRsN/9w
uSXx9gEAU+eYS+eA4lKR7FTrYZ6ApbSDCI5Dl9/FpkbGVdadG9+0CA1AnCETSDJmMi2zCjxVhkFm
b045pNrLydeeuCERNaENigIOfmqtF0P7eqmtHbckY8yy0XISinhbDOPLpZT8/WnNUnKgX5payjkg
XWwKno1mVkXa/LwRkkCKX7nHk5b6DkbG3qtu7UAMzDc98Zx43X6MJ2M9ViGEooqczgjiygSD5JjP
dXOyzkMZPA+9zQMw+y/SjsGopmELtc9/AZYPmSeAuDLrKaeTqsWIG6QYsVzWhaLuCtoEHYfCsivV
2KDLSA3FGKf7431Iqtb7PKWgcNmQNat70Xq3PQwFxoW0dvxT4AX1QZJ59vvPw0WM/Mvn4dmGS1yP
cA3HsI3/8nk4ZQYdvCwbMqna6L6EQ4ZuL8wBPcTakYjFdwpCbcNZELZl59JPL+YjlrZoN/bypRZt
eZSTLI5mCRBQitHcVU3uXUlQly1SgRuPu6Z3J1r4akUCqUNZ5147FSiJEiLCtqBljVofM+GI0W7X
gto4JyYShnCIarBYyU04KabEiLChhRw1FL72Wojww6qDYKd7CQuAqwp9mX4G0kd8LGlCQf+4SsbB
fIBtj2rEpUZpEUA4fnIPJaBbW30b7mfbGc4mPYG86K03IAWv+TC11zIr2Y+ybADdFDlYU6cuPvZl
4WBigEJj+LkK+rPGY6F77wiRQPDFCYhnzDSLofKDq3IsQg47/MhkwVubNrkDHTFARAf6YIDBrc69
16/iHgasOTTXIqv+TUtCGXf+flHxxVgY8Ggv0xD7u5Ks8eQUz0xLI3OWi6p2kQFNFhDUeLDWg6TQ
NZ3Kep5AqqC7QdtUhU1PJlFr3yfFRMfGiG5wltv3ecokWyoYuA6zahmndQSXgh0oBHiBt5v2raX2
p84dvrnuRBdR/WYTHJg0xE+xNSOwDWd/F2rMfJNQgC3QkoKTFxRu/SXNflxWmI7B7rpoIJiT2YMu
0oNaVaOsWZFRAHnNCqetC3XpOBSig+CmWSvLG+WLnRlHt0j4o0JeRwIDyYyvRmT2copb8Zr31TYa
4+5HIeeHcuYc9vtHxzR/FdFRVBt8tKZEMeIoH5JQgr6fGj954eYa3Axt1SUW4gb6pI7bxitnDjGr
lli2BwNBlsMNdMNKfH1p3kxKFvFnEQ5I4auLLSRII77L6a8GREKZsM08AZY818Xj7F3nPMYPlwY6
vG6QhdLb5LKyb3vGGHdsv0iKLls1hgEkFpGsb0Ua4U8iFfZShAuvq7YVnuI8raJdZDXgiauivXPa
iDii0Q1PnAMCYEAxBWwAIFzluDd5NCwnF2FGF+p0/LT5rvE9D2ORd9s3pnhMs9pGtayaqrI0He6d
Kl3oai9qmVrCODxz0FQcHKs9zYFv3PmzcxXbAg+Om36E2nA/j+XAsFtVGYVdQwqZoCZcSrVLq2Fs
ALwG42dAquvTDPJp+dVqApMCLr/v6gOEJXTE0FTLBvGHKhYbh/6b9IISEnb2Z8E5pY21uxzdS3V+
lxzUN40NIQ6jur6OIwB8RqTf4rW+MZlEPtdp+R+Endly1MrWdZ9IEepTui1X37ls05kbBWxAvZTq
m6f/h7I4396YP+BGYZt9OFglZa5ca84xr4IOuc1CEYfQFsPmccqy/mQl8zNRU+OzVQOtb6Pooi5V
PuzvPdnl71J/hRZrBUxPOhNpXVx7T35D9+mD2JjFVest3d0l42jsdHsmrroX+kVnsSE+hOZGKrKN
5yFI8VQhpgvoLKCBNZKC12yrzGGWDj5vmQtPMj+26cy0gxhGXheyYitzQLxc97g6AtDU2tSXJyP+
QF6j80Lj2doMqtKKphkC9lILBcuBOvMcpAgCEv3Sxs7IVGO7yp1NW1flxbUrdEowXwDcjwORMkm+
i9LA/WbMw1d9QFZPGjqdL/Tejj6ZN5n47jaNA7lLfQbGqCfCdzkRNCxEGgHngelxEFzajCI+B6k3
X2vaYXQG7YlEDUp9GwfDJvOrD1Q4jyoquahpssTa8HR/jwZ7yXkY2CSGBKL/KMTWAj2BWmUgKUZa
8/F+glQPUTjC2urUgVevhm/Q47ztpKFewW1vfbRCNFQzYbgZs5BYSlZL4TI40TSwsLZR1aRnzAOw
FKz9SMrbDf/74WLo0FRIwlr89wCzJwdCfDPVH3spcLIsb4A1GR9QSntX02mt9w7fpYbs+Lc6dDfA
gBYPKipVXXTbM05hDRnrz6uUvSxCvxQ8gHU8su5dslwwXvpvTv622U1RbY/B2s2JIemsstyKiTOd
Wkm0Iv75rbqpwqRfnqX7MuziM8ADASmy+hJ4QiLgW342cnfQhrVWfI7mND43eT4du0ZfSV8unp6w
q05tPcOq1TIIwsu3JG8t1vZKW4fu16rI4gvpbIwjxEYXIZypcWbwX1uPUxUd5Vi38N+z971EK2QJ
S6zrBhCuWWd6AUXNx+nJwW47yaDioEXWrL4cFIK5M/4iK2fa+vt9o0JkXUeObbu2+6ar73HyLByf
kOokJgnLWho5caXpGzGi6olcp7pAc2ffYwDkOuarW6TOPk+b4OrCwmvimPadaQa89R1ZN4NFPJPa
hoOydcmoGmgZLPHDnGXW9xaG6QffRW8zqkm0Qn/BjJbyFNrGC5AqsZMTMxBchIR9lf4tt/MzDS/z
tiRqaEOEuKYWn0eqEkyrrXyEWVShwWyaNXgFCG1YuB/tVjjH0JJk5yxLhxFGJ12bg5v64Jfv7Mb3
b+Z8GKM+vTlYv0+udJ8TAAg3dTGk+JYUi21R2LRXUcS8qnfLioYbgybvMpa9uwNoYR1G1si1+vXV
HVGXyOsf85ghJG5/IKJ6On/u3E+F08uT4Vacc5c7DLZTXLTSDY9D7Z0Gq/pUMe99IlCJUjGHNuaT
zvgyp5/TMrpxs/VndckdIhyDJHd2fVmxxbAP6B1x3iTrPHk+Uc+j17ETo0X2V2wQzk5mJWEFhf21
A/e77RPatRxK/ZWd6xOqDYdZklO++F4mXywbtmTtZ+FJ/cxosvjIoj+v1J8Sf0saToEEjxjuD0Qq
waksWPqOukTQ0XkZI4+4Mkh9M7TXMATf/u/o4D73oO3VbbtcMh70aoRpNaq0ZQF0Zwk5briqaTZC
5+7RKv2r7s/9O1E069QvmsPQBbh25kq7qaPSvazQE+bulcg5wFhOfOt6q9j7c/k4KDFsPz/Vy+NA
slv/WPj+eIuJy9zIiRLME1q6jiIruiGd/3lJGYFX1RyfnSnniAiPbZ+OefNUQTBaWRj41PNDkCH+
Vccr9+rhwjj4pYaFPiS5/8wkHY1oW55rbJPvm84xgTtyPJed1Z20MeSg5AK1bUo2bs34oAbvrQBL
v4yJkDwl7snl1oNy/t9X6metgGoexcbH+x821nGsYUPrZkDhvtTVFIH0UyZiQWJq3OfM+Ucd6PSg
zo5ln/yTRT7haT7qnJy3VrpfiRBH8ERE7GPkLiOooUn6I+gJYnAa2C+ODwef4WTLZ9n12zY3yjVN
GmB/AQHxte1GL5P1US6JL9WHcu4FvG1kDIkXviQJ4mS1W+owJBCAG4HzTchWHHTL/ToszVJWM2/r
9Hl3pCkGC0cNbf0s+iJliHTQTItbV9ThRujD9242sRMzy+/irnjXZPrGg+JKKkh5S7p4+iSCqt/m
HsFmddf317pIh2sQTnBQBvvISIgfLT+37czZFmQBncghdRAOFZjV6S8MTmPe2hGcmiB+ei2dJS4k
Ffm7oZLTQa+hqpRgmg73nkAjo4nSo6mfph5TAz3mcZM1jvNO+oRFI8W6dW1N7vNyqAeORZiR6J/6
ZQxkiR4VZeDH2yTVk2NqINjWLa15Vl8VXmQezYJXuakiCsvWbTmFeAn9lXnWyJepkSPM+jxuWBHJ
6aqx2b33Qu1Jlv+Q3chm6nc/L6Y05yMI0dW8iDrUv5U5vmFOw7IG1E9BVMVnXTTb1E0fR1uCPeUL
Mith6ecD7fKkblFtFWTKjWWbr8e2a090WZ6YogdPhT3GO6MYcKxAmX6qfXCArUQIy/+mjnXzHMTD
TGw7aJRQ6zGxp6N8mPJ4YtWszTPt4wM4PP1ME5BH1bWTvZc4z2rEMYue+Y2HgNbW8/k4+IMLZzwl
+j0rH9Kmjh7/vUQO429Xk/VW/awnNSYip9waLay0bjCSf2KR5x3CBOWjSMgrqdwXgGKHvhLyOrlj
gCq4Gy/F62AR7NBncXqcQqc6+nVFskBqBDfH+5osjUmAAmVF5+7+lbs4ztIc2z3CRyLV2q1ft82h
LWaIrkvVrC6dmHfSRG6aNQUhS3N4gSXRPNwrZplpKCAWSQGULItjE9YYx+Eu4ZB98aO5BqWMo6vo
C3loZw8si8+nkrkivQkX6J4Z5fbVLrOjPcfhdjDJ7k5ZcJFRJJBeXfmUMEB/RoinAyzl1eEEmdfy
Qc3+3GU0oL4qpwXoqE4ew4CaMhdacc05WPqsT7TR8aw0wpmuZRchXoa4I8o+fSkTTWyFI+gixgyO
EC0zGfAoS1azpO/HbFm8r6wuPDMwWfhALkrDTvrbsq7loYY3i0rXGbbFWFEJLE9/bg0vrYBIc9G1
0Dq2hUEQem0/jRZ/nUeC5IG8q/5ol8O7iprv0Sw4lNzvo99p3SaJyJwoZG9v8s4zbtIosx0zx2g/
6fKJjnh9dirnIoLwnb08vuqS88xOYdOTj8KP+h7JlGmRh1j7mA6SYXi+TyGdbuSv+b/B1oCZBnsq
EAhBm15Udhc9+C0VRm4Y16Irv9oVwnRgMJLUCtVoJYocEp+SkdREfaITX9rGua37R9WyNkIPti4M
hJW8H2ZC56xp4Y6V1IOZTr9fdtWP6AtFufZzvgwPHC1xabebWBovQ2qXR7e1yKTXe5aYsDrGHnkB
lO7lBUioAwHDr/dIk3siFPyaCjZITsaIwSEkoKcfvmpQuy/qAv/yXVYnNtRB8FSqIWob2IzRkDjn
Lv0c+3H4GreDYFvMOTLQLdgnflpA+a8/aUbL0TqP3FM+418oh1hf/7my/739YC3aPB0hoAOJxV/k
g/9tP/ghpvDWdnnaphqiKKFytnS6DfKkl37K6hPpxuklHgsbbWjnP9Ka+JFrgXVOaqcnbIQZfCAj
WJ+UJSBKk2sxM/bS+y4Ga0g/79JCuRJe7W5EjLzLkl9yI9I+RcZ0MUyNodFyqJkc6EVlZ37+y+/2
27zSMmy0kZZr+HSizbdeSMFLFaWVcO5Kn0HMEG+XbXJCzoWOjh3u+xxDzyvtH46dfxjZ/qJE7pxG
Ui0m1gBUc7xZ1sFgkPVsw7F9mRoLI1E6PCYo2o+tO3+dMk8/Y71CsMYSR9Yo8dp//jUWCsQvhy8K
dN+iueoB0uH45b0xp2JUKGpDmiC27a7cNb5eLp2tCOhshWEa79Ha8/T0FE85TFiROwAzV03Vw1yR
cPl8I8mOSr3DzMClcsB5QJf0YSBm+9kYK/9dEohPrtSDi/qzIpqu4NR2GZZlP57bzw29bNyE8KZH
0aVYlsk2VBVCJ7R9SB9iU8417+YylR9GaDJBL5AXBrgYEq3BytF4hJ6mlecey8p2XzozP3tTHx1T
O+0O94FK5AbRFfwNwrCm03ZqQ510WrVpmDx5hd6d7v2a+0zD7nv6CzP6JBsiOXjQ1D74BnxlB6Mt
bN3+UCTJsBsCnf3EPQ6z/GYMtn+yvPIc6hEjwPhqBbc2jOK9WeonNh1967BpvqJbdJYxPkKZ9/mL
WhDoCRG85qDSSRh5qO6HYUQLyQ7ieKqHP/78aYu3vXThOkLnuI21HBmYrb95IVNnlG1Jsuj23vIQ
Wao/Ml+E1Da6+rYhgBKZ1P8uAVB0swy+SGMIzk4PIdBgUE10L5Dj3EjEJ5uldGV0GFhF0U4SdMD7
sbf6ow6j7DTYnFbUx9MnDFw101+MS8WEJsxL9oXIopUrp+m68IqPRHEHTLb9S4rWfT972lW9J0p4
W4Gy5bxpHMzIBj0nzVGsg5zXO4xJljAl6XBaurf1sCT4rB84ekNJGIguoR1fk2U7upwj4848Lo6I
5ZukI8TMiEGZoWu4hFnqn9W2NgQSfWKQuWsxIKVsQYLcGzSlZ+BB1rE44yv6x5zGgiobO1ZtBsRT
WU2eXv/8Of0m2PNtDn2WbeMYx5NsKXTAf/q2XW6PnKdtoBGJZZ/hqrD+RT/g63dbKYW3iXHwnUr2
YXwraYCHPyC5epxgnk4p0Oi+JijQG6dPiAXyjeaX3l59a9qkpzHM3zjtgEBImJfIjrdKmqdKiRpr
uRfqzsmTg3MiBLd8h0kz3jpWdp4L32N+IvpTlE5bs67aG0xlhI5u0z5nIZwBfKjVX5an33ocyELY
QlzDZSTOo/u2N6RNjhAW0RkP9zMr/cbqIjqORcHc8A/54rSFfVWXGAUwOlrCTplDAWryxXGO6/gY
IaMBqqCNj0y/mOsZBChYRg8fffYZszfMCzj06mtCHMxz1ubZVfNIuEJ9BN1kvACmaB5Rj+UXXFWH
VKPTMgbA46CfYqAx6OT1nAs3sadxvkddzWY6fxCz1V2DcrpKw4u+FhwPyE6bXttontdW4wCUCcJk
Q470MnD62CCiunVekvxlcma+VRtz89DSsKvTI/Jsw30DmNCRJU5ah9wirXAuKeFI3dQFw4AJL7Dv
oX4eQrGdRjEd8Koik4LtCV6ng8I30brK3fmgG6Dch5Gso9izTmM6Bcd40nlM8nQxkFJm9jx7/nJr
89Iy//IisJO+2Z8cg3+3pTMIFTa/wttBkRaVHLR7TG55g0Iq75DWZKNfHiLXvHWd/F7ZRU7DH9JJ
bpG5hmJ1RqCf16fG0NODJ/oa8x/tKdDUl9gy84fIaXoCaMrYu87L5YSDW9y/tPNZ39x7HiTyfhij
GBSxw8GkWnqwEZhSU5aveh6iOoUlfQuCuFqVlTl9zs2neZonPDMG7ueEDog5WPbOyqUksB4xm+U0
P6U/bleZ8HGn/MHv4GkU81ht1ZSjDFLrMAtHriq3/KesLfuAcMV4HBlu+wGAcNVjDjSZ7e8lE3En
T7HT/UhdDLL3PXCyAns3xPhDXae90SAfn4bh5DVOcEpa4OXL6ZI8cLjDZcmstmL6SwV8TQbsAqqQ
7Kcu2PooNQAcGNn7e3E5RSiBYQfZtlWQgcfJKNZnYAF0O+6y6CbsJ9jslXy1vOvQA8pJnDbYquJf
XTzDazaBnjwj8zS3QyY6cgvqbA93mGC7ZEmfRIoBvY3fvgyxmeldFL+EDeGk3N2Irp0zmNBsfTBz
aeIUxzDzy200V49IZMZPPcjb2JevJQJjgi3a8DlI39ccY9iHgkZkj2pnbdAD/2V9ct5uqIAisMBg
QnEM4QpPCf7/s1DbWiayqnHIMYkZEGtpjRYCpfMR0bCS8Tcctk+0Er/OujeeJhwUF6eJPhWpjVSa
1q1Iqkd1R9VlYEG3+9w7e9IP4bV0oFeMIXpUl0iKiB400na8IiREzlV+onMOgXeWbokuly/LwEx3
09J86MKRRomLjhXsbIspjKmJamfLaPDXkQi6o88HtalLO9hqXVE+dPWJUZq++VdUQjHVnyNQzbo7
21e/jmO6fwSwz7FX/0X/Z78dCHMjOTMzu0H14AldLOX2f24kUSKVwxaekceClBoVzaVidn7xl6/i
pvueGSGzweVH6g/ZES0cG+TJ/jugUF81fkUHArdoOLTI94uA6IVFXQ7y92osh1d1cXJ6iTrlZMfC
eXSLHKg1qpNdYwCvMtB8aY7cNtQCdGOL2mbC6dN1HTTn4HUc5ibUfB+6IHQ2VUNYHekeB5pB+lOG
zH7t4it5SiWZL8xP8ueiw2oyiLZ/HiLiY40Zq+Gfq4XfH0KTW7Zsj4JDloX56td7h0iyMYsq7DeI
X+kgdC6J0IuCMZTGphNx9aoZEKBtXdeOtpvR/UhIR+DNQ283EmVniCp7jIswe2TKmz2iEUOvlw9k
GSzfqp/B/eo2qgdSaTMBoot00JNIv6uiJlXyR4pcbeU1UXqJnGhaJ2NMsN7i7Q2NBdyxeAmC1kHs
rhT8Q0zIdTubGdp0PyGuZ8y299N3Dq3+YbBoPuQNQutYIwyXA7qzgSK372qDIJYJO368NBsrWeZ3
rfefb6cS2PwyjzJdQKAUHgzMUaK+FeBkmZN6SeABT1DDjtqL+kObLjFLnQ8a3HO/4l+hRuomA3oj
o+waJUbtl7RmWNcPHKjKle7YA66cOGZEMH13JA4WEXtYmEioctmVNn6aRCOJBF63H6T7Mkz0ZDI3
ad+5w0BcDzIEfutMDP1JEG2tZhZGtlCtkyLsVkEb8GYKFNhVRcSbbcTOUXYz3ZeEZCBXh6vPTEWa
j/mU7wraoOfMJBnqzzfK+xWxhLqAg6NrupbPXB+JwdvTBCdvWs8aloG7srOJK8I2FydTYDzJyU4+
xKnlHOgFU+uAqXtqvYWzRIoMcLZogFZAIrHSE8w5cHKNm/egfuam1CxBRAapkw3pxWNTR+1c1gxN
8fPIukpPZWL5X0299pjRGf0WcRhIHivv9rkGYWca8vyspcGy2RtrJlbRy9DmzaM76ruC/tbZKKka
4246DR7m3X8v2gwxp+2kIJ9Do/jBC2Kse9KBSgYS925yEdv/uHn+vWZM/dguF41xGjL29HGixaMv
o6ukhreiHnXPnC3iK7vhBSMa6crtiV8/Phn4QHZTUm88wjoW71rwJCZmY1QDLZSDprugDTipKQtD
Tbnq5tzY1zUBejhRaKla9a0hgGVGBrPu7ZlXrBQlAWFz+6QX5Cm2bZM+/PnTNpzfSjE+ajhlGIgM
+hGIsn5dZlzHKF3N1lV3EJlqovGQ5R1YWi/eGJprP6qLLjLn0fLNT8aADyfWX6PeKKO1QXrIXg9i
EIMllt9mkbB5efuU+B2gHaLArSIqXhPPnrYOGO9D4woEN7J7ioz2hS01/ppy51cdmST3oUVgu9u4
oCWyKohoKIDa+k4/75VtrWaQfoLf/sTqDFvGEs2TmfkecgDfXof6bFyqxIiupjY/DW6DXqHy8EfS
Eb3a6UiTedKfyzzCjVzUR7tPppttSvKOc4YT6tJEjn3UIvNz4FTTIW/kCD9Qbwk0a62dxV6qxu8+
Kq8VeXXFutb8fwa9JoB0qOWtlkkFavfb/XlCAPSQWX0HptoGwlB15Lxk3nFB9VQJYXpddhi92j83
TmisZ6nNDU8u+TPK1qaktGGqL4UADLGpqA9TG/PKL2OzgS0vmKEF/LvvEdAER38RSpaiFeexC8vL
fSWKm+Fj26ZyzXm02yaeSN/jk195AaL5QIv9i1mY+cklWOfk+eBjfIJMMLw4tLuVxZMuFRj35RaG
LRSXVnPPHLEtKMORvoKsxYw3t6qXqtcJT6jdai8jL90XpAoQC0ee3Wxqzi4wyaAbOvSvuQyw2/kp
cPO4KRf/+i6KLfkfxWvRBA9Ascwrvyswls6ct2pmo+crHIgJgHcUfjVqjaNPAbTTwtZYgjiwugnv
U8SIj9WLhAWqnZMSpqpvK1t++/Nro6bwb3YTUmuU89O3eXfeFDZTNU391NOlFnqHdkd07dkVxeuI
c3qrrJzQVIpNH+VgD5ahUIT4jWUwC9el9BbDg3TdM3FImMQW/ySwJpS2Yaddi9pCoySs5NFLQ5RJ
RruzHVne2DlJhPc56pRTQfznMqEYOCPgyYqQy8Adknl8sPLiwanRZrc9oME5nt/7ae1e1BStqXG+
MFrPAiQ90AIXI47VVuMeiAx4SKJXF3VJr5XDWvNMRILCRkcpSUJZ+t+DcE+VM3Wn3jdrhnH5hyBO
7evgk1raIxTDzeoisTE8Am0076NxjHvsBSZwrjaoplNZZ+5DM+vytQLQvmo1GYFVnW+tSfLknz8b
RKQsWb9+OD6yR2EtshPd/21Ja6eyyihjENZgD6d65mijTlnpVEQXneipDfo4uBoo5ADFWmT34WUk
Exy7GXF1YCFOIZTBXcyDe3YDtO2R28Dwr2Mm+GlsC2LtEWZFc7irCydBg1tAz+jQz8f2uyzP9ZPq
cGm+M++YmLgrPpGYXB7SnTMRYFGNo4p2A+cqjwSDk6nPkklz8zH1iIxInLOabIMXealCYuyN3tpa
jFoeoqqzb0rV3g1+d54D5yQIYlRFBLAHh94uc1B70TZZk5vtwnSErxMtkjfMQ0gPmHXxmYMiT5kt
qY3YFBWRv/zWtMCQXTf4wdX5RheEnOTgsQ0vYy2tnuhANs/qUo8cL7PgY+Va6Q67hPNCX7k8as2Z
2BN8hHPkvmdnGE4NZPZVFOaot02EZcIHRTJB4ztrrdB4WXRAsa5hmRtBgMauc6tnjQzADeCd9F1M
i58Nc/K+uFl6yPX2SDbdXhez/S4u6wqvZTI+DxhDKC/4qvDM7V+eof9PB51niAqIf4jwPErHX7dF
z+pb7FRwN+/94wRJ0TbS/7EkOfN+hVTQ6NwnPyMxVAkwwxHPijC4u0ySGuok6dkHqxb6VlqE0hg1
nm41SPAqYAApaRtrPeaZUvLkyuPQd///qbQB/7Agmsx26hjVasD4iJOHcsYq3Rqh1OBbi4e29OVV
b8zpIluNxhmasi5f6TFt32oksFF5o//dTtRXMmj2jRA+F4bEGYG0Wzp0xMMriZDMwL8ganPvnXjd
K+trYX7xpiDfaoMcOW02/bu0m0M0ETgI+pqc9Rx02/quUmLvuZTEnZ5yGbO+P99lIaHGNKjwRHfD
m1muJgcdqp8TdszpvX2GBVPA3oJRACSPMlIZ8Gh1lHu1GpnVusIGduHFHS/dDDpvEXyWuEpvd6WC
M7MHqUFvxL5gx3TFaObhGtS9ndB1vCTscDyWRCKv3JIWhhr3qZsRO/mF5LjXvO7EU6DRnGZB+1gZ
+c410uDCxhLYCXaiioSokkZNMDTaDsbsAvca6PjLxvh+33XdV3qZ7sUb6FNGAxyaQfkl6iStaREt
Tom2juH68TsQ71eQuB7cfz2OUOMBz+KPbKqriwx+cChByDaZ+p5WQnjBJqsgyvI1mpqGV3g29pDP
poewsO41tqZJczMbDvjMkDDtyOfBgiGE5l1dVB2uqm/U10t2nocVhfQFvPtMN3Uv3rYdrHn6pdcS
zZEyOxk+mulq8DGpkPU3hom4KumCNDL9ASeet40P1Z5JNfdgdlBRIC74gkSuBXZJzFidDOThKSFM
RT5INSJj8SFCMC8f12yAy6dfapuRQetDiAx7A1RxF0K7OFOgmjuDYFm4Ues/v89qJvnfLUEI09A9
4htsy8Hmqzih/2lEeHmNAhY91KYny9feVx1dx2qMXnr7PUgIsdaqwj02nA8hN3Ty/QBt7YGRtPgI
jOnRJyo0k5VxSpYLZEADScdzbs7arooT673FieIhye/yzIReyokDCh03QTryQ3geUd6cdK9Hx9RH
uDSY/Fq7bjGhQBhm4FGL+OdMqwvNBmM9+hFNoolcQv3Sh1E3MsoMH8FPNpl7Nf5sRvfRIhF+LaXf
rBpvcq9TPNOmSAJa5a0enOiP86KpPwlyLFOhzwjQjucPbc9c3isQJu7r2cIJrjXf8+Xkr9S36iur
bNE2ZMLF9NZ9/fMnYfxmCV0+CsviBcQpQP9aX5pv//korHjwSt20g006QBj1yz66Br0TXb3lIizS
9QoXIvLy88hK4msGeOVBhEifmKCnmJaz8jDNRnqynCDdK64Jdn0CqHPyzcKRGDW9IBRSvW2Tz3TH
TRnEFVkasuKF+mZKjadgSRZ288n7rLbFxv58N0GhokJrkxsIUEtsTtT0zpaYqh99CyzeYyW/WiHG
GEKA13oKfiTqa+8D8abNWMiPnQE6K3QGnw1XO6nzzIy8znMmcXUjh4yyfFiTBuUdGMJqu7t2nQna
qvQ+9YBZYVMERBnHsjzaTDQjphl+2/XGvnDd9WwR2N1/651hOvtwVcip6q9qH7lX6nn7WswE5pHu
TVEjHfe7+kM5pMNWqUzUJRmL/KBKjy6fCMECyL/x3Xap6lNaigtkpUhzurHaeLWZQpxA0kSbu87c
zd2tFwflZgrQqxS09bdBQxBow+EVos5S2YuBsolDqr8x2qA5hoY9P0RNXqFCMtlVrDRhII3je87x
XDXSBeOcohDI2fMvDb4UsCb+YzTBdKtAPezLpBw2Rjlsm0YfSFSmDDWSoN7eV13f6/e+NJJdVE3B
S9GjlWi6cdfXQ3bzXKScrDryNWN1Oqs2rOYDDsVqg21zMTtqoWZ8uk8Cm9nEoThO4yb3gPNNQgzH
pIIirlqr5ohrXKEimkk8awYpbTa5V09uBJnVihvtn6wcH+oaXi16iJJ/DlnvUVoTiRJa3+5STB39
5F+UwuCZ35S5goBcW7CgkUtDuPVbTlLXZwEwEwJBooBolqUUyy27gHs/R4cisj6ZmuUegmyGnZLR
I9fihGwa7afyNqDRYJCse3AkDDh8huOlt3jR6Iu5X8wfQQ6lkybaj7k0LrVexp9nHtHV3KcnpyRM
GmOA8xIayH6iXtiYDvPgmuQWZhucyzv1rYaBArLdoG8JV9PPdhsOx/uzSn9y3E9qj5Slw3NfQ8tG
TpGAa8mytVJfdWxVh7sKrom8EaA9uU9lBwSNJKlpFYSh8ezIFjyyUegng2HryYqSTVu10alXXXIv
dZGtWmRsXzQ6i4euiZubYTU8znq/cxssdHKRptnD8NXI0vam+zVOvBmh8dKI1EeS6l1Hf+fOef+O
wpW8Y87+9Azd7h1ZY9E60YvuGpUxcsAUMTbiWLpU3U5BbQDrRZu0YsKs3rY+RQH8b+mhF85dX6ul
LqvM0m7C7B8eF3/XTdaYbHJpF/t8Ebya8+TdcJhtZG6XTNhZqekPRRf1FfJ2uW0jMbERgXe4vxht
hzt8aVgx+G1WuEwQVI50zoSRvqChhbk/2z9Ieq0Yv+g0y6uOuFa2OobuGqSX2rzh/90kJlCsyC/c
SxB/aeZIvitQ43Qg/Hmahu9N1k+fA0mI4VQAwVbd+D5E8tDVpc/rOzvcxgH59yLqiCXq1ftn75ID
u4qHzNv2oy9W6o91n9nQ/d/uuIk8d0F3MzRUBIzR0fclJJoVzRl4LEi/AtbuvfZoUsvbMyjk1jUR
ZUdrnTEP0i+wGHKqu2MMib2GCFataDsjlMpKdntl+LGTko500BaHYXaHJ89qCSqau+RbwuKJAGST
dbAfATcsWePIQ3sR2nucc+J4L2px83lnVETJ99CWX00J/dK9hLkPdyQPJRPnRb414m0NvNw4K6sL
MS9EmVdTf3e+cLDvD9kA351k1DjsLqrFyJauXbqaPlnjnBSzJIsn+yxleknaHo/1YlR2yJJ3Wn1n
TxFvbWL1N0zt7S7pu/LEUvrzQvMUFunshUsTG7EbT3FD2gNi56pJbMRYzT5QHp/Gip50RHcYKuND
jmPl5EQDaRPu+Hxf9uzRfJxL4qHS5fSaR6V9/nNN8JseAMab4Tk4HjhsuYJgmV9LAubtSRkYCYcl
ZxAHJay+mxPG2SaviaCHzV1tnUzOOrED+FpqWZu0s29MGLJnOziZYMxP1Fh6jvBe/aQpZ/0UpgfQ
9+4LNMlwjZV829k+twR3taKWpVrHfzNOZcLqgoo+aqdpdS/WPNCdB/q3+2b0iMa2hiG9lhI4J5AY
udM7MP6+jThiYOLwcait+ow9o7uoA/lIHL2Rk69sBHb3NQB/VBhI90Zrpg4oquFvbpu3gzbfQpQn
dIeyzXV1hBW/3sHEq8bO9aDT3RUVjQ9gfTlBqJaH+kpdion/JNG6CVDzcFaQKFUoqYsVNDZE/qaG
+Rmk58FNy7WvUf4OXniZR+Yfjhb5uxYwjur9UGRYP9lw1tw+q/NNRSpk3tji4htQEQIOg+1khavC
jzFjUi8rpE3au+kH0A4/FSmGlz4ZHFlRUuBldTIyd4c5IuORs+lT55ot1hZ0q8t3k2vkf0k/sN46
s7l1hrHw20yPo4GvnNv/qUfD3pqX7o39QDxASQZvh+TPZZDvhvkuQyl168t+hdmx2rmcLUHs/U+q
tlCsg9Zvn2oTFgTvp/41ZXx41Ba8hF5lxdkIyuYS5KZ9TZv8CgyMvLDEOrtTj3mr992rVmzjZZX0
/PbMYJjKcAzmv7T4fxsk8gsiZfQpyDxUQIg2f3020kqDs2s39B/x29+7EEztdBbFQygiSeCrV2yb
wpKPgwP0NUnq90OiBwjCyJlFQeqDi0sxyoy+XHvqTF1gLsaDwIE9DvvjsIjqpVODM7XsZOtjONws
rMi9jo/tUyx04tjhmSbYrXZN5kBdE7ENn56LIcH9YaZkggqrm9Vruu9c85hlvDH2ixIClIF7nKre
fyBP6P8Yeq1BOwvc70OoWyh+bJ1k8+HFSCP+Mx0JrtoQ/7JOvR2N0Uu0uH+LKIDO1G9vGcKcIoVn
ND/MdaevkceJo7o4//eV+hYqM1s46qJgG4z2LeiDYVESg6cKrXkVw23bQgwEHKdn7+4NWRJHVzPJ
0oco0TKWo1geZg6ejSGHk7Iqq0s9X+IBheN9q4yCQn/u8yx7QHbmbe4/LE1L7nvu1XbkLdzWVLsU
VvjYA16txrDfF+ExX9ggC6YhygDmzZX4aAVZ/pcT95K6+EsT1uceAfCkRkTlQ6P8zVzJzxM4EjHE
PXX6d8Tw/wg7r+W4tWzLfhEi4M1rem/IJCnxBUFSErzZwIb9+h4Az23VreroeoEykWCKTAPstdac
Y3Y0qNTi0pYOLMk0919lB/ze55J2HdUpGEiFJhz09XCq4NkyWIhgRkjXIFBFFztXEQwda6GdNS9v
166x+/+/t/p/vLf8vq4DwhHRN7Paf/99qxgBEFhu2M05F3Aihuyr5p27Xlcu852+y+xrNUjE83n2
25ViWKs1AYacCgH2eAWAnszYFp6fYNwN/cO8cVWDSHEYOvN6zIoykDrtYK+VKLc36RDFqEh87b98
4fV/l69ML71HUcC3HaG2+e/yOs83SgduXQ2v2bg7YQNQZVroGq3+YSXB1SWj2PcnpkrpQyvX1O4l
0FgcxEGcfXEOQseTfY4QvVZNQ9UdJ562jyVnq7mboNgahkT/vw0inf94/U3corA6LJWGq80k43+f
pYKidj2M9N2SjmKxw+6JBG9sX0h6UJ6sgHRx2qUrQ8fzMju14mrs9q2DcgieEt2G7MHAyb8rZGY5
o7bsFA1ArOQdJM521WqJPGSVlIf51rwxK1/btg3QdDevtX1AB/U8b0rb++dWZHNBwDCoPYJ4G6fh
Pk6d8mTJwtwHrcfqqs/ETcuaZm8TUQwZGxv76EXubhCuuqy52HyjL6UanhUJaF8H0LKROi2bwAxf
rannPjfeFSLS6L0HLTgeTp9Togl511mNs9sZ/a3mRR9JyRpl61YVCcTzDLrtyYvsxzFeWwGpB7pD
oaVaLP3TOvbWg14oQN9r+B/uoFyLZrgDM/MOkZ+U/2Xe4k5ri3/trcEjAEOpmjoQYF0nH/V/v3NJ
bpvS1Eq5/F4bo0VJ4bAoyQnlJAz4CR0pTJwCoSUhkiMnvZn14C/yoFvLMc0PGcV0ZGPTSsYtYy2P
lfM0HGFg3O2KSsOV76YwFxFXLiPhQgJDh3m2WDcvRkxRIZO2V8pXgskSM3jFIJ8tY50hYJjXyWZu
8pm5te5V5tNdRFanS0walARvq+NTlWkZba0Wg1Cbat4ONyIt3MaPNnVcroMBD0widfVqZ/eWC9lT
HTY7MrXsS5cBOFR0LH/+E3qI8lwjCa0Dj3en161NyCxVdl72gIsPykNCAp4uklxAhiUEeFbXEwug
jvzTmGLJdQvB4K2pTr6vfMK+6PeJYKw3z3uVLmuOBC7iw2EEm8Q5veOpuqiAMQGVtYtrrawcjVgH
EbgX+j3ufzuTs0b4jzUSK3Ob/qkFjML5T5GAng12lzTMI78V5i3mAXzaAXgVn3SAukkXuj5Gb6Ed
7zIYySBHJkp60HO6Tz3CkJauBeUlSwTtNDdCsCSCaBF2trKbl6Wxl/bLb1YP7NmfmhvsqOGLSya9
z9LK47tp8u2px7p89A11kF8kyb624t9q78tdAlln0zXFV87i5+rnyZdRoAMAZctVI4zvVtVeoLiH
n05mhvTmkwMsuYdTJaw6zCB6lqsao8sGWkB414tGWfahXr6hwggYEVIiElYNWBe+JxgYJQvJmwic
Y2Glx9rOvJspCPZG8EMHvf1IWKK/YPLtbq2jPhonuGttUb6U5pT6FebykPoOjU+nJBMks75Z1pZL
PcNnJV8j63uZvy4IzpKlW0HygLI4q2Mxy5lXOAbgMCRB7UVSnoDGuE9mGrwlRO08o7G9BaJBchUV
GUJuvnQFiPj1FNWUcqpbV4bMH5mlKUdRAtXxMdcum8LP6JYUw7tiItPxHE73tl/VG02E7iHXdRpm
XuOSppea46opvKvag54zMwmxQabWc+8oIeIYvN55i2Io4IW7MXLX1qUSiq2bsDgxWkdfNV5gPRj1
WoRye8W7b7vPo27Xf4ziCvVTGyrnU+MvI2ACsITfRmLHTK/eFQVnRm/GJA66e6O8Zk6W5rcZmpSb
aKloloD/0xmVFWVICvnkst6JBIkKXfq1UDIDeLejXnu60QsN0vUs+i2jrD9ZI/V5b34JRJzuIjRx
d02YWpV34VSwstyNsgGOVgPYYhlsl85Fg+GFqkOtD7PbeL7Li3xMlRQiwPSSz7umQGhHKtHBc4R4
zqP6MbvOHaRzq7LOYYDUJD3FmjMszH7QdprOqWyehlWx2y3C1P1NbrT/XcPOhSxn7g9sqMdOb2sW
0yrArZQvUOGAvcy15OxEkr/amQaGRY3XcfpV7NLU1jklFUNnmnN/N4kSPih365XvYqX+lmSA4CDT
RKXv+g0LqIj9/G425LGLJNfshrWZ1jYFLxbUnIbdupRd/OQM3jFOuvItUmx9jQLFvYajeVVCEHTx
ZN11tZRIx7bzN0EdWasZ/6MQxRPljnE1C7QGc3VpyardmmYZA6y1lE8ms3Cc5stcrFevI9aO+zz5
89w+XRZ+7p+SlIgLvkMQAwr7OiNh+sy4edInPpb8V1N44XOoIMMxmkJHUxU9+5I6Xes7HHw27WYT
vYytVsF1FhfhR0Lr7hTDThOxgoYmFJtIs7KbmdfxjuUaOp4O4XVNRMiVBTr24NF8VmCpvkIRuM4E
dpEZDCOH0aDVJPsb9C37YjkC7dkocOfFAQFkTVm8ZlP2SpqIn7FoiGUSSo2PHndzSO//H5hOmgzh
Fo5cfIr7EcUgjZdodH8pSWw8k3dk0K8JwX0N+9G1mi/LUH7By3J+AH4hmIrV31Hvy+wUYxLdpj3a
BjD6yVNSiuA4ePIxX33+Nk3SPgVBWDRI0NuGWvwnOJFq8X01DxWPdglYVlvj6y9HgEDzrYRWqOXA
pGqjatg4Oh+LrI17f2MlAjlc0LUXvSDIg+7bWqHqf6+MWENTy9y4CYiysmSnvPo82NWOd8invNJU
ExqdM4M0T188f/MZY1ZRe0RIx2ESuQ8pMsCotSXtWyU6Sjf7WcRJcxBNYiw6QzYvlEdfRuXV6zTy
icyZMcswI3BBn1ltdcSFNQsPpjcDNlqXQVlv8iDvHorJZxKyj0L6htqtzCoJfqGnFTuZuSNy1BS8
wnShbuJAW5Kejd9/rMONU2lQhZ2uWScqkNa5EE746pidRrx7lb13puIvVRqL58qWzbWXrHtKJzs4
Y+081DL60w8uyvy+Ielp8n/mdkyUCGshkiOF8UblmC8mQsvJp1RK6ABRxMUbGSgvWjMz9dCxfLXI
hI9JLji5lhapCb3uIk4MLnGtBcSzQF/B0Fitowoyuhsbv82ETDw758QVFCp46AmcbPci2M0CXCr6
kku38mK7BA47rEPOqZHGBwV+km5Y8T3DI1UiBTh+A7dRQn0xdWMqPz1Px1t0BC2JGsGTwUUNxmjl
+e7ernX7l9u3bz0xerM1ZmRic48QOtizf7ehe3cgTz44BF329i0FxqlMK44l7TzkSxmL8RIRZ04n
Pcm+RrIwVd9DWWl6z9/cG6U4ZRBP83pEyDS68lLp3lOLzWn+7yOKBEWQiPr9yQa4fplPPokxBKAP
zeV8iulC7U/OYAunIC2+hTq97QxetSWE51dfbcxH7P2xlBFDxySAViKms7Krh6VbDuGJpXjBqhN6
5HRqzcN17JvXrsOCD9ZoI1AKha6REF38yG3pHl03WGZjeVILnRTsPvrK4lLZ4OW4aGCQdz5abAev
7F4jeUqLK7IGGd+uSnca4FbLNjD7JaUPwOH6T5MwrR+V6meXikXixaRm2yrKB1cOhB2Pv0eV33g0
AWFa3UKRKhm5Fdncec0IR4WUlSYhUQR9fhIeq+1ac7T1kE31YYeXajBgSut0CZAZkDrYCS1c9VBq
V0FbAMpH+xtZZ0zl27LpYvB4Or6kOoSdTWTvVmg2QUZBcYyRGciICa1lKnvfdpaG6b+OregWGNq9
hfKrIlBpkVBabfqoXSA8/0iz4pp32W+lac519RHYwS2PUAk0/c4DiKKU5hXwsVDEh43aXy2736WT
U8kmN80Jjp6zRcu8b8gO8fzu2Njhw3QHi+Qf+TkmAbkXIwstMuseWT4u/VxLERmjzsvFxA7O6GSi
9eT8dkg9HhFPNrBQz95CfDgpARYwH3ukaqH4Rh6SNyCoit7hctBdeg20llNBw6lSc9Hbv8itUpfS
88O1PiEU3HFCYhcp2okaYXc6bAaHdkcOGdKsrQM0xGDl9H64dE0DkKGJ2jLL1ecwW2aNGax1uKFb
gMK/+proHg+RoRit9ilNx7uGla60w1PUDz+VXIBDCLaxnYQIx1uam1juEjly9m1uIXkhSq++9m1x
7SE2QDHZe8R3p7KkQVMImOfNKUqGhyGTfaBqBztxfg4GMZssPqhUrGU1TE0dFm7Qz7zfkLOWnKuo
chuuTbFBkkSV81QyfTdVkpDChDTJsibXmvHfwif9bGyWVUhnXQhz13b5W8+fOSjeyVHFrxGCi4fs
ewEWWF2XbfgqtEJsTDPZjUBjl8ZQE1iaO7wt0FPUtOmW0ilh+Ax329XfYkNeyMt2H1aYfVQM/1eD
hM7roaNYMJFGl9LeDVCx5uBDF9R3tSz2apGvukmkZ6PZq4yRJGubWsLFPllOsYCZmZzKm2GWz86U
I9pwORlD72EWbbXY9xY2fte8xGMkzpmkJ2SkaQXLEzEh7Put1M2QPOdyEiFoHy6RFdLsxCrU/WaB
zC5Y4kbidNt5f9rGhmZA7hi8tXub67/IRXlLMfZYTzq68gXeNcRHUFyIVkPFwJAXN4uCRALYaz0h
o8pz1xLS2hpVv9ZUEEe6WiZrLarKXR3IU6gow7ZQ1Pd2Nu96kAXg+HI2A0NfXoSR8FUqX4nduTd5
/KVr5Ci2Wl0u4uGYKNCMOCnQFQ6LfiFYs/RN+1LWQbq0dPszjlUIMuqRaY8gccE44J7oyDNORv9i
xFM0eFZmYHfKq2M2vP9Dh/NX6uQiy6fA03+StUHmVWydfS2YEtsJuiG0E1fTpU7hhKDqjzYqkc+5
TZHf+f3Rd3S03F6vbrwwGtZaNypg07sX4HBEm8vodxQqDGTthVb6e8Qhe+nYOWzURKL+KF/teICt
YQFaChIb1YQGcwCLSzmcul4lMc0SOk2++BTSm54+CxXNIie8ZMM6R/1YVqC6dZF8OiJ+a8tso7kg
ujSUt+u0iG9JOoS7xi4fRhLBleifNf7c9dBMsN9IAVYC505Rp5AvQscMS9lVIv5jhd4PmNz0dOGh
IiJYeXiyV6kJ2dYmTqEAFQCl+Y9E97YMgEmjGRHe1ovLZ/4dt8lYhNN49jHCJUotemWMN5djSIIB
RqFTZqVEzA4bQUNllbJiYRWBNsbPxv1I2qA/pE8Ac4uDW2i4UQyfebrr9ZsgfSZzeBvqVXiQHKta
6cAJ3XERPRE1zNQG8iWSfGMQF8ty16XRQhcxGOGIsHwpxmJdZHmHaA2mrWd96Wair62IYBoEZspB
+xIVtHtpOfHe1yxn2VDGLwwfZq8paAQblUUUn8dynAJqV/jpKlcOqk3eC8IpRPHYSAq/y/gAR8Z5
NKI3e8DJzwo037V21GwbQdAarfbwUD0SK31gPsxfbGV4xCFnFlyZ0bJnQWRIq91y4QdakXzVXjec
06H7DbpIrCSsIlJZObCl7WMi9uOjktvrzrJXAxKjAw5MxsuyHZc4aojojBG9U6os4xhJrBtSLDg2
EhNedZKb9QgHvRbhXs99rjmGWOpeMvD/l6jt+GMyELMrNLKMlD3UpQR3rJUYt6Ap/jBQy0D4pEyP
GhAOvFUTPtdZFH5rHgbelYUaF7s+UhyIItrSQxw7Ve2MUlSJTKxNqzVLTax+vrlDnEOmCFRwon7U
LWKW9AgheeVpSb3LbMJTfOjEbp2UZ8adgEnUz1DFB50WxZJW0R/LCr5GT1mScgifST1ZSgbbsj9b
MnwZUoemav+U1foD+isnP5L8QJPD0NazJ8TTKTNe1I2daeypzoZl3KX6h8741iWE8qWzOQkTSHPQ
XT8/1DrYH9uGzDvm1ns0yGwdAnnd6Elwr3szeAPZQS8EkrBnM/23C/Ge8ctsfMv4xEq/rvj1EfeY
JTFCQPL0gUZ3eMLm9RlKiIpJ/9z4mCXbsi9XOUl9Xtb/oGwsTiIPeeUhXyCMu7CqcFZDBqQIIyFx
WZqyRPbQrIykpBLOf3Rj7j61bRsfKs2MaYmEPWMZPb7o0yYhm2I1qnwrODt6Z690w0MrQnRJ3BuZ
B7Rx1O2bMHZ2Kh/bgPIb2j2rETvX9J3fteDAeU09hxMQ9c4aKU1OMHyUHkElDhm5Da5Tn3PfhrDJ
qR4koLpCsDul6WqfbeQK4pbSrdYBnpQNo80mtN+llX5Krzt6aolyMXQ24HR0UXyNcRKA6e6ShelN
wDxl4mQjUusTdTcE3a4jyG+FQ2VnejlwJ4taSMusaCPUuj5XYf2wSmJd4MBE2zxX9I0x3R3Hcg04
bhn6pfVC6aedTRlSlxmx/dLIQaCLRZcyP1pZdXC2ArTMtq1bLwnZXVR7hnEIXLvHZVdZH7buHwK/
Fa9KrFU7tBnRNiD76UdVKUvmNtYHYxpOa0QanbxRDe89655FNT2QW8GfPM2GJzPBjROZebKe94/N
jX5gD7gEe5rtkAsjwv63C0vn2PmKpEdmm0srZViZMo8+GkR0cUH0PaIn7cIlNIhFXmWXL4Qw1Ddb
1K8w+Ns3GZX5PvFQ/YVj2b6ZLvm+DVeXfTE9mtXiueoU54ZmyXzUBGHOPzRCljrpDtes+YfgQBEN
ixh/NSDoAC7Whfd2zKpLrJLtDUT+jqcxvM/7R3Jv9ZEW6P/dA3L96somOXm6n9AZcAlrrMsMlFyo
EcVsBON93tgy/YNupsc0W/+zS9fF1RnD8fR9wLQ/YijsjqmDLpMfnA9VikUfyeKoYLVgFdz8BNBl
LIkrK3b6mMq9rToVv/4AzBcnM9W9xhBXzT91EEUrIjKic+u6Ocy8KXaKk9dn7gSn1MyaV1WSaJO2
0sTb54+vGhzm+QClb5KlJBpZNxLlnAlVpSOPoaFt1foWtsq4VPTAeS88awubtdkORaZSBYBva7rR
Oo+YUN7ox5Nak70BIUFEWZuMIcmPfnPqvtnS5PEIZVB7Iio0cOOWj6l4lOWGKkZSPzKwsPLMJc4q
kQ+vto1boKbbxle7M59wwMrGcAw9T33nbGjQ76vsA9QK7aF7cDmm/XpBh2GM+/SYd1r28KRy5alr
inTw45lfZ8u+jMafY1w96iIgbTb1NjGYCuJWx4EveZB8BENrLszSlQ81KpI1RBQSH9yuBQTaontk
ld9Nvg9DoW8Tc46kjZHJM6ZOZaM40BxdKw02cRN3KL2QrwGNr/YJDdeTmUNTjbNR/KpjG+OGofzR
pXMRqj6cpDqF0HZ0WmTqV/RusLSmmvSercpuVppABlsCe9g6HuDaqFJoS6pNiaLB7fZdYTmnNCTp
tNDc6G4pvb5o7Eq/9qHXXAKjEQvGPfmPPgWDUrSDtS1kWfxoNPFs6fV71TS70mm0x6hqxHeLITmY
9fSayhwwauVkm/nRKHM3ptYI2hNofEOvbVZuG3rPXOL7ZcDY89VSEXqNwOp29QC52AegtLUbuuaN
KDcDkPc3qjvhyM+qFs50CjWOEWvJG8pVhIfTA6RKEGWnWS/Ua9YqD8ab7sGEaLXWfWmT6sbj2mei
dO1CEVF1r2hSH2jo9Ou8suR7rpF9NR1BM8wh8V4zzh0eS1hn47hJXv1AZvdhsGtQXsitTBpdRDhR
+gFySPQguBegYG+42IdzNsJbqjXlVifSBwNSvJq9bVzlZoizKqSmjMvdaFYPvcu84dJYQbopSclB
EOYq28ziVDVxdcmrUFgquBp/CXd9NYQk2E2YXYXh9DZPxh/zAzmO32Ew4KDCpD4p08aUlnKcN5IP
HeETrjutLbN2pQwy3CEReekmu0/u5P9slMn4gwqVmGYmsMnBQIg+HzLbgv4eN+9rZHaECZC9Vnht
AMqNMAH8jxqLSkyZs/b0waTbHTFmzQtmQ54q9hjp9F/SyJ/aXBWf7lj8UlyrugzQGFaJT267WSqs
JGhz8KltT92Wgk+e5ttRYbdcx6bdZZwG0N4Don5FTvbFvNMwDPrKfbprY4e5YKfaWOJL3PHzzQrC
/Ck03y1BMlTYMLUsHHFz0k7cXDn5f/Xqj5h2jZ6FDrRMjKfB1cPjfMR8LKFiyRaTTEgKtauU64IM
XpIrwwuIWHfBB0lfFSgiNw0WiUPJFfXSF3W+KrUqfG95p3UWK7+Nwn6ja9q90lZh9kGewClVMe+b
rc6EEN7lD8Ubr/OhuGgveZnKH2PD59yOrOoMUdpZGQYuvtaiW5hhj/qR89QJF6SvHqwy8hHPg5GJ
YzCR5CvWfRw8yoAp2XwIoLlT6kTGW04g55q5IEiZrFWvQ1lNIeLlDuWq/4ro6ajWjvnSMp3dJ8Tb
bGTs5B/lybUM+ZFaYbTxgTPs645ubhvmZzgy8qPPST02Rhequ4JL2qpV4JiEuzE24VWBnTosHVP2
6wR72nqoC17gadPQCE5Sz7hi2zKeIuH0u+DDV6MW8DgfmrxWige96eIhDeCMnvU83+lrPFTAq9/d
UhP7IQUuNSZxBE+swBkz35w3MISiI44QAq5tZjOBlp7njXT9f27Nd+Ebb83cSw5paevdQmQD1zWD
OUYM8mjRmXn7QhHhLYtAkHORJ/kSCorBGkMhoIcl9E++NgWx3K5xVaZaB4f2nalCv6BtBwSb5slB
1QpK2E6mN0esKVT5gkjGqXCj0nof1LV2mzdd7FsUuH28Aheokx6YRuEpF/TNWlL4TMv7GDNLPcwb
Jqd0fKaNYfWYy+ad0iFN25LB899D5lvzcfNP4ET6n4Pn+//28Hx33oBPTNalDqGxFWNxo3wGbC2j
TVH7xc3v+tijjsVdJwJsloByiRaeNsJjbq5ZzWm+N++ffx7vxbCw9ShE/MTTxfCVb3ZD0yqNqpd5
198fSGOoD0ISWDnvU4z+GSQjyYBuxQuuVrexoPGchcZaJc1tj8uNbJigfckimv9t3/5qEkf8MBsT
e16J3NjzXkoJqLNk5YPSfLgEQjVWkG8G0OPGr6qt8Xy6AyLqZAqPsgQyBvOzI8udM7uvH9Mk9Z/7
rjaId5ww++ThPadmyyW9xtRJKePJqHoWQhfPVB8N7bKekcd0Nxr9Jw/rFAFIk8nNz9tnuwbl5TME
BaunrRITn0nVKCfI5b+6QD/qfhF/eQxBF7mFoh1CcbGrAVLgB42qnVmX8RMprAxTqJ9fwLn9jEo6
lX3l/zCJ8NtK32+2UTFmP4mgxciVpB8SKfKaiL8ABYVK3Zbp4YtfdBeVqfSHo2MpIFiOYq+qrJuS
j4Jfc/xAF6k9J7X+JKuB9aoE7C+Tdy0W9nvkawVAXCKVyqKUJA8o7cPqw2yjGkiuZgrTKCz/UGF9
nHx96qpKuXi2Kn4qNR1/oZwvj/O9RAXFbdF2tyf36rwLhc0I8VlcRUvHgG5Zce8GO78DXtY2blcZ
y3Cya+ZetifHOdxEBi58WYTTMHC6SZ8N6IEpsGd67q9myIOvxil/VMy4Hyk1027QHGeLqzB9weP4
Mh/gThlqUVcUzwPfkz2e0WA7lBCn3cw7970efMWVXS9oG7n3QCdCsa0GcjxCMqdxGezm57ATwcfb
2rg17YIqtezbUOuYeA3kD0rnF3eCqNJlncbJiyMgrOBDOM6bUDfwecj0Z973UJj6qZip6PHh+0oV
8qYsLHGOmCh/OilwdTS8cF1Lnr20hgCBEFfLBwiy+gPNcDd9P3O+/gNR1+F02k+4LNW9UF6GsOPT
EAfRr4a0lkEfoaa7SAtCTd9mZZu9dAVOU48WWQJ1iX4UdaPhfYGs4jJVYxOuTfuIf81nyZABtxnl
z9AOSXc2SHCOPKP+mWjKYSTj9iHdMj0X9shnd9pPRfrsoUbAEFZeszz4Z9MTobOI0sHbYMmASiuV
hlguOVznDUIZVOUkaq25xu5r5JNPMbatJ1GQ4NHmmLHT91ZY3r1zDPhKmfMn0SX0n2nDgLzboByP
V3/3AZo9YOp+oJpmAlTYjPntvtn7pEsApKbA01EqOEnubDwm/YreZ7dQenyiSuVBY2JbqSaxc4Yp
llSlw86qmh9VrWJ/S2FsA8dgHWBkybmVVP1t+MUlo6adOtSX+ZY23SLgIlhYbq+tgl55ChzZXzwZ
9xefkcVlvhu1TUW7gkBqCJiLUMm6q8VM4FpnAPJtghBXQ9umvB/cnff1lfJH82w0y7S0rFwzEA6C
NXH62jojkzrUlvDvmVHZeyar5pKPIfm0itucC5jJ+Fcrb/KAl/tgBGc+YJbCkMU1X3G6+KQ2DTMs
At9oVYcEApfUqYoeG6z0xvhe5oW16kz55SVBdqmG/ncax9ELzTFqoFyiqR/Fp0Ya6xL+Y1k12qX0
rWdW2i7PXow+vX7LXBoigGsfkty6wmmSL1XfNFdp35z1NlV2EG3yc1N2/7qpxPjewlQSmlalW8UU
DqFpeBSBJVf9IjUscf6+OYy+ewKKXjYqD5CK+kzoqnXklz/WmcK71Vr9k5p0oLxU9w/ZVXkG/Qdl
d9NW4zYPzYI2HjRzSYNPElO+xuRjA5Fmo0CGOJBF2C1Mhu2r+YF5n6QQ5VWeHp4PlIGK62S+7xup
yLHe13dEOP2uDHL9rEMMZg5p9Hzue/0877MxvP9za9rXpbUHt9Q01tgRTc4v086/xxTUcmqlqYe/
T/D9LNNhpOP1By1jGPP3R+dH500yEIzhtaAd/u1n/z4Bg9tu4fdRQ8Amv9X/6zidBI7Kx57x/VPT
YSr+CZh0UHRJzxq+/xY0Wd0Cmki/tETtbcxamGcJlHHL6uZqBUp3yBiXQMdTOuPo+IitAkrfnWb4
9jrvm44caFPuK51mPmMspLqjnRz6oAb8VRdQIOBljONE1So41/iKA8UnqV4pqpywoL85uRJLcc9I
5Wo85a01I6QMcQphoy9jf1M1bXtxIBKaWBwOo6/5GoaRPGaMk0VbvgwDRbQ1rDP/dzuo+lUlY/o+
b0xcnlI04mQLi+FOuBr0oH1iAJdDb/NeK1dtnjxHdmfDkxjZuy+rj98VLIs7jBnaLalg0JmYrLXM
sI9OY3bbniRCzJMnznXRj6Yp3YOemfHKHRKxNr0xAnLVrAh6RkrRW4e6Lqo1Zztjqel1ep24QFWJ
jbWQrcP/197Roool8XI6q/DGvmR58/DJw2gazXxNx4kdWEntzYlfYkKPkTkjTkKGWxrJuKewR345
QGTTaJGa6rCSY1AQiAGMtEc+hVGhXjg4UXSTzN6MMLXMGNonjBNgG1P6JInuKg8HweU2bcx65Yky
QMRcmAd0NTa1Mo+WVQFbWuQ/oulelZCZmHrBen6siVzkeTj86CP0RbqojfG3bhg4/ee7+rxNOPMe
5s2/3AfAy8l+eqSNGnH4e9d2Ygfw/PSIb/bZyoArtmw9GT4RbBk+lcQG0Wypb0DGwqd0TPsT5e33
Y/NRYbUaXSISfPRu35vA15uV30AM/7tvvoXotzvlVfcv+70Gk7EzbxSfrKNCrxhB/M8zRX2QsTKz
IP7DoGcKG4h70KI8ibpcgzCvFsf8zSCwdj1/8lohIgiTQOOy/opGyf8I67fRMNsvO6F9PhqOtbJ6
httklxRreiCMMEGOLAKjfIroiu6HPv5tOFCe4K7ffUhv97gPcHfZ6cZnkbUI6mG4M9ob6Fs24Rbs
QLLIumFbu2UO4YvvJLiQKUekdW/ZELnnsiQuvKmyoyjy64gJ+eREVXHS4h6Ru4FK2ykKma7mneqg
/vOwncbEHCphaO1r6a/nR/9u5qcBaxaDoHqoxJAQXEs4Nle8LZlg0dYtw/EnggPqUYdehg3XpSI8
DJ0H++OYoa/iQx8zzAgFIkDwU2yi0Qq0l4ys8C0uMK5hROFJPU0WgWD6q3dDu1DLFGNwy2DCy8V4
cBjyLYvm1ui5vh40OtlFoA1vPc041M2dwRAqH97aeDvlBb3qDjaDAbE5OE2OAlBkb3Ha4Fue7kZ4
/JcasGQCdvxPLdHrjecr9avS03yUGC5l3p/rz95Q+x8Y0YKj1QFTyxzN/iFtA8MY2pMTWHHzBfbI
Che+3NExKbeIc72d78X9osCOETLLcutdVzgoTJJ2Mr0OBissjQHEtMlEsMaaSWxNpfyzy+00Um/z
k2dlpbroRsDdYuyeJaqPfYNlGumX5+XM/o2YgD5qawQaHPN3k4qkWicT0KC0hHZwfBUelDdvVdz6
nN+n3XPBOW8sjSUmCTIM0g3SkiwCI7ZG0uhvgY4nOYrAAZt6XL0x4Zp3w3xkzUC4bjTxEiNbsTew
xtBTTXeRaCbXGZpoMS1lDFHf/m1/npnwF/718ATFCe3S6pDH6XhElzse51veEBIH0qRonYbs6AP3
+97fxUZ/hGpdRson7cjFyPvxGx7oJwAd1DZZ8mq3ULzC0jXWcRz7XDjine428Vuddj/iGrqJW47y
zHlQngMAqd+3VLvo6Sv3tBRmc2gvEbsHAYM5QzlIPfo/bJ3HdttKtG2/CGMghy4JEswiFW13MCwd
GamQChlffyfgc9+5jdehRcmSKAIo7Np7rblwJXZkTGNixPEwsPCb1Ef0+DCp1onLJDby+FxcxuiW
OXJprIqzlquo5dcP59S+gbHLWS4OE6UHrc0SJvjsZTCUWcn7qj8TYdj5LPXHRllYCLYtnnTC9qji
3QeBGb/DROvIW2texwFtvIrhfbu0xU+5DSfQcrVjEkfjpVer8bJ+tD6My9O/nysHkLsh9Er8ZzSF
SjCdF/b2/z4YovUuAuICo1Sxr/v6InJ8eQsF2g4dUNc13mrcLMeyHv+ky7P180UOF0kjITRMubVO
JBaTiHhVndnbdR1k7rIuwwOVL5HlOZMBNZPDiVxhSPTjxiCz7V5U3Z+VAzCavMmGnD3CM6bXesrd
M/66n5SCJpAM9vq/4XBlx9TSf0BPERfLaiE/6BOnk9cfc9T1taqoRymSICvBH9BCP5Wa7Z4qM/wA
eYdnzzW0XdK4zJ4Hu4QW1zGA91ooNbGy0ZCybxZkbGEyrJSyQOeRQMxRSPI9xuRqadFLLNXxmCt0
+lJ9Ojj6piR5zE9jLdlanf459OnLkLrwpIgXnBvlaDR4p81KvXBeHGSp33KXe1t+85hxI+nhVOxV
iSQHru5+toFoQ2K+zwbZUJqy8AXHm5KnOMZDT99Otq4h2fssqQPJYH20BZki0OTLFOT7AM4cnHLs
6xkFQuEep0w2/li+DhUBwLPdYBOyou9Mlu2RpKNmA4252bQRnBO865sO9tYmdYvfnqz9CRX+xPWU
Rk6+iWP7VY1GZ9dFQ9CBOfCFPmTobbxjPHDXVgoRbyMK4imj9zwwRHFH911YZbNV8/xOQgThuUlj
b40kTfyG6ghSSzHtwPJd5hSru+em3BJD7wwnjhafNpgsa7wBJYBlLymuTWpYG718FxVwCx06S17Q
fE1zAkPsCipFVjF6l2QLJHa0JRH8uUSn7PPA32gRODX24OCnyN4RkGa9F9mbqy49cFTcV+zn3WOM
Ohi75i4zgHW5pdvfSu2H27TFR8XUkUotzxjt8xRz7nOLNv4a/4NvST+iTdp0sXnE2PAyYlPCab9L
aq/7SBuMcYw9t3mOKDJ31JF5sXq1vCI6VrhwDADG9kzDYCx0SmUZtYcoduxN2lC6AvPvSNHceXOD
eZo0LgYLKFwFrZmpAPzqOZga8w70voY4TgwmecUFUlcMe88i6S5qSve/l7nf1mzrXaIYu7Z5M6Ky
3tbZCFotYxbAxAstK6OIM5br7VRVOCEacapj8x8nyki3E+Q89jXoIbTKAcQAPeu+aYEfR6BU0ahe
izL8ozKk2ZSM/4l9GneNRlcHKBlEQgbFCbw65HyZtkUsjZ0I4TvkyhpnwEDPYkD1XZXI8FVzem1H
Q55pX21MTHg2xSy2sIowGBIzKIKHdxl7ij+G6WGKDeWWGnTerM0SM14700U28Nc7lxtyosBCMnsl
RV4cPaTrKXsD+SD0Se5IndEfjLZlHOZC4UbWUD7zOhLvpZw8e1vV/eT3Cfshx0UTljYHPZrl02QD
TytSmoORe9R6TxywxLzQJmP2a+7LGClMDzpxUphCgugTm9Rsfy0EWmNMb/ZsW2cFBuiAaO9SFEuc
3YAupUIRGFoEPJBPRnSHEvoUgq9sf2+hNeGgH7ru0qn1dAoTb9uUBTtw/OoXrCtwAFPviPH5N5Bt
qC3jgglF5Jgm7PQFRBiULV2xF6rTB5apfRYMV67ewB80G2q8z8xevFLZJioyLm/fMOgBFd8oZxyA
t5nF+ClhDBiKjdfRTW0VUT5EKosnpoBbAph3BYOIJ1HizdHkrFyhWRCh3nq0UDrLd1sqPNnqM8zp
9DfjwvZq1WOzNxWycbN4emttujpGTuLg+GJwWiyCzemS5OV8GdMYWMp/z9eP+jlTfDL+lL9fGBT0
y62R1rBAW21J7DrGwK+OmpEEjSSBFe0HuN+G0DaEt7eQpeLiejWL0qydlM7GIuWZgUYL55gjFkB3
u8nHDGqFwjhUj7TXCZ1y1bnJhjU+F7VJ8wEncC6cY5ipjOe51+8mbkZkhtZYoxiswqfcl4m3DGhs
xEoYFxpn7/aDdzIB4a2OgkK6X3WDq9cmOG4TVhk2ebIgRRUqrAFhCJZuQoQxLP2xDCR+KaHOhG25
k0VagIGT8u7pwvDDxZapgL7agny5l4ickFM0zW3W5ieZSGsTjbCeCkUxL7oLEFmJaPNKALIJa6Bq
e8lPlveA4FVsPBqXOomNvcr1wZwKYXrHpAwdd2DG7QFARHUVPUnNSqZi1EKW1eRcyfVCXQkdTT6F
aXOd+F+HbNF25CIBUOT2fsW6P9MH33ZKA0sTb5bWCI8lMmLxRRkpTPeiYmDf2531o0E7iLamK7G/
I/PpmCD87dWMc9/vZM0eAZRsfSHIsL7oaviFaQqdhBGxV4vN15jUqYBREgpQ7qbM9WwWE9aQDPm2
Qh00IwJq85MyarcsY/3s0aPnSvEFfF0lftYGyhShA6VPjtC3u2aRMZ1K71fFqHFPh4K3TGD4r9ku
nTql+icMc4c9idcy3fK822wV3502XCca+w+69Yg4F6ZLB5Xcz8NR/Gpb65ks5vRgdS6HxpDGM4ua
3BahJg4xIUkPg31b5Nn3xKoeZiyhpIW6Aq0GGU+lCfrtKizrqTHJzuCZLYf6qR0TB8kIV4GMwHT2
SoMuPHZQL9XEdzsOTK42Yjsk4qDWp6euFMZ1fZCyN66KrKptp3n5DuvQv1+wGbUxE1j+42RW+9Ch
yl3/83/fu35k1DRSUwP66P/vW2PslQjXixL7s2Vc8TOhjv3vFzu9fqtt4C3rN/+fX8nVrxP6ZftN
HX0nRTHsKBh2UdfNv/FrZhsdgcaP1oOO08AmWyzX7nbUB/MZg2Oy02Izv+u93u67WaW/EgHLABKw
yLKaNyTx41klhlnwWXw+H0PiuKx3OT2dSd2EBbM+fBI39EAUH1osn2Iug9ZU41Nt5gSTCJH/zAto
XBYaxLNepzSweoeBAQyoeH6ZVEF3ph2sU12pZ1xw3lM1qPorQ1oVoaxUTuvTyvY8HwdkHKxPa1sB
6StxtaEdGA/qIviMMI9ebJl/M58fXunC689WHpTx85S54hVzqnit7OyP2yj9Zf1UY6jtDg+62DtW
9KhBSOZ2k9Pi6//Aczp2YKu3oo7Epmr/IX2LkVq1+AqSQttRH6q+0rX3ph6cE87+rYFd+KGkylkQ
DbYDSCI2dt3k9/RK9FPhu14yBrqSuY84Ao5QFwq33AKLVAwMByfyZzRgQ8jSqg/KnuKsl8ESBRrV
+q9BkyX7dC6boTVvomr3wiGPioQ5vNx5FcCVwQh+dBv7t4tdcGM70bsTUlMSUIecMWQ8jVayrvKA
S8/6CSZgG0v3YOhx9ySidnhbLO6dwxATfX8cCGc+zF0GX74cdL+uMA/IgdI/pOj9qD31bioLvVJH
hl5eCzN/ZlL0lHcyGOeafXN/SLvaT3EolRl51Fr8YTfhL02jAtJK5ViW3nZohlum7Ah8QsM8Zc1G
4g0B4LXH1XtPCftjEvwge+ut9sq7jJ5nmqcNwPTtTOZs5yTAYMrmyY3EQ9dPHZczcLQ/kLuOHL7P
jgI5l4bclB5rSWOzMyT0gw6QGAzMDXdsu3u1Uk5Czsd4ftaKGTN1dXRCoptHgHsj7rOJ4XgWopSK
+wfKEeoBWvUtB3HWL8ozilcUe3hPsny2N80gLsbE1kC9Jjm+/NKtDqlu/67BcEAnfimHCnSUg+nC
7e2gTou94Wq3senvNR1JT8y/ohYr9lc+VOwWrJ+W8UwK88FOdETupc0lp7Gx0rbmiI7IaaGh2nKT
996XOl+Rqx9rob8hNf7oEuKDMLfsyxzxXCd+RpZ51/rxxHj73WTBXDYniHwuSbLM7eo9kPNdja/O
VZo7fB2bxNPKeyasnDj4S6U4D9vx7o6uHOmlLBhh+pMWvCvv2FdTSR95ZApnt0/4PNyxehQAc71h
fEkAN1MT4c0LKeVrQBPKfWDpN9WAvjTeSGfGuSBOQ1K9DdRcoQx350KY36RqnbjITz1IaBjDT2rK
lCom9wDnE4PqJP9RUjgjrnrpRU3J1bPTdzVuNYN6dDNaAY1i/apNRgsmgGm0YmDpam4vjCsX6XNM
u8yp1XenYGTcLs3A5f2iC9RsBJfVplTNfzA812r3u8gLdC8Fojeb1YfB8k4p2CCMLYp8ytyhBZwp
kub3pHrHXEt2FhUg7n4fcuoUbUcbtRaVTcqamNnNqcJqm7NvjwTIB49y2CPCGsS15UxHkspgtWS4
T6Lw5P4aRvvIEECx5+fZyz8bc3wfI+uICm6bwcEdJ/OKYXFXMQKPOkZf1rwcTN+zugD57j6ZCA0p
TeY+0idx+ZBPOJgHFYbv+FAduutDTMvEwMbdvXITGal64Mb+YkI7bxuVXWuiA8nN5oPbp59YAHfk
St6chq86lYVghcYrlieW89kvY3snO/HEZf6VdyxcgnFaEjOqS69CTR4Op4tjez5YoScZeT/6kcSB
hO1rUd4PnbqxDHkcjf7S1eZR05RDqacXxyUlndxGUla2TrYQvdvfhZ0bZ03/p1J+WSgFD5XG2ih7
zdd1Ysm1r1bXPms3Y++Et3IWexSiz5bVQNKeMF32/Zl4n59MKxBZGhHC/fg62uordfbe1gCoNqQ0
DxqK/0QZf84d3i4drRFN4x8IjyIu2OITOfqxsrloa4n20mE2biCIDvfTIjTEBLpxrHdHR6kRkUg+
JPNr55afKMM0PCpwAzn07c/Jmk4SS1jplWfrCxvRPqqGm8aNCedXLmKcFFyXo9KiPLqUxchIQfHN
tgSEmg0/pnpGE1qSAuDd8NHcLdK7OVsXyUkawCQ5I2fZu0TlRtE+H+abHZoJVrKMAxGfita6qDVu
BCfiJgH2IOk2DDJeLY9/I6aVg/sVz/GHEaW32aPzOv4pqJRA8m1b+YGsojsXUfSth+E+GxfSoBaB
oB5vFiwzcr+K0UYbwfnW0tro6w6DQH012b66ioaRP9/Nt6pHFW6jkkAefClI7BwsGhRWRjAsG8Gz
1g+/2bIgNNFakBxh6bdxejdL5TQY3XF0y8Nyt1Gz8IemtL6bY41x1PfJxHHk0LmzBdxH7i0BxKxb
pGfY4BT5o28gOTqvyLUe6qh5+9p4ynrr0yDy3OqBJbScsVWc4fuQP0sRPlKbEgIRx85oQKx5iP5n
HR2TmTe/iGG7VSji8PWLnY5HWuFuR0LUhsbBkUSeYjZ+myRb24PETtk4zyUNF21Eeae2yQ9djKQ0
c3uHw0HjyrTuozn8RAxAt5DWWaw3z5Op/bCKC5tgd4OlO8J9kh+MmbOppymSMOx2yuxm2tYdYcSu
LIYzwjXs6y1wIzq9ekljkKS1zzSArRBIKlvqquqX4mY/HgDbYPIrGtsu5IdOr5p+Y3Ljcl3xO8Pf
Sa/shj31XRbFnzlM7i4IzA2bDCoBw34zJTbngsSoujHlxoHnUCS3RGVq2LNPlKW3k+OoHUjH8ycv
dQJLuAHblND3Wv2mFwtKxcroNWbfRdy8qQ4YQCOmU0NBhZPmpiZGgpNiDmxb/a1WEQwtfYfacJtg
l7EoxiOmFWG2sRWdhA1soz8t8hcsFIrGQCMlQxoNYWHq652miX0/9FsMCQaQXTAze2VSd80YB03S
7LuUYSvGqMyJCNXK9kiHTbHP+LEpP2gGD2bI2I8bsev0bJ/JdEl78nOTlvi0bWLU/BrDcPIWGsbu
meUw8QAm1uSowFukLEVAtzqbCcEzucE2lY/6bxcPmo+FNzDMZl+L9tA5xq7pc44USaB6gNZ1r5Vh
EDufBXsn0q+ONrLosRyOeqFeWmPex8kbv/uSNbzotN+ryrSbxujByniaSv7uEoT1YAehZgTwkVgx
9X0zTPvRRWybOPsqLffkZuwqMhx0bmeN6xvltMvK8Qhd+SBw7va0MfJUe3T8ds0w9zH6AJxsBJjj
XpfKobGQ7zSvBb3cidtHiDadpvAxynrG/DR3WqJIuYOXhrMbMja8Y3JglrBTSxPBaLKLqlvPFCQc
0mOrwgSbtWO4NBrwDkS4N9jm7YXrIaMY0FuoaMA5gIwbI34CWQcaiRKFPewTPTlWoK4Gu0Ii1gea
0/pmOu2VxN4WsETiAko1J/hEI0rSNXDqJ3IjgrEGD++oO+xN+wnthcVemYQIv2kcmsLAySp7N8rx
AD5jL3UEFaUblLpJHoW7A8tUWfMS0bozScpIabE46S3Jm90MKKXUbVTGzkHpCGZLdf7FmAwVtkAi
RXsaQ/O8M1U2YAK0eJRQqye7vhnQe6gvrsz3y9dLR/GflQTAU7HFmnMUCoZnMfmVIq5Z6BzZwAWl
7eCtnl+jzl+s3JpxVlvjsJhwF9VU7y+vx4nTA0NFUqEnP+7MIKvKownUJGsR5s/WISKchg36qXcE
+aIJgYvbwtAPLfjZsi/ZMTTnyMwvWW+eyyo5LAhV6O5fJXsrjZM3Vqegs6zAFqNPzbhEe0yQxRt3
lymqn0TxraFXC93hqKTqwYV3WyvHnAw61frKssnPqnpvKdYpI6h1TNwj168/qIdGkaclfyDj3XFH
yjp3kxn/jIumRXT7gqqzHGw/w6irW+VHUzYX3M1R/WuE2Vxw3AxV2+WzskOCjmNKIVHW4ph6MlgM
G/TIZwv4ElmnCq5axA/rAy7Kg1IKBl09utkljiJt8/hYsesiPCKOAmZcv5h7mPAmKnUHKca52mYJ
qJMZ6rVFkuciddrkZYiYOHWu0pqeh6b/ydAIh00px+uaGbA+SM3arxCOVpnji8ApQp5r9WMYDrKj
yy9Q+6/84ZZJzXm20Hl0lXBAdMMVj3FU4Q8oaK0S981ed5IPE4vaJgmldpJGMd/G4qznv9HtYSor
4Sv3U5idLDF/rsmGNOuVJzf2Sl9TgSAQUoPfhB7AMY8VNjrt8FkCxUijEXyid4uX3IR0eVgTzvGa
YH1diPkQ22vWe0+9qAAGLmYffdRDZbxZtLURKru+pkcp+RSdelkDDVa+8PrURMq4FIpfbUMu3Zr0
IrTplYh5ydhKqMXebq+MQsnzXd+FopIcghHCMgXjPzkDjks02hnnkJege2JZw9CQX8wkVk8wvT1u
Fx0dmTwOKDbHvcIq5a9YGiCl8YEFarfiDosC2iBIBwrwMim2rD4Q6TXoBSv114FTQmt/yeJCsMQt
B1Li8scqCzKXBv+WiEfSchaqTxOrGVrVMAvYgj9VCvsb3AhdgBnRZKlgiB/Ssv/7s4QO9Df3ajIw
sRsU7RhSO/CA4xgdds8wnqVaALIhh5c8DIXYhf99KIZuwlIsxuxDDGziyzZfzdnZS5TDkJm6Qxt1
9dk0erHc7BqG1WD4fCXs3K1QYoqVBXY8tE7zVKjc9f++oKmnFI/bU6hN33FeWbcU42XvYm1aejbx
sSXMaAWUr5EP/8VGtnWLBcduRngQoBY3Q09OjCrkUfdk9/T3jRml+205b25HnPVkKimVDA/mg119
f9VFdIBGEp7Xh3Gqw3PhJL/HBDZzqy30o2T5qn5TaebdLBvxyfrQmiwTzF5O67N6ETBVhX0z8Zwe
VsjuSo6p0HUGYRP9boVeG/7jL/kinrSfteeU3K9hVGuzqjAMy0z2Tvwmuf7S/17S3+dup2YkuozR
fv3K+prAVT4ALib0Mxjz3PuJqiOqGhewWjvdMNR+964jD9NgLJNSFbU8AbwoJD1V2dkLVm/Fh9W1
eJZj3B/XZ3ZkfsV1PeDoa0cMg0bty4WJ1Zvmm+TNOSTJ5F16u/4n16ciWJ+tD5ZGIJy/foilvPbV
Um47d8IakFbGx2T2ZPGMeuBaUf8w9ccgR/3mWYxagRGR5wfb8lLqVY3TMoJbTht//Tyv/aiGWAVH
2tbalE5PcS+RoKJvX9/f9Z3m3GQXqyNExN2AjdfW5X4KPdvE726iIFoeBjNiRtGmFkovZDC4hsPW
j2vdIP4b18L6UA9YFXTUpX6eEvKiaQZrQFjTC8/nNvVtAC8wr6RFOdMkz2UWvWZF/Kq08R4gqn7o
6YUHyG/xX1YL02dZfGSG+Mrp6cORQMmFqowQsvnZKHT6Y+j1DH688UCLIXmTOWuwifbpL+w0s2aJ
dYf2UMebc2cqmu5NyF8bufzxSYiW3k0/k+VIz1pCtDxr7A3DdlCVGsmbM6KBqo8U3A3EqRsh+Qhu
B8Z86eXqY2pemd4YV1Md/1kc+PTNhte4xYhqU6ofugGOgNQdGsvVela+kYel7xkQ0cKHZzc1xhBU
She2pPewYOCjIrUtfg9j00X4nj5ren/qtHk6JUbOaV8XOfr51DuFffaUsGE/Wovh11gehjpim53W
+ryxSKfwScrBcrpUNp5awCoocX2PM7/EyGJs6ktoS0vP9jLkJtN+xESQuc+6FxlvbrFFlhOPgbbk
6hHlQhKv65z/ErJsXRAZJDv2HLKgr6YO4WvT2SRbadOImDiB/bbgrruptw9tkn94CJTVhYdn6Ixh
ezMV70bs3ugwSXtOrtik62vBSX5tsF2dsxZpSlOq5ZWei+GbNFQ3uVdd6hhcHgBxNVh0dJeq22dJ
q9NaQXLqxFyqpiFbekT6GO/wG3jYK0TOIUf+d7JrxV32+PVX43cG+gdnZQC5GYJ/V5p/6gl8Cok3
6VPaRqCn5Ow8iW7kT8952wK1MItz1VTeW+dWF1szvFeHLVJkwPXXHUM9tAgg/cEDFuVZTubLXhho
TW03UDWt3RYjXtW0BdeMd+PO25XSe0MZrGT3BMLhHDVPntk8ItXqTki2eqREJnq55WnBLfqq0yJz
qIDU6j4No3NcXjG0yHiSMWI0+Ad6bdKXNNIXbjeo7ZpWKZk5NcRV+6VeOkcCuNxrstzxDcWg4U1t
hiLaxesu2uiUQeVZsyvhzPoG26Ols8VZItzfrlN+T43XBOvx6IQoDz28LFqbaXwEsdgd0oZDoCNv
aUKUyetRjDXJEGZpTk3ppza01PHLj4tSYIhGFfdXzkaiJsk4Oukqbg8ED+Ly92ABai5OdRhBIw6H
/Thkpyhzw6O1ptvYFaGRE1CIjT0us+u5/je5eP2o8VrGggwcdb0fNmqjELgms7w+la1xWsuV9aFa
xnRRnnyY3XJmewlYzr59KZGY4dwvaIDWrv1I8tDYWHnXHgqEXyFzGRh/xXR0VKaIa7liCg83JiMN
QTG4XWm7Wq+ZjFSnwBFOiraMwDyttjMMk0AqK8f+TnEpYmkDp2UxQVxqhMEO3ZM5RGDCpuew0j6m
UaZPaqXuQd/C9o8MQgnbaHLYIvWHFXjllo72i3CezQ0Kd02MjBPvq5ZOEnmmp67TUVc5pJhg6UXB
6Oqwf+IweW5N6kpmFOi3cdfN2YGgCMSv+X19WGOYFsnCco56evIlNA0tAXGSAdbP6VYLsjHWRfjv
gqpmHoAlgV5kXU9HYH2KPiCrGyTh5cv5PFheHjSFh+dbH/4NZQBO+K20OKaURjWu3vKAALG4OL3S
3weCVoJ1afjLYatshGWoTYz7lCf8OSXckFovzfv6uTyf9GMGc7Vygbsua1+DfAmW0fKhUln9VSMm
tJHZTZMWjPoEyxLgavvZMx0gBQnR3zId7ecwRBzAGnePmbD5GErFQRO5fouwTuGn9YyPaOpipts/
ai6Olx6QRE7A4V4IpP4W855dlwLnyOiy+jMyvkCbMjIZy+64wukz5tKHcVtM3ieasOhFLYbkYacl
8kMI3ZDGok2Xt8a0iUgBvQIKtM/TgMZkoTQ4Ay1KxAPJ3koV77p+zgMyeB1TYRzK2Hpdy7dYQuMw
gKMNgAoOKcsI+RPTbT1sMhFo0W3agmzrS3nKsya82Ybh3LDrLbjT2NV/5K5qHNYSJgLRo4YpCS20
qJ5Uysq9mUrE2WY/xDtrLhos4AwoeqJh//eTkg6PHiR9BgBkXbms5TNSISfQwtjx0Jas7DZlSGnF
SLMYCSJdEWXk/628JwRMY+hqZ8d+XZeg9aFLbG871gzAkgmO/hZiwrG1deckSaAmtlbSjHNopDi5
RDqCZ/NVWl84etpdPy/qjCXUB6Kfeu2zbLvm80KMzTbGPJg7azFGHddfs34lh4KAnPHU6diyNjV0
PG60dXjSEkZvY0WAkKeoL2rVl2c9Sc2702rfccII4TCYSzYGW4w7GmIc+uN15bNR2oBjdMMmsFr9
edDGMDAnBPVrHBKcpu7IVsN2/SFPVeaHpXmkL/RYi4/EwkrVEz+7i2vrFOGL+5WVSsf0aygeOQ2P
/TwRuaEuSYzIc5lKLMtXOwxyH6ENwvNXd8iW4PPME0Ie14sm385E7ecUQLSeavHejTiHibx27rqF
1kwfPWJl3c4GdgKPhfhamLQxzBbrM1lQhi2jhSM20SeEwMltXR7MKv5aD14saf22sRntKUS9u5L9
kFnJ4NOmGG5Fe2Yq/w7Mhh1EVN8tXTHvuv4nmQGpLFExEy15S6wRZcsLLnShnWuAISAC6cPZQ0GX
q39fKXtOqp0nfRB4uBLC5dXw1VjebeC+24rK204i7W7P1WfEbvNiq57YGzHKXU4OiDn/L5i5bEnI
aJs0+RuoQyTlg4yZLjBrc7zD9NnrpXZ3Upy0f4/PKBFI57Z8AMJW95YWw3pdiMlxAhBPb9GOFg7R
OD13Eapy8U5YbPI21PNMllX/Lu0wfQV0zn8nlFgfsBEUpFvgJlEeUfwVLy+VBLj8FKfVGQeEejNn
ofharIVXVJZgIcExw7W2XkanxFmlRdeyb1LGHZb7HmXDAwXL/Bynlp9HwLpZNLpSfVk3wWSYuXR5
cnVrVWgUURtNv2xVEzTmkuLcdEssrJn5jjmI98gkQax8p7rVfhoYqDCpMClT5MGzM4tevisvoy3f
VMMr4fZP0wFH2IdR5x9G4vndQoxUEGBu0pQg8zBipt4s9eR6o3Vrjbun0TySZW1bFzjcGHLX0k3Y
EnugXaOCyL9xGGl6K4S455TCID3zPRkCh0bjKnAyQiPRkJ+45VkDRpH+14wO4aBrsNbBu6L0I61y
fVZ0Mj4ZWG8FDIKbm7a0yiznPnqtwy0uxMJfhupnHpu4P4b80lD3vrSvvRgJTMnr4u5U6TZrIdXo
L2uacUNb8dr3LMHrNza5A9d1WRZzOwbooHMo6nhWb2FNYLZwezR6kB/8SFd+KmoPtST6EasaB1zD
l5OD4yGMJAmPdhVqx9i1C/5aYpXXB61gKldMIqpACxBZDTjlJS8s6xn1jP3clGQtk8buBsVy/0LR
egpd4upg7HyVdZK8uV7m3quUiMHlWaoNS1VHicZNkNlebL2D51yG5dbP9VnhVgY0ULfZrk8tzU62
dUWvzTML3C+IjiIiQf/PSqtihMeoDCF8JurRk/NnB9pLGN8i7p7LDtXRWH2ZC/+augOGDsOUSz9D
r2HrijUMM/ehmgAb06ejj0/VHE/YyNbwoZlxkEe+QU3IBNLCLvWtviW42oqVZ4+rda132kj+8ibP
eG4AY+w8Zmy79anQiwbuKVM+gE5ekHj5h1Dde53X05XrwnodZ+8znTJ57bIq3k2QpwNbuhw8nBTn
CbXwwWxT0sv6yDhZ/fSKpCRnas3OCO/rghFKGIBH4tIkY7OzowK7zNyXgezf5CiqC/iCMzwZGWRL
O2iyvlgSuPcIHE95pIhbskQIjEp/k2DeLSvXDty9GfpZNN+tJH4NUyt/ZML4YQ1ViJLXiY6q4kwf
bszcyWXqHOqT3JIr7VxDs9Uv9MjArSr9wUwNfTOHE2o4a+Kb0oPU2x0zGXT6cTAMvSBvq/nmBbsP
DJR5UMdZuUssJK/rAh45uvrJhNbpDVQabOBKmrepCrpb6Hl9ZHGmyTjl2WXGJhQYaYtauSHuOdX0
cq/TfzvkulLSn24a1CKoZgECJycWwxpQRJ6cKIVGWgZPqUVCJbnsRxxFiW/LxPhAb4wbdSkUezch
3KJBB8zY5bus+oNo2v4+ZzlA4455CtsqZysVUR/1IWWyI4xbF8dnY6bGXs8LzQZLvKZdAbndydmy
zhrtbITO8XMUf6d2qgelGhaBzpuHfw88DYTqZJvr1p+mnMpzNRfyMC+hQHoxvZutIR4FmJi9Bp0H
/I55HqO+p3aj6ol0bg8hOMkuzFG3GObDqJwMPRR0u8Qwf1NYyEsxy+ayfqTYac+gQdW3TsxpkxLH
GXiLrRzRLX5o9YnvnTWqZHL0qm1czfPNbC+m8gFlb+fOlX5dC2Hb6bHg0XfWl02bsWxH3TFLIQHT
D1KdYn5rdMqzv0uHafGmRtDnmJ1EHy5dBPIOdGZpufq9Niztpj50+HvpJ9fMG9vWfRqocNoBoUto
c0gaSwmGES6EHObUrxJAQGOqEEUkjMY9YeHphFd/AG01TvC57kYL3HwFfw8LJDzXdImqfXQJhMLl
6SIhug2A1He9mofbwmpA05Qd6Ypt3G0H9jXNftBJkFh3FUbplPu5s1KUlEN6VroiZbvNZJHOKEph
lt0xy/od18h3N3lfKwneaICM5SqF5OyQ2xa+l64JF191UkKynVsC6ntHVjfJXdMYnxGa/PvwP1yd
13LbTLpFnwhVSI1wyxxFJUuyblCOyEAjh6c/C03P6NTcsEj+Ho8sEo0v7L12vMyomJL/LAoyhkxo
b48FfhW8CH0KO5L6IM6ZYRcsjDaiQmWramOaGOYNEhQ+LPpDOuBi9I0GJlrSc4drs+c4ckAHg9hX
99sxr38j1e9v1migkW7sYN+FEN5F3aGtrmEXJJ0JDY9QxG4zaGXEwVp6a7Ow6lsGGoRFBjGknn9B
gMp9zpRJ0my9EuVC7FkNFQwHdt2U/SHsxkuriQsrBMpuq38OK/e1RjQOH8+79Pgvow3tsUDO6Rzs
6ldqu0Ay/RJPKKemgRx+RL2S08vqjoBD0JsjSI+naBjZ09X9E7Xfu5oZOPhuD/bQv3iIgQY+3UdL
esNzamr7mVSeN4r4JdxioGf1iZNVDxhlPciDhD47nrW3s8R4FUynTvZSvtVFeXBsv9xWM+YNw4xf
TGr2Y9XiQsWm1N6vAb49nO265azV32iltnH2JvPPfVxgjuVHFvfU0WMxAvadC4CKyGzM1hneiip6
lCx2T2aZwoKkzNsGic4mQ8Z4C+fynLnZj95dAJdVvmwyu+AYiwZollk/J20bP4Y15qelBZUEXx5a
Jgwrbahh03rYgStNY4vq0IgHWhifmDcYT0ar856sr76DjRnW3FoVen3ptUcHyn891uIFby+Kzdha
jV0x7cy6+ekX5AfU2C+antjRBHAFC1Q5XBvLYzzk2uIArZN1Q15v2Y0En0Asf0ZUPobBisQPy3ea
zT8Zt9rVNM/WaYpH6yFMrEe7jZtTaiTetrLpDGC8Ic5dyt256i6Miq1vVaA5D0n2hOK4WxHlpz1m
M/OaWkOIa0isPIWcwCISlf3gEGfrOeJba3hzj/WjeDFyM91Ebh9/pC5NNsBA7+S1OH0nEKCRK8v1
fZgU5WjBhcewyqwJog6I8zzoWRIefZ99dtR3i4sDV8Y8GL9YruavhqaV1y4U3j6siuFI2NW2TQnw
jvSoeASKg1QkxjXdGrimbe6rAao9zyg/zSKPn+//nwjxtnrpw0GF73uOYE3cqL/Tbwsq0SyLq6qU
jTQDFzkS89Nnm3hEvKDpWDlVd1MWdbvVLN1je8Ms04011Hi0ZRv1sunsW9qlv50cUKfnas61nZv2
CSnlX/9YbbS+Lamws/bNbHNMYhCKsDfY74ClQSEsT0BBEzgxX9rU0q5Gafkz8gjWQm3kQJ6jYwx/
ustaQV0OYV5l8BeWwZxVFtgsUt/9VuT6J3ZY5zf6FyhRwnt1p0bskE1OD/duMmGeXYPBhinpDqtc
wO5DrtCZ73NBhNEMsuI5z8ZjF1KdiWD4UN9OI0rZMhETvldndto2NaXtJO8v4Y4yp5TgsUmghWGP
YYffzquVBFu7w6SeesM7f2dCmm3NvJ/z8hTFyQ+yKdo1YRfGLlp6c33J4KXwb1fCF+Ue3ubcPNh2
TE9NOoJfRNeanvRWWTETNGf8nUhTnJGGRi+pLweCrmDYatpz3EX1L9hhz1o/1L8mngzk7K6bGMBJ
Icn9hu7L2tNpd74zM7UY55UlWusbi1v0co7Oe1o7Am4aNkZHX4YkS40rREvnN+O7X3vDbJwNm/mE
esavkNSWuPhZcQowAUER8rUzHtJCYsGCAKRXYtxMIsfyX5OLEYUK7Rc9TkIrWbWAlK9TlFhFikN2
GcGp6VsyospZNfY8Ynsh/1XChliCopyDBub1PLV6AeZeMHyemJyXmv3SgdHd1thREblqFQOv4Tlc
LhApqpZFR1YfkklisTSIqyMl1zrbwZgfJuwCkNTZzTq07+rSlLIuFq2Kj49O9BeYUfDIuAUPFwkZ
3HCcc2OZWNd04/z17VKLEhLkbrX0YlCRZcDhZGd8zWGNr/GBxZtYSsJN42T8MzicPKp7plb0VvRW
1b5LjWKnY/HZRP4LQC3rV/yKYEn89jBLxaQYCDNx9l4q7BcHvsfZlC3c6KUjhkJc7lCR+3jcMHNj
10CqqnZw4JiORiL/YP2sX3XdWLNL8p7UK243M9AG4Hjq5dww1gNgpW8RwfXAtxn+ACNqnrCOiINw
GEuHIunJ3rGJnY79zgJIReLqf+9t6hk7duwA6kAcCbZWkyk1o6KibC/dIO9vqfdTRFTrtuvJY3A0
9/z14KQShXxTvVNWR/yDeaX+Y6f/EPN3VbjoRQge3dcSnEJ2cFIdKv7o+FyjBFWtKkg8PLLU6RsT
CvOlCPJql/Zp8SLLnmE8XwT7aBlxv1Yrr6+HOG02WQT4X+jUa1B4V51uxh+yAnnQ6JjSSaOyb2Nj
CvwL8S+8fgYp7gJUlGXtg9Yj51XDYEhnsnzWQJsj2B6RuY0c/ZaCc3zXB685AlDcINee0E170K7a
sX5MorG99fHj1zvq7XnAKlWO3Bi7CQ6BFbNHqw1aDjYiiJotYR+codN3tvTtg482a5OKFkSEiyDA
wsezgfMD5bFMIMp1A9mdxhO71IafhXK7Xp7VbpXfnJe0sN0r6bfY+EpzU2A8RvGC8pghmX2NNOA2
iePMn6VDfRyKJjhZGrl56tagFBLkzaTcErK8Yn7jttXBoPM++LFbP+GQLnZjHiYbvmqIWJKw3c+Z
x1ykC6kbogCs0vK1rsvI3jiRY+2YEoqXxuY7U9nhT/+bulRsokiMHYd4iE6dbHqtyMsnT8h1KSCi
qztm67HhLV3wcsSM4Msckqs2kA9qaGX1xmk/welcjQ2TAFtY4kUKpnlAeoB8ObpgEV+OkvVh713M
lHhhWiHv8vUyltBjiQsw1rCXCNVRl3hLVs1RqQ4q/tUnGFIPoMzqS5OM8oLIfx7I1CYNDUVmhkFd
G/jQI2Ifmad2zU01bq4/9j/cUqeUb/2H0epwhi+HTbccPp2DGrZvJOuzwAG5Wjl4VUXpssIUyTMe
LgiipJKpV04VgPMMz+qoatRfsTxkjADxssGZVP+BGDcgCGwf/4wWxxOzhXbTlkXCX7vcEAtMkZza
XOm9F2B4FwX2Ma9988wuZ3eCbasurWeYwAyCkhk9+BLRTNTlvnDm7pIKhj6Zy3ZuZmpFacHC0uhp
85umSx5Kdpe4O/EGwwai7AI0Ed3MIKflixoo2Og+v8bgWTx/L9vvlc1vsF6CPvRJfqJSGs9ZItpr
0AWM4VKkZAwHyNaqdQqJqX0LI0ZJYf+QjGX+qps6QogYUjndHtx/YdziWE+eK5Qifj49dcmUHQh/
Yv0dm6jaaLuupdskJyN0qq0fNubNNvv3aEhwvOS9vHZ5+uK41owG8DlZFjnMEatbcUMc7fNPZgaA
wvt810wtZVIJ95qg1e+tiZhLtGQ+ReoUFVb1w8XxXkemw3SWKNAxQR5vmQ1Oc1l+W8aJpRuOr6wH
+/XUGD9RiKAXUQfViERoRLROKDDXbnStuhfqK1iNs31M+uBPOgXxvcMMCNMBYocqP+TmohRfYYL6
GMKOfZ3bHvBbyjpBmzxMZGxDCwf5gtcm8d6eq5AfxX75V3CxN8ubBdGx/DFut+2uqNmeg+Acr/cD
vzDc9GlMZnk0SwYyQVZmR3thGKiZtcRkTbBnGq/Ve+byT55m1p6DIbydmuBrOYaySJuooSuDgT5H
bN06+j6pu3sYnWo8qfVzbFNS2/o64rgBvf+zETKUAMcCscMF7V6Z+c+s1CDkdwy7AnSiKvtvnskv
rPK43dpL1zQ3kXlWz7Ksm9lWFfqmYrty6RlbxFZ7aA2Hq8AQsXHokUYXmbwFy35GzVj4kx5b+IRQ
KmigAbtyM33IS/mivncmYPZVGA7dKluiv2gsD1wJAx0Wr4KoI9pDAkFVIpAw8Mp9Gs9vuluXD7rV
4O4ppURMnmbgyFIWGgZriwQM7CpQehYXO6Z6Ji38woHl70kOcXCXSvvgFTpVYy8eysqdn9EkbKU5
XSEbx2s4KfK9xt+/C+wcsXyQA05wi4lAPuQa6iF2DAO63Wxtvt6LcCK79rRRWwqivF2OWH2GJ28E
OknlGQumZtaYcAR1QhAbiarqP6iXfsCQhJpIKfh8yMWcA3g4enHC0Ql7aHnwWCXdn6mXjpV/B6Hg
77/eDyInXSezlu2nFhM7jmUSOR2ADy23IRug1BnuM10A6QRXo8/kehLpJ9Gw7YO6spZXgsC8s2uR
zbnIoKZFieVInxNfA2CrjVEKF34Or9ihwgM0yNd2EkW0CSIEyzPulLhHl++wKLuwpqnO6thuiJhZ
G6AI8cIsZ2BvDt+4pOQhZImK9JL/x/2AzX6nhIdNxZW+B/VSbavCrp9G49QQzk3ENplNQcr2OWxS
BIhueHNHIkb4POMp694wBcizV3gH1X243oud9JL4PfECddg6CzcLH522iy5Inu2VlHYPTShI8K8R
WCYthAdN3cGoSdPffQJCGcCNgAEL43lZg8QhFhXgHcOxY6x+lgb+1wi2+WoS1XCAllkwgeShKH3j
1DNOz73xWR0jgGieEzTPMbzOq1cFbP5CK4XcEJfhzlUZ1bUXEyFkomaVdC8tU7X2NU79+KKK1nAC
o5D4xlpFjWo+PhjJ92JCkXqVVr8PI+mBcb6GZu2/qlwoO9X/dkuIZ0tSyjGoe8TadtEeEsdO98KM
vefWHez0OtuUsuMo5dW0NQnmwnA/Rxm+Q32+qS+x1vo3JEPpahyuQZROH15RmMdkxgQ6hK7+nZ/q
Df3O7zr2cLiT4f4lCbx/SxJnwH9hE60WMUju4uljirM/6qN0qpK5amY3Bz0OnJsm9AzmX+WdQH+L
NYOD6cwOBjfiBgRF+VSU9cIhMvBSDh1RaNQ1RHZUP81gLn70wyvTQeMnJnma59RJmREl84PIIyC0
tGMPZKsEB3Vt6RbWAa8hCUu9FEvlDlnsaQpMIDIkoqxsY4huY04C56onReacccuutNrdR7DEVxCy
uGNm8vfypAEx8chpEq/cLq0OzUhuANlCMw48ovfKOD42eqj98X55doLeZdD+LO8JlDcrxxbxC1rm
Q8o94skGpLmkOS+xBqQ0BDUXoPooO4uYhsS2/1LhFeBa/oRgglbFYxAxG19n8UhJAtpgUzrRr9HN
xfegKLjHgQiAnNHv7/FhjchvlWPgXm75TXuyY3/kpbu4SuHBWDiqjOhpnge+meCMMURpw9UMFglS
OMASZFNzQscXA/UYGdjkEUp6rRSnZHC7k/Qr3EuAZXyTH7ISCRHSVfUWmC0iBbyk7ELSa8N1dxMy
CFiLW384F7pDXLpYvJY1YGYaLpbwiMvJTo50Ut4DZjp9I7S0eO5xMXaL3kDdXNVcQ0Iw2hrgh/j4
tfo428OTRuZPd+9mIDpVWaJ/Bqal3RrNumlG6m9Nr2YnR2eWlVP/Q+ZTYTIPaYsfQy6WzB9dlM+c
D+a9CneBRlwMR5AhF/wOZfIW4kw5RRYzQkqw9gkZYrFc/PMPMpKKVW6zeovj4G+EifklGJcdhcMt
Wcl46CuUQHrGB3fVtRELXkP22YTaj5G39U6a+rQdHFh1KnucehkPCHcfW5RrkiWc14Cp9+O9XbL7
ZHr02DOHSKAmewWf1NnPIatZL7KsLZlgHEJlgOCohLHYGthlQ8kKSTNM/9bN68Sntao4w1aD10/v
fRvKPaRVvPHtaK7VbYhE1YRd/n8e1E3KRUamR81VqxjRal007AwNdtjK9EL/fD/CYQzFd2EwPGF8
cxMY/bQKrxMRx7shJFlGjSsAiLlXz8JKsgwv1NYMMeinn0qxv6uMnbw8+hoQYCMCy8IGMN07cRyh
WbB/91PXnnISTlc+YDzJOoa8ETsWu6CkqGFo3T3CHcJqyqLs4f51BmEQ7+cUZVOReOKtHtDauXo0
HVTTk3Pqr8oOm3ZBikZJGu0bDox0HcVkkacaOTlIcEkIIhfLWCqOqgXm5qD2XjJv6UihOG2KKjHW
idd0R9oGZ+V7OsTswsfSGT7d2wR+JPL1mPg/om8JH6Mf6mRN6nTJz2Z/66IweRzmKNhkC9msz2f3
hHyNg09DKeD0+NFqpeiqcuDOc4FzTvcZ2buOaJ7xkXq3gMQNC81Uv8SEsgadSbeV7Ag8ACMwlBLr
GykIjxHdLvwIl2STfGCyWLqg45B4MXFSHwdGZ3tfElJyl4L3Vb/V9LLd1XOjPyfLP5e9dl6jT2YP
mroXs9pUHs5T7Bln0VbphZD3I8DW4CAM61c7RxWWvBFvNxOA/qJH9GjPXpQ+ytioCZuIMMWSlGPJ
0rskU5ddg7jV6cFT+RmTmJF5BVmk0fCp/pmLkf9Ggs4ubatpff9sWYfYckZmHfWMgpfxVTvRe3uS
tIog9j781s4/Er04uDZ5UVXQ6Zv7b+iu/rb9DPyYp2FUtDtkfhqzqFHpcsyiXqtlkrlslNSz/3np
t/zkBJZ+AogE9eOJBFuFaRVbtcPLIvKTXJtp1ZdCWltCcsmaJIx9qK4jbSN5fmYFvMPT+BrwmWpx
JG6mQ6zzUvA7KXFkvT9hdSkCuc2BbmzEkmrqLg8y6d6bqsIebhFujV+hOLGkWTNGxCeAj+Neov3P
DXmUgCq2XavXO9fIun1fxOJ4/43c7xJjQy2x/B6pFZ46UWdnvOhXTRvT13CKn4FdT+/DIH/lbIP9
qH8pl5VENQSLO5ewGRsLnpIHgVV3H4MZ/zKkGtKCF8lQaAchRtLsuxJ4fLk/2GKn+4o4tiLp6nu1
OC8OrcFyEA5Zj0pSrCM/gd+DCWfws24tZ2GjNX5WDXDiVwdXwM6APXFLwdzf7Fb464IIA9YQ1ZMZ
JMmF/D1ikWNZEkcDsKGxsaioss+wSKwFeA8wSnljNBNDsvTqn2ZalWBQOzZztt9syjmdKcY6l6+X
5qGsqI/DnOX7XuDgcj0wxJmJzHhZQJkOAlPHonpNSkvD9QZEBzQx4WCl/QwluX2YOmYDDbVbQURc
kuYYhfUUyO7io7mP6mXobYXeU78R2neZRENmhPyhySB/DmxdXIaFTT6wz/03O4trlkCdnEGgVDER
uJxda6XRtvPA3XMuWcdx5GOb3UK8YOvwN3lmDbu15o1kOI8i/5WQjV2DLm3LRn+wcJSDlAuZmGl1
1W7UXBJ2wTbgrsSyGtH3Sg0m+/nqoQ5Ir0wZUU1VPjr9IaN9X5SfLOLWTMq3Rc/916jkc1lZ5rVy
su/E2sjv7NFQ9Dio/5oG/WiaUby6XvtM+6t/+vMVrfsi2wJ8q+6jTtI1zxxyaTb8KgN8u2HRyfd8
bLiqjcI/pIURnO8nF4LFjzidHx2N0otxB1gpUzu3HUxp4Aco08Z8P1JoOidrIDuEPlXZePoeM844
mfm6TznBd43Fht0udZPIVDwDLG7/ulp39UU7PZE4SqjfFH2Lhsk4oW9Pr4W2+D6MGtTmMmKvesem
vxi/28WI/9wvGcPl6JZXM0Rz9GkCZLaTNtsBS9TaWS5qzRmn/cx0BdM0L9MmvwBGxoUOnuYyYphf
2+wqWSyzjXRAbT7qAQQBIrv5O5fOo1vuqR9uPROL6nowbiqCMrs5/sWOEoDIf98C1XQe4Guicqtz
8kGCgflVRWQquVvHe/8RQRJKerbAmQtlWe0UkhkNApu2wma0LnsfQRwL4AYCSQFmD+Of1Grv0kTx
X58D/nUOyFSrwRGXqN1fyzQ7UTKEJ3X1J8NCDemJFDBq97VBW3y6XyCIelDa03aBATzNZea+qoEI
TAqC2eKXIeKsNEh2IdKuYXoudBj4Yzzs59aOHzVXD273rfVoJ+KgLBIzNR8QQ9smiEdnL1no4c7R
6uQ+HvCWGcH/DApoQ57u88rIcr0jMoSbPQ/Bk3rgz7v7ihAoMMMD9jS1V+v53q+UpY9rJ17lgG9O
fv5XLZKbnttzjT286vm+DEV7AgLPdmkc6m21HJ9pbLxEepkevCQp4I42E3jS6ajKDRtPApxdlJhB
QkxO4XMOFLTZGVUUeLmhvt+S1UhfPfBNq8iPpihU5YYg5YyLkk3bfbI9asNjH0LtwpIshsWIoKNS
x6E/bpXtbt3T+rF+6X4SDv2mk/g822l/yca8IX902ENWXN2lP07BnbjHoz9JQjChGLyxpcPrtKwN
8apZAMlKNjvLPjGc3XbV6Hi+cIF9FJHTX4cK2a1WkjpsNxolCGBtgAPjNCIbj6Otvnxm6qFJqTWZ
pUPGWb7vgWbFj8BpIyZhbK0ARLF2CqxklS2dp9Fr8qIFR44o94QR1D2pZ+rBN8Z/Lw1fg0m+/Ff1
niwJ9HVl42+KOsqwvMOwPt1nVW4P2tfWC1KylgsLGRnm7gJPM/GczimR0XmWNn6PgX1n0iLYsSbX
2DeGl0DORmF13wGJPENa7xpQdhL9F97De5OgZVn1UGTtRZ1tmbtBDEdyikkyatFS/vUB9ME4Rbd8
f9omNBUtrJlNH2kH0QES+nqATkODrmNNsfK+4vbi4k+kExkt7xMeP8dBaMSfCEy6Y9NmRPsGwtjA
1RnLfeEehfnqm/30k9MxCRPuBEzkaLkMUuJ8Pd2VbptcXZJJNhSv009r2DjN+CPk1npQioqvtdbs
Ig2JfeT+QQu4Wfe5rtFq9e8NkRozurXnhrLzpY5yAmYT/3CvPx1yhjDN9+SJL5pYq2xeypB7erp4
8nIADPcGg6AjXAeLiNYPXW1bdXA3BrN7qs0Bf5xOR+OXKGIDhoWrubeSvQRmr1ayvc0n0qWkds1l
wmiWmfV2Ns3wHNuYt9SzcXk5MU49RL51UO/j/Q+I6+TmT0a5ZexRSg0MQaC/yNJsLqqEL3Nm2E7R
bO61bVLOFaE6GOP5X7h48Pz/WIKX8baRH7W830ovT5FyMk9T47XCZuGQzNj7+HSo3aGzgiFB45yU
zuf96sh87KTkJKiLS11miW2R4ZzFrEr4lR8o0hluM8lZF+lgXaiQr3ns1GxJRyZx5PiJq5N8GEg4
MG+jHQ7hwXoAor96MBMUZBaI/hhP9R/MDdNOmWyxOgB2WIqH3iqTtdq/y1j4t5g8D5bZZrrWpXiB
MB/jqEVrqmJLWmg7F3LmH5hxdSHAG7DbiFO1g07bvE175EEmOeCY9uhBmCSSIweuSc3sHC/7id1K
Hm32IHvindihqk1L4xJcaAXjasyG6YMz+d332Ghm2kwWXEaKjd7nzmZ2I/7VxqKOut8H0E+/qFJT
3XbwhlJ0U5A4Fsm7asOo9o3BJHrCNeqBtTosdKc26icZm28YydNjM1fmcRgxrIVhU9zUSAahWEX1
Pl0tcHKflo3KSiu86KVni7hLatGDQFi0HfmI0dVt+tfcBwzv23SBfVM9hoKoSj6b5hp4EQk5aQVD
KXXLLYqgZi20viTCHDAngbAI9LCcQNXrvHH6SMjnXD6ZFcczq8LOIziziQj3NPpjk/XTZ2hGv/zE
zy9Wkd7Hxl+TYdH2DNWcoCKKFc8WDfcM+/sVYdihGvvoCsMK2T8b3HU9FvIdiCfgSlw/+9GF1Isj
ClWXbuMDgc/kNTNp6mnC/b70jqFWycfUHuFjF3jy/bqdUfvgt/rX/jII2Gm60e9ngQaO6oPNoFev
ijxpX4vc3BiJIU/4PPLHMqM9v9dwUz7zIbLaLCy/2juTLTdBk/4oCbyFA6jlj7Zj8anFLYWip5Ev
3FCNu6AFngU8CQoSRhXqQrKTstqMVkFMGgaI1zZvCEhnMQPGgxFGWA2/KwschJoFSt35qBK6IBQC
c7FDN7jWoBdcGgMZb2h2/U44KD3Uy7I1bMRQyaqNKe3VUnbOSvdpyaNXfTg6H8ySpvGg7vNzCseZ
pSm6BTp3g6CIbNHJtlE+bjh1IY4hHSE8ot+1VQfJoRIkUjdhcrEXPV9uN93BmFnpbYxwo0R1QyU6
/AKldWmmEWHAMhyPTUkUUPGp+Vp5qJZTB8age1VC4Gg5jrQOBiL+zh/qff8Cb6iGcYtu0MEysLj+
6QWydeGJk5WjTFK/UJLEGjzK9cFGjvOvwp7CFzMEjR1l+DmraNKuU9wiRGpJC7267ujCZWroHODt
byXJahe1P1fr9Kqc2rVLrwFmk1Vl4wGdRsrYH01pY0AUmQDTZYDkWn50tR5UJ2nqNu964b46Udxc
9LyLWG6UGM39sd2VjjM+l5MuyRUL5fdRWP+e3d8b7WgXmaYAtDtP54Kiyk18HGYIRtgofXLRhxug
l+55GBHPhHr4cS/sxrJoluy3cRNxq7iQhdBv44j9Q7OsJTwyWvYJh916hPzJtG3RtpV+bq3VxMLr
w5miJgpR4QXv5ERl33o0+a6dex+4VgCwCDDIQ91YV0Hq38qo8vBlkUNDk5M/4PlEN9Yk+luIbxgt
pInEcaxevTTBoy6BwjBgPLc+azpA2augJNzLX4AEfVQHJz6/vcaQ/qoxhACM0YJokYgW//sgY+/f
yxB9zg7Jg7nRmSsTokYkUu/CwFM3FKMLxi0Dw2LtYz/bVimkLPzms3twQ7SSyjDjAeLkEHDB7dbO
M37ZOtdf1N4iCTHdox7ZdAZk2CUz8dqUnatvmHEvYeQ2Ri+ri15mM/RXd1N8Y6KhHCeGa4kFoDb3
XhD+DkxdYwqq3MfWONRud4VaPrqJtdcyUteyol9WATD89hUeofW0CM2Gyvfv3I6yrl8w3BO2Jiua
7IU5QO+RPucjYiMkDv48gOVktKUemsU8PJkOdoHFjcu8tsKN24bb+2iIGvYE1pxCeEwEjhULma16
6YlmOrxZMUpNJVdHkraqbFAd917CjYZ679G28ikN5bnqik+/cq7qFtz3/k/E4+LY0hZh7Ux3/F7R
FY7RgNqAmCNVGKl6SD1zc+7rw+j1K6tpV6353WOy/+kzytpOWieOnZ6T5xKDFiRxpd5x0TDr8YGw
zfgcEexCPJmGd3XDVV9kN3LzLRky8SolRJKdpmn/kB5NaTI/DZZ5ptvIX+U0uxfh5r+cuo2u7MSj
beUJmJFW2wOAztasjkJCInsOpXJB2QSE0dYopASL5OU6L2TzU9M8RlbLq9qrUMRnSbfrQHli5w9o
XBb3OGfZtpTiqJQP7EviN4th1TrU4HY3HrpKOojzTELMfTKU8Qq7rQnL73CHhTABdMjuIM3Hq0li
WcauqeN5D233R80I1UMpwmtC4hqaQpkfSz2W56SfaxAZ/Q9VNPqO1ZzlIH4FXITrewnK+cuSGmfK
mkBm54Hx/5ZkxMVHGpZgK7jA1LOvBxO7OMlIWJu0YrIeW+hhazIBvV28CIMbg4U9DtyRYdd/ykox
t+Y3a6YLHv8OQTE9aXBjDrGnk7rUFO9638MOpT++WAIAzJwb5bmN3W9D3ZunLCe6PTDpbpD+fsd0
RJepG7+jiIl43LCmsAgiO7pExz+HRLtpC50T+zYpHFXMCA4IwypMZz6QZdsS6oxglWvHcUGssS3Q
n/upLB89316rVzmTpktgmPKgzh2nYAxuVwCV8CU/8Avfz5U0j2oINVr1P1qAetmd7t8NA42bsotW
BCxs2okJ1DhxKW97v8s2oScwjsZRRQazJr8T7mBvfO6Mxz4nkjj0Me/c7zOo4d++en0ifspqFdvV
7x6p2b62MKTlZvinWpyt6iFKRv2kFpBY7ZEmQdBMau3bmPXRrjOBwbZi3A5G4z3piIKZisjsn3C5
1LWV5jv+d2nHjHpiGXwfXP1olA04vCa+1NDiv3Xjj/v2TkeEUM5O+7cBPq77jK01KbUrkTzIlY3J
uTXxmyrkII1HB5dMplU1OD6O/fRQ2whWK0ZXMCxgueX5Wk3uOD0ZUC2h2vTo/sDZ3OkkCRZ5CEoh
4S6Wd9lWH9BQLqt7sXQZiqQyj3ADZxvsQZuiNQztFEmCutoqb2sb/vc4HSSc3sHYjmM97ge0Z9cw
yP0rUdNsKsE9uZVZYbipw3OGEISmHD1KaObDUbk1ODTJOLEYPFiUIP6Qf9SDtL65lTxqoem8x657
CQNL/MbOfCmajlwm0930YVJvxvwd6vTGxkd21ZefKXJBrIjUY+m0vEz1ftE8bdRS0m9bpHzYKy+e
NrdwJ7LpyPxdVE75rbbY8DVD92iSSIZvzPHuQ5k2RXUUG0zVkK1C0UG7oB7UdFwtqZgJb6NIPxLL
JUGJG2AENF/u7z2EY/JNi0lXP1SmaaF+W2zZtDwrZXIl3sIkeYXfbB4hjP+3mGBsgX8uLR5726+3
kSBr8/6VL8t5j3IUjs8iSYuFVTw4NXvpySdmcRn/cg/mn1tiWhrqGwRBUDrEwT1kumwP7qIozs+h
5cJXXoTFTqpxB40xygSLOkSQLU9qycREOxs8cwuMlJKzNtHf9hX7m9mCwBr5QO5IWKp62mHoBiOA
YtusnYtRtyeD8dNByZW/1MtppTOX8eyYm6SVhPyuA29z/9Vow4DI2k3IlI+G7uzL1tjdyyBnApPC
Vio7lGIJSBqnAhed32ovlDLN+v/tcknOJo2PIQu64vBsjoZ9Uw+VmFB8GzDb1cseb1fuOPIyKRIJ
VR55Gon7HswSu3OLePRQ2I9SN+3910BCPZNY5FbGhKZMTXrVzkCnA6pG/v+UHHOkt9neKz7N0ZP1
15/LUlgXgZsf1XclSvnRG4MImBqMThMg+7atNH2tNGfTxtSYDTd5aHcMx3Umce/qWdr2NZ5CAoyG
xRA+6QZKR9eyHtWD1YNqzYogEB+xkYUbLXMytofyHZ86qBvbSKJLH7fRZUjtvxlILGPTZXp91vE1
rH3qrScyLK1XtfbwKvQ5HCXnysvKXSkK85y0S0QD8zhGJea7iKL2W5rGtCxjbL6mzfjaLRpExlD9
Ng0H2hhC6KO1pwHjK5uwOntV5HvrPPUgkHsIbw0ZPi9+8AfWf/lrUjwXDej1wgz6j8FCKTpB3ro/
U+8xqe1Xw/Le/ZmebgYDfDFs14T02Mt9i4qolahNJmQ00UlAG2L2BN/HwbXuhb0it4wMcy3sLs3o
vTaQfo6tGRmQxsPy2ixlm3omCGqlrAQoa5K+FEZd/9IQjvoo4ur+yrGKak2nNE3IXLjXIf5IwZOq
yWHdYBufTCQ4qgWqWq4bVijBRn1P7amk7Fz+zKU0xkLLkKlrD35SgcNsUQghHP+jt27x1qCqpkfq
Jrah0x+jqOBuLRbyLoDJ0c5U9lWP8RGeR8IoaJYbmc7vs4+eHYGcfNYj5BFRQkypy7SDrStKabbC
4a4eUbe5Vsj+bDki3Mb6bNXXg7s+uLgZUvEqbsMGJwJVW00KgdWwEFQSwCREsKTu441lF6cCdD9k
3rnMDxjvsNJyC7YB5BwtO3fcOxYFyxdsFMv8aAch2Z0vdG5IlPzBiXKGI+lg/h9X57XcthJl0S9C
FXJ4BXMQJVGSbekFZUnXyDnj62d1wzOumofLIunrIBLoPn3O3mu7k3FeP5awZ1JABTzv8xo2odbV
+n4Jzdr1E8u0bk31hR8oZhLTxk+VeNZ6BEvYuW+Fmr6XI5wZSIwvdHBXQwuMbZcguPhTNwPyR6sm
PlUcbNE7EkYjpVLaAus6cYZDlpMf28Yg+f9R5RplcvBb4DQkb5OpR3gaRM5wMyfppUC2SuO451/V
Lp/MXekoNdH0KyUaIZqS07oCrGQGHQc5RS3UMw2b9z7uAWAy5XtjC5u3ZdUpt2HSrEPquDu2ScHb
QikrH/IEv0gLx/1kNr/akhOfKZpdbmiTHyyPiNQ5nEyiihDucv4QHL6GSMJNNrv5Vv+/SUOURuVm
SSPnUNU6xtjaMiF31xOTm/4tMrR3JXGmJ3u0v1nDfH55euFYyHAuIhSmJbolVMLpRQ0X80w4xb2i
b3EZnOFZDmNrkScln6X1gdkAzijs5oOrIvKLlIucVcezFW0S0orWbgY5rMcyGS14KMCYxqKl4BgX
eOppDTWMmbFQZ+lG3z3IVx7ZgmijhYoJ06exGb2igA3mUL6KE1/RuYRXhPOeuezTODvVe2yGNtlJ
BCdZJuuk1DyH2gATiZi5NE9JL5HDFtfxvKtuuFdgMOWHrZpk84Sgp2tTB7dOf/MUCjimrTY/dRsb
9UpZTJQP2blr6emDtVI2stDWZyt5Knv6DWN/K/qo/a709qYyYPuluQh03WQjJ5WVmlbHmqke+yz9
4CnRpm0g1PqJE5u+VhgPtRHSmjHNpAJEq7ePRu4eJ9fiyBcm36vyBAwXzIGkPa9ye6/+6knfvE3N
KVaU6PqPtQYWZ7xyC3kHb5leqHNbovkIVS+tkuFSq+Gz08OQ4hRSzaw55I3z1r/3U/06x169p1k0
7SydiFuFtvnWRUL5XXVqemLCOx61JPtZhot9j0ka2ul9hvSL+iHgdqO0bfXAfafnCnd3iN13fLzI
vxrK0zl5adNxOWgdcF2d4TaQGfdULigOtES9MMwHNd9P3V12ghM4YMyfNjHznYfFBSUQOxS/is2X
UGXUho4m4PHO9KOIIN8IJEqvVQPzXDigGBxC3Gfd8jLwJT9Fmr0jtGF5iQLeqoQIKFwwnwMGathu
m/gasp4f/9+zcSJFYKwEaayLVMaNeKp6zOiXJCKsOLNptLXq4FxFid7Wdv+Hae+BViIpcFgN9+bk
4KkE5fdT1ZHe1HggvkbP3RtJrHw4RTJDxOFq9mb6yX3JoWruAbPYmm2eR6xMPkqn+rG3VGtTjyXp
63KsvKgmRkSh1Ok0OkBRkFpH2TKIJue1Qr23GfSmPy2WPT44gOTGzv00Cvp63Hdm6AXbFGb2JWrg
0FYKDrw6QGGv5j9IWvjVjs7NHaYveX7oS/Kt82IWckKKXkQWgsHdMFzl9rtlMzzy/1u2epuLi7SK
euNqJGN0SVC9tM3QbhIF/bqCXF0O/vBH5KfR+bSw1RJZopvnsKYL7OiFBfzTNsDNgKKQw8ucXZ6B
ywUD+d2l4FolKVCyLDTb3XBQIphTlVep23Ac63eTmoWhxJvqZs1FLplolBJi1dxhF/32HHTcsomf
glDZVRFiWHxGzEpM5YEw+CDdzDQH9kPS1VsDAf9dM40O3XqpvRVzj1Qc6TH8uCrUSQ9PJvPRbGha
F4OV+umYYTqg/4xBgyZWk71wSVgnvMHt07wlYcYD3gDOOsPtz7zUOwALX7mNYQhXgTv1VzOnBibt
GGsS2yoyu+HHaCzGk9sb0DTKFPsOv2etekmZI6WQH02+7N16OCM5uyhmHGCEt9/l8inbFoZISarr
wwLkGwMetM6g5pxgmHq174gc9E3TPqVzRRCF5tEDFO0/WdBaDqfDnmaSnJflmvY9eaW17wP3JhXE
cTn/wujhPEcx3lwBVxjmjvNHNK/zeXtqEdnk3VufhqK/HQvEKWyWodH+FqHxAN84zKef5VVeF4DU
HyvXKbYOtuxXXWnuUTj8lyaWgEhSi1EMdWAe8i9awf30seQjSOA/+RjsO7t3WMvLWxOREESHx/fa
FBxDr9WQ4MWi2nv2y6iXz5aswyAsEKMUiVUf9ktcBDemszGeAgOjTOykh8xUju7L4qQKYPap/Z7q
EUtLpzGzLVMjBRmlvFlD/xpnenByux4YmJXAzJZ1hplypuasge6dugZVsPYgH7S+DegCZ4SHpuHy
XfHnPZiZM56iPvye+9kiwY7jtxHO+Rfoc6vJiTuImaBoODKAkYYIkN28ODaG/h9ipv727335EnPv
W6GkwESEdEo+mOnyYy5NZX0rsDtjU3XkU4VjkZFoXWR7M+zoko+KFR+AAaD6p+MZOSUQdwoOOWKL
fhN7f85jl16WrPyo6q2rmVo0SiEzhuUvgwSwg+i3jbbVgTI3BVeOZyM4iBPFJ2ZrzGcEYqCRaboB
V2sMmaLoP/U85bIptfCoz/Ov9dwrN+3SNMptGM4/S92pP8l4lEWPVpnERywzDHRxqG8j4Bp2C9CL
7BB9z+XXrSb9f4e3JHGCfdsWD/UyVRe7cC4Y1E9DDwRSU2gSwQtgijYoRC+OLPNY7uhxNHVWbr0q
uqPubx5U0Xg30WxpKY2TwQ0NlhmdfIDC/u7S6Z29A7uMB1tX3nSqFS8PGrkuUJjRwEk/LLSsFE0e
X73QvnuAm1LvT8v4TUx1ursH+QRFenQ03EQRITPJq1LHT2rUTNjaWqQDqjJfB1I7fVlxDAPaW1Bx
dKh6ql78YfmJcVu5odut7QtdU7e2R/sJXE6yUWfFOiROPl+RYm1tuAk3FCQ/OGkilg1FUCaHX4RT
2DqOkNrqjWpTFvet9W7W4yiWeSIlHJX2uXQwqqPe3UoVE3unkR7OwvaCQJyxWJXTpRRYBRfrs8/x
/hdqUYz4w+NM9hNxZGBkweG5OwJ0ppdy8NbBGkaFU0JA5wnvebyFamcLRUsJXQSl7GIqGK5nJiKW
F94GWocno27YW0dHO+IrD4+r3Jem1bGfydWTW1S8cArUgLIeM1i6MFPT7N4Xy7PR6xj9Mkx9SaE/
6nTHL4yK8aVYJIqlmv3ZxnqMg46dSw7ixkDVL52ZXcbG3K2KprGigzPE1nQrtMbeBjbq2Ip4Dlng
xY27qe2p+xFk2VmPKufgjdW8lQU658/NaGBB5/r6drXpoSiM5Zu2b/nZhsafjsHbRU4xkHQY52qy
S18hGsxv4/HL6wXjRq+ea9r1D1JwGIBtRk7RTU+JRpK7HABMBWAiDcHk1jRgq0ZdeQy4AqX5xcX4
cYZNAL3DsEfw3ImxD8WzQuUelpLxDI3tpvcc7zhZWfxc2HSyxKEJZferZCU1jC8Kq8gu4OUsX01j
k2AnKzvFjVkds8oh9qchSnVt0FBmbErNJACnVPO9XPfnBMU2Hh4TQkCosiAl9lZt8Z66McKBMAeW
SXj1E3tPhD9bHc7Sj4XKEZ1ZDEXedJ0DHOPoc0jUBdX72B7mYGDxd/T+P9aER6cqEYtFRbHLFUic
/xYBpKfIXpYl2JaYeXYuyRjH2IAUjyVh/pjpvZkWniO0Gfou5Wp9KLym8q2BljfXaXJSB6PzA8Rt
Rx17ETMlgcEdEZfXFM/U5hGnCgBDUj5X2mF7WYWwM5r5viN8jOaReW85gnBC7D6WmTVhowZIzxsI
/weuVs40SkTjA+XONRMBgBG5cVe7zphgTGR1iVdGAKvKdki3x0z0VBpt9Dl3g+tjJevOXrk8rM70
MP8AdIGflkyjv9LsJtUf84YswsmZz3pKCJwhBVPKONUvSmLoqPGa/mlF68rehYaovMHLfDCGvKep
r2Uv2Lmfy0Ije6nRX3qzoxgS1okRyHIieDacV1Tu3JKfRb4UD/JZD6ZqFyto7KJCS5+VwnB9foLk
O+8+9baOLmweCCoEjn3OgvTqNH2DfUMouojH+WGhF97FhhquH69RhJv10629YLqFwa0eGE8kZTUC
Dkeoog0TasUyeSsiFVwGxBstHNCUiHGEJE6iOaT4DMkiEob9JmL8HFeTs2ohmQWX56HofsnvUtNq
EQaN8NF3uP+PIbszngfOVIu72OM2QfDN5YYTmn1xs75nokdskKI82kA0JCA+O9FmDfZDVUWvY2bk
/hwk/5GRF78OvUr3WUW4v6vD6GM9/hHhG+z4s45mmWr4j5gRD+GIo0eerhT7irUFxOZILI8zcKdv
ErU+VB1pe62lBxfaMMUr0FWi1QMsiEWcXKOeDDMd6y7DlHq+EMPwiJ5qYQoFDvuvq7ononWpPONM
uwKPsUl73+3SvzriVEsPskkW4lTbWsR/bWS7bO2ZQecCAMIYWcdD2Cth7ndN0hE0yIOS5MEVEd/R
Floz+daSLN9AETSkWemj3M6YtiZP8lUGSXYdu6HyGde5ZhWGDJ5FBIY0etQl09Aim0tuA6yDVk83
NWkD9S7HSaod/mdESnxsgtK+ZXmoY/jiB83t4cVzEJvrww83Nbyb1MayJHiP2TD+rCrctph8PX/V
s9E9sq6tcg2CalkF1X9b8t7SX0rUEvQol+yrq7QDo6/sQZmC/joM1n0iXeU/E0pO0A2v3OHIJOrh
HXJRcVhGCF1RWhyUZmJT4Nv19VFPn+fKnsnSso9ye5UPY5ygqKlwfabl77nTGl+WEQiOUF1KPXXC
VSZFqWqGHZ68XXfcNB3aOyl34Dtkfkrp50exBkVMNDnlg/wSNY0eYKVqNXlx+KmHWAM4IzkKWY8m
TgJ15YM+edjRk/J9NFOYq0Ja4yCiuEUYoBxEs1tFzbE6JTHcfyWO91NBd0gadqHUkXMij+KOmtRb
enRxOp/XSRstYuJikFmXEIFWIUjUZXiHAc1zqhLobYEllw8O8VZQzGkHDlX3JxSknyRKFBLa5nnv
CdJPuXRfkbG1SqvF2YF43wJovHPYC0GuudHOrekI5R04D5iJ/EMbz7nGFtlzXVVwlA/T+HNpl7f6
EKZt9rvs2y+GENXvJahuvfef1JaMXZxdzDwWoEFPuyZOyHlG8TARrwKfai62Bh6VS6jk1oPyJiUK
8kFKWgg8RdzqEH1XgtfdJnPoPtOsx2pMzjeWMPZ2VNEvRFUu7BQzt3vpXcopi0m5Vq9kq5g/6iz8
Gu3w0Yjd7qrSxj7Fy/Qt5ebyvBYRl+braBlOUjTSGqWNqaYftg2seqlfQrAQHBKgSn7shMlnSNAs
kl4BsYEzVmdII6x+m9okWRrKch2T1HgKB3XBiJN/oVS0LmWYP0hXx5LfZQM5ZaynBj9ZXOdDK851
msOuWBl5sfYxtYCkmtSiJy77Ax6aGeQDReBTqYKiYu1tIf1sZbVvpJV6KA+08+cXXXfAocXOvc+H
Y1954V2rteA89lEODamMd4Y3N1xcRIDkI6e4cB5/I/YHM6PUv6c0vCRjDVpBTOzL2dKIg6TCl0VT
QbfWR0XfIZ4iLmrVlemVe5dzGdPEeAMhiOGsVfkaau9r2C8ZXnChyGlxVhSpaV4rOiUHN6lxqshB
Sqh2F70b6PGCySAjKouPxVjbG1pGGnFlk3WeFvLIMDsAG8hZtuoZ4T0KOhEENCfPC0M2nN6tc2pF
0EbtYW735dNQBM3kg0knJyeeyFfz5JONhV4PsUVNQKoQS4PywzR7ju4jvUX5Mnb5hB2iFG1Ri1Mx
oB2/yh8QodN3FszJbkDttVrvTEGXWzuiZFcP29Ei5spR58cgMMVPFCUBYchAx2RtkWnAqecabR8U
MpfEklBpQUDqkbFHw5vuZD3aEZUagC7yPdrrR3k5lhPNlvVvWZxG27nk5YoOdaKkwbO2IIG2bfsr
J0PiOVKWVlg3vC1Je95uaNOFz91A71dXj3NWYpUxl2OM+OvYemoJ1o/Aq1BHceYNuAjlg4sudn32
7z1H/Go6YsqoIElt//0C+KojOY2XbppLvAL2fZTagTijDhAv5XoMFNMgiNZmccQ6fwPaV7r4yVnq
G9f4PRiFctfgRvmFpjJstPInyFIgQHNqFcW2qFUn/MelyPwpEhUhRly/LeL8ilhJFfhRhPripcZh
oXGThm5uPdNRJnQHeugm7ElT0Jfqi3J83Id5m/5AKZcCRUyBDpS6wmALpPi8H4/23NTfqdC4aOho
fPSbe0hx1q9Ch58omzpOnzf7JUOkUs0miloqi2PUdctbhpv2a+g6WimBh7UVo1MSae19GWKGyqDR
zzrK+E2kM1b3yEDAkGWjiKS4eqins+wUAqfWr2Vu/5DtzKBtv8vAcUQaFdOzagieSpetbGg4WZhT
45zyOSfEiP5d5IZAHhZreoIMWZ/bOM18xYBCTyvmOc35eMHfnLRO9xmqDe+WCjI7mJsB5SyAO7mC
UDAa1wCt0HMPT9Fv+s7lIM0YVC5NXcmoKkuj+78ZTzWy5YxKOu1DO50erAjFz6Cnq6BJJKg8qlBI
zW7qkS1702HpnbfaVfrDavvD4/4wIOB9HM3qklVN8CIfwOvckR5HN/lKgSUAbhIQUuclyksNbuWv
qtNOkt7XOsd5rrC+K5lXved4bP7eiyXY0Ja4rpptKhzRPnLpKOQliX2nYQCZuKC4NIB52wxv38dU
g2zsCLXOe2f//3ALTYcQcxWPgVX4SMB7veoEAbemOv9dlXJSXv/pGeQzOgF16V0ti5gVNYFcH/Zx
89JqMPaaGVFOU+v1S+JhRa485VV1Tfeew5IUeri6JsPRxESztoURfLb7gep0SwCZIMp22mGJk+PS
6t5HqIBF5Lhd+JXejAA/haOzieNl39RoEogrxF6t1g5GblU75kXRc2IKCgbaRXTwem+6uTQoUX/H
1FnCK7YUImqLHKzMHLvFj7kXfaNps0MRIbjNqY0RCAm7Ea27Ea1FNPugoatHpCzUlMCNJfB4cpgC
9y2OL5SmZbGZv8yqme9ZMN0JrnlZhWw9acBVPd4BOBCRNjKiJpH5btPoelY6eldrbz41O1KmA6u7
qGHxQ1dcOiuWU2zyEb2bk4fmLuK8+AwbOYREphDC6nY5GVr8fdfIaX5bc1Mc5CvVU+ng5BkdWPl6
IDhx20PL3NCjm6/yl01s5ZaQxc9XZ3GsQ8xsM8nzYxWbx2E5EREJXlrzdHe/BE26lWVz3yrbqLD2
oL3haulzuI3Ay55Sj6in2Xh0BsYenHiz+tLjeZOnYznt/vcg3xuhI4Dmbu7y/VJMCtpqUc56y7kr
6xmx1O6Q7lqTSYAf9Ta2fg/a6fo6T8avqU3/BAVpbWtFxL/y1XZ6/RyVdnMu6jq6kuzBeaavTBzi
Rrxtjf4Hy53+YtnpR4P/zM+xzV2lIN8wUNYn/0sctCK6WPYCwFZYYnXL/S71hYRuhhjbKDAg7FIk
vq7F6VBxlS6BfVDtHOA3ruyzERjtLcMcsgVKFBHPpPZkLIbWdkHWeon7jODdlCzUtfERKg0Hdj21
fbbyr94b3uc6S3eWEXgAa7tbSJTXi7PE7mFUyRggBPgcapr9kyCPU2LmxsMIjuWfkUVV4EpP+X0U
WR4LIz3+q26MHPGhyJoiSLCyuhimLGH09BRQpLqGHEPqikLC6KbY2JhZRSCG6/xky1RWpuA/fQ7i
Y7aJfsmRMYi7xulJWzFD+K62U39Dg6P8MZVF30hg0fr/dCANMZNVu7EGic1AwfhpOBE+i9DZd65h
PGb1FeqDD8M9oTgmWa3zB6Pqr+tTFSalr51ClxPXqgDQ7TzgexWTXhU3uJy3BoPinGnHgIilgegY
ircnWIs2kQhJ8aDpHds0tteXtshMgWWL4xur7s7Jk/esQxt5MCDxHCU0EkErPXWZ42LVxourzMp1
gtZwh//w2Ujjg0g1x85wcqZhs4pQyUlYiPdFhMeYAfUTgW7VPlE5DzFapUrppmgjTWa6EeIZkk+T
Stn2hHvd5gH0OHhzIKZSXBx8rA2rpiFKBObPYzANAHTMsLwjbStv9AxP8tUi3kpCrrYwKC+lNfwX
sQd3Ji0/cbKrnCrza23S+efYTCsrslDyIbKgbOHXINREPgQu1nFirKzdv/foSaekU+ANGVyr3PYI
xI4tPYLdeg6rQ6aKo4VUs9ZAT5Xph3T0jXVmb1oHfHeBUOihyBccDUiK3wrEH4kdPU3a47qLohM5
pHo63ZapZ+pe59ktTQDO8zGdtblz98Wy5GcLtd/JIPFZ+miRRZDPCGAe2olYm+dEiQ8EZDMpNT33
0TMQYEZeyIUp/KxFBn/EswLzbC4Wy7Ta0gQQetcoVJatlRIAx5XxbQZkkcirCOnPJetbe1cGEzm0
wjOslSKD28563M4pst9C9866xgHNbLyWzNZU3Qk8Kq0xDV2SeFYu5jXJK22XVVAz6E3rT4h/wRIC
a/RnZrPvcZE/5c50kPdVGc86SmShrlMDTgrIPNgu4cIkyvhq2Ln6HIf0nriUFy39IJDS2UazDYbe
+JaCakRc+77GhFcZoQEfTRAWJnN8ShwsJxLI7XkYdRPlmrU4n9d7lC+j92WlHxBDfbFnsrDrKSc5
m17sYMXxZzJ1qEDTPbkUjyEQkMMqz28yTGXFeJvcxntgkF/eANXeAH+WTwoN792/Z8rYIaA3IVit
shZPZ07r9TUh4JWhHiabbFEp6qp1dLzrApVlIoPejqyr2ztwLj3DPs+cmp4sdGlMZKx74pXdEy3h
7ikAFHLKWOt8h2JPKjoc4F1H9DbOrii7aS32aGiCEV68mJgXlYhey/oGH8eOM/bBU2+Ur0pSWxzo
8/lYqssvwAb1vkaoRYJuEe7cgCVF0YBQSFNY0OYI4zzIKVVe7MMMRzyZfTdvSX6GY6w8Y2zOD1Gl
zjdDgzaMheDTwfbqI3DmYsWpgV+S5WzAwjxHT2qdfrNRIVSwZusV5Pq4ofmbwdBWrNfRN37bZfEm
h/KW6nYH1srg0NUtKyV88WPOFGm/dniQoTO7ybwjvM3pXYvNl9auqpRcVfQpdUxjEP17WizkKWmT
soNyOF2AVsP1WdrHPPygGdMc5ETB01/wi0FH0zl3yPauQ2JMZw5M1ZrBeGioV8hx5fa86MgB6r9H
m9AJ/xRunj+WGP3sUSPgEIMXnmlzjFeTiMst6jXhPu8966EDjfBcmdAmYQD/WJeTOCThRNgo5EU9
1ogGGFrVx9oloBDFqsFvj8YLsSX5JhUZBiPHK7KU53tlKMxKxARSYzJ+7vgMCZPhNM4QIjt4dpvi
h/G6SzzWyBsGh1b6AqOJCyA5jNAe0YESqxyJQHsOVpFCHnTfPIWx8u4KxU3BYGzvLGF1TJOck/W4
DBd5BKs/KzBkG0+sxKw71ouSIlvRGtMj96Qmy3nRmVfafbPRMwwzbbn0mH0zPMduN7YPjJpbKEUF
rQPjJF/ItzkNavt6APLniL6HHNlrmoL8FpuwfCs26udpweA0kR5x6gIoEbZ1KQrYk3aFcnYUCsB/
DzqgMp/RW34wTSHngVpxki27HCzYvq1HYxMSKuEjDSO/LKiCR8qy/hp1+Z6xuEY2qW5trYDEUFU0
wFKRP9GBU0W4CkpgWAg5JRFrv6qNTQ0R1Ox+qHY8HtfdmtwezLnBoxWpkA45J2/l305MDloDeVfJ
FpFioXqTGINCJ9in7mYNFmj5Wvb1GPL5ktgsfaF/jRFNEm40ezEp90Mgrh4Ro5wxcGgNhmr/L5bG
BAOBA0bHzG69FiXLrLy4aG0JsjDCRmKT5g2rdPZsTu6dboXyKmpLSlK/Egwb4kQr+qn87MowVY/y
Wb0gPDLHQ5dqzertkQafDnIHbO3614p9pShPKPqr+Zeeoimj5bEHMag9hRAufH7n/BVhxFz79Hwp
9RS9VEuv7EnC9LGGL4rB/ctM5yUMB8rp6Yr5YXruQi3AWr1wzZciNJs4JPmReS6ZdxLGwUyaTEe4
KHA+h/AwCS+og6flxKpAuTQHuS94E2eV4n3IWuW2VhsT7cUJn8XQEfQpxXjyQYNPv4eHhRumVe1z
r2igAGY7eq+bCjFA7f0Vmedt1DzmmTpv1SJwdrSKT2iGYfT1wA+AA2QcXRQCT8Rbjhf3zBvEME6Z
jOGpzLk5UODGJ5BD0Edos1cRycn0sR5k5z2ygB+sl1es2LMAFRfbZVJtUlihGNCqArPg0dp+INVZ
BHhR5Ddn2x7+rL0wTTG9fXaFVqP6IE/hvAZ98p9VNLrfda55wwVp3oygIrZtIhZRmhwdM/tMtS5B
9zkGHP3HTw0y8L0gIiX0seLMSGTpHxc1WQxavMC4KRHcaz1+JOliM5ThryGYERr8K8P7y58KBrYX
IFAb2b0lGJVqDGntQTLhZtv2aM8VJb1YVmzwwTFCs6E4yFk59RZQS3nHKNRN65+QirinoWZo4+JR
5uyiu0+aAn5Rqnck/xbG41skuvcqOSgrOyVvkAZOLiFrzTC/1oYjCImpSyqcPCcIje68GKii5FR/
pm1/SxbKtxECcFm6j3J+YjdITmM7QQghZiqxM9wLDl8XrXP1Q+2Zus/b8TahXE/3CRm/m9zTXo3a
Ch46o89fCVcEPO6N9wFeGm4TZvhSxrVwzCI1aHlqk47iss2nY6DOyS1MzbtcDnUXVwVdEnA3osbp
FZXMUvJ2twEH9AdSA3vuuWdqP2cfVbZ2yXDoXOgSYFaRnx4epaMuYpQ8Dg0sEBoU1Eq/uEpd+UgG
GxFtx6S/HH9PLYHw3C5PskXcAgbGlQmAplZ26WSVWA2a+hxrA3U18QwEJA2gAt3WuE9hNiL9Gh6c
CKdvYOqYqsccA8uqMvXK6ZGoACXUnCc9QDjRE+p+jpMSWviQ3VQHfk+jGwsz6KncKsofBeEXMXDW
57pidFCSxLee7ru+Cq+cN49zaIan0WIQJlM0SBUfVgVXKlQqfMLmGr8cKF89s/23pnEekD33z6G7
qG+19yOgj3Rav3+ivoPD2tYdxuwo110NUOeFaORo2ziOvZVrrwz4HqrxIhtBNr5VfxjfSz2L9l5s
t+dFDeGQgOvbKDT975CPQKHkhbOVL72JdHZG5jWfZQLAWnyX8tgIl2Q+5BRFD9mmwj/7jl44PlVo
cHZWYOQv6rKA0fF0AjwsdysHDRiBTyiosRtXBdwmyPAbWzizm8WcTpJxpi0qIJ+0ee0nG6rGxBAv
dpufS60ZDzNVEFLQm4UO5ABJefLlS/mgmMD3EsQQejbPJwfc1SGq3XkPhheERj3nfllpybfNcTCc
u/FdJf2IKcZjMRMjPYlCdRAPjp1MZ70afsaigF2KKLgO+Des/zNMSf+U6cTMKhE1xlWRPTO8+C3b
fdrSCXC7d6VJaB8LdXSOMWPCfVGS+93MOEtiZ7k7RsU+A5ZEOozsynmMNc64i8cxWPbWVXMiulPu
e11Kj9Oe4X52NbsElA8/fKfP6tm+HamxyF+B9Yey8mc+gSurIWfv9RhBPqGgoWmbt5J+xr6lYy2U
zNUmbpRrSX/8u+/LlynygIxVMfR/k4ibXIdDFeM5iIOiunVRSEvLcO2rp+vBHQLmneSo/Etbyp/x
dp3lExqDI7N895DOP6PcM256bM9+JXLfFtUaNmByPpJwrrdySu8q2Oc7I7x3LRdepi2/MRVW2yly
CWqdMn27bsm6Fgc7OZlMBxIq+hhdl5hTerMxPUKP9RuSeDa1cNSRD56fOvkynH4aEV3iWaxPGQBk
LLC9cgjNBOa115yk9TfF5+vXubfclKXakYH8npe4REkL+lhQPsddfFf74RFgjY7Mj8LDZmwrQqjC
h7xl2kjidruXwQqDkZJKHubApjyCaZiVaJeoT6qjY5aXwQ71k1njgxXUrzoD8kQqi3625sW3bdP4
kybNs9TIwgmBa1k43qlwbFBema4+YswmZw4bacpae5RRL0UD8LyLCnWPvFjzDQJRfU1qB0hurw6l
E5KJWNVs9/Oya9rB3o+xsZV1cm3SoAZZbqFeolMGDvfNg7bh20peM93pqUxCJFgAq+CKhdZMVl5K
69/ifYsupt1ozfPYQtJprQSCDvjsLVlX3cmgUk/SFG1ITjO4tGi1e0r+7BkKqV2Gy+hXjUhpdMi6
04W2ehoGYt/FyzkIUgLAKHZoPTTNqUnKcmvFNgJ597WJM7qIGpo8kdyq9C66iSqIGJg40adNoEcV
AAPuOzrm0i1sESW0KfH+CyeoYQblnRxQtPMhgEuNELafGcX0UQ3oHyEEC3/aEZWkYHSGLdzRYiYz
a7LBlMKNTY6paeHngRipbIay19inODNXcXcSV3+ZpEx9ZkO7ZUpDWF2IMT4JR28PSbnbz0r1PWrm
LRhIPoKngRUogHzpaw7ZMIWDKSEfJkqvHkpb89K0nbtdZ40rcBGHVYaceyrOIGzmvelUd2U0Y/5F
S0LvOeo26Uzeh80/eGtiDNkN9bRwF6Ia8QiV3a7bjaMV1ZvbBNfCYl5kZwtUCgFsxWwe+eaSKu9R
Xu6TxXRegQtNp2BCBNebXAOaqxOzm4g2ZPLS9I5xwr91aIW+1zUDUJalEW1rlfMBDRzyoRD1PER4
d89hmP+SuKGp4P9onIIsVCELqWeLbsDEQsYydFUbCCIDRcdKQ86cLt0XnkdCpq0i3xvfAssUs7a+
fsRykn+k4C/kiDYyk3kvSYYqAzFgZsjyba+iFa/HuEu0qt94Nn++4OJgdfMXslC8AjqZnE+3dTOc
88wUB5ipOZdDleyLeqG3X+ZIeNFJ28i9nmhnZ1dOWb8lcQndqOnbcUMtWhgjcZLjZ5Tkh2VJ3IcG
UMxlKLmEZnXs72YN8wgaYHBsY/IqhywMfHmXWVFobDorrny1tH/iC7S/KeVOirL8ZlKP2oKA8lNT
G+6uEABpJU23VrM8VJZKWJA76acIkfKmdvL/BnPQ3xCfYFdpmIgOITFydpNRPAqBel6wxGPI/1iV
jEPPQYrsiMe2mx7WoSca0X4XTN62zYPoXMRzv0FMsZerZ57pn84S3cqxtV5hqhWHDmDzVr5M+hGs
Lfghv3OZv3iJy+chsCRy5Il/MwRubnKYs+LkoE8MEMsmNIHBRN2FhiLpQCS6PodGfilGBSmJeBVX
XckPTEol6DpDV0W8oMC4uMF4s0sH4ZdnvcxGqD5LW1qqcNqNkyX/UpB+DwA9SH5/kJG04HaXB2bn
2Mq5Ndysb9/ks3Yyl6doYe0ynbn3laJTNrH9lRhLeLDtuSIlS8zs54KEd1nIMlOX0VUdCJ8j8DbC
31Db7/S0JU3Z1GmktM64C9P/oe5MlhtH0i39Kmm5buQF4BjbbpVZk+BMStQsxQamiFBgnhwznr4/
QFm3bmSWZXUvetGLlIVSISlIgg7385/zncbeu1o8PWCQvRdhP9z0ekpGJTOONsPxS6k6GhujeZY3
kLjff9Y0M9+IihVXK443WvM8fYAo73Op7EJ0nD4OKZOaL1zskyUSGwWwikkQYZ6z5DXFcEHXJie8
BCS9dfNsq+5tQLDlGsRTxYRNwOw2oYssV2lM18WGs/xTRZ/AMU3xCNNDXF9sVTzynmRs0vRfafjT
7ssQrz92WYu6ZDAA8B0jXoNBquoTiIN2s3gX4JcEW9HkvRcVpXPx2T9DQOrik02/VlwzCF/uC6Xi
H80J6GvQE6K2KRxb56m4Cnjor619UsMe7gQwlaMfVV+zmZLY47Y0uyNzuQ4K341j95xzha5zdU+K
ZyPTbj8ti1LW3Bi7+JDUkLHnPwRqwdhk7K/s4wx20AYNiq19kwzwtpvKvSlIFXpKOLDZLhnxnUja
MWDgQLCqF2qR4lRIltPgFSmdPUsKCfpYA/jGOQMknWuPySotHsFKMmNY9D9Fy7KjYanhylbU6Umr
U0ohlYva3jpWVxwrVI6bYsR6DyRjHet5/7T8CccZFpkBIFGiadG5l8Pdp09GidXsnGchARvViW8V
Jd8FjehYX/Pkdp7zqNNM8hltq9qmhIDWnZLhqiw9aeb9N6cIKf7wZxZ6PfCGc4a7eCK85IvAWiPT
JbuoGv0H4ACbz1Glj+O86y5JpbVvLKXKjjFOCvvXuWGVxdXd5+Ue8gZjyyA4LFvYWkUo8rnX76LR
PYH91ZkYMqYSOcIgG0eFba0kIdBT9r7kUAfgpuxf9E9mGFTsh05vZv+zdtUTNvBzH5wKMROfits1
HNsB/JUtTaatHT0gHCYboyBU1TblAzXe4oeC9sV/ORVqKQNmJTGuCi3jK90xyrcytNONA7v4sIj8
3HwgmZgQcOyGrahhVncWFcNetkxmWAIGjrzB1beC52Gmg0FJlmsJHrYHK3OoLTqIlErXViUWqgVh
Ns4VYsKwarwDuleP0vfKLsfe3tr3nzuWArCcQk9IghX54jhvbcyP7OQYwalElZxawAzcUKNVlHG6
skkOPozsI9nSTe8oQyaZIho9ZtH17Lt2tKqVbDxWc+R/3hMc1Xp8N0uL9BztFos00Dd2fZvWHHi6
2oA6P++EnbjIb2AUexDB0KLNSD8p9lRiyMSNHdPAyHtxemgsQ97mjMQ8inCnTdWhoBXlm2niXcp0
zfCipkmvZv1IUBOsR1WPpMEYSri6fFIYu+0kTTiJ02EB7/KzPar+MaQFbaUbjuTKADK+BDZyJ60/
P42n+5hOk+snuiIP3E3rxxiLam3TzvD7eVkIu4JN7Oi8RaNTY6rVek/psgC/tzyhTCiXNG+b+8LG
SWd1wZn8ibrrpvE7koqaEhmYp0KfoYl5w5c0eXYcEuHf9lIeHbFm1pQlKwyeddvo71VUPbczAavq
+lNtavZD5Ze4la19P5YM4+cxfaqlO59E4boWXXVOHFmemJg6W+oN1E0DjQd7wlCf/bZv1t0cR9Xg
QoPr8rQxj180S3t2GT99awcXCwf4wDw1z9Gs4gTzB2eksVHJda8I8dCWTm3cypDfOiXBF6hE1u5z
tSNs3+yqHnIBMkQ6UxjjezYAWVur+wx/AplyxF07i8ST4aN+4Bg/dzN9zy4RGpcrzxYvk53f+U5a
QT6fdQzClijqWQnBYE6IBVI1j5Gt3CTaEzKGfV1AE71KRKXO2A8Niqx3qInY6ZYxuZpBve7yNR0t
yS6ZPSnxh01SfDt0RII/f4UVUak1TDkS6two3OVGu098+boAxjoEYWis+bApe1Fh0uyAklkl1reZ
UVdFoQpXSezxB8o7BTbtRinrEQ8Q0N1PXlWRYlOv0hPR+nYfSIAkriFfsKNjqSN4D3KzRWmoem5a
hpHsa9N9DtrsY4mdabqgmcEpTAQoF4k/wEQa6veVT7WyreBQZ1LVAhXFB+eYtGn4ZZJfUs150RXr
6+KulJmzrXD/VZjhDhWTEKRm071d1gncso2HQy1jspIjH+MZYS3NH4VBE3VcMZyeD48T5oxPrmJq
BSV6G7yoRiF9gX9kicL2/Vw5l2Eokk3zDquP5j/a7j9xR7hOGDkQYc3EwBRyPoLOHzQlXFu8F599
w16ll6DW7Hdb4Q7aJhIbIJn2lU4iVazSgIVL1eHBVqEYX2WjvUz863KFIJq2JUUzXT6laNt0gnsu
kex3xjnzcmfG5BhfVeymHGbmQKpe2+uAisOLLismuaI9q5G2q0j6NFgT9YgxV+2uQ3aLw/iqmYNY
/frLf/z9P78N/zP4KKD3jUGR/5K3gPyivKn/9qtl//pL+fm/D9/51HUdF9KvoWq6LigtcjS+/u39
PsoD/rb2P7hfmTwRU0fscg5Uh2UL0ojJ72qURne/fFAGGu4l1rr98imJ6uma68/9dFiYp0zho4eZ
7cD7oaG+m4b4vKaIs1bDm+VD70qDjI2aeYZQqnMxMId0Mtulz8SwwHfOH0y3W0G3zYHTSP/uU6fE
Bjd9ppR4X2ZrmVTtVqsbd1PrRg+KJUxXSUTapKjiaIX4Lr8kanUBKXPKC6O+wTtbvmjFja1O2bM1
XWmg6K9tPj++mSM3VT23Ka0tTnlJJdowX1Q6qpGnSLqRF/98HYTQRidJFH2ermOF3oacFs5jUtc4
9ZMBImy915ri8NcvyvKk/+FF0U0BNUo4Ltlly/n5RQmgzDFNnnPZk0nhdWJ3e7/T9H1DWWbdjo9D
H7rQd9njZs9sQtFv2QLfTba+d0pLvYYJVNsU5hJPd/hsqFNwMBQHxdQt6p0qrX7TEp5bNzZTNte2
aaIM+/6+oh0k8jvnunzGvSQ7dCq8cBE+MwQQpAIL47L8CXFAXQ9JizU/dKpzz5mhoRaIo5y+XcL4
tYZ1NQlHxxt6rAcWbeSwVRaFs4tkdnIJsiVlWNznvH+LctCvNRAn04n6TS+EfhGwhg6BVnidJEDC
TrRifNgfFoVoaPCol512Wmb79uhY68lt3t1Jr+/t5kvHjMcbaEi4CYiOo8/kFFkMjN7JcE8HJwHs
gHXxti3V5+XHmSJtViPvvcB1iwMuuuqq0ir4/NevqGX+8W0mdGEJIkeubQkGF+rPryjz18pM7N7B
5HqIHbuDhfz9k39cQRhDdSMPa83tEqAjaCPPjHwzRMr+c5EwTOn5eEuvwhrmPft47XSzPBpO7W6E
intg9NuHTMtB5+BIuG368eAmPWKLajDan01UWdLc9m3qHxZott4x31gKAvt2gtg1a+jFYpwoR5Ut
Iwb15YPe0JmEs0ADMhm/LbWHQZUXZ80wXroYY6mQlJ50crC54/ChloWzw5cCf0EDwqQ3hIorzAla
DobWp/5ozWF4ukmnYbqJGKFamP+gW1T30gFT+gnbTFu9vcBvFDd4Rvwt42P5b5Y8w/3Ta8FyZ6s8
nY5lqcK0fn4tHCCnFCLjO+/75hs3DP/BMGr34Ju2vRqjSnng6NA8ZDYXr2rJNdfLgPEfsYzso4DC
4js7w1HRS4u6vsOkLe9Qv7DZ6/aBdGl2L4tI21o4alHfJiq1HcJwC7yC7oxiteTB8Zk4HuPAVamZ
9YtWW7vlNAD9J9u7jNaA1Q4pmKbcOZplnu+LAtYwHVrT0YkDC1WRkGXHMb1GqLIGEHCukg+HT/51
5fYFjj5/2rB7/54QNr/+m4v5Xzx/HAtUU6j4ek31D9eyjmdXgV3D+05jXzz5RPVHwo4IwKPJjOvb
X/82fV7sfloMhaHiw3R1wzVV3kbzy/nf7lDW1OvMrgmafs5A0SG/RWM51z0a9NAIY7rtRxRHxXpk
tMoO0ApmeHu6KyxN2dbeZ/0XdCN4g3F5TorsA6JevF9GjKBmH6ceBNfymU5YxHTCaTWG7A2mLBqv
Ug/qTVrRLvzXj8r406MyNaEBsNFVw+VCdPWfH1XY+BSwGBQt89bK19G8BcgnmOtkiDHwuUpt7swg
+EYhY7sep9nX4SjmwdFRk3Ky2LEsSgbYDpZLnBHHgPJF2JmtsO0nHkF1ITCN95yq4acBoOspSRyI
C2np0fYZXSKHpRvzwFIT9IWoF4oRiVNQ5fi3mgx2uFJqFkQ42H9JyVJUjEP7OZPVc6LTuuaY+9zu
02ubyu+D4Pik91jAKv9RjdrmrI8KpvT50yiN9d1fP3P2/Mz8fD3wNrNUA0eY0FC2jZ+fuQl0+lRn
wl/D7zOOi4uQ1p7xtPzJwX3kWSbk2SUN6KSezg7omnbEKpwhlB5wNv+Gkwds5LBsVuX8aaHRJ5el
AHn/VSuES23vqiorRW7GgS35P+srBkP/gWWuPilpLokT5cYasDShRUVz4byzqySKQDWxUA6fU0lR
7LT5UNgr4iQHOUHqsZ5MHGyzRgwcQnHTlRHgtF7mVcuHJHj/XJpd9wXEfrqG5Rvv7AXM1FcRIuhQ
7QPrK/O9RN1VeRpRgPktTBj3SVOptgzNNUBMs8fOAQS91hIqe5fMTBvg9mM6Vp2WT5c/jfW/WSs0
7c+rraXxFKuua+uurf1xta3o/lUT2q8hqo89ldQk+zTd5tzYpOssLp87xYcNYIijTQDS+0ywx+j2
nzHUJfxEzJGCyIrWykz0d3LxdsUuXqY50mlGX8TCqXAIz54Jt66s1r8vuyHdZ/AVm5VVxygvyCnL
i5unxrDGM5Nsnbyr9wMZ5JWzMK1Gje7RyfLVvT6GCsdic9zFnSuuy4e+pDvFD/T10pO6uBeEBN2b
pZWzS8X0aA12dru4put+eISLkW0dIX/HAVBAMhDUlr9XG6sBQd18ktnWTihgs6028dgBkWBj7d65
IvJBJvmPn6qqknSPkmE312pAe+asWxhdyhBxGebnPYMRjpGC4w+M3LYDmLHAThl2mr/f1aXVfAda
RwySQ/In7D6dP000cWtzbD+EqVU/SV3F8W8Pr7UWNAezSVefs4ICHcvKVUUnCeCMxzJJr1Cf1APn
DYoc5j1Lhz3JW+5rmt1OhxCpYW0XWnktNRgzYWde0I6flwPpUnhqzhrDZ+SRFlNx6Izi6C4pqtrP
1Z3mh18jO31ppxHD9wyFiMXLXy8i4k/7MVZe9mKmYXPT1gxN/LyIpEo1aiEDB89FK5qtLFwRpNp1
Y9wvEqaaTt/1jgoNijKPZu5TXx0p064lCkzWZOhWtuHnN5EZf/18kqIadJNDy59XFU0IJN43kfhd
lyK+5Zw3AFfvM/L8aU1uY4mIZTawkM55dgNCTWM4zXyQf1AKUXHk1YdFOnr/5oHPN+efVk8euG25
iG26yftS+8N9B6axEHbHzCu25MfyUM1Yf8gKZzpXKVQDaZKztku/P5ny0bAZuyfp1hL01hcWx9wu
UadTN/8/WXL56uGQ3mUBlW1xH2xBalAMHYV7YPztratF1tHGZYhunNjPXTTcGT6TzDLY6Xh8QvBn
gfw3N4c/31ZZadjWaY5lC9XmVPvz6xpNNBpWfdYg5dLHGITpcFcFwdPiRHNMyqGmbRiH064steSF
WzOpSdHdWXl6/7ms6NnJ6PDK0ugG8kqPTpmo0nWly7d/wtHdjtJ3V3BInAWXNDIecSuhpJBXXvA/
+Haio0CBFapMfu/c6Gd81vKy64SiLpWSPCzECIhvXdHEL00bsF0rpxdX+pcqpdOwlNSJ+LOkXnKe
2PclrbiKQXRouSD+4ycFoF4UgW9FOYLACZs/fPr3m/eu+aj+c/6e//o7P3/H372H//X4y49C/nJ5
2D7+5d/cfRQ379lH/ce/9NNP51/w+7/Qe2/ef/pkAw2eOqf2g5jQR92mzT/UjPlv/p9+8ZeP5ac8
juXH3379RvyvmX9aEBX5r79/aVY/dBu147/Ukvnn//7F+QH87deHD/k1ev/TN3y81w3fK35TVU50
jkVLtcMejh/Vf8xf0Zzf+Jy9sXAME73XYYNCU2oT/u1Xw/pNc1WVnma+hw/zwR+C8PIl/TddaJrp
QpzRVZOv/fqPB379fP9+vmr/WtZBwfnpfa7we22DfY74g3QQ0x8g8wgOt5Mw9l6L1gzetS7p9iX2
6x90rQUUEbnZXRJU2qtjJ9qxaeGj1GrXcQIqKMKY0Lv8Fuc5nfD0s9Oq9U0Pia9EWV8HM4pPdzF0
987VKNvyjiG/Vq8dc16qtZEisyQrbkHjmHjxknr67qcNaLYoyRmgKiDRIo2ehNZCQlOt4eiMYN8L
Ybz48PafkEJgiZk9sSdUF/NlTBS5dRryvqJNkZMjYLtJCdGoT9vY6ypX7odUbe8mK+tOPFwXKJAl
uc+T4xgsBdtyNrknLYNh7nY0pkQkuTaRnhYH4vrQkbrYKgAxh+aLk2J883R0fwfbtehfM0YHW02m
6m076LM9zyGIN8YlR+Gx19lKOc1XGxnvQSaas8OjOv0YMtwZTmz5JBKLDVzumxYhp/SsPskeR9AF
m6Kb5D6qM/mkSWtYK+YIzYwDnXqELpGehRPYh6EhYsKhu6HFPTOCK0IyIDdF5Kdo7JQfVVNM5yk0
m+dUFt1XF3Q1xXJIsSBJw8cU37FKDtq279rJCrH8KyYOljGNvNAlyUCNSeP29J/YDcQQXzcYhhID
h+qURv2Ro5f8YLLwlBEVuJhDWMF/0JKzFqj5u2p38pFFCSN6JBLHa2gsvBIVDS8BVT4Q6JWeI2CN
vStfaUPc0IaQBemahb4lOR/S8l5y3PlBf21zqRMkM0bD5VOqWAh/qqBSMScseWcDaH4Zq9x+b904
eUkZHx9j0dWb1i3NU6n6Yjf2+Ikj1xVvadRqZ4FZ+bmRUcIMOY47djCxix7cWc27aLP4NgJkJFZG
1xIu1xkwrSj6i6JVKPz21ZX6cOYAnj5z4ocvPWGc8xTqozwVrtKqlnrzEKtasDLVAgpAUw1wKEAs
f4tSN/RIKtMrXmAKskPmZbzPp3sGylgsePpWzOOaH2nsxx5aTrdpjNI8+mFZ7nBR4i3jVOIQD6CB
uBWTc6qzEbg8wUCsL2q1mawA9SYc1XXhhimTAMkwbKChoPEbudHa0m/Ximoqe0vi1JRFMdDAkeOr
owYpQsBM4NRMJmd0jxDHgYF1twnYnbZBvIsBx0Vrp1DLL4pSKyfdiPoXxkXuobPoD13RQEXCwBKm
/1pNSYLxy2zcfN+A46o3Q19rF5rGJdigPI5fI8fMbjidjzyWDLr/WhvbyDlZXV+/opPzq9G8vsUg
ti3PFgzw4yFpvkf0FcYrFw3zbHOBfTP6gWOASLrWy7UgQ9ooCV0Ek0ucKwr721GaUA/JvymenGTw
OBEF0FcuPkW5Bniiwl+05Fe3m51PFVN3avbYfR9TRS2HNWlI/ymeNPeL5B3grK1AjBzJwH6k69YM
3XdBc3O7skjncLwo61Jd02mkmZ5PzzAFyWmZnRtdJ9Ebu0A/7X485xVB2kxFLSIWYRwLeKHwFIzW
0yp92JF38x/iWPSHvs3mXKkqH6ZCwP9hxaZ2FVlHC0gBTYOs3ws4b8HarGrVXCG2adNOl7bylNV5
zxQlgI+PdQXqFPkFP18VsVLvwfeVexKo41FV3OHo5oJ/TYDP/VIz+HTWBhfGDRp2cvGxKjApJsAZ
ribVoVXPGtO71k/s98xv/b2QDj15CeOxnUgz9akuSXHWkzu9JLTW6OTo3ei+1BjvGWFmF1RZSvpS
+OPG5f/eFVIb3ywWA1biDrNYWLEwC9IfMcrRezcm4PX9of6W9EHwUIfEKwHC1oyesthYjWUtT9w1
mJqLMu7WjJXce9EXHMvrLAUWFhXPI+VL+zLMMUK0hTVth8qP13bNSUoxlfBFMUZdrmLfSsv1NEXZ
ViuVlG5moxerWDYWbW75aIkN5YXhtY9s4w3LlX6SLMqPSQGQskOFuylRzdf+1DY+FIZS2YR+DLKA
+/pTH6Ts2bqpooQSF8zkiRxwKqq57x8w8Fp3Yoiy29LGhLrhKxUcDUXxHIP3SeKaFU1HEYUinhUm
gEizrMbJVNesA6up7XSGH0Z9Kiy6bPLBZqzjNn3gBWDb8nWPjHogGjD+SBQOly7UwNtgVGjmRm49
ND2E4LKy23HDfJGr2Jhs+BOAUwqsQ3PTTlSX41ovbbysJqzLpqqFtdL91hVeWETVy6gSQfCmuIyU
VUob9yP6MjM0M4/TN9mo2pV9S/Fqm2BIswYnppOr0wP9pLDtEo5EmZebkdyXps4jQrnTqbup7FOk
mjpisEWHyiZNrGyTEjzoNxi+8YONpuE8Vk0/TIesj5Gm8hCUi5JWYj/w0tGuqejluq1USV9MoHdk
FCZLfaxz8oZkuOymX9VYpwjuKo29EsQqDkHhGs9uNEU82021MYQ0aVcMON3TSNvd1XVGb2ABGhLU
h5OS+5HmRjPq7NkGx+bFWd9dYl2oDxl9Yys3iuWOtZPeQxbh4E4fIzhMWa8c2KzlR5xByrmrON0E
DeMSbBbuJUj66iVpGn53yX6Gpi81jw9hKUioOLheh6x0jgNLAhU1kyAdOL8Lc+kwUYz8aZuEWOpi
AdgsZJx1q0y+9tLlZfctbiP71Y2K8MeUDzpU+LT6UuZmRZquxyBsx9ZGadLgA07GvNypX1k8/Ht6
7HVSfzZ4XuoJ9m1gvxSaXnyvrahd0wZtfGCRsc6KZScOAknWv40puKMikP1rUinVzk76hDEuXu1V
7CjZA+C3HhNuVlqcYwO/3eBRIeoQUZok126JtaBoJVgks3LOuTsOT20m2NwUBs9mKVMYNSG0lXol
DE63wiW3toeS1jbATTp7kw598MNqiO1pZsipTDRDT6F2nUN2cyiP9mRVt7d6pzZH7q3NecCg1PHG
mKZzAgt9FSaYOmRW6w+Vo5mruovbd3OCzdNaurOima1898ORu2ahYtNaB+Bm2CBG6ibEGEikvY4O
QRUGLpuz3A48LXOsC2u/3DgQk+4UtDBQAX50TQejesjcwd9SrjFcsM4zhS0iezcGmns7I3peYiGL
O3bJ5ZcuassPnAt0rJQhbSzBCHQCuh7v4PFZ0ysrBl8fEPDsMd9ncQhKz3esW9lAxFuDZARXj5mC
LkN4xXQ5+klICXIU0itc6/k9Yl79IRsJayVschWQF20KYRhgEUy4S9KHSkXGPZeM/jalWMw2YaWM
B0qs4Y07SbuLBbzdOPGLZ3fOeitlGvNG7pI9tPN0kwH49YzJ6njb1m9ZzuBnIl6wH60sPLiiUbc1
iycDH8W9pG0WXo02a/fo5OHBlwT1VlGoDEduCc6uyIRJUIF9fhHPE+9sGrZaSMF3iJ3tTuX97pmN
PV1iyDSbQnGwe4mgerJ45s9RaBUHLvZqW6vu9BWKDuQkNsceceEWCQZFCOwYQfbM0sOTU5oE49VC
vfQ1D2wVWARBCqidTxUv9llrOghyiP3tpiELfttkvn9qerujem4qtjnp7xul6nQmm6OGX472tF2p
LZY4w3m2uMfsNCXvbgqZFRdTKRVzFY5kNuqK2Dh8rGrdB6VFQNCo3qBLxDs1Tv3bfBLZ2uiC8chb
UqXO2GjFlzh05Sm34m4Ls3L6ErE+7kwCzl9w8EV3vg5IeDWZTg88KaooCsmytL5vFK7lCNDsxjJL
iHoMSvfCTeKbENLwAVl18JTItQh/2hhwWW6r98xQxkuuYkcmllHUOHvjVvnRTcI+5oVTU+PcZx45
UvdoFhm3Ir8Ymq+N2hTfQ9ZOZgIV9G3HdA5WME1XPWph84LVwJ3MQNDwyp6R3DSl+DGFX9QVpeSt
gsPFRnXlNtYc+4YGus6wh/vRVrQt99US+oASlKtMA20MYo8Zegui0FqR1mJGbDNcp+ky3LGvCE9G
y7ChLZzyqoWVeQJgWWx86UDjCtBreDB1AYPZj/0HlqQPPP7p3g7qL4jz7Cg6GewqdjhntgHFZYq1
r4Y9ZefQIKmtWhX3506N3mJLAGRHrPZaGX7U9cjNu4ePZuIr0TBdtIF+KSr1XmJqBgtHt0FZ3arY
CITkUeeWubM5OegxQ20Fgj7MlVLfm1odXdxCa165qKtTQOvFfYhhZ1/0Wv9qVZzV2Bdq7I2yYNLf
cPlab7FZuHfYqcZ9POZpuOJwCwgDjO+Iu0exZlJGLtQjlZ393cD20htb+oAo2e4x5I3zGkoSEdgi
vdarlmdmk/TSeeURB/cVDBO3UPsaY6af7ofSal/x/6AfRTWM4TZLaPQh25I3mn4xK7q0FBhGLfsl
XNWFOoptnJZ4GbuUg0urxHjhlDa4tvQrJ5jyHCbwSS3kzkjziKOY0rEQtMMNwKD2vfBd9U6na5d0
YVTq5FFCjfYwe6ACiFxukqjjE+8TnXKgkdReSf7odcBgDT4k/0A4IzpCv7AnqrrZO9KOX0Xmc3VR
RRJeDFLIJdYnrfqwnA5YvVoMJR2DE3X3sPRV0a8SvVEgLrISHCEQt5egmYJwTUSn86BwpU+mObo3
PtvXe5cD6G7synAdCtKfZTCfSfuBKQwzlD1ZHeV7r5TZru778inuibutaIHtca+XBG+qXo93TOgJ
t2lxRVdfB+IyNfUdBRdmvdEDp3W9gvqNl1QaxcOogY4RRA2udZqHR5Gr2IJFGsPd4eT5RWX/iRfb
dqJbEszWrTt7R7m/I+XXZb6LJXPWLvB13LeB6e9MnJB3vRo077bW+1g1dV7gITAcb6oglZuaipvd
pBvhPrBdeWtDPDxMmWhxCUtBDCeOwfEFEtuILfNjx6aRHJgSXt22pWmra8IK6UPHx8xAcDopgR3t
ldEH8Rgb7jmRmfHUkvnapZVfPHScoU8FHUpbp3T1GzPLqTweTAprgsq6WtNUfSW6023GtAGtIPsu
fLD8IdqMXYyWIguaKmiModSTF7hjn99rz6Ued/eYGhWO176kPSICOQPusn0qWC5GUtJ6Jza+UDFA
6YqzGUtRvhUppzjatHXKfKbmwbEj90BAUPteOSXY27Cvd4TrlG9j5lJFr8BIZ2IaOFTCpBX6jmxq
lCKSlYzOZlpcpQgOMy46ZVln81kteiwFELC4hSHBJaXZq6bkTu+rrAggF8RLEUfDwckMnbQEMKqd
lnPnFaEld5I784uFneHVgM0ar/6fCLj/H8mymvuXsixy6Hv+/b/Lsss3/C7LGr9pBkYNSG2WyiTA
ZBz5uyzLV/R52GthWDc0VcP28bssaxq/OQLKt4vfisGB5iCa/kOWdZF5dewiLu8SU5h81/+FLMu4
cx4s/XP+YjNuNXRHs02VEw+RNOcPbgabQ1FgoWUgvzW3ytCcEqLkQMpOUnvo5rpMQxGchkcv7+2t
r1Od60TQ1MONLdiOUD7ayu9N3HqC21iiU50FtmtEc/OtAZ8yhd0pt7hLMDCXOEDAxKitrQX7TZWo
C6HHPBHeOH2xtXdDufGpp9BS7ENds8WMv2rTaB23AMmb95LbQdzSEjTq79mrBuqI9NYqwdfXG98q
InVxRphQYNobn8OppsewPifdoeY3zApUE6w7Sozi7MsARb8VI6vDfVm95G18/yULHhlUrBxMj+5D
lBMJOIkxwVudriOyyKVzl9c3GZgPk9Qp3tm6X2uc9C099lyJNeGO5LHtBh5qmY3M7Ctf4PO7OqpO
AoMVo1lOqq+wX0t+qN7edta9C/FXeFH5XsCPNuhJg78FEqww62MFngIWDHet9ezpaUMYHxhcj4gj
6woWifrGHiBmK67J+5Ka9j6OV/O2kiKOTvtho8fkxqosh4+OZBM1wfdtYh6N8BJK7AKAz/L63GJP
B0WSmLOakG9yh7Cv0YIrUulRWs87/s7U1iqcqBWrh4fPdZeJF7KJK6m/4T9ZExvzg+3Y+55wtk1U
n3Q8wToUFeMlyr4xiuAAdDQhA0WcrCdYT5nS31YK4FOqHGmQClmTVHdYoZAfJpBzdRit9ZGedzfc
YGyilYWYsgpxTqYXXb/LOEOXzuDZtSdVtBRmvZFweXbTVRpWXuGgve9H8QAIZmWlDnzNYA047mKM
FswxsskU0Kj+xbEeRttfp9SgdmZ3YacI4mruRetXvn9PseS6xSpckxwNUX8NryHHG0N3jDiAPsKL
GsSTMMxrFyLwC9BGnJQxOasYlImJDPLsxN11wviCjWPdR3BDq1sQQNz3knM2TatKKqAnMZDK4js6
mm1vR2pTjOfYp4TDiyj5ksg4O+F8mXNsTgTKmhE99espb5EeRykwz3stxhqj5lukqF0dU6ycPjkJ
Fw0svngYNjgr1/jH1n7PSdMFUpITtqN2KWIYTK/YhibttayIgHD4LcOrkO1aC+m5sgZPzRBPIFbi
77BxwrXeQmi/NKpXOc9xhWSNoorXPNybcj0Vz5Nlb6pzXqLkvDmgvGkAW5NI5uLl/Qq2eXCzU4p1
ONXf5fRD6E9Vyk8crz0lUdR4b6tK22WdeXIkJw+DxhxlFdWMH0JRb6d5XDRtcncfCbTosto3ff/Y
N99FzY40H6D4v1Ch4BlDurPDZMdtGPVt7lYnnKceQ7hHynAb5e+GiwWxemxrqK/0MZKkmyQM9rr/
EifHpvwWTl9tFf+Qz/bE59Jzv6ZQb8YUZQtMtNGvfS6pkuebckmfzLmEO1kNxqmPxv/N0XnsOG5F
QfSLCDCHLZNyanWcDdGROZOP4et95KWBsT2SyBfqVp0Kc9na5/HdoORnrLoQawE1jyrcqj7jEaUD
RrosCoUK6BtV1e2LOkV7/ROsRNQfz1q3l2eO+qUaanRv5M1Xb0FZF0Vo65iOdQzvirOPxcukCxK9
gy+rt0xGGNIuJYMUUGbBCqOXjOheZ7nANU98QjtFvRXKUcxFgVKpjDucdMAxZnIjRzyZ034bdetX
VpLDsd5X7rbHrp8IAgzJJycYMyMqnAmc5eg5ajAQ9Hp0tfO6DPkYqqseYa8gQt5DimByoytMJBKX
GyAghwa6gGKdDIo/z7phPiOhNxgnEPqMGtdal++qRqHPTdgCcfRHX7lPqIuJFmFI3aneSxItj66t
vtNp8C1S7h+GZIexM1t71UhfVbw8XLqkbycxD5YRF/tZUg+9Gb2URt7hbeoqn7gkLjBDBeRW7hbp
vuQZ8ODeoTRAi/1KzUJVSL3LTUIiUastjxwdRuUMT5I9/ipYm90abqDXGPkMQ5FeD9NJ7zlbV5sK
3g8aIKJemO9o5JxwmbBUQ0KBCJgxTbbpK63TvziTnS1Le2lj06fnCuXgCvOWfoCVchMBVyWC9kP1
Bz40n2i+J9oycbkz1KzEdMtLjQmcjusK3i68YU5Zw6ifc98aFs8gRANxNf3rH1UPehNgPCh8XJny
DiXntw+WgW+wbdJtvZDClRYViR/7KFCVTW+8DdHHrGhMCgFaj1Nx1Qk9uzVtN1tn7n7AjXWU765J
dl3x1rnF4hC4F7Tb0GaFp7r9VtPhhs3zi04u/eYY7OAdqvxmBPlJm+U87nEw/84Ku17bsjBGyxnY
SDgwLA2sJN7oXUhfMVzu1vpjcWtxtnX2zkZAYQ2fnoq0tZ7Grjg7Cot96jTgHbBsKBF1Jlp/KuRi
2aTqqrB60wZFV3Sopzhfutl5wd/f7guL2IqYvtQF7bZZIaorwvRwZfN5y+d+Arn+eDJAzAj6JZuh
fO0j9QWLmuIjGD4l3fswZ7wBTs8iplXbWWZNHqxk2S6sJMak83LoyVuLkaNUsYoQDRg2IhP2i0Ru
jFsy74fTTTvoXHt6ZMdDlhZ9SAXra0yf5gk2RYRjPmMBHL7bMh6ZbdbcZhBEsEln+3Hy5bhDfMy7
V2bexSlplbfJoJ9QcgghjUq5w6fTbqegXcjnRXGCVY/poQ8WQt/YcwGMpTgT5kwuEYT/c6acu4Go
altyQAJB+Wm0Js09dv1jtKOM1A+VGELTOGsSBhuHbpCkPmr4XwiT09M65Np0kUv9vsSPZrKqYQfR
2F4I6Xo9z9TOKUxmMMT7s062N3JLLQ0UL/Vxw48yDI/ELAx3shOsSoume+NAQklv0KCjPt6NM/sx
fww4UZcKLnFADZiPucOR+7XNlgefchUTKapsIDRRtuyotgizgQYvPh1nwLbGfapkQGx+sNnfdWzR
np6Vg2eK4WhI2hD2znR0slqcRN0imTM4SJfnPHM+u9E+qzrdY512BTLpa0NWh8yWMnWr93s7gqPN
UbBhtDCxGakqsEXjYBTbrDtWGnZX4BzIlmo3e4U0UjdFSbVP2Mgb45D2aPTpdacMn0AnJsp5x0vf
UjAPqx450zUmxp91e9GLfZH8S5Rvsz5oyq+GbptsOg4NBZ+AHKFd3qXUCrlRXLpe5UOChNvF1dGB
Jyrlf2Z2zofmXIqS9yQJ+tyNGtUfzavAOgFFiqqKXVHvmRbCibxHeK9JLG0hv2Cf0z8XEr5zPO+x
yG3VR6q9iraLzITSOdBr/q8ayk9JA7VZ8vDmIesMLZJg7ZinUVvjNcpbl6LUgyHk16M5qFsPvdR6
5PyxDcWHvH3iCG1NHapNjd1sDSXzX9PSTmyeW6Xf967aXfsmfzaH1Wt5+uUSY5IZjOKjFzSGZZeZ
qUQPs64oQ845mBFWl04If+BnFxypBNHIMbmOoxya+uz3U3K0Jo2hxF5Zn8jWYllTAyaOB10+YK98
1sl5uAbARXJJAex1LIZnFJegbz+YGfiyopFsj6hw2KySs5fBbTDxOmcS2pNy7EtpSxs6lc96vWlo
x5GNd6La3sxxAtxg91AAHTo1q/2Os/Zsb/VmuKYz81TeocpZfaxTydB45XqJVGakBjBoa6cmX9T8
8byuxCJdhC53nltX5qFC6bXlG02TwTjCZhdMHR7X/1BD9Zz5rRjwc4M50UEFbusn75kz5Fy4Vh0o
7+8oN+6C5IDTPJjZxUxr8pnr5w7W7EMcf4ounKOr3DAy4dhZnAQJJluvT5a9yc23fkNsgKPNbU2e
xokqw/FFAuFRKfRMZa+RKXkxJ36AIkHBVheVjxdG2RVp5ttqRGQCpNbg1UKc+y4/L0ROGcpSjbrt
DcYL5GXAbsYXkBwoIjQP6VYHpH99BWPgsi/7mQ5bmzbGOoK939AAUe9aeIwpgAbKPPgjBsdUM6Cz
mDydnypYA0gfaOfYuCr1tdHZ7aSrHD/Z+lVM1DLRyJ44+3ZSjk76oc6lJ6ddKGsbp9Q82cz2EzBR
QRVxj2+km35MYoGkB8ruZpdcAAT/1+hfDmxV5ftsrClM255Tb+45axVqOvEcKfJiuXkS+XI3m7PQ
570GPY9MwLbqaah6dDVSXyH1s98QrB7sEy0ub7bEXHs+aNLBSuj+S2LOXe+PdNq4UN1mXvOKG9pw
TuydTvpWysx9QbxDRhEtQyplMdV2PslmUNjZNi3fl+qsKJQ8UL5p3RDGMXpiYoj/UXm6ayfMKdHn
mDket01hXrQu4u8H/E2xXqirIezXhim3r1ZNKFjmqbVrfoF3oxMvus7eYGlhvVzgqvoLOCNNTS4U
nO8arhc01OFkD0f5hGnA7SbOudhQzdKP7G0qxLNqPc+cfIAnBI5RuCD6tTEjfP64NDhAt/TdOOwX
em76MvMLOFOFzm20mr3eSmlVaO6DpD9HkbJJ16+5Nc4qN/gZ1RZVAcG4mg8Wf1VNeY1YJfRkYFWj
Ra2yhkAxtzmSxAzAd54PJaDnmLwgzFMhfa89M2Bw8FwxIp9crjc57Xbu8HcgQUTpFuVsQ9tc2Jkg
RI0iucTMTABoXmcU9YjQXVJfqvJjAp9OwhN0R+62sXphdPxVpyztSmwFS2wd26o8zDvMC6GSEQxm
GLhu0Qk3Vk8vfOQbiclt4qWZl53UxbvFMI7qrkORcwjSWJZ0wO3tOaVEZS2tqQ9IQ1vfWRZCRm33
ai1cOaJV4qH/LcWrnJCiM7tbw8askXoDoObH+Ss2YneuDwthNVKtnvFkWM9GP3iNmhMmeoCTlvzd
yeJDASJwzENsq15vNpsoHwOH0nrwkjdLJmvcbEiuebKSk3G39H+lzVf/SDWD9WNtBO0ZVpI1cGdc
TgJ0bDx3AXLspnUgONNCbhgvs5HysA6cJtGE4thyzVL7mdUCSjU/cf+qFmw0dIwnkfSz2FIwU2FZ
V/YNeNbN5gpZluBF7I9MvsVOFxj1z2w+9+t7l2n7zM45/76Y0V8BfIVuD1Z7h3UDrAYzLa1NK68e
65tI9YOy/LXCCNUY0YJbQmzM302mBzYwpGboFLaTLjQtDrJFoNrzwGB+DNSlOyUFW47S+Qkcot6Y
3xbGvPJMRIWYfkrwv+tQJMS7vZSX1aAtjkfPWXmSM09UF9VgGAAVHEyBr+lPabmVJ2phH487TCou
TEw6kG2KABZyUcn+q6Ivt1ytQqX6wNcDrrs5g5Xh7Ps7O29LIR9iWfOE/vfoiqqaS43wX+I+6ecd
rsWYOd2gq3saCvmqsNlpRF64uMunaNk8MIIEc7BLfgGDDIouOUq68aEkzB3iCRRrfEseO9ncU9X1
JLcIwr1+Xo2tYbF1zpxbaN6wCi6msfWQpnZGdZL/Oo7YqToSmYW7WxZbNLO2foHQss8K1Gs5VAym
TQnfAj42CRA/UcHQUUGmRpMnrJkkgMNOpHtOf5bsm8kCqHu4Z6GcwPylnNhhXuJs6qQ5yqBGKfgE
WnDotYRPn9yi5aolHQssi6t2aYzyUFfqvcYyaFy1tcYpTVPWvi57n7eCV+4pjXR3ltl+8GUl47Ou
tp42Lf7QaBwV/0Ygak3k1snyBeGKJyLyI/ACKZiflAY8SVXv4HfZR7vsLXK+RusrGc6W81yqU7Au
i1dWyr4cd05ZbpDX8Iwq0vvaJm8pqk23khqVMeu08zbWHnbWwoc0G1YanO79VMXbB0HXudtmGMPJ
JajH98+M3YmO+tXsL/X6uGgORESQR0uPUcO+W+4Fthe3n+i7nojq8RkVSOlNOvEZSA4ZZ4XLncV8
RSfSJyJupCI7paURmLW6B79MSY6qeCgTdGAGGlGcJklxvMXkba/lqLq3te42BTGjpnmmBO+UNS1W
t5z58l1WD3aCTTPDE6IH86rueuoYGq3fWel44m1wteUnxho36Mqm4eUkruw+KtFUG2x8taszfpSe
hSXGwzA+Tl7h2t9mVUdQ5kxotlj6b3SwhipHlUp2vvORhqieRkK46TAPw1V+U6I0gPPx3SZ/RS7R
Ob7nWhkM3SHruNz2IiwIUU/iQHGAq87Pffory6PH64b/q+O2ThDSIfhIV1vJ3C9WrzMs9DqpgHsy
AOvBG5kfFjXviYMGwLK6oDASVuM6fcnjbrsYNp+kYkl1uNBlt6e1SHZpRe3aUiOTcQeCFFOBBuvE
CJYKnTO/ZCRL59SA5kY3C69bndS3ZeieTABEOldSCmfPMQnKb/pcaEOQrYNEwbozhcgg3M0hBrIc
5Xbr1b81Sx/bEr0T1GGTeIDOL/odsMdwVHBpgp8Arh1zV3ZQAMYCsdTo9vRopBNVBmJjNpxxYg5x
1YVIKCa6g4b5BN8s3ibPHi/TEu37/Kw7/GEsGDEpbdQ8xqeQFIMO+Ud/RPH005KTQsPHTTk2T+LB
mXLfqTtKPanbXs4NJsEkQYW0f2w1BbOOMocHZBnbjV6CHHmcopq/Yn7rk3WbJaMvCTUcUXipRHAl
J93ao9/InRvxlo6SGnTDyHHxY+VZhtWbdw5s5X4r1M8Yt3f1AMyb5dZqtyrGTvZqTCglJkIy5e0b
FarYtTlC9YxqCw4Ip2nFVCm3FBCFE+SLLB1OM87c5dNKhdcyZ3yIvo7CcmGz3rCqi6jk9J1za99T
9RXaxVYxTtjiXFwV03BcJWyD1rsx5xD1J59qU6e4DCakHQUluMZRR/d0JfyR4PripYKnfziWHDHa
+tCYJ7Ug9lOzBdsXeWHUaextTtLNEG0b/bWi89kYtip59gGijvGvETRP8HeTUwB1SEwxrey0ACvl
yVwvsjCCuADyyKmy+NbT15XstaWBI6XFKBl5CfrxQ3NuMUAFLc4CrjIcZjaFabmZ6FyVwFq6y+Vz
W1OHle9WGo9m0oAjkiKhhmBxpF15whEA8XH1F/MujH2DPBvPBbvNoZX+KV3t6az+zX4wOYln312Z
+3kW/2jDb+E891yjxvKpmZZNoXwm7X3tviZn3Ew5ByFgxjqymi20rTy/m87qDUO6bdNDm+zl2AzJ
NO1yLQbwC/pWko5LpAY9LVaqantGA8YHDcFCqbHvw9S6bHQ00IiU567045UhPN+AcdJovs2AQRbr
r7KwC+gw3pRPq9uRUApjCWvn5E6421pVbNI5ehlqEVZWEwhl+EcRUfWQeyU8Uaif63o3WLdGQp2V
9V2xjGvExiUVGUBeNhCmTmZePH58VzHye2oZ+0xpd4KxGT6JhHNXbKabaAD+NIVO8llO9cmkvgt7
DYBeVSFPS/+UDZuLGZA9B0Dr3QY8Sbni4c5+jGwJHLs6DNKpaZ9nTjIa/q4Z87yS/pPI8RTjATtf
iDC0cEQVy7XXpk0kd5sVnziSCntG+wZdjpt7D4ZxPvSiOS1NR2Sa6U15WezlxRraMGpHF7CaC9Fu
i8A4Op7uwHDMmfPb9MEoH0kyc067J/nJVmKPmPLrwLOELdUvqlujXKvmWZ+/SAzueuyFWkqlujQx
yTO9Lj5UOrHy4a+BAPDgyCDyHJl9uqV6wxrEjwjujC4SCbKAsryv4g0womFtlfdo/LZKcHFYNQ1y
TvFLXev34n3tLj1r1iyr7qqLF1hmPM7yFXaFp9D7pszrftLfzMEKuhzP6Wg/xevnVPJy1fah7vqj
QMHMpcLvlCFAxl2EzDcuNPzkzwR0A2UF9WYv3ccsr69Fgjpmsqcb1FFV/bZFDALbgLANE2b0o45F
jq22Uekjn4ygnr9Wrot69rpMF2yqi2L6wIz39HUExFJcp33T6MQazeJjQpizEseTNXG0segNor8X
Bg2N+bi3W5q4GmqP1WHy1QK4WkYq0QqrPN0NxlEawFnEr4IzPxVQbC5vHVeCce42eTuwb2V8+x2b
dhzMVoXOLT0bXL0zab9Qr1tBEORW6Vdl9gIgD9NWxmVQx0w1eYM6bSqyj/mz3dA+5iDVTX0YR4uX
E2CYI+yfnf2cVIbryPoGvMpBQfZWnHw7mO/6nHCATLaTZZ8mMhyGeVtBic418iWXP7mLQkpA/Mp+
Np0oyOyPon0bM/Nl6ebvsVxd51wpuqeNgDfMg1arAQKrL8S+GQ5raSFTV7QKv1ggcfPhxTkMTXIZ
kyZU26sqU4ZkHqAUQY5nvB3daxUSL+aOQnuJVmpxDZHwVnKgQwwWf7nVX3qicwmAtEwIkkArzTPm
bXqkY5mDyeMAZFbzBQ7spv3p+yzoaFenZmBDUumAFymx06NVZYdEZ5z8WP4vGftJa8weGr/nLMdB
RDvDGAhZJ56Kg01vebsE1XvZjt9hXUIB2U21xV5HzY+VDzbCrfhmJTD7pxgiz0qi9jI7zxRLJKHC
hquIH3ZiKbnk6avV6TTRhWv7lhU3O7suS+kN17JWD63pTk/NsMWsN0BqewGvl4uTGm1zaUM9To/J
lNIX10b/MD/bYv3OifjNEie7RA97VaPls4coDfwjMVPsX2jhVYlx02B//yVLujfTdqvUkHPH7C1r
IddxdmJyh6Rr3chnDQgcpXlfy/Eg0csRt+HE+j6s2al6+Aia5SnFQND22aezEO5t63BgJqOXqm8p
SiAkFf3xvKpm8Bh81CtE16kKMibxmF13OYcN5oZ7mYEDeGRPNThGzQW/zb3iwYhrJuQxKWaGumzw
VTdjF+p9c+63/VzstOhDWv9g9XM/m9kZGzzKyTuI3GDtLb9uGYrCcuJslUfmMQVhir8smDD/lfOI
qHedbekztu6SUz3p6k0fjjrNkDkj7p4q29ZUUXPf7B7loADot5JfVZ+sUfLzZdkY1heFuiNq/VAp
fh/9ylh6LfpOMutNq1svVv5RnuX246eKRZy1gK5RyGfc3PLzkF0qLgIqa5TFg7fiOaU9lUwC5ByL
a2wz/WvyTzPVaa8f6SJjrXcGPy6GjfU1qAmXYMGH/cAgidrx8GNQz97eUvulVmyPNLUIxPootS9o
KuDdVQ/pPyuqL2nNgQXHbzGc6/KrNj4q7L5wGn5xr4ZVGV2dmEjU9GVIe2ekp0t9TSwgYDV1KTzb
kvo7gUZdlTdO39hLeq+X0h9rhPgnHgZu4lkZkubM9DthV9cHX0k4TkgbmQ2deSrdhuZrZb3E5V+l
Y+GKLiVyWK4tl0xR3IVdUgdZQ6bHJYPG3fypJrUcyaNLAy/lgB6oR68rpIBItbfq33bTn+3J2ZhR
8lwby97WHQzG1lYej7Z4WbIY6QAthbPd5LyZ5Z9R8R3s7dQOMzTgvggjeO4Gu2uLrKZTcMKD12m4
Ozhr41YJ9ER6xonBCsASyc/CdW6ioNwcT/XIpdZS/LEwt1NxtpoapraZbZMi8dVx3ln6tI8BaI5S
cu9rcCvTVeAYUyFOEbfYrzSpyyY9NE2xx3HoKjJqH4PWoeyC2A70wQqlqngWHTy3ZEW4wFawlKGx
/hYCZvpHZhG6tsVF7jW3b37VDnsmdwP7wcrS54uUdhylXg2bKTdFlgV4PUwXsH1PmhO9LSosNz0k
PUnxTH8ghM9Ihk9BSP75cWFgJP8xmHx3+bK1VGfk+RKIXg0XH271fxyjtqXavJQO3k7icU8jpj83
0pud4fwo60AxUUpfTI8Tad/PGmnj/iWnEdPCfJCNbwVoibyWfi1JI+vp3OuGIZOcebaiX9JIvtQP
23W9w5lL22mPc7VvN8MsAnkpjwjvB8WQnjJ12QEI2pHJ9mKVoyOaAMjRTTdu5H4619a4m5KL9lMj
+k5y8Qlh1+drMeuz3HECV5W7FlNjUCzHduz+5iqECkxwx9w0tr5L+jVsjGkT2wmhGtSe1I2T5pSI
g8pyFlNa0eDYm2fmksZkEieNsLMcaliLGB3DqLb3Dt0XdFXhH3GET82Wq/RMY8tV8mpWKaXDUjiP
3xDO/ENudrsp5/fJntaODaaoUPLam8W2tmhI8tNXRCe4yahiQiBktvDk5FDHFmzUNi5PjB9455/w
iwQ45zcyRwlNG3zJMD0VkZpo7/uwTvuMTYvm2WcLkEANpdqVZCBX7AERYKJO2TV4h5hOekV0m6bC
HdPmOtDpZ1n4smRlNxKa1PIPm9J5zPKxbxMX5b89019SbxvKZdA+gzjlwl3UAaSXmxhHaJEzNeT4
c66tJNyFAzMWJXHPE+ejs2POvWRHpxel0NHd8GeNU5DGP1SmBz0Pf63IdNerQasfSuaKlaQD+hj+
zaWEAeWl47CZwpihqYwlYNxKBlPmKDCZzq3L77z+jJK048TkU2wfrvTEJyrZnVxUv3ry0L2HPcWs
u54jmZQcOJZMXf9aPd68hEPdw9Vs/dnYl6p63gBr92ucRxVEB7Mjmoo5qLAsbxXqKyY/X4vgklUF
r6djXRUBJZZEYL6ZuJpE9fCPINU2yRTfHBi1Zpumn7YZMIyp+rAH9qYOMTqOpa2oJG+swxnNouQk
wKCEcC2uPXxM7Wbpb8OQnPJl9iO+d11n7svlGse8wGoREcxM4zJobFh0SkvhDEO4WHpl0fTr/Goq
j7nzFObdmdrkg4HrDOfFgS/krEQ83Iuf5yS30vESQ8hW6B6arAMQ9sBQ461CdVrfCxKBqAdMDOMU
x9tAWw0JhxIKaVeTWFCrS1TGfvdl80COOAMfoyKUdmxB9XtVv0qTSkvqY3NHVkinW5MWwYR/C4fy
U8XdPCJCWnIzrKDW17e2i5mHgsR4oLgNie+9uWf/Jw8rBIQPXf9IVw6iFlcR2bcmHqmV1Jt6YMjw
anH47QQsRQXol+HSfvncDNW+M6JvVectxuC9TXXxJOXah9pzVNIqc9OjwZSyHHSEzrUh37SjdJ4X
TkVViZq1buVUJqfLP1CUFvSZ6usKX7zKLRz9gn50q1mRNdrpnNrUGcwaRSSIOXYS5twiQZkP9ELX
ORpC9JNGIyE4oMF5/ELqy2utFfdL419bp9o0iUad5Eo87CfHwAZUCJqT9h5lO8F8a9HfdOm3QUiZ
cTA61butLJs4Y9Ld/izaRqMiUEkuNDigX/V+42CiU59hLW7xM6Pnp7cm1rfWmLmWN6Sm59TRro1H
L2PsreKjG0oIgJpHbGan54Q68Mbp8V0z/q3Vjoq1EMTqriwFzryvxrmrmbRtDKqA6XNjzL/KT3Hz
pM6fU4UopAeZw71Dz/yFbxbO21ZoPQly+9ci0kmhSMdRltZnN68+60Tjlm/c4esfEhIxHB9BLkqY
pZvNYq/oYYOnGdlxEf1XKk8fSqm4yqS4ugRdzzC3lMmRk+19y9lI0mkmYWkIjCIsZs063OaRs4vJ
qm/pBkqPcpxSQVI4JvVjO7+TlXzAaA9qg1xyqo2njsVvXAT3hPnfGrEs9F91GXOUqvITA+pc684s
qIZxlyXAGb1CKvoBCbVF9F7oipfwapZnzKE8DbFwm2K5jmt7B4JK+l3z+oUez14+POyMduNOA9EW
+Vug13bNnhTMZz+vmdtEOi0CdK7NcsdOE+qc1GqlPIpcpYR9NfQ3xN2raYzpIU/keLMKLq/mLL9O
jv4T01oP6PxD9HH9ZsdzUK/Wa+W0tHJJRruVkwT1dgB9nJnLJuoWtFFKZh5GqphAGMlQV+Xgy0vM
GcGtO6m5yxOT0SYJNGvyKuygQhuMf+Oky56hl+Kk8GOXa9/5hTkCAGJWjKpQfAAbDq06oxFoTEMg
IozpWebWBh4YLZTAHhlLbTBqFHACblE+QPvRLK5Yw48N85ZDo+08gWdIPQfwq55VPH6l/lXncrLP
RqA49qhAYkutP7Zhk7gMiWWMWLZOuwe5I7TVR5nlSribjprmLeH9zXt0QGORAxUrgpNpECGo50ny
QFbW/RC9SkclQf7TfwgdgGZhYP0eF7e5Bv6JY+lhv1DzZmdGS1D0KMnMTsvHCR0PD/9BnJAk7LKL
zX7pxFvVEgy+ZU+iU6JWVbxn2a6P3oZ5Dk3K7WTOs425o1fZS1D+mOQzjdcOSrzcHzVehzKeimfd
xpSiTvJrmXJZLF8Xnc2my7JzOw+ND6Qz2QzWt6Bwi/pCfXqDuAQSA2UNCcLxYflja0muk9pwN6RG
e36sCPWwpzJ3S75V2whBOayRzGMoJVmOcZhhbz0x5KrzzhdZP3pRznhn1kqTuCO34LlHfsSDqnG8
ZKZuFl0Ya/cWSzLUcuyNaOMzzkfiqLNyTeSs2yvt/JUhSG2nukNPm8XsYViTnhVgsLVSuWvaWMwx
clpzjUoLDPPSK3gXSGg/zzhflvicMrrV4sQfxDdMDiCEMvN+3M4VShD7n4O+BgA7sIl7yPPpcbBC
LPR0Ze8swjMbBA3BVJCYa8RByGJd0GAb17ocWAY7GfBdxFim474i/gruoR0sOqG/aPEAFoudGQ7d
+tSjdTnxF62avs2vlRmfEB0QeTK3qPFHyCS0CSzbnAp+LI1RL/yvJiZENPJvx7b7MLPXOewwad72
6X42/lFbFcJfhI7yLfBkSwa+HOdFyXDYm+5sWIzvHJf6BqZb6OxblRU+MzfZFCJ9enP7yKOEisbl
O238AnbIypxPQjC39ffK+Mx0Zk/DmQ22a57L5s1GNBI0UT18rGu9ryNK6axbncyPGhhXswHAAYkz
cLsQlRI6FLx2q5ETrOX+mFpH1u2GoV1JhCqX/0000gnlrUa01XIZERL7SvRsyh0Tm3dRIe2yOdLB
6A/QpygV8SqCQyXfWs/0PK0OavPHFQKUupsurO4TpgPF7cyLxXahWfmuS5joUz6O9Fz1+wYbzpLm
njFNXnFHcVq4Aw8AjUFJ0aB4MdHq5XwJYR9uZn0zcdO3jH+C7gSrd+fska4MH62o9Rokmua2EVng
bOdI9EaUqufYAJRhIUvsjnRzu8kPsijlcUf8Diz4HQVwhzz9SbIake4RBWKS/K9scAHUl6g9PwZI
EgMO7Mdt+1mXBA+YXpSM3OQi0MbeUyTB3As7QtqGM1+NOh4jlFMT0gZ5bCTcMX1v+Gpmgz/Dr1Jj
fq7bcBSpb2OyfTgxrYVTxNuKKG0o56bPyEVBoxMptm0UxOY963dtCUck2mcEPRChGuUQi181ujbX
iLmtYLOb1NNMXwIOZkKE1C7ueuMwkRQYuKM36xPgAbb8AsbHwYqeAS26Fut9leOTK57LTOxzruhJ
c19ICXbfa4uNXr22yU+b7ntMTviM8um0OL8RCFglJpapA22ZApsdVpsMlzkFBN8Pa6H4D5IrRuNf
p6ej4uFx4yXuuJlLxhCazh+NwF62InLOhmeYv3LCxXAKhpVPwRW+JTNPkYSiv8jzJmI7A9i/pyso
iQ5p9lINs2twDc1VunD/cIK6lc21aVvrGGtoa8YhaJJNLWavZOlW9jWSWxJtCMgys6Wlm6VklG8S
PUv0dKTKhQoBt4c8izGte6fd9jAV3zGn2XGAvlq/ztNBNkN72chpHzwenZUpe8YVSG5hRTafM0mQ
LtTmhxy3d1A241hx8ffRMFaq713+x0brqoaAlUMCOq25nvA0ZD21lRztFK8pd1r+vJq//aPB55+B
4bP9qdPcrx0P/6lZ6r4UvWiPIJnRdvLWEv3qWSuId+SCPp2bq10/0QMASrrnVtK14nuZmtivVcXc
0TtHI4qdKj6wCLe1qICBitCHRlQkRGMymCgP95w01Dc6fDeILL+arH+Yq4SFeSH8X4xGdHeMy8Ql
yaIF85XMsN9MaO1qG8/e1C4/iVHar73gJhXF7XsHbIMEQ81AYIStMjE1J0B+NCxyc/MjFZoZL+Pw
D5QUPcOFWvrTjDRlS7fWrOInvfh2IlEwQGOpojyOpJJJAVpeib+yWd7Mgt0Texi/4I3CEL5O894T
8d0koxnSG/ChMFj9KtsEhC03BZ1xFhfLBs1tZMGXElkJ6HL8j6vzam6bybboL0JVNzJeCeYgUsGS
rReUZFsIjZwawK+/i/pm7tw7LyxJtgJJoPv0OXuvHW8LEQ4a1cw1ls11HrCUVmubP8Qi+8GLHmXK
zYB8IuD3MK6gcWsykfaxRInPSYl9WT6V6jwEM3JPBkz+l39nat7mSr3MmIiIDDy25lcEFIQp0W7R
XwTVtPoFCoSf/7GN7DHl5UUTTXhO86o0Uldy6axhM1g04pDSaJfsjwH2pP2EyzyMsSkleYPe+FJO
r8FoPwTBu4Fvxxi/B4v3zdHKNX1kG2y2PmMZXcNcOaoJ+Qk6bsJZxFiuTQ6yQAx+5a35sBTMzyEN
HdQSBaHjNDXS2IplvkP/1rmh68pVbvjyD+3Wne0M6jyOYRYly61Ju0NiUPIUXsb+iMF/G1eOc8qn
jMizdn7rjTXQCX11BuLJ/IU3J+7cfaaMYEelHONbOqelekhH1jt0RGx+krRmwLvPeU/p5TUOzleC
eM26ng5Bww3SExxMvwcqF1AJzDXCu+VGdo4Yc9YzizP3glyZ9Bq3jTWHue4mQpHiV5+I44uJT/se
zqlxOedn3wJCCB+hJ+/rgQHWU5r3Hr64ToNnQbG1FGhKK23aK6N3r21Br7xoNFmHqYuu8ChLc1pr
nZgQtgA8TXN9yRfk58ij90mjPsnkgyzk53JHTXcIvG7hnVoPlfFCHlLiq2sbAx52OJVtMoPQ96l4
l/MYc8j8nB0BjQeQJ+jeZdephnG2yv/SwrnrcZBlctsyUOEP4tXA5CNfq9TRXEM3nlxKtedPNPxB
D0bs722LeMYdEPClRnUsGHuucPay3VnEt1qZ3EWJx2impCEBbrEOSNZMm8QPA5LCQuDnQRiTJDWV
o0vLiXby3fll9PX9dEKlGAvi9jhRdxtPQTtOk/wZI8YevQR1BMJPXMTouQq2/lZWv4B3H3AGHmOb
nS9Oxts8udbZcwmi1/XGiLNgP5QFOnqF45vORumhkV5iJtPsfTJF7nAHVAPzTwFD8bndCJt2hCLA
RTEdvD+o3Og4rd8//P7i90PuePMxMzVA3e8Pv7/YNwajFEzMQRMERw4f2gm/P5yR25A+J7EwulXW
hhzYqWQqZpqdKMVxuD9MXrT88/D9tf98+v2v//W173/te/1/v60ul+Tok3hm3REdLi//cR4jxCyy
y7I1MWQpXr3+FgBQ3Y3gWphFThbu+kZk//pQFB7a7kC0/QEwdTjgaCcZkBCCf/5BsrwK3Ap+Ph+N
WuONc8QwH/95GLNolekRbbCJTaedXe/4/VH9vx/982nqEMiNIs/IxuKUqH8/WBY+Z9OHLAYRXp0c
JFc0Zp0TE7VlhzQ6Ku+p5kDB/nlwMmZ91v3hv74WNUZ+MIqRXnrmsdX23un7I87xtKHUTE+CfobN
uQb0TmmZ23tU7K7Nhl+kCMge9E/fn4ccJk9dReW2MutsTwP0lgyOffInld6jOVLoD4pEBiOz/t/n
yYQjPXn7z3/4/q7v/0oSpL2KpFtuFjGBEhm8fz0MS92e/sJuAlohstP3gw4sTkL/+dziNWA+OtA4
sPEv7KZIfPRma54cp8RW44N3+qZ3LqP/Vvc9egbOJaZN6E0hHyLymrWRtQ+jBcXtHuJuWyBAGdu+
m/iCUImhUEfY4u90zwHEIZTzEmtMq4MZHJeedHMPj85GTyiybJklZzczPxDoOEBXBGwxq6fRSgfz
9P2AwZNMrNFA+jDUzWlKC58Pia80hzLoN0YYea11ipfuE3xbjzoasQxaiS6qjE0NCzWO7IYhnBpP
HgMuGlbU8QBML1Hbgr+iw7jKUjx+oh5P7YAwpjHE0zK6JOZ40JtKjaygm6oDAHgUCQhNa3fGiaxo
x8mk21altXOI4dvkooGJH+ceo+PhmkV2dUj1i5v4xmuM3rscOVWY5OnuTJMTG1rz6OAFKUJf4rRG
5ssbawm20iBXjOQ6sjxTzmYWZyuoKNdY4e4TQujVkhjJ0eTUS4YhwwV/7rd9I+6zjPSpDGibdWBs
CNdrqMaK7gYXxOshkIw62aREnW1SiaYRGFz4DWcmUeT7VztdhPkhEsTK13gRdLq8lDO2wTliMuX0
44trYGdBmvL9H0mPSDeSw+ahNFG7WFXv7pycXusY0NGZMSX5nGc2I7FJDPmqfjvZEWKXNsjAX1TJ
o0a4RTVf/GpFNmyIL262SUEJmlmGuy9AL99Kg+LUa5Zih/9nuQVeT9BfMdKi75dfgHL0o4sT0kPT
pkxg9ibatGTJvqo8RlYtpbpVtbiMS2298V7AlCpqL0xIzaAxCo2XknZYm25/T1pUdzRah5TzrjWN
4q9SzASQIBWOigPNoTs7suoumTWTQBeTv1e0agtuaX5P8cd4ddne4l49kR3iP0k6RCDGPGYJg/fU
m9a4M2kc1bzYyWS6j3bQuI8eylvOhlax/c/XmuzelTYdlFTDNFyHjhhRuFS3cWF+j++92mW0Rm7f
D12RkJ/MrzQtseA585Kru5jnyLy7RitOrB2ZZasOhOWu+I55gVe3lfAiSeLp4xPItvhEi7zYVVY3
MYynY+OxEfbJOa/d+EyFDetnVK7NYDoN7qdUWmrmHO+AS9cXlDP1pYmpIqq6JpYrb+mqUGhvu34i
uA8u0kNzj6o1Iazt3HtLrWub6hJFYHYYGCOIcbCvxDTL1/UwTGcK/vRgZfmlb/6NCl9GxB9y8NEq
9lbfhO4Qf36n4n7n42KbxIg6mcxnS+My9rI7GxjDIbH8K8JjANLGmHCgNeNfXLaUUy5T75ZIpqYR
Yr99h0Q9wFD4qPJEhHUr8eXef1ZTmP4ahsitb0ZaRqXdPpqw126lgzvJEPeUSnH4xoV7nJ2YpHrc
Lj+czkeU2gEJtSkA3Wzwbp4LIVx50VuOEJ3JFOMefofw+zSEsGSc0ibDKjT4Jp1UEhqhYElkxYx5
m+xhIjXoNHZPXZvTJyoC/yHG+XoSMNBPaiL1F0tttJmFGB/yqhkfJhk/ujF+bt5qe13MCah/Rb6V
SUW49iV5wQbKnb1vgoRpc5cczeC17sl1i0qOdeY9UAfcy7ix/YMYWZvRousDM5IniHPBPhDupQp6
cz9pDVauyXL0RfPLiBT/DCwebcRgbZKlWD5qv34B8oX+NRPNyUiL7CUAQpjSMuFtVz+olYpNRBVx
MIUa19JCidIYBYicrL+VjFC9+MUP0nuCPPmqCRlNu6FBPfe9SEHp1RjcyAh3EvPJbTp73/uaIzCy
P0hXCq+h14Labwre7WECte/YqTrkwttEEuWQ02IktL+R+WPHxeUTFkA7mBnYGMPqVQgSZJaevq8v
mDo7w9TDkc4jCkw9JZfeOHdOXPEtKTrAb+q7XjJxtRxkm+X4LCJmwKJn6O823rVJZuPyfUEFinaY
qLKJVJQYoAx6TT0GZKoXfrdpas/9maKlvwun6n3HwnVtpTR2pU8w9aRlflWwzq7uc1xJ4xqzWG1l
qstQ1g2f3r/mU1vsTRPrQxDRLpYu2+doWd5Df3+Ag4ZANl3EP3f0PNoXHzDmoR8Q0U/Vw/cNtwDX
30IGRJc79hhBjA6WFIVdPAYJEoKAVo+dmN1VQnLft1ycKwZh+IHE+BplyrxygDGvAAqoBsqClkXj
7lygtw9QW1P0pWn2z0dd79DJhbVu0fbfxFPEtNThYR0Y6s2aifWbPNNa+45rHhSogDhpzXDqBS7A
EZP6NI0/pyGuLjpFzObTRVMWSBDcM+l9wqIepn5s1nHt76zMVDRcnenWz/5Xl3jZzvXz6ATKYhRZ
tJ3r+W+QSPh3nbWNIjIXXCst1imAL4Bryt4II902aJH3jMBuFmNOVISgu1QEX8yOIwagGov9VGGW
8gP/1Dg0Vyx3+JnV29Erky9hNih86tT6MRY+Gwod3RkfnNNHhELXcXaEmITURgFgNtj6g86uyYTG
e+zZ43Yu9HUy7XVQdgfEuxQ6s3PDEvXUDMu+S6JQS1NuTcGpr+6DpyUFEgTTYdpppNLHNHq3nSJ4
dqSLFKmFNFg1myBFp0mUJJrGIomOLhjdZMaDVtqpYFVZroB2t6OyFM2yWq3y0Xksqnq/+KSIkst0
0faeoJuGEnautgUjrMK6+wIm462YevJb8uEi7mKSxseoY1DzuxogHK+0Z93FIuN5nnxznWY2LCnf
v9o1Z3Lhp3DTxhkD3XW2FDtcIw7FpFiH2xvNYMAmPT504AIuOr+w9vLrMJaUGeo3+Jn4RKYQEFcC
d2FgvAK9oAmXkwwYP7lwO9EGd1mo2vjDzHJiHBt0BG4ZnYLRNPeGf992ls8xzg5C0JEUxtKcB0u/
yRj1WS2Xi2z0u+9x2uq7nsXIRr/uD+huBRyurLebQyMYDdpIbtWE+S1znKcydQNGTJqYRc+7CO6a
DUEA5nGuCNZjokSzQZ2JpXs2zHgdTMtfKHP2il4DYi/AdmFGSimUvLfZhVSCWKENhejI+5utk8B8
0LFGPlqVfujsriMEWz7EZdC+6nxEulHw1GeIc/5Chp/wnGtMJHm4lBVdeJRjIIHzNbt1jzatGFdR
ChzATc1tBxWAPmNygBU3bBlz3NW0brIenOBXYoJtmVV7DpykgRyWUXqjgy7lQMMlMhBZto9tlhu/
RJfuTL9/zhPzWrdts86L7mhg+sOJbS5rETj8uTq7Uq61e9zlxmEQ+ljC6lr3BVgJ7SwvpKmWzx5e
xjNV2+tgJY/f5d930RfJXh0N3/wEmIv8RLsUsKSXMoCYUAlZu+FuNBBelO9mOaeoBdCkAwBGkVqx
7cElP5RgDCdkg4yp+jAT88Z0x2HLuLULl/xT9M2rmwAeiLwIIwjM9Gl8jLJuvPmBBTWdEM0hn2be
nwBTDafQUbjwXub5QyQRfBUxfSIRwPfvBiR61lFLOFxzb1bjTqsBDGn+bnS1AxU8Fhvfdqx9N/+W
c9uDNCqeeMEH+vpMq+xA+5uON7a1M3Th2Ah3dud9epXtnMT0Z/EdJFjzsbfMeodx+5cUMQjaqnaI
D3awo8+nIdO/eqiDYLzBJPuzuZunitfbtDHG6vavAYthPWcGHOwO0WPyuDjouVKUqPhFmnGd07QC
wzM+T55adgQZ74Bz3jAKmysCjX8ms/klbY8oyKy21oVJc6sQCO8BmllRiTJ/YTY3oC72WXHXQS/R
kXP5naCAWIyYwX2+dRwiNn3WNOuSzvufYL6VXf67MvP94OHnKiVvqlE4WVg4JKm1GYOuvGiNEAn5
VpitWC9+bZHDPb0m8IhIACtDz1XvpjfnWzv7FTBU3emhQxIwNJegkAhz+goNwsDhvzNeaqUZ0mX5
z8EZXpMqXhPVB0jYMZ+7hWBnt9vQLRVV3v8UrflXFjo/95i9A5NtUFAYwBXJ2bPqfOc01nCC3L4e
JGgQO9okKiczsHG2zpilGwt1Su+Vj8tQ/kochuijg6BQxwyufXry+ChZAKFvhCnBfAQbPZmUpW31
FXtGtCszsI5CghkI4r+WKn6mMyAKP8EcRRd/nwwQAOsAKs/sx1+2NqeQdBI2JkP+rUhk462ePiQ0
7VKXiMFL5jUzlQzg0LPVAnEKtE0QFB7npKr+2N1P29UT0vLmswko3qOZHdyQ7fscUerIzt24Q4Uq
DF1RbVERj6NAnUETjAzYEOjsuWdEXM1kjyPxxou8RNtJjg9lAXKpWVUvhssJfRDMX8ruJwcerDoz
+6dnPYHYiNaP0Jc/2rzB6RvndPhZ4CNX/4zBUYfd4P2Nq8naxTmdpgz3meAUCQ9EPsn0t4rdl95z
d/a4kGjIUKnpCovOAkNC2TBMsQ+2pyDHu6NxVFnyw1CAoac+o4KpPpwhQZlPxDz4Ped6txbJiAxH
exKrMmofM9OhVZc1uzTtWFx8uqzBHR3RlTMTFCkIgcFIT7Agf1dqH7wau42foz6YEuvVXmiMuc60
Vu7vVhXeMbiPfZeauSzHfR+YQU68pN01rxnV6AYaxq4q41M0TetWRWudsjKkFkpCgDOpVXO6YwDs
1Fa+paZizuzSzvVmbHgmHn2psDd2mgyHuHrOJu8UIxwcffL2KL7ovY3Bma4zxt5ZbJUx/6gbTPJt
krPfaH4hAebwHuYMWQrnljxqf9t3Naf50cuxwNTovStiijyv3DhT49GnpZlR86cVUQq9sn+Z2ToB
v7h7PwHfHw/ermLZcgvORTjygdekK7ssbsr1LhWS2JJDv8hugw/xx694r7OSU1tRx3/ylptk8Gqs
G+Lc4AIAz5Ef0xK1ZhN5+0g+waURRP2yo3WoqGDbyrp81i2KDaMMB+mJvUz+xMn0u6DrtLJTpO2c
PsOyRHLOMoeGVTYfQYfkTNb540JMNjDKXVaW6UuKZlRzCOOVbMK01HloRQW7C7sSqJ7xtQeTd0jo
LnEbM5wVBRoO2GLJZp7BnYBPOdH7skLVZOtJ5T/sst0jVH0X4kn39TM5hmASrNYO/cEK0ZXfXxiU
ie08H8eK9SciZUk0ybglJAqWedY+2lnyy1eBWDlsUtDTy1PealK204+5VO7GsoCzOPP0KFIcC2Y0
om4GtEY9Shhxlu+pqugDs3+3nWi2/cSL1Hj2Tkz9Rgg4S0aAu89Tz2VqY1sq+p0YRsXJNcgPRWBj
BXSf6hr1iJ91f9NoXg13NyGWMTSKNb3CDLupY0kXmdyj5haIyhZvhmp+59nsblt7gA4RPTNlwRs2
XRR98fUwMElpdHOh5fRIDlGyb++v3+jBuJETB9EkyI4iwM4q3ZfEd86qN9A5TMMX2O1o7coRZkr5
W91df5btNeGEgZj8DPvNNHtrVc5lAtHB/DP0+Q3pXE9jEbbdnMQPyqKxVy3Z1apFAYrZ2Rqx+8Yf
uTAhzH7mc1KATEJzM9vLBbAf/TJf0jXkBtgttVx7LQZWXL8nL2AOCptLtynqzyxBEeq4a07RYX2v
8ID4NChYYE+lcpbhADZidiF7WTa1Q+Whw6kqQW8ESQKcXpQxGq2nwnsKReRtDEjVZnTAhdw2ZA9W
9SGvrfZEBBqX97IjBfxcczn5lqv3ahrOAYuUiSDOLr2fMhpOLM2nIQ6+ZpeBHEhEVG7Qo4j1eqbT
Bugwsdi51fuyDO0uLvqHvPXelFeBboGyWn3GRn3hXn1vvhE99CZLXDYYmgous1qc/Ni85NlwnmN9
KyOz2STUe0w2HcpFzDw8c7zHHkMUBwUVbpkB5E8DDaxTZGV6GjRQze4KQOEdGxztkVGWV8Nyf+uu
/hhnkmeYkG6tEgF1ZV+9LNbHojhUjo8Jpn2bGa/yBrofmcdbbi52t54GEc4G9XVosGNQE+TWg4Ym
s2i5U7QmOAR2ccgzpyHiTjid7PFl6eofaHyA+HeU/4lsxCpY/P7YsatTmL2jPQPaERPBvdA2Ovn9
RLq4gOnEX19kwa2woJJrXGyaqOG1Mr0nBMMISVBaAESe3wKszg4Lfd5ftWm9ujHPX1IaRwaDuWUA
OKi4wzmnzKiYDeRWSDAYpz3NnYVrwjBAs9Tij3d2lpYVOB/KdQZxdcjh6KyX3G5OFElv7cQwHh7M
pvLqHyVnxTpL6r3Km2ClAa94eUoj18J0prrTYpifC4ax3o47Js8KR01C8b/YMQv1vep9KoyWtcAj
Us8wCeZAYSrDbCL2y/WzfAOIJUF1pzgdAUOcbdhhYMP2iw6eZIKjwDU8ot06J+GX0dGt+g6GWYNS
tEMY19K1VvROQ9Plm7sx2DdWBLDF4Eg3ZCYoEP+tkI/ai6gRQZCsRKDQ7rZv/p3iY47Ra9cN70OD
xMDt6b4Sp6esfi9z67mzpuVxyBV+J8l3z32BON6edlNHto+zynLXfCAW5xRFEyrjfk7WzGGudSyj
cNICMUmb/5baYjX144328zf2DC7kOJAIMycuxtY90aJsNmRfXc1muFjdq6MsCVlvXAcwoUFHFNt4
TN+xelH2y+oJcDMQycy7DHe1L0HcLYll8XNfgUkKcgupZ0RXfO7EuQOgGCGC2QWxiTatkO/Zwkje
8sxDMbKYwxc+cBOyrGSkcyTuH8KiI3aBGGiiz2Ldd/EuTkFW1nSsch/zcuS2OMwig1fYGXE4OG1N
ocZe7S/5E3M7bEAB1ijQ4C9DFXEisOhHLjW0Kyv+XdAWpKaEdML846WZzCtc4hG9SA9zWsntQh+d
Ll+98016xCLrZxxNI4kRdb8NjCDYGigQxYCJ37CZT0eTJvevLC5dwOTT7Yr6mk3UVk6HCNtPa2dP
Pswqj9nZk3bAXAA0SqY4f2Yr2VqqFPuooS0/MFFd7OEjqxSwqscGd1xI7YLJ2sLBGJvZqUinLWc/
tdbxRykiRK9VsqpM2q/VAsau0qAdgshc5x4DyZIEbGzLjD9IqkrWZFC0Rfyao1YgHRbNfzk8FmzS
cb6uCzRw8MYYsJ8KgmQ33YgGVSb5S+lzakOQikwJWzegRm8ZT4nEgBJ5cBiFW956ZfwRRW3gG/Gm
MPbrx8Wozr2W7wNttLCK0nmVBfL2/RmkwGoN/TylCQ7z1mOUAgFf54TpuSGE5540CIRb3YzZMc5j
lnSXFzrSW9OFzFPnjMQJwP4iiRIELVy7DkV9kyZfoCeRupn+cic/kpazjD8Gsz5S3JV7N0DwkznY
28waTVOSkoIlXJSzorwR++4wHkevNmfZdsGOGZoeVMBR+of4vl2lgneOXK+1LG29rcb+QabjEU3k
YTTIg0/n6avhZEpdYIWe6bFnknNKpx11du1Np/keU+D0Olhb0GkRRSIJStmY7pcH7JYarM2ds1NR
7pFL/p4O/bQ1oAO09iTDXo1f6VK+jZFdbCxj03NC4DbVy3rADleb1PWkrcuNnSP2yBDzBNGFURHj
Bz+9a7RxQLAsEgUoRPxaQHw6d0v5ntdqpm7qH/3JVSe3Lc8EViO1gziYqra4MCV7a0SlQydJIAgZ
q8iilUr9gkKntZad7fJqZIXxRqlJNpKvGGosnEL9xGCawi1XWfMp1252o6iccrrD8xRJqrFy2tVj
saeMPhk9xAdjESJcXNIz+WEW4j7coc6+l8m+oh3UwYjh3gfJtKTTLkv5wY61rDPLw3dbDusxRWZZ
F7YKrYDLLOmLeEOPhUukOI7CozWTOGt3gNPhzDwXF0BCOwAdjHBjkepko+WbkcY3VofORPyuuS8T
YSQsuzwPUbbPUd+ww5UVRyQEfkm9JDeR40xZsIjHCJ3Y5VNWVawDhW59trlpuxgxofUpnKFl+pqZ
eK5IGvW3LvOHE7Futzxz4gs6WyA52ZsOUmurUisF/IB/vImhBeHvaLp5rVubGruBFshwDeXYmO4G
7B4dzph1aqNBD5JkOteSi59/e0o0yiNYHArWLX+6RjZZUlYResx57b5goNZRdcH3Z5gNm/jGkTDd
227z4lbSYiaW7OyJpXmYvYe8iG9FjqDFZtwHxoOjagNmiySxnA5JdWgJp8neRdM7cDyndbAEPvIC
83OunE874nl0JUQXndyJiQ6JmLZ8nxz11JUO/s5y+NG6OMqJxcnDGogF+iFWbjoi5NGBtwg+fD9C
ZWg+uEr9Rn//Slbwdqyy95mzRTiZ/lVHFUSRCWfoXJbccgL1Qtfo42zCTpQjgqxyeMmHOswqgnoU
YvXt3C3Dj8nuwDlX8wHPzAXJPoL+oeo3igzusC+R99J5XikZsZOAG9yaEewSrvuQ5IbQQTSvPXrs
aYytvqsykIMcrkZMC5t8iVGsD+MuZzQYWl1WcARu7+Kk+//w8Viq+EmOgq0VJah3b9n67Ylx1bTC
OMiqrpBNmj20p15+1W2KzjWP3os0OS8NHgMAnL+xKyAshd8qhl/MINbIFKAdi0FutHI/53x6RtCD
N7LZNh2SVnN+zpnjrz3jMTCOnUWLlEAV5sJ5ieaalJDQTSXouxxWXjeOB0JSnFNMnV5GqX1MWFBQ
ZvW4BpBiEy4BTaUtwzmG++B0sCGZzARp+asQNE3HuTdYgsbjon2KfcPRG3OXaiIWokb5+wZBvsjK
bBeI7J1+cQ0JAo5t74x/vBqshoupT+iu2EEBj1YjBI2pgMNWlIjtGyxFyMl5SnTy0b83afXl5REZ
C0607DytXhtEyLogP4rcOSxQWbZJxwRpNVAh7Qc0evubqrAMLg6TQbeiyWLQunZrnI0mb7wRyL2W
Pgw3JHG8YabgLVGuwsaqOGCgPvxIsYtwBr3liUfPqbWvojTfxhYxZ9OQicnhuF0htY7pIC+btpMu
fqmyQuKK6WBGWUndJSsqSBWm9KVXbuRQ6tUYCUeH/lCEWzhJUI2ZMSIZw7/b4hP5J8+rHw0ssdI0
stNgghbA6cO7UHQoRKaTi5pxZdvTr7xU+GBs9dO1m/Zgd/EHUew7YXASHrpNJWDhtH097k1HPESz
t6/a9kWatKQZHQJQiC8Dx11MRuWfuo0ngFj+L6sIPirlgLatr8LPXoYEFbQymhKEEsmOQAc6C/SW
htbBWImpvMO2yv3PrSFwEWGuZOCpt4Tz4R7yFa6YOkPAQDdIIIeplYFxF2Cv74FEBIV8sHv8y6Mm
7rLniB0wJcaoNrLetRbchOm6uJVz538/GgonlkIpLG37legynzfVy8Mk/zSiv2SPoTbyJAYCupRA
AnH/tsID4TjiWEnQZMVjdepn6yt1x9/9iOAwqaeBwOp6y0QRVXRARqPauob9zgTwIxZjxGUH6RyY
MTF4j1GMPaYkKWvVNZ9GOhwNqwoO6HmubtzWp7mnbCut8dEYsfH1Bm3a+C8ikFM2QZkL4vQTC9Pr
YqYGPiQDObv3CzUZJ825ORSsHPRWbaS5TFlaXCHEPuaQscbX4Neo7b+ua7IvjT7VFQ2RfHI/Ikr4
cETfowh/hNc6EyVHYA4xzUlYl4yGNLJpbF/T1u64cWtCGGlL26s+mb7XrR9FcSewH3JugmjEaL5Y
8QVNz5Y3wtkhPsByJ2YWMBwPX1Az4BYOEzPGwnrOiFMKClr7nk9jXTo+XtL2fcrxy2tHyLWEzOLy
FDpZ4X3MgLkFNpgz54u8MIt4Exk63XDKOT7uljl6GXyS6vthP8E7PHbkmICCSg5OP/2OW6KzzIbM
nplDWuAl4zOqelRiWp1zVuY5yNpdo+VVDQEWvBp1Zos2N3SVPhqgy/r+eWj7juUkXtu2EzAmCaGA
rzIERChZbvSSyCb0Aek1kL8H0d39oTDr0lz/CFq8g72hX3O6P/DYgqvtikdlw91pI/+TVZlesLUg
jJnZvDpjQLAUTwbxkeu+47JZIigDNW0kSkcMdFcAqfOHBVd/nQ0NK0EH1740hihkbt/vKTvoC5g2
4dhB+VnW/IAkf22YlzLQRKKVpm04GKTh6ajZQ09UoMvVMR0xeSp6YVbaIJwYm789TWKt5V9twFUr
WUV5CsytO/aTbkZxY7Zc4xORiqhLK3fhUOak7qZpacm3WCU1U/R7c082wPgmOlbVNG/9HExmN1JS
wFbfMKU71z4r7OBeDJ7jymoDLHPxtHOKqtroYnLWJpVWOiKcL9Me/J4W74U7AesHgUEU5aGks6Pp
pwCAa/x1Nvm7dgGnU3HA2JSZ8apnFq3FhYOB/QbyAz03H6lF1YP40kvxtiy7TFV/SfQ6mjG/LXdI
hwVlxS+i/RrbDP4koyxjYVLWR4fSIOElxfyVI84OYuEeRDw/liSzs4txfvAAl1aifKP2EBvSaKBW
bLICqX0/LgmzeZ+RosP0vfvRp81zi5wIeAUgp36mQzZYz5yvdoMlgcA3xZ0fUZ44btBUIQ3N4PRD
WwMn1IToCsbKOVqWF1aabqVmsgMyVvQudQVDnvvBWOFEMN18OxusAk7rHEaK8JCwOPi1cHBWtkni
nD55M1htN72KDDPHuPyskl+TYR7sEZWcKTgll+XA3Wdbl5SuKQUWCP8SO4tD9IJhMYKZUqbvzOm3
AbMe7hvlb+4XR41XhklWgZJimi5J9UuwQ4Y2Eyf2/eanSXeHRKl0W2Xza5oPfTgNrCzaruD0h2kC
Sj+b/vBXnPPUu3ZV+UtP3RkI94+mj2E7tRuVBuN+KQ2coPS0cxtg8xLrX14bzCskb3Pp4cuiWVtH
XgXWVtza4DomAdCgtHtNfLiiwXOZ6E8Stqj5fy4Z1UrdA+T1avfBzJOfFJ11WJmt3Az2T1ZQiSZS
35beuBmgQxG70HZuHrgJT97k7JGwDwgBXUw2AZN5XWZ/aonbGZ1FfG8jGM20TSRH7cVCciQD+kim
CT3VA+QnhfXByGxtJCkT0bTcW3c2q/qc6LnuurKiztI44MaEjmkZ3FtMep8OjQVca8ehCUqW6fq7
xnHA+fYgihezXNbufdLYG68yrwPcM3SC4q5KDgZ5yfkEmhxqr0nJRBEFZcRiKMMUZydaGM/Zwkoi
PJseoOxPkvniPOKdssgyDedmOgdx/hQXzlexnGo8KQEXeUpnMmyTwAcGBFnd1XRoE9o7VNh4+xq3
2+dFcO5kP5ywlt4P6veQ7haprm+/iYVbXJXNuMnc34YNyi9wmgctJQ6NeHhJLPoF9Vi+IoDH2hSx
xix0W1ft/7B3JktyK2l2fpVrtRZuw+FwDG2qRUcg5pzn5AaWTCYxz3BMT68PrNvVt6olmbTQQma9
oV1WFMnICMDhfv5zvlOEgemgmbjIkQwARmZQLlOaETY1fLQPO2O+hP/guxexbVLe9JQjHQXxOKSw
C1DklUDVZ5uVBdqFa8uX3TZ3DCUwEnj2j8IRV97ke3s0HjIWLYnnDuhCvNgUZKkPJyKbSATXIsDK
YYkh1JwhSkiiUEkJHGlqMpD/Hq2+8cL/brBkb8ajYcxfsWxf01gdONg8TDSH1FZINta+484e8Fah
kMYe8LaYMl+X+KAXUgDZegPGVe48YR0jxY3kIpaUQM2jpHA2eRkaB+pKPNinMpiK4U5mVnNnaHKO
dtyeCmacDt2xhzwabkTTJztaE5FfxvDkqfpzYkRgzIys0tjFFKwJPebDbUUwi8P7BD6gNAL2L/yk
IhMn00bvgUxzYvcYWD6Ks9tZn7jp6LKjDAudPNl1C9N0YIpGUJXpZzwZ92WVP6b28LqE2AbQhD8r
36p2PRuzuldHfBefaetnJ6zsu5ysnSXbPiBM1B19x9lZExCvOv6gFciFN1NeKTCqZOhCDyskyXVB
zBFq/rwpetIrXQNo2sfKzyDrOjIX46xt4xlTzvcYWuUuGoe3OZmYAcTPJuDbrS5IZ4jHZUYoUJg8
lqwAAd0jCYzIbcvkIvHlObA/7LNZnb2GGVv0FnMt7Uvi3WpnFKHyG8931/1RTu2zbNmqGyGVJWl3
Vxv63GccQKqp/JZ68BYL8e5NacYtyYA/a2O5a1TyMND9ZebHpUmyK0z5Wx3uBBHobUagq+9A5xvj
xyDFe9n2t3Zmv3SCjeSQyDNWa0ihVTARQeXc/kFk+lG0uH26YW3SVelO0odsCWYJrqM5SArzhjHB
EFhoLruED9bUdoWxorxteeQaU/ky96o+uyP/gTZ0Fs54mzT4v3UEF39R4V2qiI9HAJWI8kHIFFP2
qE2PWSrS5tQ/hz7SqePiPfbz7K2p6K5I64aN2N4n9xeT/673uoWNQ7yFZNnamllABh7y5MpJcLCT
AWKBbCeoEHBI9urWoxaTK5uDs9VYwCbt6s23ET7m+TVSoDitKr4AhCn59+xmZ+k7x6XhiLL3jSJm
HaQhoBhPCE7ytCJWGU3X6YT4RXU4Vlpr58/OC60pcHMTRKPiDctjsx9M/iVUEdzrOEe5f2yHl51u
+lnO2Y1fUA9vFfPNgAUsSFpa/GrxHUNjcbF8gi4tsjuXJ6wOqfZxRuw9LJ1bM8lf3Ec0Qf8I1hQC
cop5keoorxpv66m/W3Kn3ntsySXPO7aXC9F/Q51kwVi3SW/Hdt3czNHTILNDPwzyRsFpcixC2J7m
GW/G+OQoVT6JJv0pquzYdS95Vn9z4z6GsqXvqpC3VIyB7bvvtWS5abBqBnlMn71Iar5g6R9DS/wM
R0ZAVtMGYkzRtgooSBFecYx1e0erRwD0L7WGwwQmOigdDldlY+zorf3mZNT6TuN01fd5uS91bwVL
jyHZ3YkUBIbnKS/wqWqshRFotmoBJsPn1ESltah/Cgw60DZ6mCHAjbi3sH8Su3FL0tXFj5QpfZB4
rrW3cTBlqxVPFPMPqlDYePTTk04WPjtEhA0WzktuqWUFupJYXtFgLkix2awp037wHPGcePjgkLbN
QLqoz9bMwBJswtodZJx6OOjYEHYE675HVEklofuubGiKg4eWMHgvFKb7h9ph9FhBzzqTe6bwst7i
aGjhonQvdeUXOFpBRkSaHu2V7pDPOHGiBXfy7ENoNZpn1UAtIcqpbRgoOg3P1JAuzAQMnkqOcjce
m5FQ4loNEya/faePqbS+R+OMskVrYd4QugXE4YI9RzeY7pNkPI5pjwC2UrzmxG5IiNd0mrp8IWVD
KUamvqLR+bZ4dOVUTsJ4j+NzLAoeESq7uq4YyG9pV5xQWtXn7L+nYC8swjQBWK01QGY9getNtxMO
oUDi4Q8mw8Qd466BLQtyXEHjUc9EcAKPFlDoQOgvJo7lxfGrtl0n4HF54qk3BzIyTkvrPxgSjZcA
ht/aBzgTxiZKs6t67TVjtkGUPvee0fTxOPYLl6YwUMHHhoIS9gqdzgEhAjRlYMd2snG/JpDw9PXQ
1SOI1jESZ071POUlW5gU7n8HtBMlsFf3vfyhKv1T8UXsh8LxApF91h6CPq1F2xwnRRLideRgqLf+
ALOLwi17cHIWpZL4WWXueYaE7GvxVHpi4rBkO7TWFwwUupLqpwi3BD5sue/xgW2NqDT2s2R4KS3z
YFadgDLh3i1DYx1EBF2hWuS219PWlsWdit7csbsGjXJxAOqlzbMR/kRYvJNW8cgBNoE5gbbs5GqX
qvRZK2Z8bZ18kSl5s6hNgpeoqVsQQoFUAYDgD8t+jpkHJTSoHk1DPlNNVjnFxa3IsdRxzfpq1XQ2
cDln/co7bb6VmlV7xp81OLjnXAHcCkf6En1Q79oyQHFKBm7xc6m7o14XFK+4GK3+EVkz/Gs+9CqF
R4N3Z6N+eLXxIWrp7ock/alSqz4MlolxzM7AYyycuXl0XBetdm4QOU/0WqozxlFCyKHJ/t9GfG4c
Aq1IJNcMzlikfSzjeQg8O363lfE2cYLYO0P1gt3zsfPNnoTYgy+6dr9Y+qc1kQVtMlo57BIrSs3F
lq9gDvwg2H+ck+e6/YkBysL3xD8+PUw4fwpBnwC8RgZXkZxOaDA/sDbtyug7yxcY8RWDs6YnP5a1
62901wfzw5p2idP5dRE5Rp733h4ZikLKMutTAjnJLpxDHGHqqv0LxgjMi1F9Zp/P26nOmrAluRYw
pECJ7S0dAovO7nwWEo2PsYApLdcFntjnEh5bnR0Hv3in4nabTNFlXrJ3sbAkGdO+8t5bi2P5GELB
kPH3zOA59NmUzqVO7pt3VUd3QrxG8ht33HnkKZjDAILPyGTQP2OpuWFjFKR1+90BJtHR7Di+Epil
wE8Pz/4wXTOmD2pvNVTwFuEm67F8axo+Bc1xQHXtBZRDZudbutRZoEJ2p+Zh6nEPi50s/b1/y2xk
pxRIiVzcs/H41g72zgvv6PdGzLLvFaSSUrJhWF0JzsQIQoeXMAdnnBSPJLgnV/+MJGPQwZfzZqTB
Z/TFyUnTo7biV1WDcWCjqvlkOJG+V7iu2cZvpLYOsTs9RV12LjN8nM2dtoYflngW1B2xmmzKJNul
Gbcn1FHbeZjNiDPKvIkN70aXN/PMEej/Sc9q8PhvT7/9rNrfrh/3T//9Xz6nf/2saLNMorj/VRz6
H7/7/6iR1RLWrw+Lnyb6qoKP/uO3Lyxn/XzzUXz99S+PjPy/yuTjz52sv/7I10fX//Uvwvnd4Tnh
eJ70lGn6rvv3Tlb5OydATnq+b5mOsilLLau2j//6F9v5nRvZF6YjbFNIx+UNdJX+9ZL63baE45m2
Mm2JZCj/bypZhXLXytU/V7JaLOGWsNnD4EZ3cTPz+ufHQ1JGHW/+v/mTwrZWUp6RuSILQpDrqSnC
fTpH7Z6Ka3TlmQfzkOMeSJEdZ7zJTDb79rZl5LvBWuHzRB/wD6MLJ2X3mLZheMyJtmS0FoxxemX3
Yu8xEKDBgfxB61JQEpcfrVWjMApi5lw7aID+shZKV4GmiCTRhnGEqJ1sMA6vQe+KDj2KTaOJKmxj
wJrO8/jCPXDl9NVdEVIC6WpBFYbEJFLG8C2S1CQBtyAMsn+D1Qf/yu5QIfGLN6eyjI9ZiQXTK1ds
UenjIaN3zcGqPScsXIkYIEfOGG+oFPzbIMhVwAA4YO7CxgOgti7PlFQwTobG6eRMvPvyw8cNxwhO
vMYdq0JqY54Z+mMSqy+OYwU1SWvXgq/3swmkxBg4uEso+904AXsZ5bFAjto1C7M8Szb2TtITzbhM
NfsyxitICp3sjbcbI3bYNC/HeI/Y+zFi12Xzhi55s9SINuyDWOS6UG3q1frstw8G1nB2UjMmnOW2
rSvmvbJn8iP5LgjrHn2Xw+hazdH3eGPGrEVYjxfFpGMZaEVwqm3lUP3YI7uTRAIdYCISLRzBmOxh
DCtKDj5VlCK4Oqyfo2RbaS7AF/MKz/Ck3hra7X2BI6mZ8F8McDqxKwZz3TyxWkI1yDj4jqPxZRnR
q9GXX+UYs7yFPfE7uOgWIt5mrDgXq6x7ait/P6Zg1lw2xlvRr9HzJt6BuhWBN+FBravhZuhAXkjy
NJ1B8MCtchkAbaDPigIZzJzFkR8xD7KG52nfM0WBalPta/kCpZPtA2M5c454y3P76lDuN3CINh2J
IZSZ3shhlG1m2p7itmfDTnemzWlt25QVbfDK2DljR9MXRwWFiW1yYsK/jrljYn7tUmqGSwkcZagt
bpTwra9H7wwQz70sORvVdm2TaGy6O5L8tSyQ65MmIFbEwUIZz2YWXudiYO5jLdc0yflcFWjJfu3d
hNaCuowEVlbQZ0sNOrHQTGUrYARph/AEBXxv8M1UM21yzkNhRQn3gc3B1WTHyrWYB71YgBDSrcmn
NH/TYqIJcv7VqPmChH5LVIPzN2IMhw96DQYaJTSB4/1M9LKPerGZcGzvIqM4hxL0WDoV6RYonlDy
G3t4Li2veE6Y7XkL321fQbMa8J/WdM4fLYEhuE8JuWI5O1glK4lgAn3o4EzRI+7tLA/y5EBfeb1M
bGK74TDYkku3pl0rHGlvZOPCPHBRAXhPK0iZ6W5nSqVdS3y21BNtLcbb2w4st1y8qzxXB9OTXcCp
DFGX0rMx8u/Z8OMtEgM3SkEE2LKa85SRSh1SzmAdzvEkWdpdk2jMfL4gDwwRPFICSA+RzAFwedcw
Q54srke7hWEOEAAWTrydw4w+eiQrti0HMi2fI4v8oXdIwBRYwSw2FlsN2Rp5gEr4lLtWURDRIP6C
ucRN6o2oZbPj3dcGmDNBdSVGM6JaMYTzGLwnpgq2794WO0h2wDZMDsmHGae5vDvG5dVyijqPLBDh
4iBzi3I3zPkpDh2fQdgC6K0voMJiOmNjw+qausBWGJjUKbMxdwaCkdloZ/CYYQYWPyYT2cx2Z2ZN
K8+jqJ1t3tbgED02h5FEHZsZrmxTru6OgnJY1CwzbWjcu1Hy2lfXyrNK6oG6z34xKN1JXwZ3BRQV
xoUYHEDGEgi0US7HhTRJ6i9PVeSffi2VdZKu3XD8bDbAfFIVI6iLzBtAe4cIQSKGRev3tFSDHiy9
75pTD7YcIjfODM88fHUQlfZ5HB/reGh3kD/3PUWxnfqGxOSmOPhDXwFMSZPvJBJ/RJ78RUrAqQpf
ewvhNjw3hGnItsOElOwcXSSlyAW4GZo5Sd8pNskMJnetMA+Q2TOTT4I79cn1Rqpk8m3jw3LoHvuQ
iaQN8oTT4g9/Pa/2C9GTtlXAS0hvmfZ4cMrPclkzqtZwZRABkTRaHxi8vq5Oeo7oFcwouzyNdf3O
QXI4Tpze3IyENzMhOnK1YzOA4AZszbA+1v3BlqO9DTGUrn+HNT9EnX3yRcVowewtcOgGxY4G0OIY
4kEjAfTGDvXiHOsfYiB6F6UnBtW+uHMFc3Sp8eNRxIXkQXxXI+cUmrwJihQ/imBo2OGVQ0StnrJC
7vqyATeJ48qoy+yQFbSKR0RKeKj1THeQUzJTYJrJ7Gsi4t8xptp3cZAKnZ1zXRHcG/JboNdQoOKi
uWrCFzYJhx7w2r4a10GSCb52tJLDkvTNJl2Me+7S1Tl6A2nxfmmZxDB0wnjR4wsqEgrolm9gI+ug
mdJ3/KsXEv4Jw3GggGV1oVcGKuOEuSBfBkXyVD7arAYok8aDh7kIt6N3U3Bk2+kANIRBB4FlVx95
ypCvCalpXxyGV2FRT9syiW6jGDhWWUc3cz4eHYEjGWnhMc7TtwLIgB2DGack9UZIIomuI9FxMWmC
SXdvyL5x+wEL46ZzBhS/StEzBJ1+DVZtRAYD38wY3ptFMI/USgL7OiQQpZwZIT5EgNA2NoiGjrSy
zhtmzOxN4FiEI0rXYOkgtTAXmbN7wQPUkxODMDeF85VGEc7BQ9qpTcdqzlrfeDVXFnNdhEOkrYTR
Hzc7Kl3hjO+9jCnwpoliM+YrRyma0RgRVieW481Yu8UWqhJxXFchrDMx57m0S2svPTpaH1EZKZJM
5Gc8RGzHKsSBSHgcsfv7ZXV4u90TZmrkQJdtZo0tWOGuxSAHHQr/6G7kTJybnHl95qH4njlwytoL
3JqGY8tpeNL4JSNbhBeP4h+MXpXx0Kd2ECWA39Mx999hWAhriQKJtynBadUAUMYcsaLq5Xl2EaGo
79saws5P89TGe2PqmmBa8PeopSRDfgXJh0CZ24FLXvCt6V4g9yhWP8//pjLwDpOVpRshJ+hGdgu2
oVL7ZcCZyuna3k+kx7dYx7aw4TuWQ1fuJkITO6sX88l3sq9a0uWYFSQZsNgTHpJ+4BnIQet5ZFNL
GR3tJTz7jOL3bmjfyxLHlG/BtKxtiivtyCbue+xtT9MBZ8ORpmEh7gHu9+7DHPr080VPiCvTTavA
7RnaohYgIxJqm5iiyYDKGc+WWAwuI0VVCvkrc/COMI2MY0rxyKEbmc2oRFlbVROFwmN65E+ucgEu
RGz2z26ul1ObhjwKp3NhdMuuaykYGxIMPn3fTFsjFgGTCno4E+pHzKj8ZPTnUXARTjxiDcESj7Gz
zzJm2hO6/5JQbOD0BjyPuWat/iRgKII5mq9Gk47q1h3vjZa9OPOSFFIse8qa4sSUrrMrbUXUDPiU
B6XMLyzNgLLg/wmdBgl5iKtTxd/S0ukElxnNwhlhkcae5zPSpTyijsjhLD27yq6GVTEzxRIDoX9T
6CvLGfyAeMT3PGoCY6TAozeXJRDVY+JjlIiV2rMdR9p2Wc6ZcvlBS0AP2wKV59GbStkHqiV+s2g9
OfhD9sKyfVOY83VfLw8JNTjXivZh/FCbhjESY9a03bfzLXh+qGZj8tDRtvgcCS0RQrkWcKRWbh8f
EUXYk9TAEOq8IhOUOdDJNMXXkQ01ufXNm5bbQPk3crE77G5jHzSD/zMrFhwqXvvaOMs+xcq29eVT
Zxj2oU+IY2pQVjKtFH/DRPqddOMduhtbPN8gljYP2Tc5lg7rMaXCDLI/8kTjq5pos1lwvrOm3CsZ
3cPB5dRjpJBHAYpi8NmgKpl4nCYizujFekmf4Ha8aJ14oLXshyj1SJ0Dt8/xEwiqAbelrhA3sajZ
uVfCBmUXyLnssETdN+1L4ON4zlheyetpdSxibmr6AoyJ3H4XzvNJTPRwqdd8gjVEyvYyG+hl1cAO
r4iLPXsJ1r0Ml+5gkvWtKalII2TbqpoHPAs+scmJviYWOUgvtK8Aar+Ekk2i5T0snXPAnII+KG3w
yElxnbMFZ5oT79CeuZ8kp98Gq+82btkoTP6z1su135jX1sDyVuTIaAPD3iAqc2L2YauOJDNuANkV
fFQ8E+YSqsK0EqxQINNt3LCBqeT0I4zT+DrmNpJz+EmkwjtafMPgOMgF8mcHlpEjFmxGiyqyznjo
YFdGzaVpgCGhf85Y20Ho+uQdOd752Csq6mJSUmBkiPEyTml5bOOFa3aqbZzF2BFCNPfMGE8Gs49S
0pUsU3XftScdltYTY74WzM9mkD5RXn+A7QbwzdcgFCbQQB48+4d4oL5QGPgzKno4S7TnQjFUmSF/
J6QGAyTw1ejp+aBRhnfkaroSPALLxHTo48DPC4kqOndO1p4T+rIh9VHvTbppZ5jmVZqjCRf53HDl
UusImn1TmTiUJwIUDDLTB6gi+OEiZr9x050HPzlNdX1F+eYjgSOiUqb1EY9Zdpp6arygr/H8K6+F
uaJsYQbFIFFTH64AizqzS6tnCkCTlXLL5hB7lL2t01kJbhHEk7f3ILAwEcNaMNAiu7H8ZXWFmk9Z
z4YaR9YpsjJ9lw3U+ClQ13uSxTBiDrPS47WaXfbtjbAxx867Sk/Did311pkq2O7rCtwNX+EiCKvk
I4EsiE8293puAYxxsVQKj3Os0A9KG91xnIdnY1yyUzk6MRVR/kVNRz4CFznXtIi0RhmIyCyIupSK
d7KIR2MmM4VyxcGuMNVu6OYfi0Z2zwi9LZKNHbWD2Ein8CMsGGYYZrkLW+MDGPq6kj5wEKKyoHIv
PNwQRsOTYwJYc3JvP+QCXgfriY4xUZGJoQeZZFRQ2t7naH7qxG4PFrl/MXR+oOSDiR3glKyRLss/
qJrlp6EGgyM03BvKHHp8UIeZKSZ5c+xlonbhF0QZJlGKczbtrJ2LCMddkbH5Q1pKO21clWn0nPY8
YUzq1g+EDqlvGkF3i3RFsnr4/g1ksh35In0dhe2DKnGJdJrHCkoHD5hSseEsiHG3rW62c8rRnXqP
vjWnixVRLOTzbqZxxWh7Q30Ba0lZB6bjdsrUBXY1vOSEgS+qT0hX2lthYwCosvKmaRsIwvFRUbeW
x/MOu9LXirTax9j0tuGcVydL86UqM6xwBzFaDosz7zmgBIMnkDUWAVOsz8Kf7tvwKwRB7RGUndoU
gUvQcYUm3jDI50Dwptv2eWRoBrtvvGMaEPDA2XlZxeJSwN0QAF2CshFEZ/KZPqDPTHMKTnsDJllk
+IHdJs8KBxMEtx8tJ0Ae7em6H6l2jezP8IM6Rpb6Bmwefp6Mrm1FPeeirD0h5Z6hLFUrBt1PAOxN
2DGZPLoCBkVvvGF8y3buiQvIZ5S6HZm4XzRHcHTDjzK2IB0wssbGmh3EGuJmyoKOFKr7qK7VgRbK
j8LI7ybTWvYyzmEwR0l0JKq3UjOLQ0xj+FzUyc4m9sIenjgmSkkM/Mlnb25PTH9wWM0wDHda1Yri
WmPk8cGspOpoA9ZsZxzwXXTTcIa+ixy/IU2t0/3EYDATJr5M6lRuXzMvfF0inQYaH+J+MfuJVPd6
g7NmGXM4HIu62Pt80VctgM6sipOzGpObjDA7x1VSqc13y9PepjDCUzpFp4nYTiam17YKGBbgP+FB
YekP9lH+tsCFrnN8Z4k/XrPBubOnhk2tJmdrmWCXzJfakcAp2QU6FeDk3gn3/ap1JnQKCUqc2AdB
pl1N9t5b3TR0Vdkz60EbHqeISzAeCLmQZbuNDag3qkSBVchMQEywdk/puZymF3NKr93Kuxnb2IRG
9GK7EFYNHiCgnCxymVOQd2x8TJ5EIDonejIxq3PrTQ9LDJzD8+4je7yd3eI4e89AOwK1nBYkoxOf
BkXv7bET+VWRGuRj2ugNNi0npLOrUToErEQiOFRZkBfaVintzi1oD3Ce/OzIqaVg0mqz85fjg9NK
mpNT2r3lT88CP0R8qKR/tlPJjd1Ej5bHPZvF923OFHHxsjc3MehLHIo6qPLkzhwS77a5LH6+I9S1
3Dk6YxeF63M7zdU3/Pkxvh77J4d+tc9xpyL3S+qbnPbc1PoDK2Lgwmg7gErFxZCzRvI5f6cJ4IKf
me2p+qHd6COeFp6Ajn7wuYWYvA0Ae82U9gjZHSh0tLe2NcEIhDVLOWVz4N7kjOv216ZdoNFQeabl
opn6hsamqOTTWPbPcc20O6Zp25tqc1fMuEmGto+2+EnBjY3Vz3Zy3zyjvh1Y3a/9qDy1c/JUZcnn
mEiPBvj6a7E6Ghqj2ThmQ4OzzywOgsrFp9xQ7LwVoKPGu6eckZznhNpaCol5let7LV1Rh9iy9nT9
4njr0w/H4YwWLs/YOtHZ3eRxaDDMzefYl2UQDtjtoB1s6LTCfeJG+jw12NZtD+Ftkekx9Z9RVaPA
XZtuSXAAzMNXbygicEY0k6+t32ddXHiFgGA4jkHqahSwhCJAdCGIYVXE7mXu50PdpA+ETRleLou1
k0W9iUd+15O8IS7n7Woc2OBwDPqEq/RJDHxgtr4yGgxDuKmg/IS3UnEqqwGGbr36jiqz9yrX3zUI
DHzVwNW69TBMUcNu6LsnTkD9tphooPglc/kAawf26UCRkSR9v25Qz7HoVuJ+6FryDgAiMEpiCXL4
NCY5/qDryo3TYpsvdUw/BGXILtCP1ijunJWw59GckjFfCnDQwrXpstdaOM8dXyt5U8pUV1YOE4Vn
hMF8u/ic2t1qIIEJf64DVmnrkRwKgT5tPGVxvhsmH6S82z9RrD4ZRwPg6qbpoXNlyJyc8foNIdPh
HqH9HJU86rwC51zqZERdQQK5IG98YxxJT7uwJ6iVE/o9jqJPKpWDxhkeQ1fR3VMJiFHISVDA0XEm
yD2qQ7iInZzLy+K+jg3AILU61hysya+0WzmwNUzciZ+ZewIv+UwkfXoKTXQRw8GoVVfq27xAN/C6
7kSfR7sTGPt1bb7ZVo6DNAIUU2nCcNRnXeexRPPl/myZXHEdwy3MeAIUVrbstLCg23E+AOCTcm3Q
VoplGLu9J9Uhw3eRobzDrAO3nrb2Gx40CqANCbmap0kxkURVA9OfqjvClCM2mqAhAMD9tbiiFhqs
4mupl7ZuR9NKd52Fa4NNLJUgEz8ZTqzryQakq5Ie7uOmoN9lgw3XORkJWQFq1n2vIDEnLNad7oc/
QJNCz3URYAHusHv5r7HvVzv/Mb59ouH9r3/5pEoYEe3hK0qq8h9muIxWf/uXX2Pr/9nY9+WjTz4/
yt+YMMz/6Y/9Mfq1frdx3DLfJZZtu5bj/H30yyu2oooOjd9xHYuZ8L+PfsXvPhZljzkxkHIhLe8/
Rr/rS6bl8f/3hCs9Xvr3d3f3t4lu90+//63UxV0FH4VRrm3+4+DXEsq3LXgMUjjSdUyXN/fnwS88
bCti+Ih5gb1Aq+8T+z7sP6BzblxMmOVxNg/u9MijH9vf7b6oOTxhb43QJSyeoPQmFvV+tQgZWAq9
9qlsXmT9oubneHw2l5sYzwJBJuJuhDHSicJDFLJ7p/r03JtounLDByUe/8uj8H98sVp8vf/ri/Vx
+Mi/f7Q//uFCXf/I3y5Uaf6upOtJH3FLWQ6Gg79fqCYXqi1dHyCVEp5S6u9Xqre+ZMJh9KVUmOl4
5Q+Pgmv/zm8l2xdh/nrhny7L/91l6ol/uEz5y23+Ud6Z5EYiT/DrMv6TP8EMlagYbQ3MK9YIpjLP
v35BEVqw8TFUAIAV63MijqJDerbJzvnqpqC54DYrsH2zVfdp8LHtQy51dwNg6tUq0EdUJa516L2h
x1fHAhb29TDPnCJz7aiTns37hTPgdsB7lsgmPAsT2TUaYrnn/lxdy+NTZrvsMxAR7tRo+IRfqRCB
Rl0z5kgIX9NP7q5PaFGiuDPT2zPx8O9DmkcNDfVGFBEes8wpn8pMnfExlK7XHyu7v450WR8SaJfn
OMrkFkWHyAGIzTtpogrEPmQo1C3/FAIIog1ZBtkirFNM/y1zDXyTLSbS7RBn8uy43R+/VBEYvFLH
JxH66QXj/hqnxOPfpgifiaTaiM0kzSVu316Q7NqLC74/IO4fBr7lRQ9/uvj+WIv+vPZgMfmnb9Um
J+Yp27LZKwlopOvrf/pWPZ68zFp6OhMZQWy6SUCvdmk6opn2GcspXIsqdLy3xZmIVPkl6VFSOodw
qi7hgql4GuLnjlra685DbHhIq8K8r9Rkshc1GKX2QwnYlbbEBgBH4uNid8opPuNDp5gOsoM9qOkB
rhGGzpIZl9P5XdAj/SemN92xLyukHL5Dztq3JpO3KrOhmcfM0sjcc/hHUUWchAHZcjra96Z8gcaL
DhDSU3iqET0MyhHl4KdXwm2rG5j3ioQtI5qx1PI+7G4pBbPvshEEYaHDu2Eq8XIXMKXHDifLALz+
TgnIrA4hWyZFh7iG67z4WXss55xil8qyv5EEvtVlOl5Nmm1DNEjrUWc7IcJ6hcbqnQkj7mB1ClGo
leYVcVR+TAfX+X5Eob80ZjHtnfG5j119DntZHmspAtxq2Krt3r2HnVZvfbrOHxsim3VupwcTohZs
+6o/cN3LM/14ceBICsDYL3UGiNde/MqQQtvyCw558ziZZ1nGUL99pQIsleAQ1w86NuPyrlt1UWf1
VPbC4xuVYehcD9MU37XVWVT0TmuPXbwj6zdZwOeIp+xdemMUUElIh4Y5x+A2x/jmelMQywmaAiQp
AT7MIn43Hpb1c59SxtH0M9AO6DZM/QR1HF1UBL3qvHPMzJNMsFX4FBe6oJMUbNa5uwHGY9AFGTPk
d59yN5QA4K3+arYAb/hZc+ntxN3navhoVzj8ZDNGQiknxTMN18kKqXc5lQ6eeamt4edSGN5BA9xC
Sg0pqhSEWZWfoPys347Ze19LhmOdo+BRrJmasKnfF/pjNmNfVvdm6e1Y/NJdnVvVzdgTuc8NrDWZ
N8+3MYVJFuWaT3kbXiegQznJ+AvA3p3XpxzUeLY/RI2ejtYIiyPRyfwGQpImqzS8bxiJBL/+UssU
3RbUs3PIRK9PZkLnH+8UScWtr8YxwegoxVvjyxei4NOR8Jd8di3G1iFPc6fxLraZh1A1CRHSgs3h
oTJvf/3igMYl8bxwEKImetdolX7DkE4gPbtxl7p7qpH195SZ6tWJFW+jltKRARHnZlgWYx+Hbsvc
qt2VXAXviEPbpPYvnMz6B1VMK8c3SW5ixzyoSIZX1jh+OSGS+Oi2Go+LTc6mXHfUMOcpkWEIXXqO
epUyfkzTwygXTvo0BrDAh2xxsJPobZKm0VYacX6B64TxodLP6C27qi6uDNShK3/9JauQ/URoKqC8
vnnlDG504QbGpHsabKXvTWl0D+3Ap2kxH8MFG7Ek5NW1uxa5TKECNDq5tEDNMQeA9QoleXdeU7mj
LWlraezigcPTw0IJ85hZ+pEfSRytBHkcQhsd5HUu9hLg4m0JTAVlNem3PVN6o1XXGXyPa3f9r+Y4
RMN4oaxcbIZpdB4tnwsdP1R1bfYnKnN+GrHLg6rq0OdswoEHPuslsB0rZEK2pHdDtVhnDzpYn3nL
pV1/CYmsE6DOP+IGk7anV8AVeI591iGD66YjILN+IBOjaE0s+dLL8X/wdWbNcSpdFv1FREACCbyq
5rlKpcH2C2HZ18xTMvPre4G/7tvRD/2SUbqDbJWozJPn7L12t/3/TwzLnWuQ/yVUlEgdpQ34RKcW
sW1aKP+nXjWRmgXjVPobywc8gYXzwsywRHYU0RZ1VHboB+09FhmAXFBUj1j6nxyVGeFtTJoxVuhM
XMrxEh5qUbD9ppO9yX0OOZj4f6qc2UkphH+1bZTU3QSRZeCid/ExmjCk59pfQGobc1e7qBnqLaHa
otNF3dXLpt2WdVIfW9v+1scWVFxG60xb3GGnIiU2dmgQA2aVZ8cU4uKXpMkAVZCrEsEoyXvqm4v8
idxd+0Hkcoo4iBznlTKj8MnnKdlpMfF0uqWOWuK7x4Sw9OOQOgfhEwURN6F+1mAdYCqM2y1FAtl7
Va7W5i+tTPILqcveiYefaNuRXyFBZ9gYaDEDKMfL2DAMxg5Yv0b9nDLzqy1rqEeaGd05dt6VaRuH
Pja/E/8G51GH/6kzvZ+9U3CoKvSNHCrJVjhd+ibGW52E8Q1iLubfMbRIYIB5E2Bh8O3+D8PJ8GLU
A30GF3C+46GUIrCEnHWMZSue3fhiZ/2H1lTxqfIJTdGZxOHcTtt97ct34dYNjTpmljjzQKLI4Iu/
g4+3AVI7bhVyH8L4lAOEPRcIsLCmg5AoIkGDzb0LlZvvUQu/Q6OdC6UjCbfpXLR1ktyFVNBRk6BV
17bXfoi4PLROZZ+Z5gH+EOPAkWrVJCQVKV137ZC3PV70jI/3ZBXpxVYdXDOco4Rno6HRj7remG9A
JYxdSGdlnSUSwUDX/+78LrymWncjTpFod6u07laWuWusPmQAZKOOA8O8kEmRMYYp8nepJY/KJRkl
qaIv3zQPM+hCYs26oFYlXMKJfLpZpAy7cO2dJNcOUGD8XRgnb6aWJBevYUo4kmgT06hORD8esBkG
Z/43cRglMaIWtAGG3sZJywi4csNqPzW6dxwDMcwCPH5a24iIFwNkYJEvtXYzKA2VhzjAhAl2IZk5
uUzVAY+LtwtiXd81dmi+NcCKK6kxzHWGY9Si4+jsvt6klO63sSyTI3sNc8D0qQp/eNZlBnjLIuQk
U42xYabFrFxzYPZhDb6Og+msEtCXd+H2jIDCcTgGkw9UbURiW6TewZliNoMMNK+VkprJXI2o26l8
DZl6HBkFXj20aYhG6efFmP64gsJ6jkIvuGWR11Drei+OVRaHlJAv+l34mdRwdQzAYo5VXCUtsm7q
PiURNsyXp5Y5fmK9WFRe9wrsQwTl11HxfbAH+naYndS5dxrnIkFEX0YuAy+l7BtmX10JlMBvNxqd
05c8T2YjS2ruCpvYv9GY3I1m6ZRSaJvN3I2vkcg53qMcS5vP0Lu3Kq7bRiU2jZnW6yAh5BUlcvU9
Y266K7usviQAOyClkvyOOQ4X5ryA9FZ65Z+IBcMQI+lk5bi6zsGURLB0gLiX1oAduQcHrNvG7ED1
y3EjDYwxkz6Bm/caILSSQenSZZzpopqhlefale8DEtYjMtLgkXbVwRsd3LLRTCqfs3861Dl3RyPY
B4IC9Erni6bZp1Y45slOEJd3CnAiINbpUtCXS4asfog4ulSAhkkBpwtJ1x3tqsfO1DBbrNqKPvcU
1jctUx+Nh2va7l1mOboayFl0sfmLZMYU6fW7H03Xuiv/iDIu9oqmDH3XUUF5AF/oexYuED/502Yp
rf0+S0/pmD0Kvw0fJYmcqDlrUoMOam6QywryAWLICINRhvB9pOI+e3OUUTWNv7BTw8wvf0iLCCrs
PfSVXbBoujZ6QEvQF4HTtfdymq7unNK1fK7wpIoiMs5iDpIQoytRLzP85LLCvpXWX2T+Oltgbca5
ZeeBX0bQboLySp+lJ5UbQFkF8LZN4vpHIMrHMLbanp+euU8zzIKXqN1UtdOclqXmVsBBcvf9jpA8
Lug7A8kk0Uxhcza07MMIgHFGgzAvPqC5tVb4+hd7yAuJU+Gt8b4KwIeUPzr8FmNnp12mXip78LbL
g9XQ0cfyhAPdPY59ipJ8ebNAfO8R/+onj/rqNGbyQuYR7sC27U5VZ99o8jrnwuueTW54JyKUgJPx
M3okfZWzNkHNS+ebuKdss9hYY16eZRA1e9MFydZ61hG1iHXMVAXOp7XcjlsFWAxjCgkCzFKfyaDF
uBQnOJ85+hveOdfiesvUwnupVCduLRhwWDz/mGHW7ONhTMYXrGEDD550UZdG5ga/AcKvKvTWnd6W
J66fa+m5xmWqsUa1o7TXHGmbBLbgOZoXZVQvrRmU17yyrC2Bi8zO4v5H1HMwlFwsLl3mfcOgPXn6
rieo6dQyhOu4eHFRoI8uyHreDiOf0Vo37kpDiJr2oXEpXOdVQ4K/SbOmviMYsDCIIa0hnWfO5HHE
GGHvz7F/elYqXrS+HtHImO5pWSCZc88L+1s+RKeur5JLnLtHAhEQ11lTW+2wW3NzTQJxSMeUFJoa
AyJIRyYOjaypE1xcfWXsivOy9MR2YTCq7hohHAhM8fgizwPvOTtH4eEzUiLOMmdf36Vq9NBMRum1
dDpjB+VGOzaR8zHSd9oHtNj1DnGL3hnZDWz+zu9gmtbYul68sERGojy1y0dZX0T7IRv8hCVn2UiS
0D4s053mutbB1GAhV2XUbLocHUQeWmjMETwBOORAKpyL5mqfZR0i3zEtVLxTpTcA39FN9EkDOaAf
Lo1FOJthYCH5twoHEIx2fkZDT4Xcm5qZPfOyPiutgpwAP7BwYqzsZS1eCSvZoS+K3zOMz0phVqsU
otLlxjHa7JcJJ/WESf1UjeV1at1w73a/9CRrr+HOLSL5vQq/p/6IeKEnG4vkieBdjlc7T69OCSe+
D/Pqgnn2e6rpTBI5zszWy57NuAlgSqxIcSfOYb6DMdSjDCJ8IBEuAB1XbgGshTyyCY+BkJsCv88s
mb1LdzTvWNrmUtYojOHCnB7mo7KPspzas27RnDUoHfbKMKIHHZMk6xi+mlCxyr7Ln4VmkMNOf21V
WMFWDwJSqcymhn5hWnvI6ntrTnPT4zS76GPzlZTVSCZuR0awmKxNqIENNgEawdZBxBcVNom16Rzl
08RhtPWE+nSTBr7UvMGpsooOHdunp9vu2S5Aodghh1UwpOuaKvAF9qxzbGZ0MiI/Muu5FsKDV+01
jQG6tTnh2TJ2rDPGCZC5SJn+bpzLN4cyvkrNkHOuFFSCboPG1uup0qPRgLuIttVYTbptXtFLZgFR
O5qQZ1pDVgbBhjj2KEgujVcmF8ry32bd9ttGNB21Z+NC/KVwGgIUl171Vc8JV8OcT5NT0a3/fnt0
XNzB4XLcae8L2lNmBqchNfdpwjwe6g4HSpwV09nXiXaa9W5Shd1Bi/nkzqlQeeX0Zzve21A2H8ti
lRxZgTtdhqLIADvmUD48eCf8B82Z5COms7msd1YJoEH22snCYrGO0KD83dKEkLPhJ0EOL/kRTTaB
bTjq4bWGMdDiSXumGgO3ZlThjmCHn91A/Lwp7e7KHa27QjyaSSj1FkgJVw0fs8CLTIR+1ToCrFv6
h2tanT8aY45WROh7UWNdrKUG80oVJlvLvCyvOq+DVFc4Gr9d39qmEH0h60choUmB2LQ1/8J2ZXIj
Mdw5uHiDaPdEFxNFx9PthujmADkeSEJRRexcq2QcrvmMBPqWxmn1rZl0nYRpr6fF8RZUvP1NF+gP
7k1gUfCtrcdIfo5mET79UkS3BIwGukgXdXzVHdpsKi+1IuQc3ds1piq76SDEbpSlp1oNR4W4/pLb
tXqY6GjWTSi3iLb0u+fGxq4es682zLt/BDfUoyurX1GV7YWbegQwhW8kQBt3UMR3LbNKxDvI2ypf
9y5WSb3IDfaY5nxzlTZgE1LxDktGHCtdE8e8GsQhsL9QEnCDKmz2bzPlU5oVFU0uUBwpmbkvNqcS
iA3oS0tuFaB7eZk0p9+WuHu4FigkY7Gz6wHFPzo40vesR3yUDsajhWG950k01qmbaTecaa1KmgsD
AzpcBXC71Ov1rVvw/THvC8xg4OZW0rH1lWwrYpGmJAlPpF4xtOQ9BfhecTyXOiJYE/P4VuCt2gVW
98fqTeeM/KuGKhJrK4v8+auYF4maZJtwMiEC8MjtCApSPksuZKIcT2VRvgxxLGntsaRQx/eDE/5B
zViBcqBdlPU+oEmOdlnwiQnxKp6X2o1oomuUEVsFYEjXjmnaomScfHALn+1ock6NEQ3OvvhI/bJA
RMAyq8CQNmFc4+gjA9lS52Xx/eTuhArWcU1SNPzd9pykZDTh3LNQ4fjmhc/EHhXSVesbfUvCYn4J
J2tuYaJM6sFlU+IBa4lBMSH9MrUtQDcTZWMHE5w8N7DlRY7QxcZzThLft6Hxsp3view8F/wvRqvD
jfCj+F5MoEUTphgvTqehsQhr8ppHc6w2hpqDdnr3D65qsl9roZDaTSPildF9rZVzUOVUnvIpHo7+
JE5t6bw2QAkeNM06Oj8pViqESd9d8+f8204S4rE9HUgGn6m1gyZu7TKtB2AqyIMqfa4ThnnJTfsf
0UnxPubKvIjp7lb1YIP4jVZlwO1d6iG8+QrvHs18d1sWAPU5uClB41GRCZV2u+U3FUrxbS7+9uh7
im1YMvMRpUgvfkebGwklEpLUHla2NonDoI1ET6DiC7lAPW1FLG/jT4e2r65W5Im5yoPsl43fHcQG
P9rmGNiRu9XT1sLCVIERLT8BUmSXyroUfq1drAH1aNgOn6UwzCNpluYxbpWxFZZ40ybLP2lEvcBm
g3THFTk/ciG6RKHWXXU6yBfDfB0UNyQuU9U5covqnOOUIbUpwPIWyxN0GIKVzK7bgL4kb5oSP1Qc
K2ZJRpqfXxPNTu4+5kRYLjJjYMCXTd0418j75DLWnf2g6M9pY1irnK7rS0f8UdkQpxelYfAYtigH
L2Gj+t+kLs113dDssOv3pK8m1VsTuf2rUM2LzfblpMTIR9FIKIgProcumvkS6I28RvOiUQhUHkm/
hqq2I5kuwB25LQ1zWp0+KOALUVlsaeiGG1HE3TlS3sMDEITdNuhPrkZAqmaENxF7q55HG5mYTDlK
WYIgyUj1MKlk+7CAfsIPhfVTEnbY/pPAuzXIHoP4E45n2y9JXxjg2ZDHbuK87xVuIlKB0iw7jl6o
7m4GkJhdcHq3g/7mBOmzocELcwJmH5bIntw45tadqH6RdBnfKqdwDlOsv/dZENxtFUy7QoLlo+4G
EmKyLdF2aS9Fzm/SztF+Tga2oxwkBem29ZJHSQIfxJyecJPWElBeeJa6sDE/tLaf9dXHirS631By
fyYyw5JfktVOkAC3QWl+kF3J50U/ULMMr3ZU0uQzeJY5sYDrIEhyKP1fzCHymDJQ38VGHh9qE2BD
5op3ws/9lZFYPNojzBzJFc2JsupSgwvIe7oML5pZeXt9rJPVUN5co/Z27ph6a2Fb/zjIPs+6F27t
nGsupNnwG7PLZ6IxOpQG4CMbwnlcEU9gEgJ6iO1mq4rOP5GrNm0q8vL42WLjXs1L6oxHlO2fReNE
Bx7i4jlZcEr5BHcreFnwBwGaVlw2T8uSt1ytSBiT69Ca1BmvKdEpdBY3mBrAvEjGVHVsVqdlsPJ3
6XddhrB1OeyWYy8HEwTB+tjkZUscrUrOQ46jaZpzPX3tS6sLc9tnXbAS2aDDnqTHAROyZ3sfHKAh
MrsNXZrf+ioOzpY37EjXeOcwd34eJKO0M57EcReEcm0VrfYN9SI1v+lNW1dyv0ZT9GGAZ2CulzxG
qeB9eumfTre7s9WiTcJGbPKIr7zQS090dVHfuB3pu4VyngVU/nNvlu3ZtlDJW4Ibq9Zr9RWG5dqT
oB1REbZ7tlyMxIYffMuCPjxOURG+Wj7GrXGSams3cXCzXZJTbAGSrKObsnKzcrqMmrl3rcq7LEva
WdsocsJTZsXq0vlB82rpKGhNL8Q2VbJPaIHdX7OWdyjMSEMyysQ5VSSZ0YJyH2jVGYs3sLam3n14
GarQsGnNXe5YwaWeyzdi1f7ExYyatjEJLm8oCtvsRrOzPTGwOVYxxaYqJNW9kxqYShnmAz5lLiZC
C0Cty+MDPFgHYpZztTa4+p5q9siTk5ubdH7uMjDB6iUK2JkEvBJGjzgOlNt8Eqqob72ArcWZF79o
AsSfw6bHvq/D4Qsdna1x3kqWV968SSYRHNK+BH+pz03NrldzWDoml8kO+02nteo8khq2xijA+Gv+
Ukj1M3CxcS+3Xh1FFZq0jjYNOazRGvmidw4MriVW2vznVRhJ8v9gxkfxemQ4M9fpqeUFF966H41p
+ydcg+mh1RBRD1YJnK3S9sx3FU55izZqTBvpLGJCgdyo9i5hZP6j17RC6f94T80obgEy2h9mMZzg
+pBpO0j91g4q3Td+G4E+8dJLrjUnNZqvoeacQ00Np4YeMIUY14YlHj1K9Gpl2CVYNT89pLn3Fqe2
5EZF5cEBLuF9p6BOmAzWpX0VfnIir6h5Ao+VtB1buQuYFz8RT4IDDdcpRravXmzdeqTPb7nNWiQD
+gc+WptlpJtLjXBlbPYwnAv68gV4nNmynM6zqSn3wIO7tFzpyUYXG1Dn2OonfiD9tLwKpckro/hT
CzPfwoex4cazRPPISXXxzQgL2NjlYB5xsZtHP5zG4/BauDCGkTbHgPcDej0kjjP1NYVR7azBAXto
KOseh7T3J4+WigH2iYY2pcUQOtq+tagJPcgFL1w1vQc18rivPB+Q2TxeKjr7HyBj9m75yqHnWs8C
fo8E9APGqHzviRE1cE54lgNwK3GtjEEcC/DzcG9F4TdO6/qSzws0XBIsS3qZMEY3uj3ab03Sim1s
1dAEAXtdSmXrZ9rdTzu02TU63qmhSb6LaS9xKX4rEo8ZTZZ+BDYhp6lJ5R/q6uxbfLX8IwryN3QU
tkQfABXYL3T/nDk5jgcv2jqyJkk38v2zZRE4T8LNK1bCkuF1GYynZbFbYqGJLvLAB3ClIn8uuksy
1vflHkpBebbipDovr5pQ3UrgkFiLivDspk54Xl6lU0j8ohRfgyZxBFnGG7Po4bpsPvShAUqGuB5I
sPEumupJhout8/KVQS9i5TRw6ohtEcdGFyAqQ8XpUQQwFhSz6ZMez/mFzfzSSsIZm8huNs7ts3Sp
5OdFlp4PwL+9WJYPP5c4kd4AF7LpVc/JbbwL8I4nQ5GLKgbyS3TuDesMmseqjZC6O22TnQnRwVDp
25k8iJHJhWzcUz4vNkGy9AHirzjT5uFVZJ1M3zJPPcxl+mzmIdRq/oIOfBdwZBDn4yagczkX7lrq
2RCRGWwsY9Jl8cdJPyfj16jo3C37xrKUXt8eklY9Q6+l1svHB8Td9MOglzJ21XGEu7Ilg072s8rp
ylMOeIRE8OUt8FwJd4jpNjEShitfSlI6N2MI+QjsK75fKZ0dlqb6hmjaOSdBMBjbSA90wJSB97d7
uLQQ2TEdGIwnDviS3sIA2ShyKRL8gYA4oyxPy0K1xx5eplhLuuRPUWMr+3epkeuS4Ne9VjpTMGwl
/euymK4G6JpkdMPpjQfAjG60ukda92TaMEZe4cYov3J/2EdVZKxr0q+2Np/JN4cEo5Q+4CvpNytX
y7D5yT5ft3AWNr7WgCfH33o0VeIcHU8zt2iKv+n8iVfXGuK/ixqyHTC2H7oKf1iar342ijGoEwzv
KMoh9ZMQe3JFamHfdUl2gn6yIWfTelQOFx4Zdtqj4zgLIDi/TK2tf7fR06+cOiAqXTM3eixHA/se
ZgokIfaRqykuH+Vkm7It7cM4axKWBWVYcSYN8QXA4oEdUmdqjWiiSdVc0BjdCz9utol05CJ165dv
o2/VRwtpZkQ4M0NvAoimUmCg49Wy9FW5sjQuJ753jAZ2msCo46sSzAax0TTbWmPmPY3hNQz7/lV3
ddA+LlPc0mnEruiZdniVEz1Sw4p2Q6EwLjTjf5q/IMyMVZi5GXoHPT+MZXr493CpUNjt0346Re9L
oUQ6o7xXSQEOTpWntsVjtoyIrOyf3K3kTkPquguw3DBkwgzDIaVOVtge6IX41855ccbOQCHlKv0a
5bF3S5QWH3wc67OVXmwdomAx2zFgKuwi2zsxo1y9q7SbQWURzfe/LLIYh4Y5Q7EcCwsUjXo7kdOB
qk/9jtqvxk7xTacM/HP6cZgaOvNkFnyCocp94jVER9iN0X0ZDZelfwjyn2bg50/w4fTX7afjEtjI
n0l3V7Tub7ua3GuSETAHsWF8CA9lU6t7j7bup2NsB7OqjKppMC8dVM+TGgLqDzViHowpy9d/p3wy
fhqyq4/0jLkI+ApqDOT6zRi1EEiUGR8b/GLuGALgIIAFYVHAyNKhZxvNGpJF5ZQkkgl6U5abpV5b
FhMkYEm1RAd8cuHOCaiqyvDp1o7+M8r0BDhmT+KdDEN9QzyVc+hE89XNIdrWTEjMPC0CakcJpFUY
7lsDNn9dpw/AxV+ybmhxIPFHI+Nx+nOfLKu56cQk+2fcVXS5IIa2Df+3mPsQUEslAZWf/z45vPHj
US/Q1r3YfZx9o+tARTqcQp2oUAPa1GebeTToJQ9Gyjxvh3Lm1aGRRuSNn3EQSgKIfy+TQ8vHlUDP
hzc7qLMTSfGMNpDsH4aBSXojxu6gJMwiq6nri1PRNU7naNWIBs+Gm3b/phMAUk3S4rPOWzEYg/2s
x+Jr1CNt7zJy24WJhvt5rgaEMfp7g6HLOtOL76ofIH0DtwDl6NRnk7jjFwzjw20Ihyv6vuRhWO2v
IUraI72l5IEJlvYUDJhNQhwL3959Hcwmf/dKxEoCYU8ygjZHDhHcPOFomMEj7tzo2WpYjgkFKT47
jIT47PU/BuSjdVnlAeEElggOudf907fi04zc4NTOjXw7rZAmSSbgNKSOOh344/IK6U668gLNW3ni
4M+anWUJqINOcYRIL/DSR61j57GYd33S6thMU9KfLMr6tSJGGdtK05+K1ulOpDaCjOgwm8PYLC+T
G1QXY16cNt+Gbp4fqiQYMGCK/oR29sPrehKTO/b6jT+ftMsCKRGGkkZVtkEB7O8KVyn8Vnqziayy
WgXCem0sf4Qymrf7v5q9CvnvkQiX4hzP8RrNJK/SbMNn3eYhMpkE76/Sy0epoa80UnwY4D340OGX
RJwUpRD4JDcIfMxcZxJsXhVN53eVht1pYuvDakprBREDXijGu8tTSzDPygW2OxFrxHMxtYh5ifYi
YYwWwzEwkoNt+/4h7bnVNOCO/qpBqePrdQ19c4V4Cyx2OZ3kfHtQvvDOXsVnhA7MjuA6kwlwaqNE
Rag4izQk3jyM6YqgIlSNzo6LGvuLhvQLPltaaUBtGrP+yD86doecnMlHbQAc41IX/ZWHTX4Nx2OE
zdMK7mFR07iE3nTjHcmTsQ0qlHJCFXuzHFuqyZC+mGMOG9UxSgodKDxBxixcV2IsXzx8n6siwQtZ
Vrp5bgSZHaNfcqNLMGCLkosSOMRiOjZZb/190OKJyXHta9iCBFusmIukqo8Ij67C19axyYG2nfaJ
FrJ8bae7VozyCAU0OsUBjds6cN0L9vHkZiKKSjM8md5Qfo8LVztXxnRsfVU+c5ERbZYSLJjiSHr1
DefgCYAujbLCi0wsfafGkvoSqcp15ClcG/Evr7W8u2UJuesoEQ76RPHdTBwvsYGOpWlje5e2bvuq
bBhfjZKAR4uGfSxqXnuXcPZcS/eIVK0XqefNs+xqVESmIEdnUgbSJtq9Qum3vLCB9xd9O6sqO3Qp
8/A8q5hU2L72bAPbvaVFyDYnOD2XEaQDY2HF2WT+1QV67RugWOObb9G+EOyObmOCINK8T2Z1zR0r
JCxvlLbPPiVLLR5WaaeC3z5n4kpJXb9PmdVvSlQ+WMHFe6DAhYCke/RV174yj9yBWV61jd6/hZO7
k0IZ+7ZrXLpZvryrNsvW9kAdVubWtCE20n5LGBtYXIb//iRcwaurPX/aUEU+7LBrLp7mmCsTtucG
ajIWQdXm/9ii+U175GUZj9SR497J4qYkAJMbAFDNxuw/r+oaIMTAbGcHufk3kX85J5Fv3JaFuGCT
+COMkJUe/p7GwniLSlO+lgQE8ZuGCzDV9lMKwse4n7jvkaRS05VxVA3AAQTm9adRDZxeU/3eFGxC
zmRfNbM8aVVRI3Nrnde0oTNdDQM4uNZdc6ES7xH6UtC29Y9R6tme4VD5rhvea++n01fvafdCd38P
GZC15e+ozJZvYhRn3RcIoyee2YBfzCuN0b3p0XdECSo2XDGqjezj/NIl6mbNEs5WRxNaBWJVasxk
pqwX60WohnSJ1JtoVIgrxHuXC/yL8FWujt3shxE1YDxLeX2jfSITtdbmgKKdgLiRG2yeUk/vTcMq
NnXajT80ZjxOaEXoojn/S+IOHylp7lBmsNENiH3GrPkkCCY/GF7YrSszlrTUYZ5wH9awQQpv3RAn
tKlS24Fx0jsPoScwD2NC2F3UepWbX9Je9K+kCRVHV4Myb+K/52Nzz+c/rOg2XLCcLdtFcxyaGG1q
EIboVIbqUYryd0dzGmxB+DQdyKywUZhuCDM7eTnwPxdJ2qGiE3toZfbdQNm7sjFFE09KxwoBOVbP
htS/yJJHP+P64PV5/qZl2R9Rmz37lBUeiT9JVlLDLRF10jrKvvY+6BF8pLC3b7FCb28nLHHdfTo+
c+PRyIunzxVkFTtIdyNdYv8Yw/BtMKrooZH9NrZOccuJyhpS3nj8lRCgyx7zcOLowcYRLYdrFDH9
LlyBHGq5E/BUImhvIWmvQqP/FpIUekBw3d7tqmYmVE3lHgLcUzcbbbfslcR8ioNL9p5FssRFNyAS
VKGd/jB9yBpREmtbO3A4oBFLv0LyedAqKZ8k72z/HT17VNGgDmOYRQgP/34MC2HLnT4isUNE168y
1/4cka51M4TePcOGp0soot95NBKOi6Xw2CdpvOWTeojaHsjtPOksSo0oT9shBRuhWxi2n/OHZ2+T
T0mxP/7JG92/EW7r3xhLESPQpuZ2+WclA0KEG+IiSlfeSkt/iVEXME5I4aQxe6KoLbJ3BkBkycrU
+R5XH271GNs7h9L0MzTJwdUjQB3lkLwao/bDaz2J1ioTH2iR1xGg7WPagcYKYu3munmyF3E/nvV5
IYoBc3lkPvnDRv1lTFwgXhl3vyAGHkFrjR193tBk4ji7lrN3NQyOfbc98FazhWZZ7NlHU9mjtbOU
Oud0VRhQszDp1HCTJh8exzwpQeUunt+ZISu1WXpECBfZoydvXnRvAERfD0eTPvs2EDpps9ScV7DZ
yVsWFNnWZCQAOoEHAmcygTe6Yd87Pf3O4Eg/4gGy78sSj9YlT/V2L9XZaLpuJhfQMG3S6LM1IXKO
SRudZFuKXRuRtOg5IyHCE5A88rkbyuPZ3NNmw47ARnVYmjpx7mRA4FrCaFKcpiSEVgeync/WrCRt
GMFX/ljDZaCUrJahWEIImsW3wA5NsNe8LK+0Xsc4mNJNi7OdrXTVMjvXx/OycGoGBGAil1murQuQ
ZnllDvTHA7fhJl67NHQ7ipbLAFj1QjtPnwJ0VDPnihbLbulTTR2TYNrAz9FrxKHGSXFux+jQYL+8
hVBmzIqyi4r6MkvBMQ+bv1I4+6dlSWLzP6+y+VVeOfRFTbKrNRR+K9S+VotiKk3Eti0z797wQbs3
Bqna3KOeczaxaJgegV83Hk4Xjzs10WNGPLLWqsA+8y/j2zJtotllUV/p3y05MsgptGMnh+mczBqP
ZVm+1ItfdT/WoK51t8EVrbqzaY0PmAr2irb5b0k0zKkbnP5ktOGwd7pyX6XBxLPABWrEOZy9LF+X
xhOJQX0sXR0C+hB0MXPdFOtyXtcviE2isxxyIpRJkMWnNJGAMRTJNifrGHBg45y6eUHl5Jxikyto
NvUKIGqlHU2QsV6ciJuP4hP6FEnnUs4sLPzHRDwCPV8mY1BazKsp943pjtcoqwUCjZssx/EKwXeo
cutjihsiNArR7G27+8BoaO/xxNoPzaLLQyiJDeW+KZvkW+boPoGdwPUUPF/LCcrP3GPy25Sudc4t
PCpRD2QF/C/E1Zrh8DKHWOY8taUe3D/NnWwrRg4hbNCQSdCxRnPTID8gjaaIFgwFY815nA8fTZ2X
7n/k53B3hghzXh6jGPnvRcF6O8H7iDBKkLewDBh6G3WtL6iUmTuIJ5oQ7QRoBmGczItvmMP9Xb6o
EBoRQAkuiR5q8+FYYc/Z4VjRj8tSIAo8tgAxUUozVWzyTRr0DGEs/bwsAyisMwwjFKOg2oSpZkxi
frWMGWgqYxdpJl+mpUWUXY8w1DMbyFNWYOP54nElyATqV0yf+H/aossrLCPIIxp48v/no9ui2lwx
o0VFPc8wFtXRssRj8icoAwuxdZq8ekzI9gJ8aj31RD6mbvuzT1EK0FR+or/6CDQaxVGeEW+o5KsG
q5n8o/n3WzUj7V+dW5KA1LUUgP/WgyRI7Lm1G4flKErBQKz9qIRxoKwv0oSi6yIsEJr8gop96Xov
ObY5UDfl5fBbZ4uE2zLVWupSONVsASosD3avCCw2smzTZGTZD3ocHoPeM/eJ75jIo8icMGVjbQNA
Nhfd9bko/RdhZ7Yct7Ft2y9CBBI97mP1fZEUJVl+QdiShb5J9MDXn5FJb+vus+859yWjWJYskgUk
cq0155izSw52a61nWiKv9JT6hzF42QERQryNVB6s50I7IKKpPR1Rdg0/SA/eNpgq3oyshoAWgPAt
+QW+dPMQ3pboZ+3A+UR6k3wmom3mHqHDzxNYP3DSBjMSeo94RzLD59UcrD/1izw1ofBGhIEGGb80
Zq1EVoyKu2lYsAubONrN0zS75B/eaDl7MzM6J9zoU6XDSNK0wXCC54r3cFpjvDt+e5q95cK0ON/3
i4t3NWCfLoIl/1CEBHGb7AheLo5rUAZvQGH3tGHr0+IvBMfkTQyhTpXuhLsRTata/lW0wl9D9YXC
aJhumZIN6AUvJN1s0vIgl76KyhvJU534kHqOt/hWlS4npPgteEIZDfdQjoYOGxU1pfpnCpAfTIsy
4y4qY3q3wXMu2Va7vrS1yukxSja0gnt8x9vANRhGdqXtX1+zDLyVvnH0PVO1zK69NiXVrm7iq6sW
/WqScXyNC2ICyX6WHBqJAjJL4n9XGZr4t7LmLjIfN56dLJe6/q4FjDObcwYig87gQuZYAg0dXfmG
sDTy/RIvRAPCMsd2vHOanEzWueoOdTDWlK8LaBwRBe/Aaj7fzzJ0sze9QMxHa+zn1OUtiUY1M2d6
2qu82KtzapWSWy9xjYUj98NHE1FpkKbtVNfJNMfH8s8CQv06xcPO6JPv6Csg+tZ8P8+oI5g1AIrN
FtS6T6cujUs40r3I6aTectpIJHpHp6TPi22GEgOtEV0qvVhJEwGNQp1cFD0tFTOjBZiY88sgRXiH
VvWD/rV36lwZveLDM17xVp9epWxQZ+KHuU+Da9/z2CnPJRq0s+5Hp7cICtXdkiGXZZAjek9LlwQ+
J994K6HQhNhhfIsc62hP86xk9PS/dfNCDSxyGSyn2JTVwcUowmwrARvXkSHPkQktAM3vVLD9DRJq
WG2GYu9jAP5oP2A0oIrh5wa9G1z0YtKjnH9wUDM/tats9sggncfSjMWphloZTIF/433z3vb0x4zq
s+QaP0eDvDFMSG6ZugH0EqkvUyohRQYbkRC75L7WxnSaqrXYc65T24D73Y7dl8YJKVG6Qr43Rv2Q
9tS8+X4WbibkC8h3ge3YCZETLV05w1v8S001tMl0189wEh7LiX1qyNqbpOG+BgjP73mY3fRXOd/Z
1RTxz0q03m4oRhv3YW9/lnnJl35oH30buwzzh1LN87W4ss9XcsAg0SPL5Je4zH/OzWPhn2jIYAqT
4BPjHnH2B/aKuE4OzlLTgQafu3fM9jgzHHqvzOhCRqj/1F9J2SmvTIt5zvP3+rPsUaa99OtIt1ss
R7vCpTCndedv2yxOL/iJkVCps+u0dsuZLfSUIB8/Rm3955p30F1m/K6HoEE1bE8JkSiLV7A1ox+K
1HvLYhEkrk4Y+sxRpy2jQvTmcebO14DnzKnwQ3abhW14bQ0fOs3obdY58AHdhrTVJ1dSAhHKhq+H
+QmdjM1QONErVQDG1qV/zmJSyZs2QW3VmP4IYgyc6j4ox/TkFpp3Q4KPAWy5omZIyUwiGmFI0OOL
2P1kuPWbP0TRNxv1Bb/qfiNwZb7ohbZsiBUp/jwE6anVzX0jfJNG4GAUddpHppoe8qdRGyXhAajL
euP30upBEQcDJMs2Kj/ZofVb5SOhmkeMAU6L5RqP/LRfg5XJYGOQVQDX0gaWJUm/An54XxE37ZP6
rzUbvGvd2/HbVAOdBhfc/tHV/ithMF/cpHBOOTDct4pyliJJPSaVFIgEifYwNZxyC65Zl7r/lVra
PQkjffZuVZ2SDMCp29jLbybxj7X9E/+E923E+3jwilGcMru8OJ1YX7E1f3fivjpTyaxXQFD5i6lc
eKXKIaoRL7/o9/wgv8L3dU51FTL2SFy7uMwd2n8jNndDvtS7omkjcjmi9lan/l/mSqyoahOCjo6Y
KgHh7V0qcquV3t1i3nLvZ6hCQW/NB192zY3au7mtqwqSIiUGXhzTgloBOHFjdvcy+JRLvBeDUgun
Nr2sZrE5XcfV3o1SkwSEf5nnJABXCKE8Wvdcv/K8yuUeEd/4klQWx5CRyxLJa36RvhWgpl6Nk5UL
Zn//DN2DJHCg74/TlgQgfO8pNGa11Qovym/Y826IzgEfdX271+/nwxZbjXkfclsZUQneIc0a9XFD
UnyZLgb+DbikyLILbO2WRG7N5ydK/IeuyzRNDSWrXPBkGJa/0POSKaAEETDamCJUwAvovhIB6NHI
yGta/jVDhdxDzo0XSuw7mtsbPWDKPyTa7CemA5Ag9EF76dJQF4mlOb0xwxYHYwpfGD/WR9jZkGnF
BBDpA2EQKES/Hg0QTjtdk05RKIxSWeuj/Aj+iVTLuuuPM+3FE/AOlK4UQkSLV8Wp9HjwSmW/N21I
2M7Szjv95TC28jgNhC8lGeEti0gXnKEFI1wYGVVG27Vn2pYgseP7sCSTpURCnCqTFltfMAY3yh/v
Bpfft+h/q0V7HeqeKc9qZa9xyR+kD0yzzU6RvhSYzjH39u/CkON9SVdx8HuQjNBApE8AQl4cq6b/
Ug50XkIDzU+74jAYJ9PlwMr2VEEnBI/N7rozMss546w5wykDON6Fn+OOHMi0t2sSCb3ic45knuFP
jWqVLtceoUO2G4N8uTrpsFz9pJ+2tg2vZFHaGBK97UuhAuyJuvgW5pEJeZMaLyLBmpB2h4Tq4Dih
c5hnUX1Kx6b6hGbc2FplwVmtt6xPS26PuyAz0303yL+MYXTeRjMzTxBOyevC8ELkEDMuy/49FVZ6
TsboUoMTPMIw/YE5ykuPgkeLbHA9SVC2t2wJ/xKCS8JVKhK9lN4rDPvkEpgW6mVsQYL0NSDuvTqj
FcNgXKyyerq6gw7mKIZMDtq7XcwvbRa+oGwpzjUX1KvvhH+16JgPpiK0BNxk5yoiEDom0J3uO+JD
NSv1gUzyU2AeTbuHpR8pCAUQZMFGz6Al74YVLziA4ls7kuUAb4y+qVEUX8ouQqjSL68le95LDIh1
LrovQ8DU1p4CBKdqcQpnvEhcc43FqToSFkYoFLUvaUgz1LPkH2xcABO76LPh4CImTad6Urmy+Na5
H4vlOkXLZzTL4zHMFLE9MoYrx+1qW2W4OrRXZ1RiQuJDv3vJ8Kmm+riOlX9zOV5vLbt5NOpsibCJ
jbsxnAMK2+/lkjIk62V7Fbimcbs5vzHwRtc4zju7wm82dSK6JpJnnt91NWQ/5I914iE8x/J0JkjR
u7d4dHo5kCUSYAG1rDHcg9RAzl8C5QHgQc7zMNVAzPvlZ1SD49w7aRlteeBTfq8p2YDSEUcPONYl
VTqwIs/QpDlduSs9pD6tiauhUUslGyoomtAQPjobfZwyPWAjBp2K8njTJ65zIUqDUa8wRwTHsBax
/bgXWt3uhTrL3pcN5FfItxRNfuYi+wv+Qs5rXQoEDRf9SlAgnxdNvZm9t7Gz2wPDTnPXtzmMZzM1
6baguIeS94pp/C/RYmGV4P7PtRet26SHg9OgCnA7+8UCEbKJYNIctMRHL8xGievNTJLX2mWbFct6
69JmtBD8GcHWh+WxwwZo3ftDufr9zXb/1DZqTqz5HQSjvFiG80Klg44VpR/Xcxc/Ii+j3rGHgszw
+ZQ5vf8aTYt7povccso4jA1pyl3jfQ4HHGI29GUP5ZRZXiXqytbddp37pyXi5jjFpRyJPVw+m+XA
XFvpMDGUNdePV6BBbWnfTDXAXdQShhkWMyShW8gfjUegz3xsYsH3wXfKMRkFzwaCdXJI0WegGqnZ
TgxSJukTnETPyAksiniluZfvPc/9yZQVLrQa3oXOlD9l4J4Dwt2kMQ2PUj3MzQQHntOa3KFluGcK
p2Jwg+7ot3TOP1rpdtMSbqfcyTXNR7+onc+Q70igLxs3uxlD/Zvv+9MbZLXprcvcS7rCdYm9qySu
+jlOq4P3hTlkSXl1+7UkHrzVtCX4IfJL5/prKVBMbWSMHIdwqvKulxHT/i2BZPqEi/UeT0aMMzCz
X52AS8LAh9fNyNJa1YscaYZf0EC9zAkCcQiNxhvKQbogEbM6XCj3Xnd7VI+nU4vRFT8MRO1n9EfV
W+sBCx19IohiXFhXm6M5E3dnOQ9oxPU330T5wDCZJVuX9QAL/69kDTEnMai91nPikrOMJU5g37hJ
xAw0LXDkv/VjjjC/KyuueqxqIaaq/SS7llG1370OvX3LezffzJ4Xnj6O3ubMWaSX5pZn1nrVVJAk
YRy1FMmFsRdPb/UIdyucP7VFsD2Ad+Ncl7a3q5mVKt47dAI825dVDD4bR+eeaitdn5oKIJzxDQOO
MWXdPbOdL96yisuvpe8CcSlVngaQ7buB/B/Ng5g+gyuL99k4fsFdv6DgMX9DijsheA+KWwoW4NEK
In0KCKaMgoIrKqqWWV4QHUaGf98WikUzHPwLfstix+VHf1bxLXM0vZ/F75GyMOvFG5bgjKV7Oyep
yugEE3ZElr8xSW1/FOMovxAmeCM93DsUac2U3RnSvYeo/dNEjcohJVt+owe5IXCi3BU9Sni3C/Ng
Y2RN+phAQdIJPSYpKNgc2s7TtAsEM+oVs0OyUtrIZzsVxpFYH1xLRmNcRDkHyA9jYnNFxlxGqwZF
HTJLy5cquTverkyDDqUg54AhSd5sFIaHJsawZIrgxbXDiQNnjQGRy5s8Hxj9u5DpL2YcN3kEatGv
RP3edTFmgjC8s39SNCxu/1LzfZw4LMLWqeBVDNaIaI0eq/6qyi3rzgwJV1NiXEh/xKesFtz4qJg4
2G9lHv2YcISRyMoC8ciLUQ4ZSWJfbLK/3sd+ARI4uF+KtH2BncudXdWPxUtjrF8uyVimaJ7WUTed
43RoH3X1ItUJl07UmQlIfvJsSVermrA+1sw0tdTS17CenPaEw1imZRZE0Pk4vGLuTsHXN5DbPASe
OdlfJ+qgR6Dcx3qZc/kpJ4mZGZk57YGbDmgrJzRyfAgLzrvVBjwQ2l/DDiVtkK7G/e9BmZe0CTsV
uRh0v9vXLplA5NjljPUz/FwbTv1mOmXzkKmPvQy7J9hHellxFJ/GjuuwjdH4g2eVl15BZCLLoSVS
ucupzKo/vCwq/3Da8zI1+XGyiFOh4Et5IPnhqfUcvMy07BFf8UmfWmd5FIvhnobBftR55xMmhncV
jwVbtlfK4jRbNWHFoOeIEfWiP0dFmefsgKRMdXaywQIXxZyMGx7FV4wYDLkBEvbF8PtzITjrqtmZ
FOD5Fq9/CWTz/aOkZRIznldhvWhB9OikFXiiobz37UyYMI2qTWYQdezlcfUM1FKbpn3vyh9rj/60
qku0eg3Wd5BL5WvrE+QAikAV/GWi0p8q/DvUocuDSeD8mNsu5liCrxjxAs8hOFzgZn2c7EE3031Y
8q/VHFuQutNk2XIEc3ZNudqoPtLrqiq+jF3GyIP5POXy7+63GwvnuoQ/hKoDbLUEyvg8h1IxQJp4
3xtTA26MneD2L3XD9K0xkCH/EjlofcNHo7Tz0F339dLNGIEieTegvuBCXd+hfnEP9K5zNdTzRy8M
q3paHtS3+yDtaRPTmr8BAyxvqbF+LslIPNoNHIvaZWDztHp3VAKl7tOwWumVbRp8sCUMOP/Ne/WP
l19bG9YRAyJgQaRcjojT9zWlO5mNf0ApIGRXRc4q6vyjVKrMfuUwO2Yect1y5WjVJ+LPoa9+/7l6
661UQCW9ZCVOMj+8xhFPyV9L2wGE9qiNcqRrWhqSTBRSQYI3o0RGe2udCtxDEJJg/4r22+aKLj2I
RrOHRga7iJiJeBirt0FN4fTCdVrcujZ7cEzxXlw1IDUSL3+ZnYNNyBk7phMeCliRj2ppIxLDOp+n
XCHPejg8O8YXm3MiTDHxHDitP0aE7IFWOftZRdM6rn98+AcwmItzTPXuKCRYazj51SObjMzXpPji
xZw+EmVKrclIuXmZh5zV9w50pzntoq3eAfale5TW09epysyPOpfPZzhy0b2kFmDqcKlnjO7zZwmC
5eBMY3HNlMsOnUqKd4m8HxuTJ7D3ItjHsxecAMX97ZuZ6CicAVFBfsQ96CgQT9ymEwZUjv2YxGgT
F238iWr6vASk/IX2jNF8HJd7KY0fcZ5VF+FBtWg4eXlxhQYhsZsLYMDRGfEag5IKk/JRGyOzQ9To
nI3EFL8Q3O4LaHAFvWckaAgnZ+yqY0jicA/9bWCC+sl15x7aYXx3UrnHKJfdc6OcnnwD03PFoH3o
Dfwf+r0ZHcyHnI9GEFr/f/gVWouOgkaSqo3Pkqu/3eiaLaej/aA06B6tSkAcsV/aBQfRvB6/ic4d
YPEwLZV4368TKoB5FM9cwB5KsEc+ojZvjmaZyvuwes/aCfN3nvr0NMkPI82eY/4aNuVjsFsiLLMu
PhiEu0MOG8p+zxmg37bSkp/Gcv3hmIR00E1CaqeGk8GcPnAumq/EUA37qhQEboPnpgU7EdYWzsZN
NLTwtKzRbjIOtsG0Dxqbzywd86uIi4OVosl0fZ/5AvptziUl5J8p/DpZMzRqytLNr/IPbBHWHdLx
DmOIcY6oMMwGaMmoOoAOhcoRBiHlIGtSrVazHx841u0de1QATH+GuKhrITliWiuDLN7nCnDolMWh
TXC32fQFt4NVyn2s/Hp6KZqwvXlm9B32lH2UfZo93EIZVkksXNcYsKULpCjE+P+qlyJzz9k4zNdd
mQMTY6sa7z7JZCicEUEzdbxSSwbXmqPZPrPwXhI2mF7l1KH/U6/0EigK1WpPBCopMb2tlpDr5JTn
uY8wrSqO2Mt55rqI0M8fb442WQNqdqmPQWlczNdRtavUVJ0YSDxikJg+XjHwSfYGH7/nY/XJ1F/S
f1Mva9g5myDzi/VLUDHK1j+G2Q3EZbjRTSPicGDFmwDlwUk/uYqgkBtrijCG5nPGh2Jf+yqaHnpx
mtE8oyB4S8OqhbQeO4zfpvimF3Om+T0C6K/UpA69SHwlvjK+Omppg3a45NYpVkPjMO7MS+CDLNr4
SEd29I/wv43xep171ydagRAVmykr38i4oJpAq+k1QQaWoWVjY+fDfQSYCQMNjbhzJv1duMzJ1VcL
aDKc+53R+XAX03e7h15pDR1ibFe9RMkj1EDZ2nro24jVoC5Hgm1BLGPwXLfBp9QjRgZkFhqGf/6j
fuX3hBB9HGOT2Trxt3okOhg5Z0wb17DLn3nf9kc6HrS5ptkprnQ0/Y0zReXOVjY2Vy1TTUZ8KWlJ
Ow1qib6Z71yQ63mEW/LIbZwuZZuAw4klmFc7ge0gMcJ69M8+M3bwtx6Sok/ER1i7tZWEcvjhsP8Y
+5eRcRVUl0oIkNjOH8iR2oOFtZmfn0UMKfa+Mc4PXpV8zyYxR5iQkUNnYO4wEMiayR3iKQ9K8q1P
SsRU65x/ncaUKll5iCsOxG4GHKDX3uIsTq4fD/U5TV4WZRbXS4Gh5pYox7iEd3asl/R1PSLvwzJm
NMN6JdxihVYVv/pGkx61m9FXZCn9SjscjcnLT5iWTgyKvEsAwvhjcbAsY5mK0ALwo9q2+feCNgGY
7irelcnw4/mmH3L6cWes7RZrvXcRfgpNJWu7S83dqr9KFVJhjVUiIQfAXHVWtJKnWjGleCiL3EZO
J63ONl1P3V2G93MGuHEaDcs9CKJVIR5W0wsogJEueU+oWfhEKCa3FvSavSOy5Da6Az0aF17WBaLH
5r8JIuRic4kw2Nr9mpPKGmhomHi/j0APz6G7fE10V6Kl73jAbewcLXjIe+mBh558236x08x5gQSc
MEIhK3fxoUczATz3SBPouYv10PCRO8rtVM92/bGMyvKEFqC5csGyg3KW3cE3Xm56adt1Pc19+2Df
yuhp9TwCa/9a1ikzE7ozO/3lJAdjb1J5bwIw/3f7nAseEvVQtqi9ZVFfDJRgCvzZbJys6a+oQ7lT
AC1drAykVgxwCXk5K1zbPznPG7aLEmaacpqaLEKZnmqRqG5lF791aacgadM9DtIZDtbSHNYFgaMM
ZX7IGAW/jw4xGnmXlJfRpeGPiN7eLOruLChTiD9Qdyt79bALVo4tv3r8+pXZIihbFzxF38rCYxRm
5/OVh9t8nZRqyXMrccYcjf3CLHjud88M2AEyixKbP2bE1w6DyBFh4cwkTSp2FHihFo4gbhnsZ/y+
Tvqr2Ldf57ixGdtmzn1QM+aksbsrhMKdtqHVzvK3Ky2rqie7bY9G2v49jt/itAHMHNIPPOUS4YIP
t2zXEvN0HLsR93FwQXvvvcmMfmBR1N95ZMudbLLfc2J7+l0tmYHZAZsrB7nhTdaIMpZPMAPGe5Ha
86d6zMicpWV0Mgd6p4ZA3oaVX74I4fdMWtYOelVU3kv6p3rQoUceq2qahBlGCVwvVhrV4CbRzSz+
l2pgAOKsYkdaERLWaTOVYqqP4AqdM/Cnc616+qsq7VURc8G6YxKIxw5akh1M3BiGGfXUJT+FBJYl
lQet4emdZLkF7T72qbhWS3aHuLP6R9fDg4I9aByqYRE3dDDJafk69HO/9yl6n6FaBJ06TNtE5XZ+
9MLzMvtatXI+1QFUnSZNDknors8pUjExA8M3yMHJkw4NSwOKrLFKMn3C7lkr4XcLD5uHG4gIn0fU
I2Swu1vL7nPjGoL/9+BGm7WYtzUU0MJrMNFDMN43jbPeUqd3r8L6OuXMgoW6DLTKQOsN5m74maSp
PBNTJFDsroABe3jOMCG9e054+MYXhxHbLZOQ/p2M4uotTFJAn4mJN6PrL10m4MdzFgTYF6RMswi3
0bOVj4XAV4a8jMmYAsA9VDudptXpY1VJ1U81jBsv0cB2tfS2PZzmgF766sEDIfGJE73DAZ2vpOj8
M2n36GlERKFFgS2eLuFkhZl9rsfW+YaW3t9MVIsPdK39qR/RmqQFyY91bXs/hvQbcPT3VSgfOjro
F19AYstr5D6LsktzuRmYbBA9JxLjdLZY39F+mqTexDV8utV8hq1TQ0Lsuq3uNCH7Sz96ToUbNxtS
W4NDPLfHLHGKy7qGKYoYj83Jwc8K9lkh4rSYyzeJWS+79d1UP7z+hTSK4VcBFLqQttithJdvnRxa
W20JFQ+vuHPgSuV1IBU79/vnx8ENgEV2gItCd5okOgap6M1xQYIm1YszLBTc8Vwx0JLy5CJjPjB6
eAW/MZ9xIQDji4vmjJzw94S5+ZNGrtxzcjNPwqGt1eYr50QIJ4Q1MXnf6jlfXEuUNjI4CmJF0xT1
+hiF7au7JP5uLM2ZnCvzFnti+BpxHNEku0J14PSrUrXhpA/ismEmSrU6njSkwkoIEJuiCUiSOh1x
cxxkOhVXXbjoEobRp3turfy1mHw6kYlB2JQdGPYmMWgQ5yYlJ92magM8QGybnjHKkvYIg+aRiPPE
JYQnEDSku/i1hK3w4nsc/Omz+pwoE/eSrKt7oZHrK2kaTLM1wtMMa8Uu3eWdve0agEDZUi8Hn5bE
yV6NjnColK9i2gd4H32fSFf80xqMpJfU/5bGKZO9fPwKBzg4QbmemIByMT688lzXqpGfO98kiWVn
PbiPqfCJY+iKTexlgG9bAjBVpFoKmI40Mu+bWxAIm/mCn6PKpw+aGJOr4KamSXaLVKwLVsRsdI9P
M+d1zxmNp16IHAw3YSuzA+5NfzfZDpe4A80P7iLS+smCisHM7a5f1bmE+Te5W9MQPE1Wn1QxV1FO
BwIkaaZ3eKLh8R0HFxptx5jL7MvmaZrhS5/VmDwZLH88N9umwiAbr+vBcwJrb/pYsEI6ay9fpkkl
pdRTc5k1eLKx229q5PFYJyEeY08+bDNtXOhkW181IPFhd+yriFc1nkkvwTxMBE8z8DWG5EdDsNfh
43mfeOXlf+dne8TG/Ac927Uc7B+uJSgZnH8PXMhs9L7TIsL9UlEQp1VcPHHpv5fRugzYmpH2aSS5
HpaSqoH+BH0JRUtw4Tjt7kNL/ihh4VxCs+h52iVvFmKQxyxgZk6OxzXsoZgP2cLvXWc9liFwUYNV
zYXMZwkgi4yqSWy1E3FpsSMyHWFo5EOERohZX/ViAGHf+XWbbHX4xdqVAtYyG6p4TFU03nVIB9Oh
jjMcCReaRdBxbGEYtRi7qgZdYNfmb50aJ65ggy4+7MnjvKL6L1r/xXTOvWeYF6jOOC3n1GD8zxZp
TfIPi6qXjprn3ST+2wsfFVG2tbPjQy/2lTmWZ31DCPGRWPN9/j8kBv0/cjDc/2Cao+3ybap7R7iO
z+fz75/KGoyOYQGJ3tsNYvXCH/co/ntm7SzE4LmHOGIiCpDh7/cEZFBunSm66D8SdsnwVH+rKADV
lXlM1HlnuO9F38EzHefiMKove7aZUzYa4uO/2v4U3OKScDBTWbycxTDvsO3fUpv5604ri+MoQ2mD
Xgk6unpTB5noN5HM//Mm1rSN5YJmtKOWG45aG1F2073qufyv9/Tm2qsdVr9nt2OL85zRvf7Dv/6c
fk//Yf1eYnrNR5zV//j7dsik+be7gJway3NsmxmaidJY/DeGfBz1KLxbWRwb2iQTB/qTD5yBiGNg
AkvTvRSO+aOK2/fea0cImIqauiIh2ZHuCstTyiteqOXS1bj6htFjhx+RghWmoqBzzkyI6ZtmFAU9
nYWDyz5Onl0FRCbhID+OG48ICnvCgQ/tE704uzttekxa6VztjAB3CjNiOvfxWFzy7FSrg3QemsPG
TDyYp5AHL7M/Y3ujAmHA1+1DE2BACHX0/7NZWOxb//GLckNhC5q4oTADS6VQ/d/5LI6VDhyj7fho
wDU+5uqn1ksgqT0S14j3+ryTzTO6IrhiSYB12sbRpF1sZvQ17abpTb2R2DEYisAiEiWyWihhKbrE
tMt3iKrWF4GyCvQyrM+BAPLeL+TdW/BdV2XyfVUbRYuY4zwF898NLH5xf60rZ6tfmLWJds6m9eij
dlTfcwuHynPX8lw5xXda9subZabdNsCUeeO2SIA+jG8hVwIsT8d4SzDRAN3UrYXYIBdBWvVFH6Uq
Nf+10xLGTWICeGpzdOcgtyxUDgTTN1rVY/9Wlw7VajfASB1ccvg0Sg4USLgzF/puU9TPj7K+0KmC
6bMwB0RPFBB9sXxN46R4toMPWBUq6Z7DFFmndS0hkzEPzmGQayQiEem49LGUbUy1qXHyr84pyZH6
xAoDyN8HE1nudmqtF6GWGFgAEDmXjZSUleoUTPVwbEOwGV65epfMAykT596ww73bgL7bj6vp41LG
pCgMz3mKQOSPkTMf19j4pDej0u8K68Q/Oj5XXJnnwBQ/V4ysR24HA2V3ujwtjiDaJpIC2gHuZc7H
UtLGo+s6HRt8a8yj0wZqIJK8xmUPCUtwwFLx1vwqNcjfLolU9gA3D2sBVHAwwzOU6COKxfja98ku
U71fW4ny01wcA0g3x1lG82GtxvYuwnZvCbE8pC/LY5X8WRmSrJXa7Z5QWrJNRMfl2SV3woi2dtYN
fwF7/G5XTbrh3oMs7KbDE4ITk3FksZ0jAPbaQr5EpJZR/39dGjM7Bqq9CmuMTm0jZLgdc+uPuq57
4DcIChoJALjJSfMYWia0tlObl7rp3be4JqOUcXoEfNK4J3xeSOdl/YTg9nSBZ589uzNuA8K3WxZO
BX0QqoJkRu+flRPJKFMCBX1CO7/0Hc1qfAiMiyIqucms1uMkWhhuOaOKLk6ZArrDuY/76dOQKOFG
5H9BJnGQfhXf6FetcPC5AUL2JZ1kYYTOsuMoKXamImu0XTQch6b+sZa0WoN/0Yzynx8nHMiPULeT
hXyNam7R+6VM7pgaBR7ZLEgF5tMyd5dWYb30otUlmPW/havjHby5yG7SDrmjLW8TKaeg/RR8Ni8T
Tz/yn760MvrJVPnFa72VsUxD08bj15DM6bsXYko2qsDaEqRrHwN+9A2PxxKQePEtVzKgEt3UcRWh
/E4HjPBfTsR3Up5dlB1lvEe7WRPVAjQbFTihlbJxHh79jQNRWwaSRibqnS1v+oChF98b53PN2Adi
WHT5tUgoLAmR8CfdICz8fDwKtNOWkmeQ5IKzLqMvb3jfFPBvoLvRF5Z8wqWYd3HaLkdBX3kb4UzY
YlxIDqPqhUcDOGo/UT5gtyOPxypTcP0OhqBLMv2Y8tp6c8b3ekSXDX/NuotEfHLINiKTWUquHgaw
EDOLXTgREoOm5OHX0fg2CiA/KBbvPOxZamx8U0k6qxCZQ06I8bNviUH6tchEfK5Nezl4o8A/+M+C
Ot6GkhhUuL6ixt6vQfAtM/G/n0KHNOjAgouCDY0km7wldtdkGL0yC0arPwcFAm8wt1+ypBsOFqK7
i14IgzYYs1AuzQ127FRJkdLATyjETWbfHZ7slm2FUh8EnPpyXMkIc3Cl7oAXVDVurBmjbr2gOySZ
d5H2CUuJvNVdHW46WhGnwYuCN4hrmyUrQ7Ag2ZVdiba8ksYwm7evCn9YAf09d2BSqNXs8TKoVzJA
X4XN/2SiKWELBh2Orf+RZMnX0gmH46i4T45CGgwMaylbrW/TEH5xSohUTUIXG8Fmecvozh6hmZjv
Q9q82tmydxfjz2Qx5T5a3uMwHo4xSV/oDNKr6y722WL/bpWQzVCke1LaJ67zayhIY8iSxqFps0Y7
gakPqtLcpzzoCIImUCOlbbymh1bl8AhfEJOB5MbDxVhApW7a5eazR4BS7e6/WGqF6SDdEdVxTY5N
NL23qYOZp+OxPppGew5aS9yIUkFvmWN7qibxWyGi7wsDPxwExDIZlZ2h4qdhZhTBPcjLZRuRoA7i
3emvdQ220GQD31dGF2x68KLrOsHlZ+MlL62F6Fr5z77NelKUBwQD3qlIE5DkoJoPKUOtF8DRWAgQ
pu0gPk5ML4sAd2Xqvg4OVlvPEVdHQvDvBW7ouPqGdm7Jt6SvfNED9daZsoOer7uD/NokyIXWvGpv
Pb+sHT3ZvydVVp+yCTNfbeqnMw3iW1yL32VFaABzi1tP4PE5zNcjpugdwQbJWRfYc9ODC4+5Yc04
fIlW2qWAtoDftZhuelHiVprYREjl2ur9Ri9j3n+J7LCJdnX9rm2Hhu/5h7oW3xGs+Wev7I44o5en
rEr7lhYOx3iRg9CbcGAEKSCDJZoBI05EhEgYdVv8xfPOZyqxZW7oXThTpTvX8Irj1FkL5JL/Yuw8
e+RG1iz9Vy768/IuTQQNMHeATe/LqyR9IUqm6b3nr58nWJpWt/ZuzwICkUxmpaoySUbE+57zHJme
BaB7j+jDuyESUO1pMO4CBYUaDFU51/FjtA00tti04nfIY6mStoI4PUql55yRPpC+zhC9YKgpC450
i93XKEfhvtjMUsdkUsq9nDlW6+5nbifrPqhqoNNFevTpccmgye6nCY+ebsJyG+b0S9ViW1wQXR4F
9WpEqGhNobx3B+dbQ2p2XpnTZ0+3bjH+beg+/YnYEi6EPrkHP+4f8j6AOJvOOypZ5aGgUbCOAYw/
FFk4n5I2v8vGeTzOphmcR7UJWZ6b+pxfFku2XrmPtmcbe4PcyCO2wM1PvGjTV18BZ+NidnBZ1An0
8VGFEnZkjLBE8leOZnKNquDEArDDrhjcz7adjBdflZ8qM0eUYGwcXLdea1wp9dW3GXPBpkixFSya
7wxe34G2h+Lb74UHL6XskhgGJFLuLmdeacWDhlcWvMiycnZTwGBJXKyW1o+lR99qisW7oEVc0FWY
KmsZE4Yo5UPfMTWSsLh3iIDDtabhXnTnIri4+rTPSC141SwHqXlUJC9NmH8D5Ul2Elkode74eIqa
fItNj9aI0hCVNsZSVGWvGWXklduRWS+n4WiihMBnARiAabuzsUdLf5h8Q9tQbd9HTahgZsR+rVz8
G5nTZg9aCkspC0YEV0VyWHBeaDVASJrmCs9mhAJ/0G9C/4Q/g36JWUiEhLcY8oTSODdIfnCEjABx
Z7pQWm9BraenvC59g1Yn3YJDQrlnJ8GjkkUY9VTvaBMR5p7sQWEodgQt97QMvmqom9Y1M3NmSEiM
EhvQuqh0nESko6SxKz9Ehv8YZv6xUZ3pKJ/nmoa0dfXyIDl4Qf4R6bG1i8nN3JfW/AQ4hXiAOJTr
kS5XWlG+bxTjKLet3eSxWFlohnrh6opmNAOIyBIAOJw3Aqo0WAG5K1V7g94mrPtce7PAAKEJnQ66
nchLZtf3MpPmQVdl1wEJ+snBmyhMox9Xo/bR4ordebX8sgQ/6i2Cywg0qKZiVxIVtYDwN2DV0cQr
FoYp4K/6YaYId2njLEYWSeDbWI1y30/63pOje40LC1Iu5ZktsvYl3K8B9zKYCcQ4MqA2KSk8XZ//
DiUuAaH7EDp99LGpuhN9xWirJaI/dI02rvNsBsky2jpDWh7t5GRuCqczqCwgu5RNt/VLw9hn5LNz
B3Ouoqi+04dhyYIuY53VGGSyXvwe55a4VH1CNcPsn7BzU6+jKL+thtJ6cZGtTawOLyLz9G1sdV+j
UQvWBnQ6RitwomZBcRU73a4p9OIaSAZMU4NKEwXegXj2lMlNgB9ghOHqwaxCJxitMwoA53wa4o2V
dvnFAq+PZhSOxLLBp7jpQkNwEdAHThMylhQSCoQRbqi+a1b4FWcIQcWdZaPF8iWZjbQe9y1tnUeQ
+bveqrtdhbZnq7lNte1K/iNvNqZ1Bs6IFn7WX0qFCY4tBO26HxxJmYogfrxgbIZoRmGd/wxk+wyy
zIj7+VDruX6idjyfiBVL+zcLxeVhsCG2VcUYP6F467/T4iS7g/imAy4XYp0UvUB640uPGvgpGyhO
YO/LcvkxFM/YJ+8hlWwWGQhpiDibrBh5Cs3KPi/fJEIRRNvRfNWoGG9E70Jk9/v5bDodcvjAeo4g
0lyJaJpgCiX9oc3sjl65n26p86LFwceR2f2TnCjZFbDmYGF3X2rIN2u3hmkxRGH6FFcYyPQp79dr
mo/xtVObpCFTMI6bBtOAHqwYvLRD6vXQmsZKfolnwe9FL+PSN2a3X6rvTg+Z3NagpgrlMGlVsEkY
W9HOd2cEr3oxb5NZyFuvkgOckdKNRyTYjvXDpi7t5tJI7rjqNFnadwTSxWcEFHeW86nqzZDzCcyq
VH4rfCr4SgJMl63aBFjz9pYuv9D5p40x4lCe+6RZB1OUOKuJnEaENiZ9lSRIGKXocSQoAjYulgPg
phm9qVjmJ70h1EtmVfUknOirSUTgIet76yK7/iXRCFnid2z5Ic+jWW9/GQrPfIiCfFeniJ51yLwP
PgYNon3vpfTi3WDR09YlmRvcoYtnaw7cTVSaj5qie8UtQXFNK654dYxzG8aOirfbdyFlpEx1uJi7
f+AD9naN6l/Tf4k3czuP63fnsKPswyGCwzGt2k3HD1yoc9QXMrkERshNYVTcHs2DZjMR1tysufTo
LpVpdtmQ0DLtqjBAcaWEl8smsEghC6w1p7DWtzTaZnO4D1p82Mvcg9EqoEOKGG6uMnDTbEo6JIye
RHi43gkYPjr2qCivlYvOpXcib0tZiXihKDH9Y6aCFNQ6A2QA02Jb1G+j3SowpGaQNAwn4qSrpcny
KPXu+QPLey3P8IPjuAi0ZFjnTAzoa+NRzJjQr7DvWLvORMpAnh5VWzdCCpinDzphAgcWdyAaaqLv
oDN8q1QteplpaApTXM3zWYiwOnWZfpbAGO7SziO/wDOfZwfvmuqaL/1zQxCOFpcWpEclru8jrPia
5T7rLprbCsXRpreJRnKSWD/CEUeQi4V7tpXv3Ek+JU75OSzG5FJYdfQq3Oj0HZ16eyvdisVCDRXc
FUy0LC3azZkPnEI2r8uYkmtAmJlZuY+C/unsNmegn8kJ7ET5iPLLwQZM7mV+7uukvbrOB1w48hjW
c51xOY73BHETZ5FiBmOA80+G2efrwcAL95MMaxZJiwzSvg+FZHEo5+Fd85HESO80FaG2TDqBbtJ9
XJbzIvZJIaHn78diPAK/vFsWaG1RfkrmEKZmPXZ7sqWuLROLTMnVdLX6dAlJnqBzLsw92YHcnBos
FYnR90xYg5cFWV0naCZ78NikmBGGMzSsEChL5duaQOOd0SXufVEQdGkTd7pByZFuEIBRKvPgH0QM
CL5K5JSG3cG9ZomxB9LZbGdVTwTy5vHnNePRc19ICKVtldIFWSYDUCwR3dTltUMHhcnCLSgY1/rG
9ALEy7gd8Pc1uYy2JYppwhM5/SPLVgoZaIC9Jeqrr1FOa8uBD7sd713IltuQX4xv63M0jF8qo51Y
FEIRoKD81jYEEXEKx4QP8rONbeq30cUHGbiJtg3bBgsiwOhSGz/aUXYsw9E5Rr9TtPHPEqwpEFFw
osDGvsYeWUOuS2GrG3T+IJguKFHmq+P1XyurO4ZKHJQb9goCQnmKEyvdBeJ34BD1ZSzyXNtWmRY+
tHrypR64iQ6MSKvZMYKbxP9UwdhKXDs6iznm3mb1JCRMd7lFuxxLlAHXKJ+41moIJboMH5pcWRXp
l++SNDnavka8CmTdqiTauM36YtPafGwV8ZV1Ptd7Vv79ZtbiUzdJcjqj8Qu/irljbbr1xEhUzBA2
V70uXHKtsz1BqwVUsxYvuN4S3xG1YhUebXW9Ct1r9sR9MMVairFUB08JTDQUWg0Rmee4okoRJRN4
bh2uSNzcuVDjmB116WVkznPRa8oSkZ9FLIX52SEEsDgImq+stvtzXgiWdIfF7SJYDh+ZPM/rSgL6
w4HSb913ySbdvCsI6hfZBNPVMoePvhdSpalmc+uqEOCi6540s00P5txFxyrwz8siiPDqb14xaEej
1vUNrSHC3ck3T6dE+xSilIO8zyclEJDqvN0coruLGuplTYuJLXfLGQVv4+4JMLuv/N7fVwmyWhBu
L41JbQTT6++TqzWvsuheqahSDJFy3s2qtOhb812BtuZoJswFLMU4xo82n7zCwNYdInGgc+ztIyQW
t2WT8w3OQFAI18jWYVxZd2Ojm1CFIHelOo33wZi+gwKKT1paWTfW5WsMVMUV2o+xLUYutQyNxSoo
h57SN1MKvdJ3Uz9F94OGdcijeb6uQyXBt8FV0qqZLokZXF1NHw9wzItLGgprO0wCGa8iZtWIJfau
7n1IrHa4anN+iExmVuTktAckphkYCiN5zDLBQjEISfbRsYKnGI12VFptVtKPTgPTTbMmojLGWj4d
CEJ8DHw8pXz8pFZlVLgnKNNYg0gJtQ1FFIiRVPEoN8+j0w23JZ4ZQcARRIKBprDX9ywU6D2YfNFJ
nz3jjETwgJs0juk6OWGpjNsIRSqjPJIA/QwML9jWO8ppIQpHJW7Mb76XIdPLs/I+tYurS2yPUl6R
0mo6YLB0w9r4ickKr4iHh8DNXly4Abt85osdlQK2bru3RaCHXGzv6zRmVDYRbHkClzSwzpQ82pOJ
wHTtxcAjlP9h65res96HYh8B88BLg7cBdTLGLR+PYQEVnrx19K2nhbVMK42KCylie31iBSKRPU3Q
aFHqFWvHE0KsA81BVGvD4UC0zYg1IDJaNgiH6kMCGeZnOWZ5pNs1SVU+VoDaIV1yoIl1SOuZQMj4
MfV0+XHizIlZXm764YdsD+44aeAZ/U6Ut+IUuy6NBzKRdDJFTp6Qxw4zynoomMZ6LeiyZVPFpLaW
PRrtRf5heimxPIFDa1mPmaPXWoJdqh526XhaKhlyNsYDfv52hY18hHrUs8i1c8wYdGkW/CqacZIy
mng/5bSguLFexyhr7qhKyr0Qxj2GSTDKrnsrrdG7OW6k8Y1+0l0o0JISEq4FIa5SM79oCX6ePMt8
qFyaeCKFbZ3Dwd6gTsGSUSmOp1rYJmqJ24/+s9Xrk1yL1C13kz4EN480hl2eA+Lugic02UyspPaQ
SBRIWTB/UMDFvRUk/CFKTxnHLzgzgHp4WnJpmP/vvMnPL64/wKwQ/UMSQ/PsMy6N2UugmSTM/tOs
+FwqG5BQ84nl0dif9UXFoVokQNJG7u24q0B0HhtmJHdkzKbQROfqTNBP/0RRnk85p02HYmogDpdg
79GPkOR3WCCbFGSC1ZrDZeDaO5Wxs5XohHvh6fvOMf2aeFDfoTOnf6ynMDu3f2xmrLBcw2mJWS3B
QvburLVylCLapHkU7KwPhHFZ92TU2o91nK4aJKCzVdQ3t/Gr2/KoNeSqKzCRe2AqK7RqIlyhGZE7
3xYlgJMxcba1RwFcQP9iJe83exJ5fC4qGih/OD9nXPYk3Wb3HrTkg0nO22gKIDZA5rtjYRHR6Ro2
equJ2lwUDsl+jIbnAZfkadk0A8EoiRg/5PBcdoEyYSyb0KZuW6UpMh71nKfyAWKmpmEcU9dWN47l
7mEokbQns5ubU1NGeiKRiYkg3gmfYALM/CwEmOCtFwX5oiWfwFixosW7jK1eIozpXURS4kkDvsgn
rHeUELss2SQsx0kB8uPosNhZK1W4R7lHHLKVFBvQxj98y22bunumqDcmnIL/Payya5i2b3U6NHiz
KgmJOPduk4dssJPDqdUtyQmN4wpRT7jmRBjWC40zEIWxswdwKstuxxlYN3N/ykuXnNpl6dOvgRHI
U2JcRJ9kp6j0LYGMiF5rGyGAMdW07+fGGBPQTVMKZYce1ag+834xkRqYMgdpOntNOFPHl07lXXjM
ImV6GLw2fBQ4Z2jizS7Lu/ZNEEWxHxuCUeEyOhvaK4AKFT+AElV2q7tPfNVbg4Tsuzhvq0ea57/n
TSL2NePIiYbBtgha3Fojf21K0M8m9tIcCk7rkinDImeDoWU6eQ1Ewa4aCD6INJoIS5ZRbUQY8FPs
bUk4bkYqmltGr/5khE26X9w2IcZ/JtvJcWRGRJWBjnER6SRh9N5pXBpnaaxxCRoNSVdudCnUxu7K
rQ3w8iiVvjlQhKvOIA2Y6T22JmrNeiyQv1mAm0LlNPUD5IsFKZElEqCGUIQrVeq1HnfD+d1Il1kG
FfCEcVWlnbDI5/9uuuOoI6zuctfDeSlqgvPG+d4ZIuscmfpd40buBsoraXs6rOlaSdlm0CEbNMXu
ekFKLSQV4sjppKRIt0Izky65RE55htOpHUdz6LODauMsK9JO3R5Y3DJuh7wN9b7htGzizB5O9jw8
VtCw/tQEY+LorXHOIXZS8wtNCSNji8qcUYQfh6xuiQAx5RqxzIzjWRO33svGnY8qfltKeG8gIemm
cObtghLPVqOo4kgtaCKrTWo6/UbgnuGyL/eOmhPOOSB+26JWtyqt4QPeZH8HaPRkG2lw76oNOD8Y
JcGsH/KZEl6KTXhD2JB7Fyd2s6a3jYl1tJy7Duix5VAugDIfbqMW5cPiCnch8dL1XFzigTPsE3t6
tM1cXOJslihk+nDljHhcM818DFiRnb1kYOOMDj3h1yURZTHsSrjdBKJW3lai9z2wdliFThBfyOiy
9mloPU1g+PvVpL7gQW38EQ0SyIpsS4AFFWM6Zot5yVBVlnowB9pFUPERCZySOdaOfgoNWqGDexoP
d03le3TUnXyXW1yLdD/yRzSR4SHPhhztjv3am/UD0P+aKIeLSb/svBjwCboHM9IR/ukW/sdIc43d
XKEXdQLM+zg6fRcOKkRBqXqpy8YQ/K554dJemZHZmspVunBmIgsJyfuQUptErZQV5kjuoG67nYKK
jOU+whI4zL6x943hfsHS/UzbFu70LVXdFQpmHVw86OMy4DJYNghmuH+NAwbmjpFiS2sBg1FKYnzi
IM3HekJgtGZZ+Dss7zzQzTxbhHHRw94u4dQ/NaGBG1Ni8+do7S/+BOZY9sYvqOOGXCAM4PYMDUKk
H2Et0ZGRSIZYAyk5agtk3Ed9lvj1Z5+xYVcqmx68pYGiTHEYG4tkPO4aVMdcjKHkqWhdam9NE7Wp
U5XtNcCdRIgJQcJ2L0jwcLnVAPChCui4JFhSVX4hWNPZZSVwkrXo8Cu0YJ1yAijT8GuKjAVCSWTf
hiIy31V/YYX0L2nwdleDFRwM5QfRtH1kRY+pM/d3g5AUpAbzxWRJeeltTozCN4M7TtuX1q8+1oEw
Hm1p5oCFdBtCM0iBFm3E2g0iay/n/Ns0cbb2BBIjWK+QXE+VsrzVwd7QuDcs/vK00wkr1LlKl4lI
FAbjJQhd/OWDKTaz1+GApzW9nUtMWzNUN5TMTomPvh8BRuk55SFR1PPBd6JdKfBALBtb3aNknX8w
OhQOWROqPzLjZXPUbOnCeZcGzs/Rj8LjsseX9BALqGyWD5g8MhVwj0pJO+MMaVMu+lTryntD6/w7
l2QsxJwozymXlyRUrplAjZR1ce6YMXUBVbyFGpsdCBx9WIA8rTkhotOLrQPh41Z16ImDMobBDoy9
7skBADoZwqyhczGr+YRANXF2KuscUP8/LKQgS1V0R2M8/70kVni/aNxsiAeUZqUHwMw1vF/Fl3Gr
g6qWrDl0EohWsEA3vdKfLZtM9j8eLbvMnyZy+U7cL8giVGX4ZWMXZsu11j/ErSrENmF5J3shDlQs
uG3pEV4nit3c+UrVxspTeNyi5HNGTUFDmnyGGLVIlUE5b8D8BDmKqEwbashSjEJ06LrrpKO+8kjk
2C5Ln0YZQC6xocWfWiYDvXZqmvhME0Y+w3nGfUv9lu/FozLFyNsuNV3N8dd//8mZ+q/yQFu3DF2q
D8+0uU39qiYWLJxMGWf9XqBHRTs33Wy1KVkF3WabawFbgb5bDhSO88lrmAfZmtOclk1rJO37o2VX
/HEgdWcW7hRfNwZW7/dccVSlWCpIZ1meEn/kjf/cXR6hopKbscia9bK7bGb1Jk180On5niR5KfY6
CsbovGxSQWMAyCtjhfLEjwrQ/HPz8znjrjGxjy6HjDjFGGCgqbD05hHtp3YHycLZGIr6suxGMCgd
xNDpKbNANC7PLRuvzdzjaJSfoe+s7JhCcNpoaDtpPxmXrkHmQUEG5wNpBdVW86KAevnFb4AiyBrz
kIXzcYkYXp5acoaXTV1DAncS4/WX50No3e9xxKZByCEkT4QKfzy3/OjyE3NcM0GiNLpdkMQhyvGT
8FLUZR3a+lFJsJfnlqM/d7FjYdte9t8f/nJ82V022QzpeHn0/j7VUBxTPV2zwImvLhmgatlezxsd
P8CazhkdILWZTCorm+VhYCrZS0pTuFc/8/M1puKT/9zFlXnsJfXCoFZpNYqP0NG7uQD2olnp6wBC
1a6DqLdhTpciq/Ox0qbFPF4oMowXAxn8Gp4dQDz13M8DP3djdSCUZg8z0kxPseaGNzOtb2aRM5rU
4V2O2oVBK2XWZrQsuKToVflbr96zSQM1j9Gi+UB8ZnScFZv7PbNUPVp2mRXngAtdUvfsb0iZq/uJ
ShACPZZFuQc1AFVsg4xyisGfqM3Upsyx/TbcAao8g5QXhwAAxnnp3kiP2agiFIpw4x/sW4VMbusH
sbVJyT+8z1ROAymREGaUjHt5jiJPf/f39wv7V9m1bXhksktHGg5zU+mYf1UTG/CbDJmxKjHS+j4D
3PS7djcDFnxi5ha8N7+xNvssZbnoVSt82cDmBByZYTcn+8j0N4TK/ThS9hWGKDIS4x1NXoo1iZ0f
WKnRcp90435oSuMeJP98p5tPy46JP/86FOHWUFXbZdOo1kygarD/z90B5/AqsrjAq+R5dO30e2ih
dsOZr5RltA/D1rNvBHT92JQhEtYWFuDyFMzzH89b6LUoZ9KsyEr7zlbEvsVaRt3DxPxBNSlgsizP
KVSWrJCIGWa14POqlIcMyuP/oO+2/s33IQTKG9cRlosQ/pfvYxJtTNtByn3ELOqWua75EAwYBxM4
KilikoflqRA40DmX9evPp+LCNw7RiCQwUT/U6A7gCaa0aNjpv/Wq9b6043zOuOM4Nyczz5KRrGoO
VJkYu00M93rVCOZBfzrECN3siGIY9zIb4m0FrommNHDKVaiy4Lza2/79GSmUsaLAI02CzLd//aaU
PvxzTNOwPNvyXOOXT8BLGLh0txb7HFhnnX7TezhSy6YSaaIiE6cf+8uTThISFoHoaOUybd5R3A5R
e+npC+o9Z4/gGn7cshsV2hEcOrFgTBR1ny6ySiYsgogeXbZs3eUJexwwawc7tdRBLVyTXLgc+NNr
lif/dNzPPB/4Xe5uWyuP9hVSrL3I2uFTmiUYX0LrJRWmPDv3/8NHpT6KXz4qeGWGMBCm6aZYnEVf
3x6xCDX/+s34X76cEsPrbblnhIyPLGnSJ1ASJETr6bcgrI0ChDYfTCexsMZ5Te8/p+8GX4XJLAAA
hjhHYybnwHnFT/OG2wHrQk7v0UstjL92SYzyGGzGkXAErg15c9XGmmLJpCK+mSMLqWZEod7KQql7
1FHjIYzc+U+vVO/gkagtmYve5Wn8EoaxfQyzISVAmaeWjUE/fvX3n46rHCN//nQc09BZSJuOp5Mq
S7zqX29tZYsAtw98BM5tHm9/DszLYDuxvw41Ksl8b8FMXjnj+fKaMAwzyuj9Jz2W6KkdDL/B9Jnw
OGQc8dw/E0oLWTaKm8uyK1E8bURYZvtltzRqFxgG8tRl1yin+abeCJNi/7w81QZvy5thhPj3b5bG
w5/fDITcjzcjFmy+0S58WN5nJCNY9SH99mjSnIzcqHmOgOXvBw/PzFj1zbOud6jeKuM1qewBFcB0
K6RdPy0v7Ro3WSV1RSq3emkQYySezACtp3qjDMsWajUlBFZHRQ/5thrM/fsb5aZ3sE0vv19e65bI
TsN0NI7L7jxO5Mbrnb9Zdg2tB+GA/+n9nSzNMZ9o7S7HdJqp+7//1r1fbx/cORzHsITuWFjpdOuX
b139d844BhVxTDlcZBclxbKJlSq40aJPLUsDii+IaVEhJqhWSYd/LNF33ooGPwAnE3wluy1e+tBn
zVjHH13CxU6YX+11rs0HDy6wbQJ2R5VL3vjSnV8e9XZDu5KECjNGZpb46RNCgP5u2cD8Ge7o04l1
bqQQ8NUBpp39Xa02bVN+jZxqE+FKPVYq/qrmtLoNlTh51LVAUPNUaRYRk28R7x31XFxP+TXSPIgm
znBJdFqlQikff+5W6OE2XVyW60rZf9/9ehqW4GXXUI/05lM7V3s+sRinVVV+mHqJ7tdoyk1bzk8E
thSXvqjEDUENq4nWr1+xPdWogih2pSORX5XoX1HL7hWK/RNVDHfX0ffYNzVpZn2OHs9Racee2rh5
SPXFrYAcRwM5iRHilFVkkjo/e3nLShiszol0nx+bPEK5vZwc//svLrPmP/+D/a9FOYHqp0f+193/
fI2SqPz+LXr7D/Vjf7zsl1fd3vr2e/W3L9k8/Z/nf/xe1P+4Pu2ef33lX96bX+HHr7h5a9/+srPN
aVFPD933enr83nRpu/weWBTVK/9/D/7j+/Iuz1P5/V+/fS26vFXvFkRF/tuPQ2pkNU3rT5eSev8f
B29vGT/3NGBa/16nb/m3/+unvr81LQOK/k9BX8NWE0YYdY7g0hq+qyPyn8wchfQ807Z1aTIS/fYP
Fn9t+K/fhPNPl+WoGsj5IVOYjGFNgfSVQ/KfLEVh+blYw0kasq3f/vuvv3+/j79/d//esGmiWfrL
DZ+wPKR7us6vQeXG5f3U8T8Nh1ZE1DE2KxOkUcLan2xHt4XgLGcegS2+zdqXtiVGp3V9wnrdnimd
CG3s2EqeTbiteA6wBN0qH3MUVT1jTegoslh7uDrmY0zBhSQ32m9MpbeVCMkW091vbjx+mJmDrET0
NPVYiUayKfAXbPPeImSpNT82/UxXpez2Qww7TRunetWUDsnQOoOijoZk1bncTMza9vbClRZIt+5A
IX2+dsG8I9petYqFszdqcsDqjOQzgI+A6DW5jUaw6YSPVOseZ02Za/dl5MvDbCgKUkVgOsKIc4Pt
qksjIt6MZAfIXduQCtatC5BEmwEv8QpK1UsOdAOLeuyy6sUHU2KC1KhlbcIwqFdnk97jmuY/GXJB
9sW0vbsh8Md9QHgR3QfxOPrm97JCXBh2ndxO4plkOHNtkcpECx/1DKou1D7x9170X0mcRqwvPtFv
NOzWgKhNFrzZ0oOx7ehpMFyNxuzA+j+YUdQP2JfNLKByknzpqtI4uP3wcbQ1xA3Af/EOaYQ31NxK
Y3631PTWsk53Vdd8GOPqEzpIlWvCpLaaAlLTQNEPdrhuy+ikh+hPSGO/oQ2st7qgnExe6XGUSbMj
cYAmOQBn5y0ye+s8zdFTULHKGRPvyrCD3C+CNQ9MdDMYkK9tDS5HiA4QafHw0tWAKkRJ51AfNJSo
FvC7IWkeubDWtJpWA7jMu8REn2sXaBTROUwe4u4p/CLqbNomhnisqHxRt/TPWWzuvMzawrzbZQY+
gzTILdQpNFOFFb5Qr40OKXGVsxEZt7Ztn+smIoF3LQiiC6Zt8LGSkmam1Rz7iDszCa49FuXiCfbi
Z/R/88YLezimZoJUoyhWwYQQ18/05l4DUNACl9JNAmm1gh52P7IEqJzAXDX4dsoRNm3qT8r1d2C6
G+HIxTSFUp98g5owS2ugItwPr2VH30X3ZbhtiW9ZS3eqaGmZT4ZV5req1G9NaO/wPcltYYMLDgZB
NGcCcZ6iwkpPhmhj5mQLVnX/Gk1Wuo4cVcMRwa2RHx0xPtFTskDzeS9Jlo4PxO99zaB+tEpYjsJj
HVqwy6vWlLh5gXwFc858vBOwuQDX6Fr4udIezFlO27bRP5jANy+RPjxpExEnJTiCcG4xrNVUp0HO
HGTbZzAJxnJtf9TTvCFc3kvWADrnjew0Eq771j0MrK2GiGxu48w4iKqgH8NdS3zm1XTEgVLBznEs
sXUdWRCWEuz9vARgnkNQCClH+xIyY1g/apw5SGsBD42esbalb611XBk5HON9Ec2fqEzHe62sPvWz
fRZJ0x9EWz7QZ/k+ZiRWBdVoXUo5A/JvyViFMuOim+OrxHdEwyq/50xr+ZuD89zkxTV1qR2Dzi/n
cdOZNtYiSXvJ7kxaGnvLcoNdnROubFjfytJM+DrDAnufTYi1hrcdNBIN8sCkxUguEnR32NbVoCVb
V7X6HP8LGuyN14sWvZ39EuOdzSSrjtaYb9LHKiLa4tjoZF6HGbHN2AIpFlb6+FaCYzKJyVg7ENyI
d+j4+tro0AIRpwWzrWt8fG4JdW+OrHKHMfQ1i8svIT9ypCePhPeOvkXFZe8Rpyqzu1mPvE1otJ+L
wC423HqsNf3fNTET3GBdX2J9hkJdP8qG2WGeWOsKAyrgbIqUnfmhQgk/psOJrrK9iVlWbsG0NXgn
J3fVmTo20lhujYxgXkvdGwa+NqM144PTWd8cehjc/6pN5s5bh3zvE2cYKlSqSUUhN5NI9Y0zFq+i
8x+CxKHv7TRXAlKZsgXgWPhjas+r95Fr3MPeJu2smIZVQ7ws6yoVNuXc17URolX9DseQGBhDMrN1
5jdPV/wBWmvU8futFhDpU/fja0640IT/pQJBtJkiQEt4Ge56G25JXTRrJM7pam67kz1EER9+FO2c
NPERg0bgUNp+LxkefZiXNGSZLfuEojeCsN7aRx1DErPF0wVlXcJPqw3uGmWMin0YycxUCQSbVOAM
cSXaqtB7E7K3qLehT4krj5CqAK/deDb5X7JWy9UALEpWy73eTN06cwhKoaVKz3/UaELa3ie7+jpp
JO4F/TXzcu3Rz4fPteZImtQdBuLaap8SFK6AYtyLhF7icYzwhOYkULChlttjkqTl5wftZmTlto6b
9qMrR9yLTrNB9z+jDdUwbA7f1PVuMrgc4IfQZfPDfUJWuxahgR8N8ZxBVtlNQQRKl3aDmDxB0aQJ
VwFEpQgjzGpqKJn4hfWBJCMuoanBM2RQULFBJm4ayz3isWkn69pn6N7Rb3NWZWICCog8ojG4motJ
X5uJuzHjkgRKO+o/WvVMsx+lhPNq1jPpmLQ6kKPX66q2XDI2gpUc1R/W6DTeQLsdtRl8eJrLtxlp
Uy7wKIeD/j1Js7WT2Bu6osOmwHGS+xgCJUUk1JiAhWZIBrSePoT43E+TqdJazPq7rBzilCBj+JH8
Pa7bB5qKh559YtPzjTpQyBZKJLF063a0YGJLO0aB1cKGCbAQ8tIvcSwONXy4g1mz5iLl5aynFvMR
qwo2YIUeRoO2puVIWuptuyeOt3umPjYDUdSqnTOla+FwvnbjqS0z/2oyI3MNkW0T4BD7zssOpjb0
O+41AB0MSX6H1u+HaH6agvETueMjLEJkE6xBGIkv/M/xOqUhvRG+kskPurGnuXCqYK6vYudt4N6z
sZgdDBo1ZO2UoevAcau/NL1Dk32ITmFjdlvS5lLGPdta2/EQ7jNsHLO86lqsBnYogtLA5VGaV+Lc
7j08diuDpm7jkvnRoMKK8Qdzi0LeCBTr0M0sgGw1QGYkzUfcmbCdnysvejO0md4V1lfoHweZ6V9Q
TMGhnhmH0xqjTei8SQUMHlAGqPH/Fv0Xdeex5riSJtlXmQdo1ECLLajJYAgy9AZfSAiHdAAO8fRz
ENXd1T29muVsWHXzu5k3gyRc2G92DMvF0fSnG9fEUedP9V5PiAxaCA0O3mzlWVvTrNuTMSSS+N1o
rGYCFRlhu7Or4d2lWl2RIYpqV4Zk+fiTFeu9Z7PT+0UH6UIfsjCO8eOMN/yXUXjhZrm1wotrD/bd
3FFqWnRYWNp6NWHjgdcO3BorxMH1uvQic/1RKe2zj+zh0JGGosctj1b0Jjehrdr7eraID+cub37z
m/Wef/Fqzd9O4A7X5USwRCX5A2e8NJRMY0Cm8igl4hyIm8TwkwPkBo7i1vCNy+cepOM3VZstXSn+
Sx/l5U6H7Sbq4UojREtYKcLXkr/Y9Vy+4JO82uXOSnbG8pTmQHZwPlIR5Wp8nt2X4bQhHIcjnCRQ
S+jPCvm+sMzbLMWR0vrAowqXKbEA3ReTL2KY0WyAhcAINMtlYl/hAHGpsxs2pR0/0RiyVDzzuyxX
xZu0pPeLdp9QslXa0TswSzZhsx3XXH2WOlqqgMYGqHtiZpTM9RZuZX5N0aaAv0OcwAQQi4YCosdx
uwJjQ5lftlhUnB2H0WJXlZWCbO5TM5XUKwMdjFwzKZnKsG3ScECDai7YNzatMRTPD+7epTRsxl4E
Ns5PNjMr66WpnUtb5/2JCH8OdRjhAwttfIa0eOr03H/QbjsH53rjiJM9wYBbgBe4rR8SA4PPMgwh
u8smW+gbjMjTXmTWl85BUXnlq+9qP/QXITwDUtDT6sPAin6UbXnX6jhp7Wi6YcT36TVuv8v04J5A
erGfx+bD7121NUgx7MZ+euxwIFHbAYhq1jdd38/HhtK5svCPc0FlbNNgBeVUggdFf58FeT6UBfal
oWEnzG7r3LgqSmhsDy0jig1uXoMzHXEagqI12kPA9DGsSajv2dFSz/5erou9JEZrr/2pHB5AUOlc
knpuNAaZAjK+Z41gIU+l9d1QWXTrUhxqR+a90c3UvOYpBK2069bpsNirTeOt4Gseekmlb3yleasC
2khj0Lvi9/yw+R7HCTQBvV17MTWH08DffUjF1s9pbOwHcS8rfV8FEgROJfHMGONMcHp+knyNYqW7
XHz1Z5Dw+ToqadYe2JzIzRHw9On6mDGeBx4pTioRcSo2+yaP3qUjzU0LP6B01CcaDGSsWnLHKRXX
v2ReC8vkRJDz56iIr70drNJ+sHaGmpM1VGKnpf4B0eyX6jXLz06WEjfYRWi7W9ocoUcDLgJsCEmx
CpOYa90ijCXT1O6kHI49J7nj9BovYGgajxag/PjS68PRmx/MnGUPgDw03SDkEa25N1MzGtNsURkE
yorqDtpjcYis7kSmjL8F77rT9xGJIXg/RUkaIgH1SGCId7+Fosg+g7kK51Tm8L0g6f/W2DERtt5F
MGCh6BvZIx+winf1nTXqxNEjZwvn6ELf7wt8Gi5RtretJRX21dgd9QU/wmUyT0Dm0wDJ8Dc7usSs
Q6X5XyNAH3YSJrxMx09UH31rMcYb32movZfdYZJ80WXu731ES3bup5jWkVCxoyrZ0i7cWlE4DFOy
Erw5tZ/aK79zGhqmPQmkhmWSkjY2Tym+GIdm8PsPk/ODX4EumQ7P4kpoZYgUwqTHGZK1pWmClXAe
2e7wMUj7rmoc+Msprtuih00AyddIoIYHvfsLso1NIHebTe4mr1g3sEhU+tZ1xuOAfW0q2aV1PG5l
gCJJlNNWmGxlvQ7yKdvXA8CxxjjRGdmegsp7F8WlDX7KpS6nHQ5u27Pipdw0aHvNNswOvzPyBIfc
t0izI0KFvY1li56xQ68/Bcr6bn3rt2BhN2cJfkgXv/S+WTuSqRscgMWq5WjEajCuajnc+LW+pWlq
Jr3rhrqGj2+CRTh0wSNvNy0ILqVwhk9xNWaTM+ylcVNFGfEo3HZrY87ufA/iZh1fhnFH5Ko7m2i2
pdK+J9t4szT/sXdwr1OvxcUfvSdspwgOS4zNqvua9OIjMOuV5FHKOoMnu36HMXrPLCvd+fG6ccz7
qtbWNdEts5V0Gfv8hYhBhGnwy006DbsuRpOOFg8zsQ3MVVeey9+uBVOhp0qhfndYySt6pT23WEVp
8dPq7tdAcmVVipccm3uoJuvW45pRxiaUVLmcTdmsLWfusCBGv0Y0fbVF9t4McGYr95Gy+YgbqHkQ
bnLgnFhv1QLAkRmnJc0SqziOjM1829b8rMJlN+j7/C6ZclgSLMGpi+NtAty/hzYCw2OlmBpQhpM+
BT5NY16qUSpZ5M8qCZINtK5vN6Yuj7gTYbH23Wotmt1MDEcFma8pdvAB9yJEJ9Q2mXZDFRYewHHL
iIP0U2w8USjzLm2fvGJ5puStXmWWl63wAZsLsWjVljw0ACGdrbC/crT5bWH1N7bu3v/NRKeSNSEO
6Fe0Q9iP9l1jfudT/QgyWWzpREbDn+ybqZ7Wc9UitMTBhlYI4hpGSfds/9hu9GI+ypxbkRVrmyG2
d9OE/sJ0k+1UZoeBqeTK9GUIM+txzos2FEKVGOUIwLveO9vuTy7HGJ3JboE+xMTRaTGg7xNutuzh
djQk3g8JlL+xEVy5KUjj2KWv0wpqWkzCy1PtYYwpFdYZ5cGtzPT8ubcll6x+/nCiAV+/ZdygR+20
lul47QW7ylG0cgXqOOlRjVFQY8IUY/pymo5mThsgz4yT0+veE1tOTJapWSktPn/PElyBzegToul9
P+3sue6vslBc5EabTiWHEG0ncncvUgaLZLIonDIGwGFgkk0ceEkc/45s/2mRHz2RXpK293ejbZPg
5Hpgy/mQsOevE5GyAikkJVOXl2aM7iMDP7ynkJ0ap/q12K132WeTg9pC9qNNc61jA10Lg94Ns6kA
s7JMwXi9K2a1lB2/eZMttikOxSXutnPLx6zpyD6x2HtleaYNl9kh4FMRDStHt17ncTF7jnm+YjMl
gzYMv53mvc+le2FmjcDXX0v01jW6jpHOL8XSdleLlFqSYqt7+Dmrzr8EUbOzF1Llog2FQBOctUmX
jFHALhYlm8+g046hqQWwlECmN2ceGh632sGeOuZEa8ux2bDQybAONEa0efy42DxXSPDxsRz0a+L7
qJac0CM/jWjsrjIum9Kh3Mg09p1mP6TDC9USC+8s3yKBq9Ubt36y314FGJPvldGKZt0JinwZsK3i
vEAImJJbI4cdWjYeKnE2sLv01aqyKJKrAEv1QTLexdgUGBMRUR3AyYTE7qqNkeHEhm+i1k6EQ5LA
bgE1py/3nW6aG7UIhKY9bOQQp9tCdHmIC72to3xbA/jA1kxEDyDMyonay1wnj0aQnsymI0lRavbK
iAk+Utm0jkV5T6C+ZeEcuGdmctcOgqNOXD/7UfNV4BWejWE7ToCn2oQ7+lQVe0YJZ69BvDdTm4dd
2WcQ3zTWviL/MDJoLj2JDfxqYLmbekL7S95cBDVI/vMlNWizpOyTXN8dZ5WUA529TQbj3TWQquaS
ZDknh7U3k8+OwRmsisR6Fc0DN9xzOVvi0XMUYjDHnUFZi6Pwd6QFYGXG/mtvRNephW+da2Mazvpi
cCVyID2Iy7jZNJo/6l7fzkF7LA0cuK55N4/FTVylfHqKbD9FXrcRomjdGdW+y7xfgE1rvWFBc/0u
4k6mvcwx/laHkBfX1HRfyNdi9t/ttvyoJxUq1ci1rqm3pg+2ZlBk23EA5p8Y5MqL2DuOpftTdQAR
a6kcTpC0DaTpk1fPnM96yKPgUaIqOaJ4FqvaofZdmzui6phOZixvBIvEFNpk9reWjrI9DHW+yqsB
xZaVRxkQBTkn1dT3rGKc9iu6Hi/YdNQpVv6F8lO5HnqOKoMdsdaM/N3sWefjrK8GU06jTl6Nzrux
GnsMg+polSd6qPjCDv5Jm/56cAE25tl3I33vqntaH0J/GUKJeiTiwF3z2SJ/ZfDM0m74REDrSRl7
7BlRnjU3Cr5GGGlkXa0yEztv8EhU4awn8kFolyWtnN+zUaZoS8Nd3NCkLoz+2dV9nZ2WahLyGpyt
Y1eu6EtsVzpu6pDL4nyn6ucmr4fdYCbPbVbw9fZacXFE/NSW8nP81RNvi3EOS1b6VAcWaA1P8t2g
dJ67MvQHEk0XAGLtgwzcZOtgjWHz6k4YlV8kDjbYhEW/MWcQTO6gvUzpeIrHjkrIuLK3JT1fK6u1
h3MtWdksR60jZyBBNs60iCgT/YWKAFDP/fhaOC6jrvSjKrX9YOc/M51jId8Oom6Rtp7T5h3rAH7J
pLipW2ObqhqUTeHsGgOsY34La9VZi6ZVDyQSqk0eR6Cj4m5lQadaZWS2V8IagCogY0Htmhtqv6xn
qSCMOM25nSN8I9UPaLuIixnfqyGI/HUhSapyYLc2XaDSg5dBWScbrBGagXndofSktLknTYRMn9uH
lpzFqvzw9NG+q+n0saaPsYqGresbn05msXQpbW0A8WdsZFHZ0whjRZIdtInb7t2h3QpuWEtmrjaW
GZIx/aLdgHBzqmPEVZyoLrqwTsh0hU2KriGjx4FianvEk+bcq+5KTgInMwcHIEuwG2L5jFX8S9Sl
ve6rygqJFMchuHMqiyBUc8enQjRizR1d8Rzl09VSpUNEB4nRHViD0qj2mNo81La68+ryUfI4hgE2
L1JshL2t+yolG03XSG0aHME680nke6lUtJ6K2YAsDVm7ZQ8ukwVAWEdvSkOJ16CS0PtM44zDPKnk
YRo5paUGmVbd/iYYM4UWTjVWvXId+Nm87ovGYHE/JH20uFesR7OY3BXpphfLq5tV8yus+pI4zS3Z
RpK7HGhWhvA+h/o7W4Q/TbEsp2INFu3iKRe9v8Q3w9HGvIEfc6nH4gd/xbbsKuY/ffRmVESRUo/R
p5X6oe4OFJFb9WMf5ANomh6cmOVDvkA9CWL13LrOBtTi2X3jAmLqexn5P72BqsBFeSovqnG+Grfi
sB5t9QAwgDsdPHo7uiQaw1LaX1axIedPsH9jLW1crV18pL39yld6mireWEqhLOe2041+k6rqI/KD
joJu/9agmD3QgDjL276bP40pWcOrpBzP6EOwo7/5PDrs7ffjXN63LtGaOmD5tUpx8LUYtjLJR9KQ
YStUsqXrId0LR2r30fJDdj5NYxpRCOkHDqtRPT970XFUNVCWQsF+oOskHGsdfIbo3hQd4XOm6Fen
LnVCqjz3/EV3epEdGCAepsKjoNBvgbbJ/JhwxWgH+jk0NwnWHbMhbvZptR3o7YttUHZ2Fbd7FUQc
47F22x7vko5eBjnBLxfuElHCDtaaZtVg0FRF80KLMfafLvPMBe3v4CLEV6+hfl2TuPrwDR96mNU8
Zl5Cbm22b3GLtlvbTrl+IsuFwhTtTrddvvhRf6qEfea4irs0s+CQboKUA1Hi4NkGnHCU03g35TR/
6pyNdc7ihybo7wdXvc0+VbGgy5ykBYVQj5yALB4Mai8V5Rth7hhcqap0VUHy4VBDuzZtUQzq41ub
xqep0uYN8FEmfY6ltlLn6imL6paIpXFTZQ3Vi7HXHyetpYS15bSFfrCvKzIotAHw9XYvlVGKpfXF
2MQxQ+8g646Z1T3pgCw5TOlbXSvFqh19bR3JEc6Mp2FjyE3OiNT+qak/YXygBFDyPAFLiE8cBqtw
7GGz57q1yga+4aJm/hklEWGnzHzqx4rJgZDASQdceCYXyGYcMWaZ4iZe+og6QTeTztC1GTomNr7Y
FNyrucVUOvPrOYOnU5Ep7ln1R1ODYVJcUz0H7eFyx6+lEW8M18fp5eifI5SljVUyI2Vs7+35Uuyt
HC+h0CKoGCbEMhYSTtl7eyoM8Myw8uaE8pqqWYBuzXM+eVec5Y+z5vVrx0k+0xdwgkxZLV8h1o4t
gUDu3Ln4tE2GQ16dgjZJzDdaSg4z61SkY8IwV219xBbhfhvar6h0f61kOvGQf5tO8MK8AIOXNr9j
fos3nuX2oBp3SR8z0knmbWJUa0co58EeIQdR9Ls2O/h51TBu0jRu3ul3xKyRE2oM1PA9Fb/ksn/c
fHwy2NRJS9OFHH2AA0IaZdToNi4X3AUvkgi5ozPooke80a2RZQdmQM/AbD7wABZHqy1+XFcdq96Z
QrM3J7qIrZmfh59Gt6qnyFTI1/jb4Qq+IMtwy7XiZ4hTz8LxHgnosoQIA3LrCIRFUn9jxhnWZZSn
EKtKfNAzjQ1dUnOfx8VdaUIaddm+IsP67H3vKIT7E5C42AhiNlrS+nszYFLI1NEH7Li2F7l/4n0r
KXzWYb+G3FrWAawkLkK2vp8dqsIA6W6zSuNqidjZ+QKJUpl8BWf30RFkQi2q1zYGHL0pjtM9EtTG
TkbmIk0BvUJrubTRpDgxLm9gxgMVYvbfdALVCkgQxu49b/q7snhEtQzXXhowFrUZwg9ttmpAioSW
+Q2hxzpmBezOcfrVguazQrENJf0paxXrxnmAm0ht3E9Rme+4mOnvXjTXgDBfiTJmZRBq/Bp+W/SA
UHTWIlHswI6j1TH4ryNENbPvISNBNszTvafHDOgCktlckkK+VcWOOujvoahpUIQTFXu5zhy2pAkX
5lcCb+Tm74VzF0RCEvHEr3UbKalA2oW2dMq65Mek4yucZY1VNrLHTZf276YTHwwzAz8ZmGszNX4o
j8y3elQ6odPzL9qKkZ82GIJq4IXoPKCjMyfrNgOY54WPfojeUw7LNySZGJlHH5xmwsmnlzWunA+9
t0Kvia5JBUujlCMnkxg+Ac9rOq4HRzxnncn6MfVvDWDMWaEvqem594qe9PpwLU26Klo+cG4/tDMY
82Woq1v4KeXWzhttS0D9YtPhdOzMxgRlwmpMM9+n7zpUtg2SQjvOS+u5GcS6GWZKhnqGmH3p3TpK
gVgd+E0CCaASLvTkGHVaOXREBzbAMHp01V42pN018YKrKDuODTC72p0ZzntcxoJZCPrjPHQiGRBh
kVa65t69V07+0NGOx4TE+h6A0YLejfttB5uUGTUC+3iuiH4z22eho/1Pph7814J3TfVch9zpxWAr
CqNZxHugUyZVQ9vG6FmUA+eFLDqbia1fc0tnAs8Z69BQKto5agtKbFrnzJNWxULd1AxpIp/E+4+8
zDJMoC/a+FChF6tIl2vgJ9+Rjo6Ut4zSDc4ufVN8ZZN222gNLJyk3ygjyTcMZu4BTBir2Cu5UzNz
7SfkHcL/Kxoc73jI83cprLAlBbsldPMAorcjtqhvCqmpQ6XQYviO8kTTs7anOu8jS6W2ss1LQ8tH
6NgQTJQGc2mubWqIc7l39Ua9OMsoH5AVU78Y6hRx+tPU1Jt4au65nv7SMZzugtSmNTdPkKjIFLM+
JC9+25nboZxPxdj7uMmijjANKhUk5pI1jc/vWTUT3QaY7FZUkX7CRMZh5eXveOCsfTRXTwuv3aCd
QBBW3PW2DtXQL4GcTDoXy+lj9rv8Josma1XrcN3AymKcPaZmtsSlEIxX2nKtN6Zm76nhnZGK2FKa
imYXzGeTPVXHgBp6NSPTJCIKFnXFPqvhxKSd/kzd9M8oO/tIbMHcDDBFA342DU9WYfRMogv74Mgs
ObfV/GYXDnJA5A1HNWgAUctUWyv1aC8KclreaBhHIE1PjKc6VhDRlIxKm1XcVix0kmlZhMzgoU8D
vqQwLH3nkobA67xnVL7gzIDkp00hsEz8PEl21wbcPTvl/NIuctbyDpeRBNvildzRHB1A2a2d5TVn
EN9fk1tZg6B6aEkNhE4+7XGP491axuj/Vjlgf7qA8VLXYMvR7OC7ZNhp9cOV8S4+J/clEf4urxTq
3aBVYJS2jWc9ZkFJ79yMeq74ssP1BOUl30iRBuG/9TRuZqQOHVpncHGMOddg7rN8zdNVz/EvG9DS
of689Ug4MJgQKLT0s9Wza+Hn96YPHzXw+SyttDjSboFRhxtiz1SdZA5gJgxUCMLjg0kpx1GAHBZj
/s9A5b/7cf+bz/Q/vcD/t2V491MtHtn2/weTr00e9H//h432f5h8n4T8SMuf/2bwXX7HPw2+tv4P
8qJAxgiJL7lbk3DSPw2+pvkPFDqOcr5vY6+3ltDOvxt8HfMfWDAsT9fx8lq25+L9/Q+Dr/0PC2/v
kkK1LBfrsPH/YvBdjPv/inNQWsWfAsMLrplrB5ZlLIUt/8Xd2ygJEKmdynUME5ED5VdTyXu4DBtp
mV//5U3598/8f5V9wdW37JaojEXhyH//z5kOwD7PcxxjiSO5/6OVxzYMMCtOqtZumbYPLN0bszP9
B49E+4OfcP8pOb7TmjXFPc6A2dv5jvb8h2YrgYdswbh1iEpAcKT17eQD27QXUPiQtMl9tLzkFkYy
FzbbAD0D610nzxyX70xgQHdl7RNBqZW570ujeNbhF6su2+okO5AMTcYO//kSMDQ1WS32Vq2bzzWa
Uuzr2aEcvHmdVYZ/jIoJjCHNtOvWiT44z77JxM3uDdn9ejPt5fMgxY4xV7zHP0EFA3NFRtYV7fHM
KYxeh4UnPAqBHJEcsz4bt7abn+CPGo+JtNxTFNQBtrlh3jce9kHIjd1+nBxsCFVjXKi80y9et1M1
YRNpM5D4qzMQeX6OPUJFM6OWUIpswERaiQfdtu8NkZqnkY9n3cZesSG1aXI1pk8LgKu1BlI2Hmc/
n47G8pIoAvv4SnKtfrC0w19MHq0jP5iDG6ADjMPOwXoNB27KI3HjzTrbrqld/9gXXMKDvXTKp7FH
NqIGo1jldnWAepvvjMF8LEehXwuJYKVdA8PUnlryzleQLlpH53nxpFg2Q38c+hs3woycEXDdQ2Lu
B/IvCuv4tZyRDDxciztN1x9hGTYHfYOkGt8Yo6eDW+LShjE+wX5FEQvlAntVJfM9cgLeFxs2BlUa
7WNW3XS1q65aRH95DzszGySdsY3eP7dt+ZYFwM5E7/cn5mB1SKXmflDDcEH+ri9Dptw9XKKkXfqe
mmjCMqVjCPH014qD+U2b6uVu6h0PLy4VZfpc0xThWsCtCTrVTeLeG7YgDngagqa4a+MAQjz9Bne1
oMfeZUy8hUemn2IXOGVQYW8QEoEtt5ltLC+weo49cPKbf/1SqhYmjCrtcBB5hve8nJ7qLNZChwvd
K/+FNYSBak+o+AtizY1lTu0tIZy933WHwhHGGr4ieiSNC21afdnC5y6SAyZ2jSq4czAZ73NOakt1
NBlly/Jue4cGaoW4TR/K2anr6TVqtJ+soQk2yyeHVitCulpTEHQRpbPmEUtXsrKdG5WLczZHwR7L
r3vq+seYa93NsMSB7Z69j67Dp8SPrhp1EM9pZoaRjTxuwyVkWl0l+dqcJmvL8yGpOnaMw2AaXFT8
YHpI2wnPbzIzSUO2asbOPEu6LYmhFZgvwBhgzBH4NdGmE1+NR7S6e3fAD8qkFOSgJ7c+ej96V3Zw
xvxaLrNsJ3ffJpyGjOxtvAUkGoyZA3figFidAADrtviFCLe3cwKBzE+7+zhA/UoK/VIAcsJvt05G
Q4Rth0e99EMjrbpVm0URFVfmSSbtZ6MV6aYSw5UcBtuyGWs7hWpTiemJVpzxzdBinnrFUXlsnPme
7NBj4VkNxjLLWexkmLUbjaaaNnvFxsgADLm4ickCGBYw4f98+fu1TGJcINxD+Faz9UOpd9NG14vq
Mgbjg2Z1UyhSsI2E8zIaWtMfft6HPzK04o6wzhrU3IbpTyMqerYCssj1UmqFfH6SpZUeRmFcM0Tv
x47sKCtPu8PZxwXEs6x7aes3plvu2ppLfcLiCH6NJhmC/O3NYEbtjT3D3q115kv8b1lo7j9fmIOt
YPePG5yl2caES/JUsOiNvf2iVJLtx8B5jSsML4LfstGV732U/jRusNTIlY/UEmp+3Rzqobn49gjR
tQfEWXURUWaZTxfHieKwbvDYRCo4wfBprobN4a+PUnItHuFg2d8ME6OqrB0/7BnJvVTcVKoGKDdo
VpSOARZwXnTPvY/fLAPHEjpWo06dh+OaCx4Jj9ZZ0MxmQt1ld7CSNngTcc3GN9tbwrXVvmrLF98x
epR/4t+Dor4hqunU6kigVVQBnDVdPEQGs8o/yl6cOo9T0mOaJnd+H3gOt+jZbAEJsqYnLr+G6iYw
ZjjbIjWx2zhfOZG6Z6Jk0IRHIB2GNw/PRTdWe3PC/JbnzN0DkRuHRNc+YNbnj2ksO8zvEPRgrfdP
plM95rAkv/xiToC1VNW1ciQsuzI49lG0dALgpaTbpniUkw+WLLXtr7FLGC+O4y8y4iJdE1rXxy85
jO/sa1S2ze4MTWM29sz206seg4FcRkpBlPvPfmbHq6rOtSudCoJRdKDdQsFmNy09+1ije55ovMTh
VZhvKAPcVuGBhyPP3K1iUPbSjDifHHqd7dLpT5GfYNPt8mzbIe19YLoQfWG8U/c1UTLS3CRU+2Fw
qPqnYiy1bTqkzebvH/XKxUOaYbHNJn/Ta7l4+HuBNy02g+7BnPRzasJNCHai75tzsbwwiKOYezAk
FIvY2NVd8TCZZ9MZV2ZtxefRltW6kkF9dlneuOeId8NkTNxm2E5cY/rynMw7G+7eMSf7HASFc/77
fyn1dmcaXHQWGGEhNvyVZTVWzc2gMuvD4KIBY3gwjgX1Ies5oPCqMVrtPnAYU3qlc7UKbDqjQfIF
DMh1HoixAs68byvvdsQAe4HqLg5OIF+8IhHf+NiPkSHc54LhnGi11wGTxiZaoKM26DWqlYS+hy7S
btgnUU5b6zDaXb6JhEpBPJbO1qdp4Vh7rRnGrJzpSMVFtTCFA8MCqObUcF/Gtr7jinSkrSZYx63D
YJ53GzstdnzceprgIlW0ByQKkpJO1h7Q/5K9PSYzfhk8XZpqjSvu0XbLXEw/WbLpbqAowRLUoOBG
tHitGw05d2qF81MdrJp+EIle16PG3/+9eJl4VhZYm9TAMqjTiXVWvemfu1G2Zwrp0ojtURq1PKIm
Ni853S4ldZ1vCPzvANhe8ZMKvoeO2PKFrE7aggMNlhcS8HIDpK9kyxLuts/6hievyR+sruqBjLhf
f/9U2OJhzsboZpyRZhC9vXf8UPctw0OMjs4zBdVyXU1Fc5sFAmxeg5xK3+0xr4P+CnGNslhVmp+5
Xm6iojZ+e3u4ibgU75Kud3YUOvvk8IvmUVt0sypIyruEFqsdxT/+MfCZ+PadC8V8iPH6mqhdvEXW
Z1sPt1mW+RzbmnQ1a7Z7O8flxwJn2+lKDat/oVlAf8A6soxbhG2dAYeVPHf0ox1dZyndmMRwMXyA
xaBa15XjWXe2VWqc3IruCBBDv7F0xqxaW0+3blK89q17njjRXqAoDJdsoq2jwqqwljWaCt/RR7e1
vOMMiTDM3KS6tvKT2H5+l1NitxtzvmUW7/Dd8sbejU1Zr3yrputjieb/VefOcnrnKaY5ywPKiG5+
k8czmVnSE5th2aeGTD/j//MPYwmZ7+9lImrPqYAMRtKIfUHOTkuC4Y7muPlBxmLTTbiFSxthz574
kqpiONKu02+D2dV4vJE0g8mR55r9ahOVpTrrQZKcgtzExOHFiwwT4DqX2Z1oQAEExcTUPbDvHMuh
1revj3yYKWXYOwxsHOh96YJIs+TBNrpP5VvT3RiTGJ+d4Gp2l5IOIby85BpHKU69U0+//CvbIJHp
p0EQC5uP6V1ylejk8dLpBNeeKKBREMtwS8njQV6RceR0jOICaacPpk0RQ8NuHQaLSd4UL7XZWtu4
iOQ2w79ytpLuF9shjHIidxGgoPNf8whDWYCNywtNYHfm6E/Hf/1SEuRYQk2csvhKjxjtqPiWkv5C
iGkWgU2Op7zUJthizWL8nVJydCp0lpwKiM1r6bb4XTJQDH1Bl4lxL2ArvBKTdVZdwqfT0+GYmNZZ
ZvHIFQ3Ga1fhU8U6ssXOwIQKy8Cmk4kDvTjeEs7P16VtG9e6QaKsp2b4eU3b+VMmXf5QNlEC2Chr
1r5I5WtdVTUi2ky5HNagnVvTBYUyya/p2ApiPrJtSmITIYa0p414+ixx00Bgyd+qaSbKRXJ1X8o9
PXzTHUnZ8Y69JkAsDbL9UFFXN04xFXfLA5CMrbrI+pEDrR9qMmBBJNJ5K6irW1k2loa+red1bD5C
kMDUpQ+0DA4J8pouozkUTUMIRvW0m5YcBfRRPE4+/tV2KkBCmbVBkZHbM/yKSB2K/lN506Nars4R
Cxk+paNrmPpPkWPRt/Ph066QmBxV0ynBt2NbOkm6hgNKmWSZG+iB5vww5E690VK7x60UMcDofT3d
Ksqa7jyT4XI1AQjy/aWcK5P9bTbhkcEfhkGpJWOVR+OGY9vDXxtjgcfMzrBfW1EGdyq1X+uB0Uc6
8ST/UQVbcGC7PEiOAYbnU28aJ+lNV5BmIJNnLApQTa2jZy77hW7fM86oLsgC9g6dcmHPUDQ4U7ip
IZGHnpo2eduVt2nfi4dKOmwRHrJ9WjjefZ86x77D9JW5ZsLZNHpzsqj4mN1izeL2zWbFn+n3xzmG
0/9/SDqvJVeRLIp+ERGQmIRXSSAvlXcvRNW9t/DeJXz9LHpeOnpmYtpIKDl59t5rY70KRLQYzFUl
CYIqQQFzY/Qdo4EZGiVHIzEZdUBX7mkbz29thCsHNFPzatEJxu02fZyG1tzVdT77QzyTwAWv98oa
f2X6lcvRkEXuWz11DI5FGU+lxM5ZvienxXah22+dtJ7L1lE77uiw4ckOpIvhsT1swXvSvoV1KJc4
GLWP0e6PeU5hNmBawcUPaauH/rKpfpXZvrsNFZBAMFAIsGmkA0mssor+asPwyBXGwlfBYVDdNNp7
us49Wdc+AzJAKVK1nTxJjLrAGzdNDY1euMzt1rgmNbqXRRDMr4X1ToDgZLIC2mP5QQhwxLCTnNRE
FDBWhUqe8YQKR8eSm7+JVVXWakMArsITGfEnTi9fHeSBTVl37V7vjUfyVRdjCWl+Iay6CbNpXznG
PeSsYsn/shgOx8Z0sdGkNl2K3zyL58/hZlIEVzX5tZC2X7gQd7L5nygTnHE5pfAxXU+R3rvHeYim
XdsQmGut78Siea3RrXireguVPNdPphmHfiiym3Lq/BitmjAk/GYmi1IXOpH0HBkLyzCVafUGJCFq
MtyWdMIDzRqeF322MxPoF3P709k6n+CCD4NV+m52CrBAuf5RL/lzspD77iLaTU28+a6saQ3vbv1a
4YSweXfUSslahosZEVNoY4R9Q5DRtkov2uS0DuC58xDieNNsanYeuAr4Lsg61F3dBn0mMI5qtVOd
/vuD5SX1qQKUzObdl4uNaTMjQ6zVovA7WV9U573OOqyxfCS/VWPK98SnNvBlQv4OKA28APZny663
J+iUZIDt8AHpmBywd6ToDZ43kYYMkskp5H6LttyMQU3yLCndCkjgqgxjDuv/tn3yTdEKjQlG+5om
091V8sXLBsLstg5AuHnG2c/OfMe159uxZzaK+BmZ7znwF/uolEZgnEqdbdGYxzTS04PZE96b1AHy
C840qio2MnM/JOsUNJXfvnFLZmubDcRzPjWwaqZjraanqWm+FpiwKEqP8Vw/ewx3FySLCzB+jgft
nPX1LnL7C0W6GZVd2rM9jACMSU3U01+xiDeaLTdjG/9TffSv5ImBggjbHsVl64kYrSDyJy4o2B8o
hE1NwlkhgoQ00I7btnpxcExsYxf0pAj19KxXnQr02nyNwY+evIkUArQxkKa0smwh1qwbDowL+VBv
dJWeI1Pc8xpDMLEf8pH0lqAl1/ynYcSOXz1n848sDZwH+QA/OuFVP85xg0l4Lf6iAWyyJ99J63Db
KpxLVE0uoP1xYljNDziWcNu18rfS4hXddZKu98KOAouDRl1EDLF4O9HJuOFdBNwTQtRsfntGDusQ
Rikt7OMJg9/vpBD0aT/ut4z6S4qhAguLsY0zNjRt/kktASdLjNCl50SxR7DWematrZDGLvIe8bR/
Z6FHh21HaNOEyT/P2a++ZDjuFsBbaeJ+LIvzvCQDVbRVSrDN+ppoqRpx3Qw1zvgsNb5r6uJIo1sv
mm7hjFJSbHNibxQ84Bro7AaBnDaeGXxDbtJLYlrtQ8bqnkczMX0rs57hp8NFTwDdUD7o+itABe2y
T3yRW5+jJT6ssqBQNMU85MAuTUnfb8DprmmN7pDXYrhyIgANzAOzhYOUUSSAGHfIS3QumKlbDAhs
6NvhKTQ6OoQJKYxalW9t59WeqHCrHPsfRrB/rfmQZ/wA8bwezOhML9nfWsqCVYLmbuRsHwbo9GbR
4w0emuGR/C9p1pnYmyWJcxr46DNF7pLqLZJJFsu4JBkgfht7nW3gpsw1qmzMbgo0GlNgaTccCMV8
AG79mKuRsyYeyl2alzu2yNW9wcEyqzA8Cr0R52LEoiroCQX7pG/WRSgtsNTWI09sqjIFyEfBnyW5
AYlT5Y3XqpPLM02p6GaTRxlcU39hp9hhA7bxNgwxr3Q+KKljnauIPrLZndwjITEzlgA9tM4i14Jj
GG8TiwTVfg0mNWxcmxybnjrKBSgpt3pilo3AdoI9glBrvJtYtBEpIm9fhPBZ8eRwberXpEJMldxM
82RWvFH86AUYPx61GAzESD1xsMQYGGcj1w+avQKVxz90VIkLWAb7oU3eTXScIz+iQ+JB3uhMbzl7
CdiJjlyqWjmELkPbqbKmz9DUuaLzb72N7JrQRZG6lCgBBxtWOm/cQTbSR2oa7NzwacGCqe4BM6El
188Rq31q62767Aa1K0nw6tV9bIMizU/Jinu1xmAYcXcaZvvbi/El67VbJHmzMOX/i/Ppn5sReuLl
4mzRLChUJoHZdtFWl0Rpoo4lAMNwYNDxeAB8H0iHX3WrimxvdQini/gmqh5emulp9vR/Xm/9Oq71
WGMbEQnlUJqDoaYx+0sra+NiayX7omUOd6nC/uWq1tl5szg7OL8YyIZHkFJHgB3DZoLmeitYfG1d
XRm8TaxvlcdlIBlWJ1EgjS5r4ppcelmyUFaOZgSoPTmhegzPbV3vadV0d6bb4X4pJwEoFnCLUV/Y
sxvA7TjxDAxmfkR/HtK+uXESgDEUjmzGDH/iQqKUzHha8pSlNXJ/6Vup9R2C8NzFVfwdMg9v8qQ7
WN3gnXqvwGDLcjhOB6aqhmVunxIYiMbpcZSdtZ1aQdJxsQ9Ozyp74LpHfiYTnOYqdQNITli8DfnC
o+gYfPUUpsndmsuG+gIzp2yLAw91eDBiomVh1vOjHiraRyZoVLGVkrn677+MikjcBNnhdk29eYwf
VHZiEhDdrlsKdV5gl+xFSGCjsYi2lPQqAmpDzwH47Eeyu1BtSMihLU4YdtGDJ1oTYXO9E1g0HhoT
hptLpxC5tfe6SFOiFKwtI2No3zUuMneadw8x8TJ+/JMBEqCfr96sH9UQVVdm2OgsYnKJKXyZ3CWn
VYjuB6WG9sKyD3Rq53w3jH/SPHx0VEp4W0/e+rk8zxEMaaW3n1Nh/qnyQh699Utn/QU7UnhBmT3H
RL+P9K2w8Ojq+NEJYejrxpudNvICSq7z7enX0N8zkfgti9mdQ27SHecIzqbzXWTzfunZivc9xJ0q
1odduyJPGnHDvbFsMHY+JTYl94tBzZzq7Ai9hQ0nWyh9r69/r272PJxel8yEmwzGqafJw3ftxNlx
cWMFlgvXzzNevmtaMmJqOUMjPcd0HTGbh9KvBoFfCHMG91axGYTA75iIu1lE11iI5B9AtQ0D1cr4
yLMDti0MM3aiU+I68rIx0einZepeOlpvt1P5IIt+uiYYrs92qQ72bE17rdTzfc/Va+sMcvIZia99
GMOPkTFmg5SligZumEoLRYM1l7Y8rKuzVXT4O3V3DBgv4YgUCEVTFpYnl06XpoivhA8UMptH4WO1
vhPN0nckaHLbG3aEWSXdA5m8WwWXy0zxlXRtCBf4daipdxLLxDkaglkaYxNZx5Bk7dzlW9Ksx7ww
mCeYDm+tyOMAGuS3GC1tP8kULHjfGPvWlH+tjkzdaK0RWHwZd4OeCWEX3bOE8ftszkiFuMOM43//
sSLJg7l1+pRMTTBO7HW0Z35T7iN3ONgH2neCmAnl0/rIWAYp4v8klnIaNggcOeLmOkhDK71lNK9u
PjgnQ58g6BIF3XH9wymLLRgWBj7V3Nx1Lm9RDRPF0SakX1ck+DJRPldiXq74b7QNq2MEivZWhNhX
q4ZMZuuBmVhbjLrKFJc/SyyHW5PQ++WyedVt2sytSMVv5UhV/OhqlzwprpFL74XD97iR0MKuNova
OCesjv6LSQog0KNJN5LpINBULX3jIwkRbn1QJKxy3mdegz/UxLMrTCM9uZbO4dejTOLJo/GAWxXt
ltskwe5iUSSnj43FAUglOTtX96xDlOEDBeCLJ97dU4jxgad1eFpaOA/6ajyJsmSvKVCvdI8Tx8im
+uYyhSPqPZZ1mZ/TYeL26CXa3tXpcGxL4DDFpCEhMBM/KKXiByPqPryxkr6oo2SLHOYbpho/ZTw/
JFyMOYZbeTI0Ei38EMiDPcTltOOv+9YPtbvVNHEn//b1XxjabkJ8cE2mHQudrP/E6yPtb72GIE0S
ZOv8SaHY+APZy5e4I9w9OHpJyi9d7pPMUL/1t65yaKk04gje1dhhZWetqU62AnkzY8ScurvHd3+V
C4bw0qy1QG8pmJ4aChcGAvNmzMuqru1nL4rxNDrw/JeK8vUsR6hxMSbuNE8apw4NpeBvtdV1dl11
tCZKjXYJEpqJmpV7PxgCpMNscKrOLGOtRJxITt/bxB79ltqHjYqyY2+DAyxdrQ7C6jWDrkovD1oN
NC7jSffsYwnkPXaK6proGOvA8sy+6sc7NZnCjxeb2konS29dSOjRKsmLNcBOvKW6Ld4cZIb8GSPN
RGNTNA1qAXymOHCn4Tei2BsrxxgeKhBF+Ea94ma6FAW0ppXs6Xk2MA+iEOfsGaaFMhSe1h05G8RF
bvBbVcUKm9XKo+q6rwpq/JbNm9zqaQVnc25XgJZvs7fE4AT30VkluCTNHhutjSg7pVtFYJqy3QNp
Fi6VZOlDeXLm8UvD3VnomnuzpFfdsbn59FtKqi5xp8/aFMRu1Wz6TeiV7r2mpnYvTa7LRfbt1Tyi
Da4Pf+jErWQHRHicyxBgkIWk6ZztaAk6FyXhUSMsFDMxTlEa7ZE7b1FbkffHM7xFPDBPSQ/FeZYu
aZfEeefNl2Lc4qXkEvsMFTfDMdP+2inxxIxqpJ1D8ZCcHSJgNcCWUdxLDnHH9aJ9PFv9FrLjgTKH
8SzXTeK4JgV7Vt0oUduEbr2gp04l7Cyay6vsfcnvFYtvQBgIC7DyTx1Q/10Re8eR180vkdygmK5R
Mlp4cfU5oAJk5ynLfLDSmQChry/8NTd2XWAlwS2hF1x0K4AQMtRoNmwYsVps0fjzpiwwykJumCMJ
AmTRw1Tw7ISqzl9mEJiP5oKuI0N2J0hJUKZm9waJS9+mdVvsYp01soZV5G/FomnJOapmhLsLpoZq
59ozFc6DmV/qKSz8sUwNP42R85da7AvWkUcOxT9hHX3EQufOwEtrlwmoVLUxWyhuiHROY38blIwY
k7C2CS0hgbTnzsfQtDoOJcPYWAIHbfjSuR/mIvnrThbOnTA+Yo54Zau0HDMk41mRKLck0SVLlOv9
1CFwt/6hKgSRmbIdzxhztc2cpyAihpG2cmQzs7SMQDbxP4efDoufuDxIr/eVXrhMouozh5MtXGq2
KvajMPGN+SGtpsDmOhBOarhOA2yriZdwOvDoud26JUuWJiC88SPHrCdZonAAdq3D2InZKIqrcdsQ
GtsoPd0ntdc/EhskkcGwe+j5Ej0O3o2DvepBK7SvJjL7k1ljf3BKder+xIqGzYjhzo/hrVBenbgw
L8oL7ZktOqCZMQyMxv8JqGVEdyEe369GeshVXHBJErbDKV3XDuwyCIswYlh5z+0I/9Hs9fKBV8h/
4252TAgNa1wvIFdZA5pPq3pykbk27VFStDt1H6bvDgCo0EWxrGC3GYisqJpUv1n+kvp6sYrC/qD9
miBq++hQFAcDPtTZCRqNrwStUHqKq5Z1VXbhYsUM5ix0NvAZmPS5oKWoz7qvfbOrysDUhgdQZBo+
IWgxDn02RCxBQHTATqKsuNi2coI/uEyj30Rm54ZWwDMouWBgYfvi9Rmo9NJqzi1P5bPxlUBKOlSV
/godcn4zS2PPW2l6Ekv/pbcyv3iUQW4G6QRZRSooXQjOx2aUb5ql/iJESsetYz4Y6x8QbdqtbcBV
m0U6M1mAEmnnxQFizi4MyPxeG4h4Fcu+rJuChbT+1bJA2pVFT+AkzTlg/4NgZGu4BUg/wfE36hv5
FrUxPsVVoT+Sd+l3ZrS8RnwD1GU5sHWqFiqPxNDPABZt00Yz1jJd91KhJWwrg/BI51IMNYXGsz0i
o4780neToj0NYVSd//uzAf00KDztx5Jkl4bhgMeawGpIAsMdOVjDHJ5JR4PNMjApY1Ldiln7sc02
mOM+Xrdsu76QecDdJ3lz57D2qQpdOaQRsNHStp+8vrhkRQsCzl3+mdLBEi3DfVaI6KI3qMaWlrwO
bRMHemqQQHR912FLGgrb/GM5eF+17snkk8ZI6N1jflP7tH/31CB2STpzRYm4T+LEHy4D3gGubikG
giwJGvhMd40XQFLgIu/1NeN7hsVjfsx2csyhG4EGqoG0GLHzUsKOxMjjnR2uHIAhcC+ksmy2pYLb
bLUldos23cqRxRt7eA5+SJ7VSEld34Maxw4xGdSCVWvWKFftC6RQSDSNd9AlT4nek+PHjnWRYlBn
S68YH1ISzo079xs0cFTLIcgHVWz1TqsCd6iODmAvu6hoex3K+WiM8edcOcWhzWr96kXG28gYHdSS
imptwrot12cSp9RWr4rsZon3whDiuS03WRGCc0ni78rM+JOm6A5qkv/yojYZ2yDhgJTK5AQbqJre
ZqfPT2PC33oqqoZWvJySaNkd03ueLtOjPeot3yNcvzgpj0l+lnnHe8yqgbzVYbFD1NSOhAeyzeRU
fxw8PjzTzGJ8mPbO1vuKp49qJUnkfPzjcbFGjII1tpS+WbOY6V3+dQd6inYeizAsYvTQCMITRDq8
eo8PlwMgremaj082/KSxOpVulB0WJ6QGmSqpunewcJ3sbFB7+quyvilvLGY3nIf3lJIDgoGAV4RK
gTCXj+UAC10nHOW7KQWpIlasGkz4T0M6WpulKmkMbbKHaM6jQOprLtXjqxM1aKYaAKGMwmhdYARo
09+8rk5FiQgee9TVOQP//3lM96qIf+2ad5PNwB93enszLflPTkt2118djvnN3PCSLWPWJz36Oskl
7JBpdZjTfTQmJpd8tkXKgbC9uCw7EtUD0zyESeJerLa5lpa+kVN0ck1+yEDGoqxtz4AzdmrBn7is
VWSc0NxGyqz/hM2iv/AR7cuFIy2Ko+Uykp+3SmxfjlF8V07vnll/Q+XSjLPQOaNbfYoQ1aZf1YXj
sU+W9pZquPLHVl31uCPQCuCSYM5AIthmws/R1X2iFRkbSBqHciJkON68AG5BOua5P+CZJo5Abha0
0K5cuUlGFD/VS2UHDR3cZW+llwbdT1QcOK1h1bwwRr4VI9t6BvStJiQUEBbhGDjo9vlIJf0Qvw6I
qWOE6Jgq9BknptyizuWTG1bc+9zpLe/YMyHOdE91tYZsga1sXM+9Epz4TBYSScJ1/XoGDjP0fLLd
kFKfHT3o4j0jhnVMtJaJH/Nc4U1PBZ3Fm7SSQKdMCFcqlqBPM5OAQNnzta176L67u0bV+vmo1T4O
xPFdGeobHBvsU3zHvssXBApygR/D3xDvHBVCDdqS2heNxYKWoFCsSEVEqf4QEtg+mWmxhp7MFk5S
9zykKdH6gl+bCZayBkLp2fBO0hANZvTGtygcP2wG2R2X35WZmGF0zmiQKKEajPPNwIXKVNjgUtGW
O7odKzr5O3U9+R8DdEPpQE4JG4cWzdF5q9LsXZsm+biKaDWvh11YU4NnmRWu3G5TJIt7xsz1npqv
URN5hzRruNUqjFups88LkLVZIdedXMQ6p/Gn2kITsyfurVaLw9HDn5hrJtyuIfEBv7fHuWe4jrQZ
UNNMDbkWwTJmi8UiFZ/Vf3/gh2pfwTL+M1VfBLk9tadWHmHddm1260ncVpKmBkYiA5+P9Sa7qvfL
3KatOANQEjV3DGPmCTdJfwRI/P/a7CrtX4myAT7rW7ri61sdA5yC1Ok7ZXzNU2wx3Anr0uZQ6z69
0vHrron3i8Dn4wGVdbK633v0kW+ZYTk5eAkR2iIucko0+zdpqFrq1gZcUXV/B7d9sBsxslBDxY3S
jONujQd3QietlYNqskoqwDhtZ0WjazPTWks/yjZvMjqn08AJ0ZgzA76RR9RoOwl2yXG6MMFGxZUK
rPcxREZSScwyLU7O+AvJHTF2dNWj42nHTLYdB5P4Wjxr9OU8XZu+5DrUNJwlbjJeCQHLZDA24+Kh
iTYMbRonQzBG0bMdDdSQpgtpqWLat/TqsWQT4QlGK5DwDyMX1t01q6cqJRGHchylw19lGsTbeizn
ebiZ24rBRoeYY/Ct4Er9mnnJbhgZ/tldeyBoa965bQSWlxV+6pER4saxl2XyoFOndYU/jP4sVxtI
qnGE0UZPx7sG/rHccsXvDhK6s97TeauBNtxmJc+q5J1OjF0HVxZPG6MQ5jl+1jr1rpI0CEtN2x3z
sIgP/BoS0OKMHWnhzg+Uu56GbgL+KovOR1EqN86caNxzG+AEfcXWWfYVf73qWdkRxdQpMnutP7IX
TvZd71DDGa1+mQWsZUN1o8n6fymSaUcMAvhXJshZch9DiQNspWkwsmQe78ayguNOhlSXdnQiqQZW
s2ddEHGutLDELxBowm2eURXMj7XetLPDDhM3tRcRqSA7u25uqhMK3BOUzkcxWLwUFoUU18cc5xgK
/CHHPsGe8hXPyt1O8fkTGYEkYRafgoFyOxoW5F3wUAKwQQ7dF0TmTi/YZtqxQ+pCmwu2BN0500fd
5wVyVlHkHUWqMxSE2pO1Yje4nnf+ZMOAGczkHlsIM3DfOr+NqYgRNTYYfZUXoyp9NwyA7JZEDOjX
f7q+OLoe/1NuwdhU1EH3wlw4qaJvypcIUxg6GixV77h8qr+k4pptBzHkLIG46g0XkCTTpm1YevrF
xc+1XYzB4OOHUjVBAN+20rNvAGaR+anlQkcCj8oGqVRrpxoyluc0aK8kuhAHRyPIKwIbbF1opvrq
MGahm/Wco3H8IcPsAXLG80ikcSfCL91xMrajo7Gbmth8qctly2Q0Bct6xy+SRAMy5v0hN2fs+wn9
VxBYFOaFj65+SJjK8aelxjVLuD/jNgHG0J6ivDKf5VLqB5PnkJN22C0wQ7BrdyzQ5+XDMSemJTZU
accxWDI/dexdtlhad4y4csdbeg+l+x2Sg7tF75q3S/0gqM/GMM+esld+KsSnA39lY0HY97Vygh1o
V+x6p/y7dyD+tl75R2NKBncMUzMhbZ0JsWbZGno642lHhOUhifG+eVn3oWaGnKiP2lfH46Pvie/z
njHw4JOCjlXNHc+Awg4vTsN32O9Ek4FZWGT0IBOgsvRx7bvO8g1+2ttCFrWvWDMqw623oUgfk5DI
oirLrwwxj7Irl1W3ZaWHSJSvrZxo4/QQCggTnDDNY4jsj4tWh77Q0yfH/ak7YeysBEWUbOg8Y6yG
Tn9AmOBtweKAWzuvnV6qYzpBQqTSaCX5hPumwXswYKc6aB7Ea68imaoS8buIKtqOIUsVwXwbVI1j
bMoGG6IR1YFO33oAZvWjhBggknzvzPCGUlbrae50wHNg3ykKojvQTVuwbc9kDsygG2JAUA3GLW2t
W0itj8VRfEUYzDfKelF9AhNtti+Ck4SABgr/Uh5Fk2LwVjTuNSQ74A15Obw7gBkQ5B5S2g29RGfw
aXGr/9csill8P4zFG3TIV8bR6ODh8oFxaf1GgHXYp0D+1ZfdYs7RPl3gYeqp+F4QwqEuLag6dbaH
OUsXXmlfzaW2A+JvJaSt9pUNtbYZRgKdys3Mg3TTZ0VafpeEAC0YjWI6nJf0Fsft2dTNR9uGZzpo
08OyVF8VvF7Q96xjCsCJPRW+S15BIgol3kcWqPv+bHT2c0xy6UTYBz57RUgBNyZsh7i32e8j4VU0
c/oGmOR5TiP6aED0OYR32BNVJ/Z/jwZjsgGDf9cMSOU5BzrvaLycS4p7mNnr1LGcvGBWOtImDAwg
nrQzscB0a9tmB/OQInlWJM45F9OHZWn2zrMzn9ZEWm0r+2fpwZ/J0n2llHp6qV1eTtESMZMPZ8eT
1GIs1nuo2g2Lf/u20O7YDYZHd+u/cuDyM9NpAUnvXMgZxOJo3ldsovOcAlZlr9dO+6Y1XgzWqMEa
fJ9KJE+3NR+V5qotHqJq61G0s53MEvqeUT5avTIulFxv7XFKd107Y9hxkurBppGPVudHkDc7C3/L
tk4JdBjVibGPAYd+68K0vCAZdPI0NLLe2r7wpWDX1OS2eWk+bAOjQJKDryV+9WfKdBE4A2lpnNRx
YGnaD8jeBQIMO4JMhIvfOwWZdPYepLUh3tXWXrcpZKrmN8OdOI1ZkUBvaw8ky4bHmvgQ1yEoTlHI
Wjrk5aGNNu9veMF8QoSEWtehKXbmHUzNHSC05MUc42GTwxCeW2AWjRv9Lfpjl/4ROgqIm5bfJaCp
eYA0KmamHit0P7LY/qQ1i6iUG+sAXt6UlrHdm7miUMG29bzY3fRF5W1riZox0Z4GjWPfx/z8Cmwf
l76FbgCffxc3HJdDIxXebJQRJ36gNA5Z20h/BB2Ll7AYGYJj7RYO04+aVc7bRfp6H/1xEpteEwyv
pJoB81Qw9DfLTSrpQiLUrkXEfIjPGr4m+wovtE80Q1YcLq6jJ3wfTQVv23tAW5o2zODjVkB2TWco
LnbbnPLS6w+uFN9eqnxpkt5hNio082WaJ+4mLMHIpi8MSurF1CEbkwT3eLzd82CVT7gI30lYw+py
dIOcsep337OC9pro3gtmf3zebbctueH4D31TqzNCLwhCLFFabTZ7it/jprnYTRH6Y9xPAeWKI8rn
agZ8wD151xVpQzH0v2SifclTXFQAowsuJNgOpt9wfBNC6GAczlUzfGnAq6CcJqeJnjfmS34ddiN/
jTQ8jHX1DtHrYK8YWlDrDDepXlJETyQFvdz5l1HsMSy8vAy0+XQ+IXjVPnkjihHo09AiZF5UxD1U
P59B51LzzAdE397kPAdr4UHZsMbjw8XdYoKNoihKTHhtuso7Rabhq4Xqu1zV/oJxwU8TPtWIf2dn
HZvLH5IJD7Wdvjpp+5cK3man4Gn2QLcUhs063Fsq2aO3iUNLPn+2kBPqx0yOfwUcOb9AixLRF9bY
ezPPOLga6AVj0Tc4cLHf0AvwFnMKmF6KnmN073Jkw5EjujgusFiMD8g2xBTJ2oA7FcBxIywh/LBc
OnwYR/xFyWe7q8AeorzswMP3+xVDwaB00oqf3myp+La1H263LMppmNkUuOExHrDkWhWUFUsjvacM
5XbXhf2DdLXn9RtZYjjOizk+979D0fYBF3XWFzOeXKfecq0W5zxlfLS7xNhnYLEVwhqYIoaucuJ7
CstHuaK9yYZEh2xBeAsVHv7M5XdgPyFJKv/TWUas7U117qPc29TjHxbs7BxmuzoU857mvzAgc3Cb
3FogGybnEABvb2fCb8n+8Coj1OGNIx5feE7GnG/MhfsLatSv6XTHflgSmgPqCwttnCgS6QTt8Oot
JT9y+zpO0Vu1MPB7LDHU9F7YixvkkeVLKwYpOOJnMNAMGoUablo3FyUnsvt932lHgKvJwUxj5QOA
W8nK8S8XPzYieGg2rklt8tym33pZPA+9Yb2ip9Sb8Ajxxn4hN/mQoUwEude0vG2SW2z29eecnsFn
YdRrFcUpJQvOqk/k3W2wlsWIxqbdhhvPs/+asmU2o+wHQxfV5cgJqNCYueGpA9UsjeS5quSdFLji
hcAzyhXzpzbZSA2eBpxYPBMYDYoV2jFwVFu1a1GNtBC2Sy2DBzWeD62DBdgcqMi2qhEg+Rhf8QCW
B0zMMPfoTk8kwafouQwX9+AgzAaxVrOZ4QGmN2rHngFmhE4ndTGrv1z/poOXsoPNyum4OIxcjcnF
A2w+Z5g5vZmaAC3XGnQ8afzkaV6Esh2Z96pIPsvBhSOkx/mR58TgckjzTVVUbHGLq0nLA6IWBMlI
p/1ypeM0lufedVM99zb/uLhuv8jBHmXFADC6g48oRreCDlYsiTiGRcGyL3UwkCjw2Vj1QK/iHGoI
diZ71FOKeMJP09S8U8WdXi8ww0WYJkQnwRWLDng2z1vDwplQYmztpCneujBk7a9Z+DjL4Xe0neTU
9kCoFqIqB2YhNzlXumbvu3L6m1DOhX3BO8ZFj7lH732ZWTyq7cvMoTxa9oAZGGd9lgHMsQub2Ua6
R/a91tb0rOgUzo8KSe5SJtGnu8CqWqY6eSBSyf2qOqZEdB4mWMHYZgCR6k40+VkUeEPmHvFhfrGM
23q5xfYhM89mLvQNHRJ8RBpuqCbSj8TI+PfWYl5QYfLc6rwBSvJ9uLGfWPLgbMv6JYgc7ZU5dBPH
LEc1BTVK6NqnY+ORdt3wnKrkGodNCvbOeREOLgaHFS2/ju7s6BHhvMJc7T/bBffJNV+Wv2axs6Wx
Jo9K55rndIGobw3+2VccuZK1hUQKLg1j5wwwOzRgQxtCgURnu+tksNZyJGA1bv9rrqYLmlkGU0aO
PGQL4bdoxhuVZq+zqw24auTNQyK7jXp0oozJumu19UyD8lvs9WKvTUVz0geOXrnmtLgZEVBVn27+
1fBJfDQhBZOxbElwQ+WGp0oJa37PIgfias6tn+EyAV0DlJFCmAT4z1aq0NtPhROvfVvNJu8H2rK1
OvFLaRxteg53psH0Aq1+X9jGpVxwOGgreIh04ORrqtF27sCq0Eqiap+kDFVMSycR8o3Ri3IEmdI/
YWcgu+MmPM2D66c2WwbHHjZJjzXJjAj3jWwEGjiLdFvNh2jkTmB4BAxF92PW1k3PFvYDlEdu4qWN
/sfReSy5imVR9IuIwJupEAiQzUwp3YRI8xLvPV9fixp0RFd3V5eeBPces/faXFPguEkmdlMzfUXB
sX15W3CUKEeHRuhDO4M8e0KF+lxgDDvCTPLUFY2mEltP/Wblo7gxdvR+ol+o0rdaj9X/+FVb3OzE
aiKdK1Z+AmJzqOsQoEmYwqp/6OtMOyeZfJ8Ghm9JNt26Qmou8PftNTMOCbXGT8iuYNdaRu3wFcIl
w4+9k+dI88gfNxn5R5Atml+uIeyoucFaNk4aeN2bQksDtDcVyNfNutzXJcuDWV08xeQLlbFHtBak
QPzbhmNI/OdWKPBYo7af83U6ttr7YuoMmjJe+1C0UggOsnkIQ+Z12z4Nw8KbpOj/VFOPKDdqVGa4
zMHGKE6HBpaJJaXGeolqTaYfZrMjl50nrTCQ6wGmf782f0rUfirESjCvWb8SMV227AbZtgxG6fIY
fTBkEQJd0IV9paJZNXG271WT8XJrcnYJRn0JW+Z/WlU6Q22o5+GzsNQuYN6MBzqqGx7K0ThgKYvt
TqUfTtqw8mfMU47OSryMDJpw/oYDA46nvKxMR5vVwKisNwvrJ3lNyCjj5ghhEcieObEpWq4WixWm
/0J2tvrIYpJGI1yYHyPxrSfVPBCTtLjbIKcVFDrTZ1Ri4T5i+bmpDkn3Qnp4SXBBpBn/aBOYkJpl
OBKwe+/rNPbi3GKXGumWW8xE8xKztIsacQxmQ1OJGQc9Cd7AASZO5FXadTYSaFomrXcIFCMtpqku
loShFowGWjENoBh5F1TWPBNDQXExC8eNpiVYbUjUjjbtgV1h6ESIGc9KuRsn9j5ipKs30lm8sPmE
yaM+kTP8nCOB3qNBH3HtgPLWXvIw/hR7hr6dXvtqNFGh1VJgiuoPGaG/FoDPdbbMnfaNMsBkiqis
B7OHs4toEoLe8rKo5na++8tSsP1olGNeoE2bmaBN6Yg4nCGAR3IMni5rUJxVI9VoZnKIE2ovzxn7
ttW4DXWjM6+uSMHK//5XfqqzXJ6ZqP/yBBi20uQ9/3cx9OcWTaI1DF8GwX3AcZh7oF4GwUTeV6hW
GOh46lR6XGz6dMtpeAYMfygtdIrUHfMZRPoB+etDrXrdARyGwF6cfwVrYgUlSAmUbfExt7xLIxFt
UM/SfRSxFc4CZnEzqmQYLGbd+oW8Go6eC+9EBagBlS4G6oabSFS0xK7liTwxuRFwYgm/oVkKeH7I
PaBTrXaatSbIPoiUIIKWH0Ji4KnD2mJoko0wUfMRsaY6/MK90Z05MV5XJC7aGJNFKCjPCHOZqbKx
2+cokRsoKw9Z0rwuIoatYinkdCNT+xar/x5vyrybcmp7NUYNyrCJ1u+Ov0/kpEt1kI/C9KYb8dX6
X/obs07XaLUwG6WukmWvXZbeEeYhz6kAUZns0+0ixXICPiqyyc4A3xKZx7Ayf6imEdSuNQ1e0fEi
tbgVWjO/pUKSHs3kG4AVNxGqzH0TlfIZBT8bWvCLcvOTopu5MvwYGHjStBtIBgYpm3eGDNKTh5ha
KxnQr4yM35KmJesCVkgB+09Qw/aN2CpXSybNXiQpRGeCRk5uIKnlale5IrINA5oa+z/RXtUSO8oK
E5jg1pBIE1Rusyl+scUivH7TExWDuHh1pJ7bCoNH3Tt1juw4NvPxYACi7M0CV3L5YP6gnqIaAPgk
5HCJi/qKFT12WZw+MKwrB11oIkdbmzvHi7obaED3pfFhyqxUY5oFT1Kv6KXCC9KetYJ0VstUXDDc
HHU1S1u2ZpAbPEog+zdiSuIP/V6jZqLxQ56rlIjz29yvzWp2cnKQSW7DSQV75JCpBCU3nXKUsBXu
sDQ17lSpR7CDDgvR0OsAhQyL5VD05TvGqsseOQ1ibSV8Ldkie2BL7WRE2p2IcPiREIJly2qCCegD
MOKn2KAP+N4Ze7CpZ4AEFSDLyV8QBMxCIQWXJSXHDS4etTgOIlIu5inFpLtY3gJv7bxq+SfA4uJg
xfUUyCyQFrGeT7kU/gDlRfh4q8PFINnTQIwpm54aRsa+17B8Jatwg7RHLmhVf7AyWhjv/s0xamSi
1pGA4Buf6U7ssasOS5K0PhFyKxSNozg8SQ0AHJI9VRCuZCEbsEP3VYxJOhk7hM4oBtescFedGXAV
MdluGr8LV4buUkJEGnRhhzKedD91Bg00aOmRJoGReE2H/qpPK/GSyaUQ5ZgBGmttdkxw3ErU/00W
mUFbKeO1Ia+bR3vwF4HfN6cUug3t5C/hrB0XcCFwhl8zU9KPFBT7OC91r+gXCOpmtzjJgAgzjaP5
VAJGYWNXccWPT1AjhKDsFCGAa8OCuQqrPUl7GRqiFFI0eUQ7wHa2jH7XXyvOCVnQLHceYeLEjESP
TEJvCy4Wb15iIPny2nldbTKyiK3Z6xYmaFt7Bt0QHCdA3AJZHrGiYTX8UYKT2tmyzMdl8p1Jaea2
K1KiXY6JzzYZRAF5bAET6jUbbDDW4O30T72vjSPCzp8kXDQaM434sX41D4oOpJzOtUTLAxNdTPEY
SmqoXbvECL4ws2f+iKm6z+m6FaluDqOEz0JkGuzUxaCjEVbnKyZM/LNxGP2QhcdGhX2bmd/nolCe
E7X1UjmJ3hZyVU5ZhWfq/78MW8k8WFZdsXHgv9VoNamostwnlIRs0VyoznE9ajscK+MR4nQQo4wL
htg8C0KM4qGiLyiqMAqqUNmPmIrPayl8CbHyB/8icXvNV6Rwdeuwep8RjgHd7L4SQSUe4bFw+Y76
slxJv7n0DFACuaVtkdehdyFhN30vPgw2nXaxKkHYcZAilMPXD0hbrY55pHWQi1FkLcsy2jUFFMY3
uOu5kVhOoSJAgxC9oCDU9yO81adyjMqrOJAjNEvCcW7ye1axAulVHFCDwVk9D7RrmXDG5AXydTmu
Y96/mgbLfFZtOiuQakJ4VFhhcW6sUd7apf/5lnLQ0WMvM9RWAwerWW9+M62MLkSCIBT47Ju2u4qV
EKIs1B9Z85aYH0scuYVJujPIIWYjRkmFUGHAo1FU9aeoLUigMs9klnuqlLh19TETDiGS2RCJxZF6
5BAhyW3M+xRCaE0T/HbWYjc4qTrqQYNfM8nAydzYnB2KebKLAroV4oiJVFeMUY8aEcA6m3sdcGcp
Bz1nryhZd4kVXzdADZgbfyZRIFOw8swt7m92BPOb1C27oett04xeQxKrRiRTERmOBkrtJJBg6ffT
ntxVdJrYIgs2FnOvHLsRRwFSAQZQpxIPW7VG+4I/kZzqttm8WUzAGgAcW9BKg4h7nvdMl5QUvVN9
mZJvs1edBlh9Q2ZHyPpTAGklLR+CyZgpAqZM9T1rC3a+iigDunNxZVDYfsQab+ICzbkq7oUusyBm
LzHQQiGeE+GoDPAuyrY71ZZ1pPXAlvElNPozv/1e6w1nVN9Est9h/hLBOOCfWm4s7IHY9Q9JQPWs
RvyZr8JrlMovQ/TQtPIAF8sBpBoK3zXUPQ/rQZm8ySSDgfcxInIwGtoIgX6hYddPT6UQG9SwJqxq
J+z/CqyaqJzBINhLS44tFOwsq1EHV4g1vw3zJW+ANWDMCffQegGECg+D0KgoOwM6yFOs+OmnyW5D
zYhZ6NE2rKZNex+hqUJ7bDXDTqhqd2Uckpu0F0BI5wZGZ03LPR/Ttt2DpLHZQLwBDtyNyLcFsT30
CkqC8sY2B8f2BXmtm+GNpwKaxQ98bluGJwhvkeHVS419oi6OEqM0+BLskxi9k2LCdrTUJ6dRTpi+
SJ7CZgvRmsxhWKsJ6WdqcZ6BX08uKkRb0BC5k/Qo8jWuhLgVtZ8aWjAzCzNCSmWMqQzAzggsDytA
hhUJ+goRN+1+QkYtFtfwWL7kKj8PskCSbXdqeDCy9hMFh4OrzI3n8FHL42EE5dVDbgYSL6u6C7Rs
lb5UVs8189Bs/ZdU+hGq8S7Szmz0BbLNB9Z+8oi5tI157/ksy/QysAEy4UKr9TayszOT1IlQhjce
nmJYaKkC9YMZcqYTXRgHdXLEZebpCvXX/I7q3Iuo/oFnUOsoPqDdw6h/R81LJn312nroi2eRIW9m
3eX+X6clvwrPbJn+aBiZxDoA9qbRoun9Vy0ehSlHT9R6A1+V/kLzuweFYefnGUVJBWAGYtdOwjjC
hpHdgt/ywInhpWzAIpwSnqVMN1jep4cJY1uUOgIeU9l6GrrhIy/pjBgSsM72yPHzleS1z39QfO9w
+IoshJP6Khbnuh85+TBEyGz1kwvZRoBCeNG1z668F2hWBK2H1HXN21fwYaBux4uoBSIS1bC8mSRO
SvnCquXcCAEviJ0RksmgYJRnu7irNbv1pXXGpIL3K9md7ps52XAeARB7lejXbHjf1uBRdhLYUKLe
FLUziWBskpG8BtmcBQZK+MLivusYg/HZYszSDRbLBIh7+oUMNUn6M0GXtMXuyEp7BPoskd7V5Yey
7HbygHiWWV/zJufk4x0KZA4lvkqJ38MzkX2mHIsCRuNBxrbeeWlrOc3ys60DewDN/fDa40CypmUv
MRc1hj2+R4+A9h3izT2GTpfl5r6PV09L3/AiN+T+KMzM56E5TPLozAOdVAnWo/2XsI2wGMpG1mUg
j8asgBCCqha1o4C9uoapN2c9FrTz1JIwSOfcsbNg8sDIGDOo7uQTZk6Ez9kFeElgDNc25KXLYxKH
fCE79bhp5eUKlwevwrCTqCDH1GmhIWlt0OcMEwlmrXrZrqzEHQo2whHteOcOQDRxVXLAu92oMrYA
e5E55T8qIFtnG0Cy/Y7rnRUPv3fn5qJxpMaBvLUpbKBuhRAlAI4gWWym/rmMq6cE7B83tT0lKAkU
5FfZdZg5ScIuoMy1LRwxkdIyqqQpYbG65LH/NC/pE27mg0hzgwQBoX4L8YyIMnRfJgBz9EqRxaQO
I3SofxB5SiIStT3bekhJhJg9FS397EiqNDLTFGm2TH2FYYJ9Qw90+5803zf0RIoum+UaGxC3BKZH
CF7PnoonbWbJVCMpzaUfMeSfU741UuqWJGypHa4RSPZtww4U33oazrQTT0B9droC0ZRzq4yfYBjQ
lOzXKHTzLrQRgezFctPAML9YmNlXO7gou06V4KYIYLF+N28CxvBzpXQ+YYdun0k+EYvOJL2JuGRW
+ThGLwL5cgKxhsRLnC3zpUiAG/OeP2/mcH25tTDMLUV4QJJgK8UlYu6QhE1ctRDNFTGIC3Iv1fjc
blutTWY1TN6M1gfJ3gR0b4t3orr0gJDsGNEfWoBdWaYWpDWAqR8CemSiHM8FtgNaYn7iq3LTqrO4
re5TMA0umwxacO1p5BifeamXLmBpOxQdnqh8L8gVKpWRupUGTUZvloLrb+I3UXhHrGVghR7KQ7P4
ecl+DHAs+38mYPeovwzNT9j9KNNb0jK/exiz+IJYzY0jdi+07aSoEGyDGT5evknG5q+91vrTRsTk
vKbV2GKlmu6t/j2JSBwrZh/ic86fUeVNjTvm6Ud5rV4k7VZOwdQxcdaKY6dc0cxtNCqnCG8w85/M
ElZ6eEzMxFkrdV/G9SkLjQOlfVAmXq2J74n+m+iq3duh+WR2Fx1BEtFeqNdmWJ/EmclNkBIRFrJi
IeyUj0uxPzSe0jOgzsglghBXPeT+iKrSi8wcUT0jMxib5o9anqVy8A3oK3qeu9JA0gUFkNWkO1AG
rUoeIhbUJIUI2zsRrxuh7jeZ4z4ujAvEsI9Yhs6RWdhXvoecOfRGNV0Q3ZwLBs5Y0QUzdrNseepU
ORAY4Ghz0M5+WKQEnaOtCi+dmiHU/hNWgqc1ojTbd7n7p4L2iZhvjjE5Itp7LpfurExPtwI/FVBY
Q84YhG9+XxzC1UVLkZdjEl24xrtn0lX20mj4ikZQhslABAkAp7pJqPUCyVvOaH/em5a6CfkBA7b+
2qnMNWYEc/MbMXDugB5s205CDznTbDrEerFw7wqnSTEjtm7VtxL3WOVXqerwPP1YLTiGSPHpf1xx
IeZZPpZD9SQ3CT2IRZDltJlKLN4Q9ZjxcmrhH/HbCZOnJlWCdn2f9Huu/k4hIkUB2A7cO3BvFQxV
smHL0nyarHJHtopD5tSvGjXHYmW3KjzQqN8nRiEsVn4J19hlGsnUBSLgiYEa4ISHjrHRwg6sso3A
gkWfwx25nAuy6hl0ksKUSAQRC2ddxSc+H2ND/VzpxqiY4BNxruviqapknIbEMrF7EBNKfOouTH9Z
3F7NlByXJXtHTUV1CrFTpeZXjbv6vCBZXBbqHdB+yEeE9JW3gqjA5lShh1L09mmNI4afObJuJgkh
sSQG/XfTvRBPwFioegGFiyxUQV2AWE8WbIHUTVMlAFlvDzgyNe3UarFfzYuP7acH+U9iDe/+iUbl
sFSSJ0AsJJ0gzt3ca0Qw/7V2gmPqRAUFYWhG30kqXg0mBayofOCjh1Z9762LFXcE15NsQbdfUWJY
tcAdyApnNDU376vDwP9SyzyLmOPZaryeBWXTWXuC4dlOdwDuhJ91E0qlzIwHFnNHqQ73BOcdtMVb
tc6pZabCW2EhdOzbq1fdrOy0YgYkuSE6DB4WpfDyUYHE+S3ggq5V+Z6X5QuoU0ek+SsA0hc87iJU
I30EXSYHs+qLlYXek8+SZiR8LJ5JYIghDI4F4kox7uk43kOgQFu/KUJ/7exK1BmXQzlREa0xTd5A
oIOvyvGVQT5F4LSfyuuWra6p665HWN3n7+n2UfsbODPWyjH0vgbYGyFu2vBQROwVrUGXq1/X4XlT
hEjjl24oR23bLUafi0L3SRhubTxpK17tBa8aOuf3skg5y4klYoKX6IhAaJe6c43VNkz1QEkoSFd/
7S85mMeMeNMFUi2rfUt4q2FlYK9xOX7W6mgJ1YFA0reORRTZMyER0StWg7IufEbuBNJongw9OOUc
XoTzSjj6NJfPSRbSZ4BCX8n9AJcbN51XGZM7RHimmGInREZjIyE1ZCfLqOcNfmvgG78tFGAIOfsJ
rHfXJMHcgY6aDmvSuhL2HzP5AFh5ipjvdas/EApnqLeue27bpw3/AmFYUG+GcllpkFAt5FDYCUsU
Y91JZ8hxEU4gFv2NKFz1Csa66ZQhHTBApmwDtpKYLqPCFtP11VLR3wxIsnKwxiIqXVGtQBIhoEsN
0+OEdmaqCcq4kkq6Dnt72Uhx7PIS/myy5BeLtIt5B2rOBoZBrixH+yl9rSTtECmI8eNHqFGUSxBG
nujU7faQ6m+jRFBleTZ6oKy49s1TRqli1U9YWKfhi3s03bwFOB7xdhK+DVWZVdmw61HrRMO/ttYo
lFLkXzoGz19RINKpAAFKry4xiB5mJ8rcsv0p0DuPJFlI2Rap+YT81jeVbYeKqm0CiUCqEDMiqAkI
s6Y0oGN0LAayQ3VN+hpYGwp4wt5nws8IgYva9iaJHutKqPQBtpZjw03WJYVLiQOUjhxC5Z2CH72y
pKA1cyGU+np4SjbfqzhdkBgAjTADKq9EC6FTYMmui32nfugMh0XhIuFYIK+WktC6sdllJSxVSLOO
ikCKhSFT5FGnrs+RFCgQp0Q2OQmDFcaEbh/fWLypu7ZzOrDGciyQz8ErR9Bc05RuG3oTNOAIcOXS
P9MmyI0O2MtfZH2XiIvd1tldjm5AIrKWbculAhMR6p94N5AJQrrI67dhRgHyPFTRUWcDxarHLptj
Z2I9xFWfZ26T4IV4I1mcZt2wVa1zi62QUQH5Rm6L/LXoiy8QsZ+zetTp6PKS8DScP0ajelME2ZvR
Z10ZXyut3liWnsUe1qigiDFnqYIK51TNLA32Tq/fLKhqPG9bRnI+8qIsJXf3xRD/aiHyhAJQqI8G
piRkq7MokzhzTf056l6yAid2zXDZcNlBpoROCcBQfrL4s7L8qa2uwFT2IQP/dmVANTHlGa6jxKHv
1OZXJIk+cKFdAdQzJ49Y3lfRPhMGW2q3dZtpM5wCueRn7anvPSM5SZSTI1jBqppRvAKDY58JZSXW
vZglAaspVxvb/dpJIObHQzOYYFytrzxZ7qvcuwOeuzoLBwJxx5MqUIPpWnuqgHjakzoCURrEF6X9
1cYxdSEDBKEMN0qZtlxcURrdsYa8YU1adwG1QLwN5I1sG7NoQQJUgsAE65Fp6gB+lnUxND2GM2EW
+Vo9eeSpZ+iLFZVGJgar2OGXGJRU3NebJYucvOwEz4rp/mW0OnSKsZId5kh9yeom8Rss0QkCDGdJ
twjPzFS9LpZf5rabruguSdLREUyuDByVVI04UdFwIuQh8x0PS1mJTlcUv3AVRs5yIgabismQwohF
YYOWsr0NkSsQK5peTCW9ROOsHqRhy2QdTeaRChqdaV/DAPUGBKv+yrpJLRRzb1nLW84f8MzY7rUj
ztUu2n2RCUmQsYhhib/1gjiqG6v5GSpkPAmuazVa4jMErNdywrzYm81wJD444AKYfJUkRmOl7TPy
xHykTCkPg5qCAqq6va7TM1i94mArv86JPnvgZPCsj2PpJTw5Wkd+Tm+9sW94Hre8alESH4zzXwmc
QApFGgRkraFCJNoXd4kUK7QPTDFNzAwz2rfS6L/rZmL6RkB1WRkPuoTBAVLt1oxAyWkbJbvuwpl0
pXOsiuNBJkfrurkZCEDChQFZHS6C/sxB/pzNJOARjmz6g8iZWEzqn4Qo/QI0XtFD2Pic/SGwiN5Y
lwuLfCklyx1/+z/030OAfjEmREwZDvOMQUsi7POJEfd3GLdPvW7UPzkIZwhbvjZIhT/m1DZjGrNP
0mJn4Q6vfiuAut5k0dgWS3ozgXlNkiLvuvCj1QAWHZaGT9VOTLmrbV2jh2ROgYzfdfslif9JhsBi
asVOK8dr7UCksCbhnxTieij5k4LKRQ4gF4HF+LWCkKheUw1q8iqUdK8pBJ92ICZukEtbT6J0/xUr
FC8TEcCwRgG8knCy6tWtyNDcrmAtfqqsszxpFP4h9aY/ZVuzM8LwvZ5S7iS4MwDXiWTTFi5IjFwc
DU+6FnHoKAnjGMRkkyxOdr2y3eiy7l8cW1vhM3KtzItTi7KwZ8XD/mchMdAU+A2VkUdIACW5vpho
2bbnohkt1VtVAHWFZDUHQggfkwCLi5DEwIz1YxIJoKoZS0ha8oom3AhUPL1DwnJ5bZIfQ36XZkp+
u+QSEtqztOhE3a8ELC7IqEb0nGCpgWK2ma9WjKDDrSKeAXMpmn5Xram4LJJxzusukK2M0w8/blVL
zA2hkO/GBFUOKESEun02uGktrfjxuTfnWJcYOWTjTi8x/qFEmPr4Cxw4B9Y8VSe5fx8hiIfK9J0r
jWcm3HyNHHGzC0e0pzslI9+QoaLVGe6wKmehaQ4KMBFFy4NlWNEIQ1gj89dUrkrcMDR9KrJuj/Uu
qJJHn5qBJA9Ohug1GnO3NciJrL9bXYE0KSFqIpYP2RbsAEOGayD/0wDOtnIdmCW2Ulq39FLCl7Hj
CkQhF7SH7cihXndVBr5p9MLoBpc02bLca02+oL/n2q4eGEdcBOSgcAmYYS0ukOqqJc9VYn3THxdg
SnSxwo/1PZOt2gVMUT/LbXrBg2WlpKB1hwyd9lpjX/gyzKvUIl21AhIeWEoUu6gc3vQ4O0CSwtdD
xvb4Fq2LJ2+hnuEP07R7FlZekxjHViI4xFnaxsZI5CZdyFfLZgsmaJbhv9KVYxKLB6vL3JGQAN26
6X1/kOVHs/5l8teM3nMCS1XTRIbMj0MG1lJDrm8UXqSPoqZ6uAiW6SjSq4ppZgb3vn1NJXOW2nzt
RIqy4dweNEyQykEcCN9j3Io+RFbZt2bEMmSjDRvkRswxbmM6C5CDaevEHH4r5n9R+QMNgRyd22lG
ykV/kdD4JS2646wLJPWexYBwkFNNfN3Y7nD4Wc8jY5ssYzuISHwo5x20zUBJd7L5aRSHMvVJkyM4
LAmflPZ1Nk8E+w3xht3+Lc3VryGJkWVDs5KecqZVAo1bUjgRVUMJvdFM5lsundbhCpLFjurSriei
SBUg9cOTrGq3SXmYFvGi9/+nvoYHK4NZDCvmlmJz01OYg25b4fOIT0XLFBQdiEmX+ZwV6z6JQtvQ
X8zqIhcNoog1UHuoN1l5LsHdLxL8F56oWXkZvJIRYxY3wKEQ3ikIp0vZbxB30Jrl4YQNjR0cr4GY
nmm0aXkAw/NeMkRBQ0beUJww5DDsOhb81UJ9gwxMVQyeduTngg/M47pUq4c9hs1Tsc9UWhNKfBL4
1DeiRegFwZz18E/IX7aQSDi8TINGUGn2maJTypU33PIHhRajQ6S8awWR1Y8CZR3IKPPFsT9UbC/W
BV+nxpiVMqCguZFO81DtKLKdSD0NCxMNU3peM9O1puFfTRNfImbKcQYEA8zekXkSFE57ZtecIZCc
j13xAWNhnVAkmQGSC0x1m0IPGTwZfygaSXOuENRB/7QGht+umuPorL+A1Wyjo+FZGq4Vas+pB05C
vMuEwiut9yaLuyI/o3oyNfwFMe9ItFcrbw1vcULaQ8qD3JIVSrQjlPGGWeXGg7pU5lOikxGBC4tI
gR3fVhIdqKGN+SwJTF3Wlwv7geeqeTPqZxmZJRBK4oI/WvBerYL9CYGZGSKi9oW0OwG+34EkSdnU
AapyWFVDDP5NOUDnDoJ0whuF2FX8Eqjw8oEMufBTQO/U51ycyDfnEWc+ywwLJXslXXTpq8k/C14R
MTwgM7JluSL6RLIbIB8ksAgTn/085B+NpLkW9ctcgRRhKJTKqLoaoDM5FZf5I0Z4XZhJiFnssL7d
kY8IjZjXScMIAy2iTbcQC+klM0V+nIoupD02cXddF5V2wDr3qXHp6ZdWMTqpxQvcP5d7hrkzCKME
v1xNsKb0GOXxV2qaG7DguMuCxJjvbb7lpRJQTLRo24fvY1raWjZf9Dr+HeX4zUi3tBnmO3yJk0VJ
FSvoiRZj+JvBEScFiUVgScKjMQPiDQ1yiyuFdGYCdskOegox2IrkShKnPpTqJ2Tzp36jYlLRxRcj
Ml1DclicP5sDDrrQssuObE/8QhytOvP5sZlPi5VS60zl/6uikURJgMVU0+QxKvgI8v4xIG4E9PKW
IcyR5K9Rqr5HuMh5n5MOTofInUoq58aYZ7+UBLHyKUtveh3d9C+pf2oxn4XdLymUoRJ/q50YdDJZ
wLX5MQmzK6/bUZl9EKJ+bPlmOMA/uoFhEzWtwdO82XxZh4xA5cOiRfyW3Upc3OxvGfq3NDRjbGIT
qoIoSfZDhGDHYphe1xaPsO5HlnoYgH1aYu03LRsZdVuUfIhSjsJ4eZvy7D501bMwGZ7IW1cqXx00
Ck0e6FjM4zp/SQOoHgVqVDX5CdztEjyBbq5ULDtxV/1Op06H02vnjjySj1ogvCXQ0zDZLSf+GoOy
rp9b7Hlyi4J/iK+FFfN39H4dg4pqjsLmncN7Swb9HU1eYNWD3Zzuk0rvSJMjjsJNl1b8cltEpsNX
IBjEhl0LFobstDBcHKtau4cLO6Llm8JQoj/e9yCHTIbq8OVYgasrpTkbVrO9ECJKVFJCwdrveIbg
zsUbmbFGOcS/VM5zHT28xG0v4m6J1H+oCEqs9CjwpPUaW7YSOlFzVtJA7D5yy3wSCQ5dnpGAU88m
0nFtSZ0WJC8Fxl+dYrQEMcfsWv3ceN/cJX6QO7RHSXwcdOMgFH99KXnbSzEmb3H9ouHYKYFaRYXC
cX9FqArfQlscwEYaFMVzUVzbxmUBgozNkDyiYnG4YB7XG7xOcCIH7k6S9HoRq80eNi9WIoOLRHE5
GkGiss7CzUpugQKA5il95fDGsS4AWccKozG7RAHJLWYb4oHKtUQtTFbBC4th/cQj0BIP/ir/Wo0L
3MAhCEIcbJk6L3uxEIHukhOCEzbSso8cov1LFfmRyxqgLYb+MtwRCyO8CZZkkNgr17dUL4lmTc9G
CyivLVhSdsZTX6j2T84mMDZFX5b4ZTDdOvjWxcY349omPcDPK8xUw8QQlLt+yP0iQ04J6VWTor3E
qMRi8cONwqBgqj3i/fI+2Sf40T2+D+lMq4AmdH5kqOf3qEnz1g7DXXFT/sqvBT3+lSjQFsCIECT+
4nf3+YHhdM32JqVwvW8+mApYyJlH+yN6r+68bpvi+Gb5zQ307g5Ly4JJ8Rk5MZ5sNb9H6BYmbnJ+
x2sOZ2AskBCNC6lvObMTPEtsE6klFxZns/SdhBWjc2P8E8a98jmxvG32q20FCAWGu3qSuIXIpZUI
OrOtfzQcFoR2JKZMPliOACH5LW5I6jDP0fiVwhvsc1a70uKozVl/qTDCmAd+tj4L5pqbddc6NRZR
nOWoA9bzjBx4Adq+K/+Wd6gE6JTxXVCGrtjhS8dSPorNueIx90U7HO1w45amifiNZ5ciiPhim+ee
jzauBPPwAfkoeM6H1W1YEeYBGXV9zmdCdYjxzg3rvVC94KlBHoCHc4pOuehYkkdL6kxjoEZHwTwW
MWmyl3rxKYqjnrmxJ9RHVELoYAb4RkEFrY4fEDI81+Z75fZnTBIy2ezGLyZf4x95cChmKyhjk8fm
hDEK+z1IeM16kVinR+fG+G5NJqfzUR/gEe0beDg+aldJuyzKg61ylN/F7kWpXa15tNxdNKPRS/1Z
qZ5mngbtmlV+lF27ho8wo1mHmTNcw47b4/wgB3sa3sTULTSvRxUAGIOqLeQPqr8M/LtKfia6uYBW
ryMDln7C3BX+6t6VRWB8Thft4mdOIgTSjNkw8FEMJjaKdVRsbFuyHwmlIhAg03mgLOjUB81Az2Ta
OFP4oTjpNA6sgwZV+cD2wCzOKnp8PMjQmlYb/w0J55zfXMthRiAiHaqb5S7u7UY+aWw5k4cUOmnm
oelU+0OTu3LnQ7WZmjsHBY93iCGC54ykIBYXTMyibzDZYYyCh8eeNBW3VO7mYPepb0iH5WUq7GU9
Tm8yI/kYZcpFE5xJJbFpRIi9tz4zzlq8BnjQlPt/HJ3HkqRWFES/iAi82ZalvDfTG6It3vNwX6+D
FiONFD3T1VXwuCbzJJdIVuz4dOuGP3zw2nWVw7Fk2cVJ65rFYeR28b2DgYJ6nVYbLmJUaIzDL8kr
QJ0Qbapq+pE0EhBfI1F39txYlwanavBpyAez31n5rq5dWdraRKImW051xZ5HC2qfYdI2TnOJjDSW
4cYPJAe0cceR3KwUyL6+Lv3v0ZorhMvrxWW0FnaBO2thDphe1irxQPEmy/8SbaupWzA7HhTT8VQ2
Sx1kyR9vBZ8hz8lyaU9x6gvNPMJt4eNpNv0R7W+BIilY6w6VGTjYYM0MMVNPnXruj3MZrEG1oP1i
jStla2VcFtUPk2wLglyzqXzAkMsIFAanUMQqYNli9EYpd6DkZCHrYevP5hqfF5uD+kXgR0QZCgIF
sV7ONnJetLeacsb5oRzUa9ZurLQXwHKdciZTDcU4o2blCeOhf0rgY7cH7FssvLkCvO/2YyT/g0Rn
c05ilshmBSo9FVIaiwsEurji5hPjSIflyVxl2yJUJ0xNWYF6q2iHEDMYGRFe2LBP8Q1flVrv+HMe
YksK+lllMk9ZoL4xX9JfyBNl3ICKoIBfNi1AlnXCEzG/cdfwo5NL066Z62dwQxM+wWehraKPCeP3
1iDJOVvkejJVSjNHb5fyG+iX0Yw4WD5mwIO8u+TcVHhh2VihVLg3nblpGOFx2JHyZZSom259T18o
03YzFQKgr14mQUkrXS0CIdAP4WOBLbC2WletDiWiI8xHMgrmR6auWbmFYmtzBnODJHAKiN0kuXJR
KYeBUVooHxsOGX246SwzjWXPSF7HdONG+bqqOT4WgA/ic7f4p9EVzmJ/5/NmvdN+xUGsepuUaGkk
hv0ZzBnblFIGB3AZ2cqwtaq2zBOdcs58gPhSR12bJnxtKAcBd/eeoFnuwwEZbr+wxmWZ4hBjMDHr
9pNna1wqAHeJc8pl6Kyc2Cu8c0lwCWghAOIgsVmoKKbadfivd+aDc+hCKjwXKadHSqe+QKnSyHOt
wP258C0XJE8BfoQAi3ilipl/Z75WfitE1z24xyjgeGdBKJY2J+lCq/ZacKq5cBhsp1fnMxvmokAi
g1vuRKZUPJ0Hc7NixE+6nYtaTYrcAFm8c2xALmMILOYgxUr/kyhHk6AzdVvILj9aHixjfZnDImCX
/9spC14fMewBq5oPH5nkTaqO+tnAPgYOhUUlMZMGz/ZF9RmHrCY2tFCIWXHx6G+iZ6iXeGaCC2r0
d5Z/y+Wira5EzbR8SbXsfmoyb6hPltxO3BZ8bPWGi4cokuQzOI7Iz9hEkPVXT6ctXBO528V81OMZ
WsSgM4QihXAm9lJ8M/kxxZzFCuu4vNrE3pZFhkkPwaXv2Sfd2QKVZ27bLFPL5aA2CC6QXgzs+xTl
7Spig1/MGvyyM3Z1/ZHToGfoIrB1X4ELsgTF2rVXkQw0WwOylOS9BstFiKcPq1r7HUkrCLF0n9o/
fHnQA77zamE368H5tK1NDZpdh/BQuXVJMFJ307Jd0OwZY0Uyk0sQSkjL3BhBQWXdmLxpD46L7sST
OcX3Ebr5SXvmxndqfQ2V2+EIrgtG3PylAvQX8g8gLhBR7U2OostCe7+qYONUrultS3vdsuCmVkep
MR6wY7L07HgspOTcIx/HvjFTGWcsuYd4xGIvq6ExYGdCFz7O6AVy7hUUMMZUJarjDj8WRxr61BL4
Ckck1lfqY3Uevympxak4WpcJA7kx39q2IVYp6ubJiDASRsNVsrjgl5DA6KCoSywAXmffpv5A/7dI
5BMFqmiZ/2AJnzErzopfipLQ+sZawVOHO19KF2Sdxc4mLk5jDfqWhmFlmWROgVVZduwQvU+st3NB
JseJqAu25zy+YgbtZIyveG5T0SNubJxbHD1gQAVz9Q0JzuyYCu7Ae1Q875QDdgWfgUm7qJKFkW0r
xAtZt9fJ0kDIQZxa1xyK4KT0VylC91twrhMjgmvUokZS9xGalPuIDH6E2etbKy4z6qqcFhIIc97v
sPYQY8t9wXHHTVccufysjs7SBR0GoAadGNyrtV8dApmMyoknwUVnPbiytnmfsQqAJjWVr1xWQbam
oKUCCM8m0/+37szabbwnOZKDg38ybqGU4SZXNVZpj67bkqXBQmZjYhbEuW0ttWl9yHx5ruHh8aEw
kbfL6bOHKQrUR4mXOQuB8NsRC/ACpCL5P/2Rp0N5HtPb0MGclc9SQVwCsho4tDS3rJhlaRaSyVR5
/SZw5I1fhFsxCteHTtsXhCrTnKINRGKLbqRcmqxVzUa+Tmkeg/HLQ7uLOqQKhMKINynhVGUWceH3
0EaD1Z2kDhlestEZuzAl0RR3Pk20wXTSSoYHaCsTKI3BlsRIlAw8xmHICXtyd7nmcrmcjbqErPpe
F8RjGDiCnWwhW4R2S2i06RBEe4bxuSjPQ3kaekGfccjyLwJpON7R2QWXipM9zz60alxmw2eCfRut
Z/ZRc/IO5E9FpDxIio36BYGM8mHUDTjrYmXnvM+tspSRF3Qbg6FYASohFhEffUKdAXsN+1Fscaxw
s5THkdNfb9+N1UAm0jc18VFGyS6rUw59MmBnQbhhXHxiAaORSZOG67EyznYCNYgLweqZOSfWrBME
GI77hIkPK96qZZItAUT3V0JHAbfQy1Mo2GX98CY3MWf5+AjV76widcIn3Lr81CG41EU8T9uO2Rc0
Puo4Prua2ad/ruWXpmLF+npkyVk3gBWwYPyu9QMTe6/9aAtj1jiM9s49sKmkfMvaB9lY6N2vY/BE
9LEiEPGaoDqGOGm6fftK9JJxp28AA5liwnXanYAKVTSEjw1kKRj5aGxESYKUYROhoHdXofTmmoVb
peD4sXWHeh8vfRuIla/TGKgRp7NiZ67vsHGR+jpl99Vl5Jv11IE2Z2IjkLL0uNllZyHFPccMtj5E
VyTVs2tZliWbu4oBLbvHvzpjN9S0qmulnErmCOaK2gOVWyyxnYLzoZWQAkpWlOXcVyrKOM9mLIb6
nUDuUYp4XHkSzfjAcpQA7XlsrAMzibcSRFRW/8W+N7n0/H1oi2cI1cV3DA8ViHHxBvwKhncj4cJH
CCyxnTfhrJWou03HRl+lWq/6fwbPdUCSJP16unbIzdj1bD4DX+4wOdJChPUrR0qRi5SVrK3A0lLO
etZgNNSWXs94qzHbZRoWD4NTifgkfMwbkev/cL21dEPtytCcTTJUx0Lo35XkX0iCXTqmt1YaBgbh
SPczGazGQQuWgFCwejzzBje6lzc72fbvqRJHc/1Koa2XUHBHiRze2mIwNsjOWTjpn1lbXy2ZplGm
rdoh2WHG3ihl89t4BmZy2oiC1VeWWfNuCLAnqLSa6rZOon+F7GusXqZQwXzvtRoqm8ImyLffqwok
geqn58w0inxEKRRDnVSdnzKVvqKCwX1Oihf6Dfw9TpOD6/JRu9gmYX95s/XIrmW/MMW0XXtr2Bs4
dhfJIevjq+x1EQvwaAdmA89nTdHQkDCgFgz8QKbrq9aSVkICHqYYusm8lYENQdBo46daqOd0TjRR
AZHCH14Gk8Z7XcXVLoacllG74rVnDYlfd4HEUUZ/PhBnppNy1bY9kCDeR0W9y3pwSXLrFfdQBAU+
ApAPO5GmV00Wu0kdTJFc2goJ6pGPxb3aOTLriFJxez/4QZMOqxxAICNCCGsVkTc4a/ZsAI9kk2C2
5nABK0o6sq21m6A7GAzZSmKoDI93P7dMrv50J2XmUXXEr1lx/1vSu/eu5TDVuc1ZjcCK+4z64ZyP
RrQlpX6b2Ei3e8HPlywNxqBZZP71lbFr4PxKVnepoTjP7J5TJWt3CokbMXLimA9PsLrNGO2O46lg
ORQp2rqurC+AglhYCKyB1IXCKY+x0zDWj73kS1jeK+bUnQUIuHiJKyiud8D5B2WUuG/MbAMRgP1h
vtVqf2Uo4aZwSGkJQNIyGPSvhkDGKv4YeR48vT+Iwb7hI9Wa5gI4nawLCcSbR2+p0uNzGblLjYaO
0sO12W7KwG81xsxasqD9GJ0TNNubrTC+rvR11fCInaZjIfkGBXPG5iqKbZmz1bTSQxUY67jdVUPr
xml90jSclIbzCBXvUEZvbUJBTmt/DbUx5q+0Cd1Qu1caNuyGCUVKu9YyKIv2MbJJG1rcQDFmEkg+
hdxG6M8EiY9kReWUM5c2TZk5JiiE3n30FXcfY9TCG99n2jfcTThR46xm5Qvlye0agpJG5lpsCPFp
oUjNWKenvbEsKEDCGtEolXiLXUotesKJbPwl3jzCkFZOsgQeKXr5WaAdq3lflFBaFH2AZ4ntTsKa
ERAaMZnotCLm42NtzoUczT0pm8vDViHNLfyx/H9Vje2JTpnDbCUhNYM6yFamBmSCvFrJ54Jj1o/z
Zd+9K/tDsz9AnxE1vrSDWxH/I/SAUU9Hn4Uis033dR0iNNQXtfD3VcgB0ySbBLy235zUKdZSB07k
1esoNVYZCLJcMKuUSTKrTIixkAFIdlBah1UwKW0EtxKKtlKhWOtAe7gBmgIOyvANk2tmPGrRHHPN
X4XGR5ahRq4dRr9/YDDJ3AnWcA2XRJ2g4dSWqldwqyFkB43VAwiqh33Rv2XbOSgJy+VkjnN4H43e
NtbGrdq3xKII0t4yujp2cupW77xPBbg0K4h93ozsTjPiwgZ0GzKIOalnTwnIPPCIU1b2rFPWETGy
Pl7CTrCI7zrGSGANhWa8dWoxjAQksuh9dZM5gdkNLzp/wEEBdiCzljSRDFpAoMx9p56r1Ls5/sB5
lDBdNeRFyZ8m8qtIh2Pr6WByrLPKor1psGZ3jEG6ml5DIEP3xIZT84wIyfXjYF1kGRsJOllQU2ed
4WZo87czWx6y/hyWRwPA3MwJ5bUvsH948rEiTJsz+qyO5FAa0q5k/WGk9m+JJEga7SsFiIdxX1Yt
IF9g1w44ognqy10Ex0nh/Ulm9yKMaKeM6s0Mxi0W1L2F0pK4E6jupLRIAOAt5ZzBIFVzyMJ27/ry
Vx0cvNJfdZ50zNZOy1M4dyGWXtQ+PTqpto7H6jSajLTZ2TiKcx3CCv4pvO/W3AeY/fseSA8kz0eG
ccVHmhMiU9ZIugGstrGgaWc0vb2D2T/fa2MM+iU7iq5Cg3xzRqgSTfeF1Y8phsJ7i7UBR2HcBBut
s5kr/wimuma3Yj98VINmI2X6wvDyP7lBNhz696FJVlSlJ3q8hk6kkdDpM6czLfmhmQp4F93lezKQ
kv/k2j4O4TBvSg2ImuwaAEoMUGtRrb6qrngLUR+NrtyRh0lI8LuP0TCr6h7aJYHqHY9IcTcNizgr
kFkBymrkX9XYvlkUUZqvTetaB5ob9hLpE/FhZAMN2QcMnXVLWU6WrXetmMsaKaolC/exU7yL9l/T
DocxLm9ZO75lNTwI0pjw38PajL9Ff25IOPX7p0QbF5VMkfDyg2NOD+rIFRTdIt7c3qdKT8OFFRRX
eGascfyW/VG9h3sFRJc8+SZeJkDIauXC/bpCDXUQuB0SbkMj0L7t3mPkWMCLCb/kpp6VYb3y/fDS
qA65tCQ9GmZ3ShCvs0amGeqwvZEn/FCJYkApeOyl5NaMzjOT/ZvBGFxhUAftZ5Mq1p8s8JBaMVVV
BkSYERJ07gKLsgwxyLmlQruroJVgCUPRaI51zqI/IguRvXyemEDyw0OLrDj1xLcVcsnDcV2w4rHo
J/iu01AI0IDRX/tJyDzeoC1fu8p6OlX4quxyVfjaT1WjzIny/B0gGSCcfNVX1QHCJfnEpnM0nOo8
GOo8ZAcvF2irrHFXTksEi2e4V/1DBCHLlmsYyr+gsU80YZzo9r7K872lTzqLyseE15xsfdVgSU4T
05kZAn8NYpJNwPqCMK8Yd0GT10/osk8eXusEw4beP2BAvQpi6XKRPKR931VHu4wfdaG4ad5xlaIm
q5TvIpkHQe/GuY4YpKlvhXf1PPFDgYSisV3q08dNijrm6R5tW35D2fQ16AdEiecuL7eGEr9V3iQw
rQgJ1+XUsUGncr3R28UDF9sg/4CPdSU/RN9/7EgdKQE7xS07tCjcqVNKhIFStmgV2oLgVibKMRfK
PO7Euqv6Y1A3v4PITnoirTKz/F9KiXSM+ajfMHtOeo00pYXp0f5X1icEl7M2zRYcwqiN/p9i1adM
yQ76gHgTjt8woFzP/xE1d1JBOqzGGO+Une6pK3xVe5ljQeyVzcxSatd2PlUd3i73xR4+EhyIZN44
e9IVVzmTzU7iAILI4CeKW6F8qdinFmE82Yi48yZ7U/yRRnCB1L8cux8UHnhYP6Jd1dKuo4qoixe4
eaCRzzhhUoMrzkeKUSMY4JZVki/CFwjrhgCxbngKTqzlFAw5DeCsK+pVhb1GZpyaomKoQzZU9rNk
MiVhpxu0FqsNDBOYJWay8Cd8SwOlsf4jGJZS4dPumcFShA1eCx4M5kGDEsIAbVlA0MTuyFxCAuIS
Dz35YsjI5MDtQCwFhPf1GMzx1rgFzEhVQY+QI9F9hTGSBV6c7f+DKki+7LBOo4IkI98V7U9RDYuO
aXkBiKxBn9U6xM6XbAPZNmmOPR+HBII+yZD6OT55EVVjV+3Aemy62qcn82C7lVhMWDdbGfo2fTki
jilR0CkIHizy4OLc2kj5RWDFittHn58kqDxVBNBW+rCY6lXoY43aQBmFl3QKCemxbA/NOuLxMuD8
bXTE4KyVkZh5GhhiGALYJtteRp5KKPyUWwrhyg7xmtEgytlTr625xHKsVJsFWRVsA3uUnPbS9P1T
FLWuVDJC65otZe/SOwq0njHHynQHeLCQazipYOw3PEYWo5n+aP6DORXSvCXVeT+w/2auGxUXq70V
Rb8lH2TVVC5nHH0Vb0LLlHGSKBIsUGHxj8i1LWrGw2qzNEtEZXAjQvYaFixP5XfAnTsScsWRqBsX
5BKaY7IvMdYFOxwMZBVlLv/qxFMrN6Fq7n293aLrVv/hbFvp+c/0bbppXIqtpELAn556mEAqGESP
AS4B3LOAOVSGLAfeYfXNI3HW1Xv0jbMUW3P1NSB4kn2Gx8a3yCj02oQNyMVLuUBesXNDrTEWB9AH
EB77zYR2VeNta37X0rkRa75Six6Q/532pWeu2v5iFymVL/yxcfhPYIOLoxN5uWoN6OsKnIkzcZUX
5NTxhEvr8EBY2SHAVIGds9o4PqvIUhxju38AcELGUhwYHjNd9C1lR14yqh0kCldZql2w5tSwn3X+
UyNOSrcWczFDvGxxGu3x/7I7ST65x3WRvgcktIp+LcMW4LqD5MvClbC0xNwcTya3pIPO00R+wASS
YrpDQJGFw0JGsl8Nr5r9E7UCy6JHPtG8kz/Q6SyFHgWQKIS1pMoyG6dXRbIMQQGSKcWNwizUKF2A
KYxfFUTZ2hH+XQwnTZ0UUcJZCKRkuDsRVbptglK2eDoY7ELjLaHax/bM+h1iDY+SCk1SPO4DHCYj
Tn4Bwa3Gcl0HCmgMLho8AXBd+FJj4Qf2ajpQiFldaug8Srlb24hLmK8KSAOafAo8h+koWz8OtKDC
U95ZLm04WUQV/ejeQ6TYdt62Bc0umGDnWPxGaAoCuI+BIlQKBsotlObqns5Hl81NXTJAYNxdA8Kz
+34uM2kSaPDGnK2PD9WyxH2FzHNQ3QQmjIk6R+f7ZQRo5ew7ujLe2rDQbAHwAjusz2QUVNY8DzDj
YEr2pGeJLLRnSX0xYb6GAw0kLlrOR8ZggNri1SizFEWUqyCgcHhWB4wJkdsi51wFATCFkLEgpgii
vXJ4BgOYrBZXihmhy40ByxWsB/yHHuP/9aCg1yGTNscNa6YGsVvXREZ1RJyEKAg65d9gJweeGEua
xnWGscTTs5W6Y4DGmoxmZFWwjBn9cQHonRjhAj6ufpTIrYVZoeG7GQZofYBquiDeJLG2LvgRYoPd
GOIlHloXUkAPpHSVbCG8ADpZ0i0mTWlYRDtoTSvDmf7fRPCEo1Vo6w7blNPpu8mxS/r1tlEwI/pE
WeQpuSEdFBSZ7CzksUiKYWISU8uuDZ4kppblCHJacTM0rkJpF+ScL3S0DegjXMJT8FqXM77IGORl
E5QwRqUF7eQafOgVMsgqaNAX8aQPunADK3ta9UbWsxa/SczOoL1YkxSYM1Q3P2pmzNz5eXKvsXRV
6YR/njP/Q9Q/LPQU/3v4J8BkdqVYSfJvGdN9WfeBsRFgwFX2XcHI4SZrSDMwsn9teQFl+L/zCHWM
CehS1unDqUWJIUeej00GvjP+FyljF/uOGNahk27qD4keKxjvvnSRR8S+PIERLO0GDEN+fMnsZ9yc
DenH94CYIoExLPLJniLl64CPSOzKG3Z7I25T9ZLWzzC8dMFbrX6JDE+qf1bzLrTnyMBWY+1aSUQp
hS9QkLb8L6cnb9FU9axUUuTfnTgb4qCE6556ygm/BjTawBt1Cw/HWu5PvncGO46BfBaihzZRG6oz
QO/dDWGVlpxlcRvVdxL9mjrU8BR2HozSi6Dz6+9BQLrsiqTiQXkohMl2sEkspKcF5AeFjW1r/9K0
6anrpzlWuGbuRFxBCGPD9rfxt5xyrk4iHnFsPIXfkZL+GFT7KQ7ghqWRDe/Dau9hC0VmKFfaoCIA
AICXpGuPXI6BfcOAsCAdeeRhDQtAwVgx5hGtODjnnlwXQwLo40CU5lLycxMRcUwJ1s0fslfNsRCu
ZIeVbcwmkUkHnbTgY3AYMarxRR+/JoUwwHAwDtxXqjGrwmc7vNsaoB1MlpRuzsLCmbVMupN7atPI
nkZmYcoDw5wt7Zx8ZZbLsvsLzQ8Gym3Nonaq7yymNzbCXkQzILORYqIuR3Q4igLdqZinOdVHayB9
NRaT2TqKjyPook5dAoi0x1UsM2+nOEkJIeKR4RGp2h2AavJi9pl/74svHrmS+SLBjUv9I/GBQFyV
8GfUbjKKeL39NTTI8PqNj1Mb72l9afO/YoAofrLtTWIvasYv3qNv/VVsYCbm0Vu7/CDJcBHV3p/i
UwMHzAygfmYV0jtnhVbL9yh45ks/utnNZ4o4BkBRh3mz6WKQUFQXW8vS+aAOhekWytNgcd/kl4ya
JKEEdcQrpx4ItHkuDWhXvmyW2CZSbAKMZqZx4Xbs6jNRn+goQOJEtxgYySg/85xSGwUT7h+/Q83t
nPPuo1PYY6c7pzoZ+WVE0Wb78D+YhdcpJafKFheHAtgQP5+kjNwl59hkVV0itDH/GYjDc6cllxaZ
pPFFJP0cWETDvZskzCODu11/8oIwhpveO5PWTvpZokKrtFfv/ISgKHJWIkH4zURq0URnvTlWU/eY
74U4C+vi6xtHOwbRmX/GwcrPt7F+QpvfSwhwJEDhyAp1unQM11w8aOKtyRalFyz2qBojpJ5Rv8EI
xIxvXNbysNGFd7IFrWjTuRFaU6vDNZlLx8nkN9ab3kof039KIt6NQcmOG/UknSi9utsFFafucADC
ACSd7Ing2hXcpCOWV0hLSjTs1dDeqhHaDN3c9vHe74mdGz5MVVmXICFErq1ER6ulaMSMKiQnKnsQ
z8D/ZMIJFDBgYFoAqhsKCMVYX9ueYFNMt5PbyDOjM9T8I6Dwbx8NqBcw6baaaxgqF3Y9n3pSrfvJ
koUfVjTmiidskYhNyGxTZuBkC2BvTr4Lj3WlQ14KT1ZHCkdQoxjt/6mVckWqjwuif8m+SmbJsIL/
67bxI9RU1pQQhfKIAWe21rroSlTnduikrTaFi/r9Lqasyux2GU+A9irfD8nUrHHcTHkxvf0v56Fm
hpjuxLC3REmuEnaNLnrXun8n3fTSkl/dYTOrTXRiqrcm49NNGV8l6reEkK0jjRcuwjRfU0bDtbwO
t5W5zQBmeVG6HmNj41HimDAnAWSgR7e2gO+lwN5EVbPRmFpaauD6HikuYAcDSj6VqJGcoTaIHK3B
YSnprJ660Y1s72aYOPG09KGqvTRTjdbC+rzxGxakWdc9xpLNpM/WnxSxS6vxLdVMfZgTDzYoGNx5
XAEIj9h3ssOdxFwcjv2ymw+dQCpSIbMlsom6TPkpSOI01KlHKd91ByVLveRa0+6mXNfUY6qS+OVN
k/S9KZq1EpZs4STIKNqRF7mJUMrkrAznrQyDfcwPelp81nLrjmDTJ8dlOi2MJr5WZ9AOD86XgKg3
ECU182uiijXzHFPrWmQ88BAYT5VGYeHBa6QFB6q/AJm+x9546ZQONtVfG7fHWGPN2AfyXwuljpK3
AJspS+nHmHGR6vanROkm/ZjgPEbyo0pAH71KEvFkJcLg2PVfdrmLn6kt3Q3EeR7qtaoqTniZPlNs
I3lKejf5V6wCWQvglDBq5bt3IHWZLS+6DFksMIvw+mOlKEed1w7X59hZ3bk25XPAnrCNoIsUN1WM
X6UIzhg+Pou3FQ7Uoqz7s0klAdLT9Jo71P19zzmmpdBF6azZ9+x0e7jWUPYt49HZoes1vzG0sMKW
XrVsn/UyuRr0gSgFlqaZ7AwHi6W5Nkbm9Hl7GU3tBFdyb2rRfmD5V8OBrQVZofK2ZMqfhePeq8Z1
3qZXqDwmYbgpAeey5DOsUfpbGAVvz2ZtKgQme5WZcQauPaWVszJ1iRtlWfTVUiP2wrHWGozpBBFN
EtmHBi1vKPnrnjRdIoeBjHtET0Ck7nLWorgMONhBbJzlhihQcukFDx4ytYCFN7NC/lPilcN8E4f2
qH1nHuCnjMmUYGGQK40b+RTC1l2AG6nir7AdNiMqnUgHyxmaSy1vVlNvGAB9sceHyZTVYJvLNzIG
ZS8HxVnLlJcdj/MxepittI3YrtuQrQYfMb42W8TyRbM+IyBhYMDJDQhxObEPBdMJgsI1U+eEiMm6
FY6Os5kBOIHfGI8WRghVRGe6AGDITA+dNu3jZgLmg11zgXcfnjlsge2ig1SWQSPcsUZFqCtMDz/1
8dSjHyWUCHl2AOO0drqL4YUXOKFHsCouEZcyYqR29NCwIoBuQuIgAywZqVjZEmUUhUTfvqPEQRpC
5l+UYKAB6qlRaUWg2RE8ZylDJngoJqTFyuWprboZZNCAm76w1XPEL800z55hn5MG9T7oLTWWELCz
QH6bln/xKXFhT26B1n1E5Nw1RbhJ2TAIobuqVOwHaALqhH6Vsk2i0Z5Zw7jxQmuflz8NUt66MLBr
JNvacfAiYCWXzYPda3vjHZxNvziq/ALJdiEtAXq7drEDnBKF+lmias7B/fWJ8RwH5RXK0offJ2e/
Hpcg5Kx3PsRHo47XiUABSSqXYTKgw1ieKv42M6oXjaQewCzahMi9aPpbiGDWXc2XdEP8X34DSAVA
GVkzuIQQLGXn0dqM9qfHgZT5a725kgCcqwe8J185CYPlvu5cpdqGIcA0Lse93t3HjEPbBWEaxlNV
5HGkgCbwrn75iqLvAJCawa8mnabxIfIxFC7DPtjmtAiOflbTTYXUlfY1Xeb1FVTUSKyf/i2wPxZ3
RfsbinAWVuco+qz6G6PX/q1kpzH9xwqkp7jXr43lMnuj5yvat+WsU2UjlI1kb6Vmk4PqKZ255R3k
4aPDv8l61cr+1Ywb7OapqS9RgTmkwMMn0kg/YJo4zn4wXCF7/YmJPOimlzsQuaP/JuV3UyA++6cC
esrVH1u/Kly2KNAna9kK2XqJXCO9jBEwq3sl/lFl6+GdtG7cZRRXuAst+RcJAuvStk6W4zSyQDkY
40XsEsrK4skP34Z7SHQ8zdAkbXVpZ2VX08J/eWhIzMvOcYm1FtNNRbeUOx42pz+8Esux2sCQPxIo
N9eghMc1dy6/UGNT9kLBa94GtEgpO6nSHsZGPX6Jele1/6xu61P41RwRDP4kVtjdLvG2/XAEnVEi
5GITGR8arLB4UtW/XvBWjTc1eYGaHpEShnurOeTNUXF8rLHhTLN/Q9veJriZqH89EDyebrBZnViu
czIMWc+T3oMsvYSJ2gdXSC/Tx8vlnaubwEdPCjoyRotVpNDv99R3MsZV/duw2Xe/lGrDK+ucnah2
BeBpCzTJ089+GvtzhEzcdi+ZWV6TETn21qV9JdgNnJFER7/0FrA0m/5gdW7qrCRy6MnMFptAu/r2
kYI+wcJtWMAevq38Q6HtA2eh118xhGHl7JVHfVxi2ywCkk04we95wci7+TXsP03ci/RKplOQPxjY
K95Pot4aqmjWi9wDNpNXy7smEksl9TM1Dj5tc+WB8xu+cv3QNydmw4kBs2UOg7QyMGU+uGnGCPfG
XRGHWoVyj6l3Yt9duwGJ+9YbPwJjn9o7hFdZw1SV3JyTydjWftG9+MpnhKW54o7rGbBnCQKdkwP6
ijkXY56TLj4HdvNpHy9tTAUNSCLWJjOlj+d6+jv129M5wYsHssmQYjg7+WHgrIfqHrbg8b/S+iuE
FDM93I4Sx5/3dFARkxyEWiZctukh6VeB+dP3L0f9jdQ/07oJLq+ekbtqk1+DPbsgczOkRf5qO8Bd
xcKsEHkVL9XbS9BmzEWIDhvHuzQporEyBmdbB93iNt6pbTaiOibjzqovjXK0zaNZPdLkbNWvCEGW
Y2gzC+uJ4tzr+AzwXTJOXrzmNwkHo4IzI/vzfLAD9tuGOhJCH1YYpcNwAvxzCMzfMtmS0S4jIZXP
sXQe1DuQZ1oEttU9zrgHH72M4QT+gcJHohbPUr3r/qHCZq0kK0xbQ40u6GB2CI+egf/naDcGKCbG
QUGOUfalMm3SMVTqzNxkdpRMleDm/tb1ufexH+TPlEEpDwHbuQ3OsYg+6vGgwa1RXkn5Md1geEzl
yfumAE9V/pgodhgsBvMeM+z2s5lIbr621dVDWa7G9simrcdkrt5CTAO2d3XybRqfnQFhz6ISL6JA
wIMjjNspLDp1dWdRtCsbxTux+PCY1wpcBv2xncAFmCgbgfi7HwtwKNB6Ei83F7Hkm8Q4G08S7d++
jUoZIcN5GLHVDd47oCHw1f+4Oo/luJF2iT5RRQAFV9iyvaG3mg2Cokh4XwX39P8BNzfibnpkRqTU
DaA+k3kyRXNJtNGau0ybSuh0HzyVwn+tquSvyNuvuch3hmLHnvvvgEpzGw4fOe6/m0Yyw1AsF3ty
fxcC5FjSWw+TT3k8mf5tKEd097EFcSQGM64CtSVEhBztktCr0CdLu8mCXUlIZ6vLW1s2oKhsQO12
jAgWoDafSCtyFghNtoV876LWXdFrYvzO2wYREbzuwEm8Xe32CNIjbBRsWX6gfLANS4oVdUBuPA4k
H23+5BztgJGPcWvGuC4ejMzNaOUyT2y5+cqDr+sThX50KZggo1c/CNM++I7ZZqOz/V14EreBCrBr
WX0m+6VEgBvoJGHC4XOhLfDxcLNCFl/Mvhusc0GMCqNd/8FSDeuoBujMMtNbNdNBe2q+g+PqWhD7
vYyBsZ5R5xcC/Tracd4MbxuZRO6JaN5Odar32vBAlCkNVLOE36Wt5T6HalZLlriZOKnZTsGx9FuT
llAgLB/LpJvM3MNP0+BcSishoLHomVcLcXUpoliWllSDdOnkZXIwsMkI6MPIV2vvoyQ8qEqRU9KT
ZKkY6g5tu5J94j8Gi7ee589a4GfpVjauV1UT1UZ9UTlayTrmEbJ+3lD6T4pwboRLnBdjS9J4+C9g
WG5VAOQ80HItAFze9/Q0ZkCXRM/fdmR/vQlo2SYNeTmYZs4H6BUkmoib2cYEw9b+krbufNSd+9Mp
VRH59M8ti5XS0YiNGazktBB9vi/GBtV3x4idxDbAtWkn90w6K+vNtcF2LugQjCcviV0/tWPXPNlc
4KyVwcXi7hq95suDbUOUT39hS9Kfh5oj3qXpHOoctoEA3YuSdZNoXBGtX7xUqIL67mPBEJQ4nn0g
G5Gnpu1sE/Slm7mv2wOxRru5Cgj1GrM9y0iF4GSd+q3nOhnRzOGDytr3vv3TSCYMJmjxIzIW4Dur
Hl/wjFFZDuLZE+E9GJYKwyK5a1VY3amybUnIHA5R864XRJWBAjmalm51MuRxzYMStylMgciS4zlL
KX0SHMCQ/a+9g1esCDKE5AlHbWEudjff5qv2wRoi9KZNd3AFHXzYkPJeMvLG+8JuBiI9UVBtIndR
n8HDmTBlTyl3rMt0p27RTDgdkDu+MPVB4l/nUmX3xix/VF9U+0WlB0u4zlYDKMQX7xSnsAr9Q2II
pipVTLoLWs6bueZ/8fuJmmhxQC0Dg3NnanZZlg/HlOjIXRNZ+KKD+GMq8UEBMwpQ1WTW49AvSOmX
p4mp3aFoWCZ7Rvxx8+iewiu6TPUIhEXjHilTwRpD20z4wJyNwf0cACBYatBaMgwC6qrgHJCJRQ0S
P8BhQ5jf1xeuamsj0hw6f756q333kXwZvAF5cTuUPruMDBtBMjzZVbYtXFZMnp/JfdphQs+RkksX
00oTuRhmLWJdatonHd0006i3ow0PAz3utgsZd43uYjbO5CM2lvVn54zFTVUTKuGKDvcMKn/I+fGG
xBbERgNZHBWjMEVELnJTBrwWO+eyEMespU3yhhCKC1ujPENR75sOrFob7SXjOqTSfAxuUbFOYKNs
Gp8dWTJMm54wDmIQ0103eLgowvvJIJHv1QwmH2kVIO3hNMwVOtps+UgTMroEmPQ9k5XnrPRfudIO
lGw/TJ4Bri4u49FhfAO+72BBqO8BXn14Wc/6WBkqAftfBGHGq/FlkMFzQlv1mEd8xlk299xAyamQ
YmRKFP+0EgNXP7OVnJAggJ4yG5fO1zL6sSixEGflCD0ufAxLmG4iwoLF3IKHOwLFgkzpnWmDt0wn
18gRF+ZuIuApHdbNxzC6LyCFngwmuj6PtqO0JeD8llxR3lzfgM/rrfCrgO17cE12rh0WX4LZBGqh
+L4vOUVs+ZDK4Tyz+gRs8ZrxzN74mIBi39nVmo2AmuOrHBOGSTPaFkLkecs67I2s0gqdv0DxJ43E
X76UY32SUvFZ2l8jY6Rs9omuh+xAynC3k930s96n4zC3/KSFwqxuez91TqkDUcAQ4tKQRbdRgfcQ
xJzqQTEQHl3Ah/eB23aQIHF8sI7gcXLjuIiD+8yxDt1Sva3QeQjLaL0ta9rlgmiOeJDbMF3XU+jN
loTJuLewKUWi8exBmw4nj3LXk/9SuM8IfKCkr+y8rHQ/iqUrHjRSzMm9G5fiHObzV1IbSVwL870h
WrepRUjuQhl7e6ipPHoxC+VzQBLRmeqdSo5LkWdVxCH96hB11rhrJhV3/L4LW/x19IpN+10OzGnj
pPH3Y39hg4uKu1ds5JE++m30OMugPCJkDzghybYsd3MfaB6GrL2HooXfVz34rcUWkuTSMIUplfn9
fYqqFzbXrXY9wPOWfok0bKQE2hdyW3MNWcFoByvIyuEE/RyNbB/7jwHrCYt2Zp23CJjuNR1XECz0
udxfDofMSFkYdsdooHMnic7ZViV40wW565z90JBxdl6ihe1n5PBuCuk8p4GVXO1xp/G1ywBXUqDJ
FGtcvGksJSFJ9vjl2gd34n2UWjs33hS9icXeDA4PU5MQBGh8RNZ1jefPmzmnZjzUAfdx5Lh/lLU8
1sKV9Mb6Osv6oyX/I5sGNCMJblzxqEIT74HN85ax1Z3ZgysTfMV2uK/Bz56azCrQg74MUXH2NFam
MSkVNw9nAqpdPp2ogxuG3kWUPmUp5q04w58K8Ya1v8I4QDQd+inurko8lxXwArfv/rX9CtkZuody
9setTdmYCR+ZEVSzmqyvvPQOhepGhjfQZycM+0XwkQYS1BF2GOSyL+GS4dZlzBAxZ932YfaSloqc
rbT56NGNb/tftEiHm9jeWnX5NWPjiscMdHrCFmZU9rcR4YsV5gdZU3PKgOLA9Q8Zz12ALslnb7In
1+KyDEP03cbbamkyzFPPkRjVpg1ewww4KDkv33PQxqdZg5FjPb7ymSN8UTmjUY8tCG+SyO79PFxT
8ADNTwHhAOxBMs/DgzEUBLOGMiSHxblWQ/85aHNXZK/Mdr+TeDimYjiR/nb0UNUo69luMcxMemR5
7LX4js23l/2EucPgy7BSqvFo5+vUICQV1ATFR+n7r0gouDL4LDIHp2NR19yqGX7xHPisLMnPGoBt
DXh4wDJYZyNY1uaWA9t73mNKANDMqmhI5nNM+dsbGvJW8mk4qrudPNQqWaxfPeLgiSBgdIOx7qgp
8iDKjDa+E9YB7CBPw5pCXEBTmRsohYFwmCaHX8H6x6qRJmDJae1Hd1vPvoeLBkusQmG2LYv83ouY
XGal5fCbWmxKT94u7oBmxyLkz81RGTUc5FlGk8+6l9QbcnXd+RvsFBaJ2EkJt6HjREYSuW1Hikts
H6j2wSs5DsnzIbtRB8JW2+PksMhRlC6WejW/uW77VDQHjv2d1Y3fQQFXO77TCyCWwUeHqQdzlJV3
8RaSwttcb3//j3r9MkudPUTZ/BaMNV2Tbjm8HbzzJZKDKQK3D2KcrY31MS7hZyw5Z1um4jfMaZew
4qhoMebOY39C/sIF6w23BeBim/Qa1aBzyCJs1ELI577CRuPMFfXXgxFo7+Le9Bvbal6ThtIubSSJ
pUXz0vZggmzcOY0hfNAXGek8EgeUyKFnBMR+liWmslpnLz5tKzqcv+VMu538hF4w7jsH4GFCN9mT
7bQasGDVVP7ZD9oJSlSl9uSAn3phprPbJFjXB1Tdnc8sM0SGkY5XCN1YDJrxxVq4FBbtg4NdRqTp
LhASH/dePQ9Ad61lT/O50FSMXxHj+ThBtdTyKEgEcj+YwxXOLxM/Rf6gmKBm+16VGVr2nM10OiCC
BagR+K86t97CCcdNRUZTH5T34xpsExXmvecZxT8bzYuRfJDu/I5omgqHvSgAgIfRsr7ceFWw9/41
t5LXLGE2OMUtwukaMz+kH3a8o9g7dJ8384AYJ4qf3Vy8iwiHeBq7COJstsStG3x5MdUUIgykSBqw
5hTBPmFIsemLODsoDJhCe5cY+iMDCNSVnQrDmzlfHTmyOlr9AjuteSFleWM5y2fd04ySWcNMxz+r
yhzUNAItzI29NVCiUaijNFUob9A3VpAAcoEtDvr3i10Tw8kuQnMWfdgrIo14MQTKkuSEKHi0RMZH
mYfY4+Nkn0ECRu0VhLuhni9Nb6pz2bQ8hHlWTP0VRCV8BZnix56T8oIPhQDY7uRyEc8ZE4guB89K
OpXBROElx2Ep/k0OFXHsYz+Yq3NajN8VsZWbsJWkSef3eVM827Jztrnzhtbqj06bF/1a3lOVrLQa
2PtzgqwpIHGKYeV+DJBWOyEBgnR4T4ixfvIpifH3d6+6ZXBbuFvZB8Cms3xlQHMKMFOGb/e38qob
2QX7OfNeG/RbSyb+BR3yac/Uh0qitFgsTvyGyIEy5QndjH/smmkr4e9gIzoxHnvtE1NiEGRZM5WF
S/K6EmRelFTTA3xaRt2C9ZoTtrtY3vkVNNjRdq9uP+nNOeuSF9p18Kdxmlxix90HTSbhBmMjiB22
IukeoyDELNLDmGTU7cPg2jhpRk/t4K/NvD2kwzjlW2iYlivIEqIlyNKoGLHLsIXA+mH5tdlHa1Bi
h8NwKag5HPNqnOTKIW/FSBWGgGWj27kaIS1oomJehWoeoxlTKWId4ApPVn9MB2RuIeT6rozk0S4S
OFaaxKcIzPAqjsNLirFHn3ofgauAYqLpWsY6xanj6adF9PcNsj7hEHpA5cZwq/yXqYGZb3sdTPw9
autvSdaSrX0sAfBPsmJ5sZX9AjyWlqFKsBTZaL687q4dQJ35Kcb4AkdVP8EWFN5CdKxcHk1BVU1E
KcuoJDw6XCeUyuIkCMq2JljCOfVc1aZ/TZy8083xb0g1HQbnqLbqU+uijhE2AclJztk3rjSXeh/b
pJzMMd9rRNHGAoKLnpGfUNNzodu7TCwPqxCvjyf+DjQDmcmTUyru24bMvKryzllsXrqQ+71VpryS
lL2plcMWOwgQzEyTdVM1yG6LPKXSCIFEehWihtae+GeSMdXmwZGT8T0k604L93FZ412VTJ5xGGId
4Fhvnc7nkVDhYZOkIgRS91T23FiUtSSTFQg+nmWZpGj6k4d01RpgNcpne9wE63cK8bZlA2l+kRKn
b9LKYCKVetiN4VOreUbo1iXEwXoPYo4gz/kklQjXc3tx4+xSTuYvjxgcazmmDGYHR9yQRwR1X1E0
XOs4iDdBPzzwWSRGvIcEgXsYh1mSQmLEPgnoplwHh5TwcTbRJcUFyoz+Pm7kfl5jNcrmdR6qR91j
MEktB+uq/RElFq2X4i+j82bfttNLQJgRc22eLjMXS1P3/2H4bLdkYH6hvHzpNOzeucLikEqizRZJ
lZMpJtvFGOzE0MRb/d3U9YMj1MkLBOKdmtgXaH2PCq3N6g7oN1bkop4jE2MsArrNsXt3U7mctcQm
XI0gGcC6QoWwUsbQ46MOiqPXtBgLWypyU66e2AlLNqEOHorrrXCiv6HLgCic4ifhHOdUvqCk+CH4
Qu3mEV590JMT6KLDTsg2ufEYnIiYFjcKJ+hMzavBs/+yTF+BitnZWYyG8zU4ZGIzO+jkI3NTjE1N
uTBgZtSt7Yn8ZuLEgJ7kTGWG+IGzCuxFGUDnsJBvtY2cN5UJ/ySzphJLYd4WltrHO4ekYMSDlBIN
MSrODAx1BIXFRJjUjQy6gJt9DY7v3kht/x2HrENOthoFGb23vvdmx/EjU61bQoMvZepyXvOMYci8
1WCUJodjyTPtTzfIDdPn/3qvJCCCJ7zNxrvoYHWtPSRqbZQenzQhDLvd81gR1ocBJ73x1XCaG2RC
fc96xPZ5BlOhrjPEDYAHSJMK7GSE4mdjiQjyIElQBLfhLaCbKYrsPhHueO6KlX0zbBZv/iuy6sNj
TqRc76QUcsEF7+uAGp2hqf0mU/M3t4I3P0028AMnNE/cgKoF6pOiqSbfYVjfYgk4A370p0VsLt7i
6YrcaMtM9bNA5tAjeNJYHKWbEzvbhpTSVC6LiattpHgMW43/PIrl3iNEgAYaJLW/nnXOgUJugGmS
uvsKTU7vEYfQETsACv8c6ew/SeOPlNUmYGpkOxX6Uu0UYWFDicS1jPKSlLP0e5L5a9D7PyriHqRr
7ysM/VX9aozCak71LQfAM0bDhWiLkCyN9YU0E/gV1boTxfvHdh/SqO1j4PDkwW6Kchc2zgt+WDwJ
6MKqBeYB3q1MEuSUjs4545PeTz44yQSLospWViHJinOK+U178DRXjQxpbj/TgtMM8UO4wGa3ImRt
TWjVe3JN18Gzkjtp/UylefOj8qkiWV4O8hEUcXbnjMSeiAC+az2DRM275clJIuY98Tp9hz+bnJeZ
IwqwbLhty+jdncr3KENIOkeMAFfQXhnnUDKT7qMl0KkIgH/gdubxK8IeXwUVZpYh+Vim7BPguxOZ
/5al6ND5s48hGXalkIGqcQh7vh+4KckYec/Wzy1UEZkukBGdc9lX+tVhP+PVUMEHXSNibUj+aZkj
7dwun7dhw/6kcql5Gg+me2fqbv0L/p1n/70n1APXV8zmB6cFMdfdIQ9AajvLwoY4/+O1DAUDFTwM
dYPGQsRym9jHwUDuLMM6vmt71d9Qhctj7aDXyjPc9BWyZPSTCK/JJUuPAwFjfJRcn5HTOqe+YkQ5
o7CGvcl+0p8VoEsXCz3yVzhIJBLPlKqiurFyGFXFNDtIW88Dgl+GlmiXM6yKDE55a7vtoECF14MM
b6JGd2zMck70dN/WbJfDIYRgJ9kJOyV/3HGhVJBGMlkwPVoictHGW/Yeg+SUFAZ61PyvQfBZ1fNf
uWZzjQK03+I/c6/8G2bfQslbyG3BmrQkPPCYNfNLLXFfmgmFWljAnKvcgAlIwwTy2Cq+gltXyQ6N
0NJ9j8o6ewBX7ZjliR0A9c6A1ohKzecAklIgc72PSv0R+WWxK1wWCJUgQH7hAu2S+g+Mgo+6HsBU
GeYEvCuNSChgTbx66R4UEQVM2LBGlR0ol07ifl7YN2xKQn1jTx3DwQFIqQAWGu/J6Qt/7wYsRwXQ
94IzdGMX+Ousu7Fz7H2jiODxqTD9rntDxE8QjX4ROU6GdjkyQv5TBD64MPxmwdTAg7NZidrVvyga
z45XCYpKNuLDYu56WoQxp3XUYiLXLwABVcBUgZSBGSTdEjLXbjJhMFBquW6WB5K5H13jv7cxMzBb
ALaLZp8MYLs9d8N0Mj4oYPiu1Xb6KeM02CDqjyjobExbrBjFq2gWfduTiY1VdDr0jjgymHsQs+43
HTNEbPfkAxJZtnEF0G4H0zl3or2TwfgUhA6Urgg9cDDbeydd9NkpkU7WrLb2ahVtVAa3yOIyt/Cy
jp2eIskc5HCA8GsFYDpFD68JE1Q/kDTahTX5ln5rMeGexLZjfXyxNaOdGlVC2577mcTMYhrW9pa7
s0T3kWYj9YNXElY9QsIIiZoq25opBNQsx2aJMgV3heVgknfJAI8T66WsuE0bisgiUAMW2fyxqyP3
0dfTjReTP+rnKKWZhRKWE6D4JbiLRFK6GfZ7FbwkP/B3TZlXW6eL8t1Y4FkYAbkIRw4PHo7zOX0Y
Z08ePUnKoseQkVmSbx1tYoqpdUNUm9oTj5ndHBUUtBGr+jmZqzdbl8Op8OurHwGecYRHUo/tEFUx
WTsCNAgbmVlrxa34ZJL305dQC5Xf/BVJCEaqjV4V0BkmArzZeUcWruZSSKcZZqkMILWn/4wL3iWx
/K8hsAi/RtfZjBhpkBjMQQSw3qTzzsuW40gjTFiTHDcVBoQ0tFBQwxt1VqNPAeYW0TeWDx7VWyTN
goC8wpUfdOT/NdkygelEn760bHnKkWjZz37inJAfLiI44raYsdEgqmn5yD2gdYn3OWXXaeaYdJLx
Ho4v64H43vQuDNfQwkE2xICtBvaay4c3twGxUO0bAcz+BlXeU+0Wj6MgS8ZK7P96v3kkt4opBW8Y
RzbzWHa0ERMHyEPAgsN8XXJH69uzNH9Tb35KeqTr2q2e5sl99uZlYPwFi2b07VfjFScKePbWA47K
FmUx3zaLbunMIeyjGyEgBVfX8tia8Lkb3gWZlr6/XEkmkTeM7mBaADgziumuDpbhWLJsTTwiPDsf
+0kDMVLa85lJU8yWntxgpot0o2TxGJ8kkZip2GqomyQQimVCMtwchgWenrzRbNucaODEJHKbrFwz
zYcaQFqGfJvcZz4QgDAdBoliPPXclAtIRrv8k7A8iorvOOxOlcnuWh7F/U8ecn4HhlnHwG6qE2c5
GM3grYAr1dXbnGX5gaqtp0xCsVGLnZV7j2la/heV8TtbQLgfA7vdEK1TtI9p6Ae1sC9jSoY8LOZb
+LcREXp1+BAKyfMTS50jdz46zY46daquS/06NXghLZjTXf3aj76LShmOakg0iUN0dKSILWFNrp36
vwLvTk0N5OkRveJ0m8HcL5Er2SiPYuYwOYDWSvJfBY44a2+88rNLHwozMKDDzIoBxlCzk9O6TbH8
kKnH3PbL1s6RyPqEGxwZ0GIgQqeJvZHrg6lVzC5RAPH1l3reMmy5sUDxr7NAB/J5T1M30pp2dNZx
6m4wsTq7lFFxGYagBlgIN+mxItYWJi+jct/QVjK2YgfF7hsmKkpCd4QUSV3o/iUhZjOwCrRooDE7
bdva3rhoXcp847VsiZol+dIeY+AqPEzLYm7mglEeOQ3DhprmYcywfeUkllMBwppMCJFFrFCI1iO/
yQNAJlbP/aELQw5t/9iKjwaTbD8EWDzSfUMoWQHYLjc06E1+tyayhwhlJ4vmSRVng0+OZ9uVhkXz
Gce3MfKDofq0gheP6WixZqaqkmCilHMOnbSFY8T+jisL3rFq35U2DuVLHe59p8YuCs8zGmz66wiV
TBjnuzVXdQ3383H9WoBbZoFIFx5wxgATaEBJZ18MM66Z6srsGWd1e1XefwjQSk/5pMKijYx5tGUE
kTg9fvgwJ5oaN+/6yMbnAPQBmeTcf9iN/iMjHou5F9xL7XzUWQg136YzAm7SSGltEofRatGk7LpF
8WpcZ++Laqsr/awtehhnBgvoRqty/uBJUJPYCFvyccNtk9XeqyQMTXZ98setMYn6BiQCy1zx1JfI
dqZiWK6Lh1J48H2DasnV55IMUXAv8HhI+6aFDDmGB0d8xpkZXpwB0Ew/0uNM7xw2lplf/SWLH39f
UIbPl4FKLgrEa1FMyZ0VjNhokPbfxwqc5VBOV7Yk7WWxoTEFVVRd65Fd16yG/IHtcXjTB7F1UKLz
iB2AwrEEuJdV9uY23fgktHK2gzMHp3gYSPKcvLvUaxRqpKYh4IFPgWFMcW4atD/cKGfcP/N/YSAV
H60znoPY1K/rrxNWMTqIcf1o9Qsn+b9oXqwr2/7hFBDz6WSq/nD75En0jvtY6xKLG//37y8vue+T
dNKqXToYtl+6aWk8s+RYegjKe8YHrysqpa9K8iEdE5xjizvE8Zf8w3dr8pba4M7txLxn312/J0v1
5NiBemDb1b6O8Dx/f5mJDXP+BtdP1QftxpGJ+vM718+mqDqONQbdKaBA7ycE8pjCQ/iqaz02V96O
vhqe1SDkvkHd9FzX8MV7J9Bc+btkStx/cmoY1iqtntIQkUk1MWHTfRrfBxqg+mic7sYKx+6qF+Q+
HWFxr+mYexuFE+M50CgO/N7+b+zd7I5xGyEF7ux/S2Z0+sEKPetR5V14n/XdgydBpPGd37sU2LUV
KX3V+LW6YqRRi7v5I22Wr8ZL2gemf8NTW873ISeuG7CeXuJDDxcEctfsXBehYI3Z5qkg/2qrhPfR
tAh+ywpr3NJ0+UE56HUc1As0QqK/QJe5SUFQHGdE5c+CrMQAHlliN/Wpl3ri2oF7VOe6OWR+/Lwu
OI6Bm4S3c2L+BI7uLy3WVnhM0xlIW+LF/I6W4s7wJM8ZLt7OeaGJt5zOc19IVFEpDqFS/FcsIz/z
OTNgg6GeiYv7LoQv1xmiWAzwhPu8BFTeU/+SrADw+/elDJAILXmpDvS+t77FJW9Fcrz42bDs40WB
xucKephc+RUDa/uckPwBCXTvnIzgQqaoLOmCyLlL8VhN3K3Mo/ph50dNwXUi3WvdNMhAfGuvLIIK
i679M0VkBsgJKvoCA3TmrEpqwLxdOhEGYEn4JeOyB4QBz9ge//r2wa2oDm+WNNgvrLh3luvrwzjw
cU5BCD4tOyTziBkq1Z9uarj9VT5fEh8GMnyUbLNAdbNu/KbrTw6ct2BdtieMsJa4vgttdOqU2sBw
BJSAjl353nbXxG5JqcrM6NiECSIhM6QBSjZ0rqNlI5BZZLejLn/SYxXfTj5YbFVQApfdfObU8M9B
DoAtCfT8B5UffrkmhfzdyxDE2PJpadm9VA0mpF4D/PVVwcjRkpuRWfV1njnH61G3FwdupCqjhbLQ
olWRAoFYDbaC8+zUTpKGa7YvAZw1vFH3IT8elERg5+fwlkhu0nWgzkAkqneGY1QBuf5jwNAj0GUe
DdRTdMnTbGA/9Saodwl7S1bClt5klg25HJlvM5X2s3QQDsZcD1+WrO4LL9uKGbm064nxNoO2whoW
sXY/i4lxVouIhiZnz5fNzq27dxrfv9LeY8IVMti1fBynwk1PWo39h3Rgb1iYLDyeEDCEvOJWrYAa
f7W2wy6oAvrpeNDUJ17aHhmqIDNxrOzgz5k6tpPLtnawuuZuTsAn2UDOwH10bHZ/X3BTQIRaKpR3
/7GvQdjPbvoeCxRHajFDGNMFkq31pdds1MWCshzlizo7M0BrQvxu6wJJZ2qGCzsz+sgm6wh2HKxb
10ofTTO6xyww+S2sT32TtF29//2pK/L89mZxIUI53CQ3C8DJVafJwEIzHawCSWyh6F+wELYPysP2
Z6sC/xhX60Pg2g9EdeNfCnR30euL1RaQoCx5TNvSOytlRyckKNk/SAFYubpifpJoDg5j7/zTlveV
d2V7CUNfYyQJLVJ2qpyapD8lVLJbYET6hZD38SAbrVnyQel2az++9VEq3PS+sO9D6cCbKghDMWE2
35WTBHOh9v3kqe8qQjSay1nsuhAKaqwjkqsWZ9nLN9RMKUPwL0kbOYrev/iyrO9GQz8bTg619oiL
C+CGd9WwMdOOZsfY6OTyqWI+FfaEEPvWaziu0kAfinRNo33u/NTs0qTGvCOQI1YCMaAAzme68FJ7
sfvWkOc0VFyBVTRDh8nwaSwR061EAq8yI87YukPWFPfWo4lWzQhht5bY137JhMnLbLRxpEMldn7R
OKEueRvuTRWN62PtprICn421m19iMeQXayj4uiVtj0Tu8zZ5xOwspV0fuZz+algwd5Nkuur3JYj9
nINPuTXh86E55bUyz2FjNw+Rr2gEE+r4PD7TBCQXv2DRVB/iprfuGtqy57Kp+KOEV6FanG/UGMiL
ltF0UYIkOQ3R6/eFFQKpKkxrFeP4a8wstgGScYbGCeCalC/7Q046etTGvnhuNjyv0COTOAaFlxMd
dXYxPGRvG2Yl7AeH6lm1pJlU6fjAA/eyYJ68td1W4rZjkkMuVxH6/mWJBDip9YV/DzqVpJq3xEs7
HEIZrRwPGblNHZZvdWs513J90Wn2OuNLOhgriQx8aX7t93ezsQTYlUWPdHnV6nB9YeAGtB8awN3v
y++v//5Iy+W/2VB9/79f//2pY60hRNIQsB12EYvfts1IeqS0L/NZ3fUQaHG3Zsda2rtpGAdYwzwB
6oqGhuRdiQVFoqCIuH2Uah4WP8bSv0TJ3VQJ5OhLbhc7VawJCr2V3NlwB+9+f8QbEF7svgf/w8Mj
owS7dE5ondkLe8zTU1R9Hfuo/eAKKHbJcCcsRmZev949v3Cn9YW18rJXMR6JdKjMbcE8to0pezrT
QVCtsvB+yU14X3koprMw4Bkp2xcXF9sxHt473x7PosvHM3NzC+RT4f0ZLEUVaMIIpkcW3AZF9OHb
vM9jY2lwE8kjqjFK4fUT/P2RXn/6+6NOMsphWwOqkH9ns9ohaxOfLNksoKp5KfIc3/CCXy9FfxF7
ecvX0db97wvIUDy2vXuZLevkxFFzxDjqAfmP9RnSYFN4zrVbX7K26w6WZLXledVPmLnTqfeaDGSO
/HGzRl/+76XB5XpUmU2Kc6cGa2WcIrWDPkDwCY812hjWyKYPv0KrJ8eCAwWb6M+UxvItYEDGIbDu
F0PSakPMrkmDfyPplUGSE+IRslvxmi7YLtME0HE5ds+rwsbQyE4iMpdhtrzb3xfWK+nOXVqoKktc
/oVX7BOWYNhiSwiHFUG6nEtbVCUzZrKZaQcyiXrx9U9Bz9X1GIJ8FVX7ANXEGRWMurK8PauS/ld2
9X3TDXcZZgLuaZ6m+YTvaR5nhjTePSpjeGwCdYVbJNHzjIpzIzXTAaegHreEV6y3j3rJw4pVECmI
kDs+W+arT7EPiqh0e5BEhiMN2IaoCQlZcLXeMS8h1MvyIJ4K52MZZnXpiiJEAU+nhsMS/Fnkk7oW
xM17ZjkN9w11TgfBsESCsGdtf9YKvv2EJVzQZG3tCtpvAMJrS0QQraKj7JN1Z4U1eb1ubr2MOQqP
gUFTNP/XoobZ4OtI73wQGZe0s574g+/Z/9g7rx3Zseza/kqhni9LNJtOUDegDO8jw6R7IdLS203/
9Ro8XS3d7gsI0vt9qFPnIDMjI2g291przjFbZ9joAyR9j0EOipRFYqeQnyRtqQpS68KDmbnI5J7Z
KKHdAU2PAmZlGlqAFG0Vx0WgXeiUzLXC/orckpqmdY1zH5Pb5MUyIXTDNwnjM+i2BIb7GOVEPaR9
RVmlGgd6n2QATRcFZJ+MCaiPibTllHma/ikiGkodM9yo7b210Zf6IUucaxRew29vFMrCzep+CaYp
fFJ5G4tsVEnnJi9tUdSRy8phomPytrn5pbrOlJo3md6y4ObH+ktrZky3E/2WO9CnAqJRt/0UG2zp
+bZuMBelunqyQ6o2kZEjwq4uWEUxJUM6YsAdGKnpSFgWrSwBejhkREauqA6OiyBbho4KOauhGE7b
m6rjolcr8hIBSGZYwGiHBMLSjl6a6MdSR5Q3et4ympYknaadiyIcUSvGIDxEsJf07C0JjACnmOvM
W6vpD2hRcvak6EnHYI07QF10gVJsehBASmhMgQn18JIo6lJRSu3qe+1Eh8opVHAkHxEWPoLETNe5
1kCGafzw1rU2SowyXHeeQ7u7Teplp9nh3dBeVavVr1mVR3cwwLsS6vBDUZNyjaBzuAWDQIrudz+j
AbUf1Zq+ZRKHxMYF38+ZZ5fXeM3KbYJhbiSwzVw3p3cRBsZtpJoG2MRYqOhU/ZYGqESzkla1mTNf
V3664iACXZ7qRME7l0yLCbuzVRiq0cXpchqXgZpgE4ESg8K93wZh06+QYUV0A1z/SfdgPwB59pey
s089440LtItXT1PaT12dilrqdXNqF4ye/uzKhnYo+8BFrSTmskWDAzaemFS3UHJc+y3pLm3/TYBo
+7dn669HaKFgp+s6vLeJY+UnmcWShARPWfz6ZzokxSl91kACLnyi8dj5aXQtlTPZEhkoB9N/yUgb
ckYPL2hjraRI5aZwsHHjvSKggB0IBQYMQ913oqM6/YEmZFhqFaUeFkaguwI6R8X08RKlinnJ7UcH
mRu97x5HhiiZlOilvnZTEgohRCJCQQ2JoEzmj2o1PiWd0t1Yt77VHgxIawb+OlMN/2orDyNh09z5
Ivt2i7tt4OvqRG1s415h4zdtOvuJQ+k+jAr8LojSytnLfVSSPe5JO9Ce09xjopvVZ7uEHZVnqrJW
cpQplaGiB07RcGp1oa1ab3iMhsbeO85L4CNd1geyf2wZk3Fq9USoUBDTFyTHxxg+yqh7R4doX8c2
XbqwXpeaLbxlIoP4mSV9R5ah+dFXhInYJmCKgWkJOpYS4RfSwOfcslNc1AQU+102XHxFbpCOZ/OQ
EnJVkTN4CyqUXH7XySWOZlbnUWK16nrqs/Dh3VGBPwoYzEdavMxaQ5sQziDEkaS16rq2TIx1IdGv
UEHRIWDPcyCfKrLDXgyyYWY36vACpigcjGqfRYEEMYfgsowiNCwhTFuguDoAE939VGUtNk7Vy4Wd
OOVC8cGRTMD6g5vi/0nDN7LGVq4AhoANiBodtngoogPCWXKpe72fm/lTjmQPbggRDqWUEIQco1vY
SuuufYuqYxzwa/VWXHGfQ1sS/IVmnHj5kl2ZfiIALWgThbT63fyscg1sXGeyFVbWRS2QK6DPlOtA
CfRDn0Ldt/xAnNCM6HPTFAhV6uhO6asAixPlQcm52/XKJPBI5sG+c6PPLGWg3xfgcOn8ghGSFKS2
k1w5wPnRFrJc/P7bv/z13/7ls/9X/zs/UyTiQpB//Tf+/cmxr0I/qP/pn389om/+Ln/9zH9+zz/+
xF/n13+//faTV78drsvbf/udq+/8+J5+y3/+pukd/eer8w7+fIfz9/r9H/6xyGiADI/NdzVcvmWT
1L/eCZ9l+s7/6Rd/+/71Kreh+P7L75+kFNTTq/lhnv3+55c2X3/5XbfVXwfrb8dqev0/vzh9gL/8
fsiz+jv79qv8//mh73dZ8/PqH+wWVFfVLKEhX7F//637nr6gOX8gnrGQCNmq5qrC+P23LCcY5S+/
C+MPU6iW7boGP6Rauvn7bzJvfn1J+8MRNlpGWzM0Q9iW9fvfP/o/nMb/Oq2/ZU16xgdYS36lrfNb
ir+d7+nD2brmGIZwNZ4lvBNbt1y+/vl+oaE2ff//8eq2S8JpGI7r5qrIHHo2NWKGglF9bmla6LZF
69gmFsd6ygThHkHx6DK6VAAp61gaWqs4lAY3rMVzvkCcMAGEmYBA24jV7K4W5cq0kM35Ub72nUDB
yX/HqGjS8KWzmijhsxO0i0agifJ5PNYN6MSuZvlGdnMcldJ6KEdxBSGHYAHJ+0x3VYZySrfLEaiV
ibGh1Uv6ks2mKI1e6rQg/aJVeQDGZyvrcaKl366LT7PzIOt0qruPR+Ka0jBfhVb+nvgEMhJl8ECT
aWv3TTAzXe7H0MlfM/nah/EFMeSEByiBf4UeYVsw5tj/vuIueReV3EHbf7EoPCWKhzB99YNJ9eDW
GHHaEkhABGMkjdpXuKnYnssBEisdpshCXgS3LtiBOnz268xDaQuItc+a/qThFF5CDJKH2rOLtVdk
10EDR1TIWxDGb0qV3UsKhzquXn0XY3GjqEjBOg6mJZTVSGk1hAptJraC7tiSrBhpj6Bv73iiUAwz
xH9opYxOENHmqmtsvAb+1qh5DG5RFD6YbIfZUIBj1lvnlV54saQQu2gocCDoPxnWh20RBGcz6p2X
OHP6HI2KWxLYOlKX0GO6KHyXxjA37E246DE2+3BEEZkY+dStXmpoJ2fp4EE1sN9DMgZVUx4Ch7re
FxDyHao+NyUPOcSNi77Bmtde8hmMz1aYErhdwvyGY+90GlqyuP8yOupPcJgUwOZKsodb6mEo+ISE
ZRv5KarIdU/EN49YpF7oj3pZH7KgX8qUtFI9wFVijC+ulW19gWhmSJ5T1OS8aL7J/djfBOLH1GIX
YyF76hExWlDrC+QX1G+2i88/PQzAMDPfe+pljPnYqr8KzTi5NTVPh9hIwMlorQlJWGDAUOP6XjK+
7cO8xfmE+LE0spdRwr0I+luOidAGFh335XMF0MdR0zWAo4Pbe+9GYhyHEliNgHYXIfgwInomkVDX
kWh2TabE+PF0fC7GrhAVO2qEL0zTZnjvPtuRzYyWvSqWjQ2lGNnU80T1pX+o0LoXZfKCdNV8SPP0
XVh4/UHmpxJFMrQlZu7K+DC9mTYZr0UQbQUnCKMIbVRCRWBBW29qoJ+rmKMZisKgVed8dFz/i7rR
n6MaLRUMj8LtdhB7usEjVcRdhqIH0jvJFLO8/3aoXu0AOpWz98oS5WBgwzxudgL1ZzU+6g06bO4d
Ru7PRlwD4/ZeK1358acXCdmYIE5atbK7R+yactWbmwhF5mFcarTfrDOtjnox6lzYdJq/sL9JAUQ5
rOVVSdujM7RXCMcAgMd3reVQDf1VMAcE+1pvRULPPnzm4NUprMiSnOw8aTdab3+4Ks6vLHtPM2tc
KpX+LgMfR37RarOOCHW9s28F2Byt46qOXa7xINW2WAv5dPLU9jZz9R215SHFx6YxDtWVranSHwfD
V9vZluCahZ0D8oSPTzt+5bj+UTCxHcpVMcmrE7EofX8pxokzFK0GxEuKQbJvK+ecPlLeEZzhfKlx
tsfu3NcHOidn3RrmMvKZPtHJCFu63OmDUECnKj1t2GzTAljUnyhwl2nPLCIv1oGhbvsRZDI/qXVi
gTAdlQZziCpgjxnBawp3lvYYkccocB3VykmL75bxinNiHWfVym7knN8vMnTZxUuvsl0P1HMZKiuU
fjoauwezC4/Yy+cBOKaMOEUsbetW1U9quxFMbjDqIDmd+lIWWqJsLcCZjBkMdMLypmPSFMT9BRaq
a0rfvob1T6gVO+tKq1bTy6FaWviknEyT3+1ohKwSAtkJYGnF3CfoxlEAPhDocXDbHw/TsBXBrjsX
FMBi8C/c5nPi6deNnm+GHBiQYdPvHx5yFjO73SL04BpQ11XUEUPHA6TwMWfiEeRoeU6/SUvCUPl/
qwTvDah1Nub15E8EFj5F7Pr+XUWNnpJFpGTQOi3v2heShAbCmaLnLgMaVnbL6bhGki8TGTgd58Ht
Fj12Nw05gkOuJr3CmRpUCz045T28dWb9RU5GQe3a+K/1XYm6xhkKTJ/o74DRniPbPwaZhoPaXVVR
udCUr7FfdRZJKSZFz6AkB/SYajKuAwD2JSuRzgPSMYm1y/PmnhvJiwFLzkjqt+nfVZy/JNZwVlTj
5FnGM6iBK2dlZiKlrOBJ1H16RoxxjlX/Qrv8XCW09GHv6u4+B0tCfvdtJDhSuphriuFuZ+A8dGM7
pcoMRXKeGA6pRVhbQCJW394Hx7/FLKIJzDdyklZu6b3qId83tnfF1s/U8Xvfxv9o5YfRBzMeRykO
fGCe2rNKGozef1QWl1jNSDyUb/WQfLhePZ82/DgNHuF969FLlimP0HZsu700BDsocCsHo78YvIbS
elcDZb+MlaP5GQ6AbhsC33oki5q6jdCNY7tCayDYzzxmbrWICChD5zQT8bBxCYosx45hrbu3Eiiq
6VY4ECVkc4ETVwJuwFQLalwk9HBVQmvDR6ya2zFqL6MvWET9J5ehs1V3C5foXU9TFyLOdylJvZi+
SfBa5px6dcy+1VfsaBd09sessIELDu9CdBfKrrCo35U4eNaFRTRMXDx0oEJS9SUo5nVc70oF0SKQ
dt+c5we/GGjkKJfU7p9JE32c7hlLk+QBiG+Pyw5n2i5QtXNJ2s5Yjbt4hv/5WgOuhqBwcGz9A/HK
D7PbuReN+6IYn2ivPcdusk1F85b8Gg8hDFH2nZEdwglBZUwYtlDuXdADGhc3GruVPXWgC5/pKqVO
K4/RqL7k3S5033XIDOPBo9kc+1hwGammzSYvu0XJQakH5TLAu6xUZPiIXhKCmdjaIKxL811pZwcM
mIRaMaXvRfNkxwS5JW3/gz+T7t4H6U3LimGRtutBYkxy90E0V6lEj746vhRkGHU6cwM2MGifGQwH
a4ZXs6YyPkTvr1BU3Wqgj1SyeBtbl51xhCmUh+MomksYoDgsHSxpvjKSJW/MRMVuwEgRSyl2/FEW
9w40mpZnW4s8DJZxElGAObLtAM8devGLj6PDl8XJdYyFLOReeheRvhudROipN3etCi9hE5+HymKo
h8A34OiBAlElcfKxsYvd6kgP9Djg60T6gIQQ3y+N1rC/B6VDhBynm7Q/CZQ28e6JVO651d5Fz02R
1awuPzJQrszAEKgqZB7Ye6y2dxaQa+Kz27b7jYUl0tK9azQ618AdnnWH5qGeUOlDe9PZskXpue9Y
O0YC9Qb/mHRYwzOZkR9eYLs3VMif+nsXsoU068KajUjhMdWtNHnTPYYMaToJGfAKV35A+DUh9LHz
WAlU0hlNkDSKD7J57Jp1nAdfwVBmi3ywLSQjhTOPYoFtmsewLM1lTSulj/qBJC1vo0n7gNCAIzVu
zARJG5EBmW8+IoZH25YTk1p64HWc4tKbyIR71DF034EgoyMboonDFSKCbyrMUi5yhyor9e2AECtU
+hBHJrmLSK2SoWzY66Cdww8azpXKUUhQQ02J1qlvSTpzLTArrOf2Eq7CQ2uWezbW3T7r0Hx6RT/O
jcLAMM2lVGWk4hTg1D1zr+VQ5/OuFRgpToVfvjamjxppwIoe0UXVq3vPVPmBEpSph28sbKL9Zqaa
rIXZ3aWVQdzkFqmz9JjlTsBzxnKWZsCsKcJ9R9xsxbCRTr1Huw/7V2CEx35MiWcUSboUWrXLNHIE
KLwWrc0DuVaobVAZgNjT2ncPXB6ztJ1UGXuq+G15GzlNR0ZRRWwBiFPJVpCf0jRXRiuYeUbZsY65
WYO2eWVIQRCKDn/S5TRHqoMwIQfQNarlOwNWthVucugbByaUOQtS5OM9D/UE1+FaRffbIymdhQ2Z
qyN3W4JqPZwA92ja26bgZpy1evkUecaP1gbfqqcCE7DgpmJ2YeHrKIdM+zzak3VfGQnJdvV0H9d+
to+qSlt0DqtUNI6k6PQFkUD1DzTUZFYF5XjqXOBLfBJca62trQpyu5Y2HAjOb7cQNv5hNMf9uuqx
Z1KU0C/GGrFEK0omVoHNzfGoc9NSWEtJc8cwWEMrQIcnMSTroiIb1fZS9jOMFEhURHCYQ7/GwhXu
SkO/JS2NTYPPOq/ycqGWbbcPtYuFl+2eT3bj2OrB9I6SsOJIq5ZmOsR0/mEs2ZBKiQOZQnKyAYJ6
NE4y0Q+SSr0Hw7C+PdnsEkfKLbhKgDmp4XCpg0CxELQAuEYba7IdeABmwzXkD485c7u5bwQRONiw
n6sdUpAuBsioe2i4ZbcIuW00O072Reh1YDnjL79z47nJaMfRxhr9lVOum9jZlDr2Y1ODJ6LSmXPg
5fmuS72kUejF/n1s6SYYkDTSLmW45LoUjzqgbYepPiCmGqO4X5PFyTAlCgLUf4S21CaDJXzHsT5S
VbEAQe0kEzBlwW0ZRtOfB5m+ot8sZ00aAb3usvemzbf2CHfP5nHKuWfCX7bFgX3lD4EamofEsHVC
RpoNRqXC+G7bKHgXKA0dzyVADJg/HV95ijwK1BJ31tLuc3PfxeFAWE/4zZo6nDgbGaWPuyzJm21Q
cFSDZW+rSv75t8Jxmo2mIeaQTsjpR+FTe1l7HfB9QB7DxRLl3r5l3AeXUxlQs2Vnw8ALAXIL6uHU
VwHt1j6ZWbV0g4KA09wnOV3G7TVKzlbq4IAVMAd6I//AYGRebdKLVCyRLlJky4o/ldzJn3z03r5e
nQKuzW3bo13xmTRewrzCXZL66ikmRwWkJNjdwjWZNBB4tHYGkK9T6xb2SERQnvrpjyn8Fhy/da6n
5BGR1pAGkbsbxqAGgSDAmQXGwdLi7kLFtR2wv24UvRyXbob524U0H/nlXQmb4tHRv0d7VB55aawe
rBkA6zuGyB6VjWWgNo2zSxA8d3phYTIKPjM3cV9NU3sy6r7/LnV4Nu34ZBnRZoBYalkIBlsXILlJ
VEVGTINq6LswcIEkCIQ5uBwtHg55qLBLX5Vq8hYU6Td7HSw56ZtMk6dChFtu72UugefqOCxiV3vE
vbeqK5KmZHKIW4KIArJAjAoudKYs7AIdq9g6KDpwuk/uEzLxytRfpnbB/sB0BjwgsnzQc3OdV7wA
4iGz3vpUDBh1hmwF1vgTnSh5P8XFjeS3NhL2p06cKNiZ8yLFJ937CFPJbIkegL8A/jFGkjYkW86G
5vWwh/nK1IIlBXGxg37AXVtvZecskzz8Udz8zekN7FCHcJyXSfvlQiesiuqFB8dCZObGF/amrJJr
0q/bwXsbPEyLGs0kLaXvAJeIV9X9mzf2JwWZajAm8OWRSwMEuim0F2b95GWYxG2tNhzSPv0AJ7HS
iTcKc+i61LkWxpMDzaiFl3lb1VSfS7lKlOincowjMseZAY1SyUitopOvRoRVKpBLNM+/sJqslSh5
w+eKKVHi9PDpibhV8NNNPGIeqvBevdv0f4PQh6b2L0nyKPLww0LQQ5hYfcADgs+xnATN3OPkR1lH
z0720pTsllaj+WD0wzKl9sRjisr4o0B7gMW3ekEd7GjVvVOzfd3YNxoxV1fBNa9NoZbuwTFPTO1B
vEYmuV6V/+M5VM2wLbF6rhIrI+FiHJ9MFJOzLOTqyZO3JK/XOgEmWoBKJ8bstfCr4EMfzU0oKYR9
L4Z+280Zxx41QF+ol22srBCyqyDdpOgZ5656hxEwPoyYzOU4maDTpJhVWXtTVBSSCCUARIbTOIs5
kN8P8cJAqjgLyxI1F6Qypi5cWMl1bNAcqeE1CG2swsG8rBjUg/kWXUgQRZR8GAkB43xS24XJGlbX
Kq1euqRaK777pQ3Wa8rJn8UZLDdbULHT6NSdW49HoeVQNSV3h5OD0Mxp7eXthxYouzZFqqa1cNeX
o841B6TYIjTJ6uhIyTTd0yL4dHM+0lAEH11nwu0afmy+o+04NhkYQihJmxzR/fR3B9sFYLQZ2DGi
Vcphm1XWo0r0FxzFCZqC2yE0zbVISVeHEz53ZHcYsamEILjrgp0iGBpsOgvTjRfSag5ZYzx6pnWs
MyjIjTOvQOeFKh41FFWbTPcxrNt46+LH2AGFWFsLJmYG97PDjBQo4szhjWaCcByD39xlGewm3rU3
WX6KgkipxL9FCBvzjtEYA8Y8NTdRyKSp1IJ1kKG2sekHuymZORlXasIqaXSILOLnuk6vnkhod/en
sSpffJWrLFNS9MzGI6lvbGbrqdcPUbPxOTgMeEH9Iv0nQaslC92emu/WesDu7zBs63veX9Fbm9ii
BsuLLdLyD5zgmG4VRpkFPxMWWjJrBeAtDJ0jhx3aQzk4S0Zhe0PrmKKi/cc4fKxJeQHlViMnTNZD
gHzXRIdeFfXLIOMfS2n9hWFkT9gUTvTTVujZHH3bafGPbjfzTmkPJQdeBsmPUWcGng1oA160qSve
MpFx+0Ax16VakTzqfuNnZQRQZmfbCT7kR5qrTDYUCkZ3i9X7w++dY2gkC1GPT4AwMV3CINFf1che
5jwcalfZ+oq7LZvsDXnOo+EQWk+nrjS5Tgcr/pCS1dUI2sMur1kEutDYJpiyC01ZRJi2HzrcSLQb
ZopI9m1rHRsvu1a6eOR5eHV9ZwNDfYlYcw51+6dS83dEzQ8V13Q/MmaJ6vLFI/xzBeDy4wdImVEz
0/WEsh1i9PRczImKJRRoIkYZqT86woLwWjRkZyDDRpz6rGXuJs0pOZCs5aA6iSdBx/CVMPBv4Zj0
jrlJPH9XDcVLNHZPorKPPYEo0sOk3Ts2ZYqRnw0qSSvsnmwaCiU2lulg1DRCyUnkvQbMAyIiHrmm
FxUI5FFmV9GQVUmSe5Jzi2f493Pls625eoc+2RslggF8fqUdHuoo3YYt0lszDAEivKYG9Qpj86c2
+LSaKl7aksXY6Kybl3Y7T5MbTAiMYCdfilIiQzB4rplau1duwyCOeZdf28BCAYKSILRW734Vkf8r
1iWtCOjuBIokRFhZRLARVav7H8OogXvicdmbLeztblbgLSgMa1P4zi0E1DA9vmFuHERorrtMf2SN
Zz/gsGIq7SbFj2/6+VlLadyqvFToZ+chMFaDU0O6JWBIVKzzvT88sx3mnrRw2DfypS+NLxz1jNNK
rt4Sk3dmX0J9PLfKkNCcdIiDQ4ud1Whk/bnXcwVkpbk2Fd4o2dos1CIMFwjecT3R36GTRYGlLaa0
RMXHzdu2Mam11s3CNEfKqWezeSJzAAokFjrAU6KX6VqShmnmnjyT4BH6ksTBouhw1wIMaci8ly5d
nZZ7EzIIuYagcDB4afH3/58xV8P/bMasuZbm/HdT5uM0GP7t8P75/ZVn4fv/PWr+82f/HDYbf6hM
mw3XEIZuabbGOPdv02bG0MISzJRtDR2lbdr8vr+Pm/U/DFunMNJcYRima/Clv4+b1T8cVBSu49rC
Yhxom/+rcbPu8FL/NG4GrmGpFpQyhtu2Zv3juBkuktHqwqNSdvtFaxF25Heo4m2HjMGUKV6FNIZR
ShedoZTvzKK6DwqmtZzYsyZi2qNOiEqeJUoN/93Jm1OjBG+mfmRseTfxj7Y26ZsdeFh7Sk7u7SUd
o2ogfIw7uKQnbr04Y7ln1FerMJ3TBOfyEOxM4ieS1JNLPNiHaePrdswh8xjxW8vgSrXGRWPTYUrc
/gjAof7V1a9CeesiQAKqp5FkbcZ8Fr3o0CqmT3WPhdZUa+VBiTBDYOe5Q8R8N4YonFtkBT9oLIuF
YdoPCugGlPUErQ/aLBi0T7UkDNHUfwrXfmTk1m/xeIU51lJA6R7OI3aEOeAvEz6bMOAuBgO8RvAv
TK3DzMYtOfG2XiGQ4GaHWoYMF7SUiXK6R8XTe68hrQvQrlRHRch8jYS8oiPIOsA/OX76PnHmttUf
Qox1FkzGsk/qmUpE5FwpSTTXnwxYqUzm5ClWiAGso8dM6zGCVs7ZQHT4kI/OzqbSj9kYZGF7jpSc
HXxItqoSKgspINxFGSWQYTRvlt2+q11F9EyHYQFWUhc7PJl4LsCDu0VNuavb+JQob1rtPpkI/wBK
E/sWPlN2fJShT1hHR6smA5SNFcxBKY+LfTDHgxaxQesr/9TKZq+oyl6n7k+j5EcU5g6r2rHVbJ9d
F70dHjI3s8QoN1qfJjhyomhhtQowkUq/Q5cELlIV7BL9gzKdTVXIc0rSTCDEk5Jlj12dPNYdTWhz
EOycO2bCJe1asHgaUgFqDGJbaxpobMbSe9HGV8tONsLUxodartK+O1NU0isq1H0zkc6ZYl0LHYZK
zPCiaIxJn7dIg5SqrXOuKmBq0tRi8BgRkuoHWbPH6nSC37oeHhCyswfyba8ZzN001N4yAwJfIbcY
W7DMYSmYI+wlshu3q0eKVpi27HEI21GIBKB2ei51MaeDRzKJBUs5XcVpc2tCjR5SRoJNtbbbV+nD
SIot/x28ApTeKXpadz6yTLunNkNI2lqYW9ub6YfsvtRua7btqvItpLegXaASY/geSXbJspMMkB1Y
pfhUGK9C7JtC18XMgr+DVbI45y4+WL+7//qqOeEbJUWqLkG1GRMM3yM9penTLfQSrC6Z+tXA7Qsc
bxcgPIFh2W0L1ZkVevKBPfRVddofRwwfIbc//Semkjz5CKZkUp5vM4umrYjTs48ugud5f5q4iMM2
sj1GBji1qnppT/vw1uJDiIZKw4i529S2gbBHyIM7LNLW22PPXehm9yhseTAJg9HUYBd06ragO2+2
CGSe8hEmU6DHeOEF8yn/0BL0JJJy1ksom572xJgBq2oPuWOaUmctMnvEfMwWia2Y50DAhkafA055
xhOKjZhf7gBcwOixTsfp7i5qdeEpTPlF6mOZhX3b+/Kkg3lNXHd61qNGYSJWDfbK9QS7nCi14di0
i9Kl/BxpB2MgrB548EO2V/rz2FaXyA4QjapTb7LeAlRhYtqoT7HvUI/w6RCUkIw2HiVj0sUYJTS4
QTb7Q3F33GjmhcmP3sMG6fsOTJfsF6mlAweYGrwxGx68hWt7FNvIin4Y8fQs0OW+KdjM1Clg0xFi
sBZryqxi+1nL4TvHFAgZpLowcdPLY9oyPERxTHxmHp0yHcIJ3DgI91m/sGSWrdpCBfKNsdEy/Oes
KN5GwWhPd5nUjZ2J8ZRmT+97mPVfG9yED335mnn2d59p4FGh+kMABXD0zoaaGFSkxCRsn1QxHiF/
M3dy8l3rEw6Eiem7xrgIS79g38f3KgY3mBaqpHEzdRkJFLM1T511kfs4gB5ibdIBtFsMzhgvJNKB
M5SrH4N4QzBEl1QdIsbp0U40LWD5gvYjI0ueJGSRw3ysMaQ9WNjtCBPpj0wDWPkz9dsT8T1rkysk
gq/BCZGiU71XHU18nngwh/gsGoaYmaPLp3S0tKVZi30s+3vCH7DccMErIYEmY3hxC1IbC7VfMcPk
v24rLPaMrcv17uUL0l6rWduk6AdK5eaYOJ5YFl618lHlCTAr3LCDePUSpbil8pRUX48yWI+AsNlG
cUVrXDIiVbfS1E48/Gj2usxnXOMDmV82t3phz6XF5KlE/yha70j7bW84XDHIe0hYjPaV5+ydWn1X
/PKzCbZY2L7t8lQbGAFi+9yM0DowqgNwLN80k1hr10yf7aa7mXq8k9ZrbY5PVZG+ai44njZBftpL
mLEpyZRKcSu85Et3PXNycQbgVAg6SvuQZkO1j+JhUWopWWjQIvx6ai+2xQbQ89329Y61niMSyv4p
Cpp1Kxkp5rb8gg0MvjhX56aBKg4tjs5wjPm45Tz4qgEy3MqOrUXK7qjxwAbHjm4Z1i427PdAjvdI
GCCJ8/pmEXHsaRqlmBDHwpfx0jGoDdpEkK6exg+lxc48Ita1gyGSjHRrMZuTo+U5XzrpApR9eUj6
F7Mv2modTFWD3CkX6ICKnpeuFePHKmcypQHDZrU72RNWHoYIQwuzf6stdQe21yLgNNMjzpYCvbs2
Dq1y8kf30c9LLi6TK6xp+yc31b+zymOc5aQXms0HlrtV7yORQq4kzScj126WBU2sYa/k13OeToUd
3FJBb6QKtJWryEdPiHv0nDsezs2CVlVnIV2vE0iWqr11ekKBaofyMHYaPPNRfWLgwSWMqt4O2VvC
ZcHH2LsE/1QH6plnEZf6yo6zGWaEdIb3a9fh0ZWe2JRptXG1ceVoOPP1l1+bsnRWAsj+FSMx84gE
yIt0mUTkVCXVV2q0l17FRG8RGeVl/adEdluq6FvK+MsJn0zwE2kT/dTSLGcwmajHCgJOx4EebojM
CiO+kUqXzBVaKlbyE0Wccd+xpjUfiE0ZGXPwfUR8+6B3M73cE2RwKRuYiCmi+0WCG3mMymLDLu+l
wgmaN4q3aLKqe0BiXbE28CzzSTLxzx3en6RgdlqjKoSRN29Mk1afI14VEZ202v/hyfcQVQw/Rr34
8Fzt1g3Fadom4kmBbGzdUAExIzVdVg9YO1ZYOg8s0h9RzoOcWuEhTmnX8vkWQ9Lf1cCnX4HzGLnF
KB5qQQQwETc1CsdWMIavJ+1MMH47FU0JytFFFgBjM6D6rbw+v9A4JKoipUb2bJoleWNeRvLf/4O7
a9luW1eyv6JZ9x0ozTelyV3Lelh+ybEtOyfJRAuSGBISXwJJSdSof6PHPepBz/oPzp/cL+kNykwE
SrFsE32TPpOc5ceB4AJQKFTtvasZe2hS7qOX+Die/2HjYldDCJut/IHWzi6SBbKvze3S2eRN2ves
dXaeQqQMF6ALIQQdTmwbQoIOsS+Skxrtau4YRDh9/KU5D2ifMnSGXXkKBDKS6KOmz1R7zYC3abb7
/rY9sFUVe2B1sYG2Zj9DNGe7W68HIR80OTDBtlmFUGB2gQw9j5EP2KL9NfB0Cz9AT3jejkRJUbae
j7VLBuI/4Pho7AYWdq/po52nu148upsNsCJjNG1LQYuOXa7mu4kfctQ7O5sM+exEzWfNDQS7VH9z
i1LPIJxDegUYqWEbIXcvtBmURcbBhYVIBLCQ+ZPrjR27tekC/hdD7wCNjdrql2CLnbZYL3vhJsNF
iggFtYj5xSZ2291tYIzA5uadYPQFEDVuE0DFC6ZBTQrE28EYgplNra9r94oXraDYsf0Iif7gogVu
MRAvCENc+HIASXDWUHBaxMiDG6uAdrd5NLNsgOYzEJaYzlsDQtfgHJWFba899gdMsbMLdXGloX1M
L9Dhh80cSV99voQaOABSPDzNWJ529e1wM+YBUAAs5TaOu01wi/oDBWiHc0OD5ioCr6dkDrRyZN6B
4t9B0RFC++lgw1oaAGrqDHK5OmoaoAdnOUCdqHLkVna/gJxjjpqD3doqPdv01oMsMb+Y+hYeieHM
ph76PxpLFTlAT+nPt9qTtsVN0MzWV0HwkAMMjN47Fh6IEY5bZnwGpPge+ct76rk6qAgaAGQQJPHZ
1xRc5x62FYKOZMRTUiiwdrYoLXSNJdZFS5H8RLvvLi5LMAo5R6QdQYKgmWVQRUOrHFUBgsu1MF/w
qzPURdtImC2g9rLkHa69Zr6BsApy1QxS3xdtQFhXAAAuc2rjhWrd6Jl9u8yAXoRq+woKpS7iK2O4
9sNP48xHfTy7hiJZB8eGIU/eVtBDc3m5WMNzr5pQVo715pNON5BpYFhKo2OhmZPi+VZf0SHZ18qQ
vl4p6J+M3MYgj6FmuQXQdrlCFtekWyBlx4gtV2t6qUDxDh0hePJp6KHVTFczN/ElkDEQ+weyc6lA
oF9JGRj26gqgXfTJ8Fsm6Ozz+XWKPjhGEHnoA6OmfWpYfYqNBi4yYHAA9HWilGWdcUifQutznIft
3jYPPnqhAcgL1d2PDI+mEAXsa+AbDGsFQpyVDgI0BAL5auz2FsFK7YErdL+Z4/Gb+OBxLXNA5JBD
THobtngCABNJwwTgknMvgz50iKeKq4KnWfyznWvLjq1CrGQMVPBi3IYcaJp7uJORyA2D9Wd9pbqA
DEJgJw6h2oZuVmBq4x2ENhqAuONqC9A78RxtbLYdP9CGhr+wvgbRcKXhRMX2LYDP6O6BV3YI4UY9
9T8lOiQJqc0GuruJz6GI0QTqdzmEjDlk1lwI4Ctj69xdITsJ4DleWu3tYA7R83s3c9kVnsWhnqAj
pjlfzsbLe80K4ydtDRFdmrfRoM50vKy97UBJGgjSpwVa61EFFzTTxzqQJhB9azad5TJ5nDMe+CwA
E1Oz5RrdjnDo1jqeU4qyBCCt62cA6aLxEoDpWojm4O4fieUCLJVRdG5bZg+bnPboynya++pn3Yoe
UiWAZBS0eFZL9z5ZBjM9pDNjbT8ELfsm1c3hZp6A895e3QM3dq4BDAFV4GhkutpTBNeLVNjFQsGb
lsPLjSVFGVRrDtxWEynTZnrOU5VuK79nKUQkoK1n9nGiegkk0PsI3lAXW8V3gJACMJcn/WaAzuq5
YT9Apphhi0CLCoogF2ELYRLIzCbyID74hZHe5Xo6dAUEMkRsaEfZaJ83Hvy3qy9DxHhz0kJriavw
XstRdG8p+remibJbqJroa2KgmY+KjlsmnpdL1/f7XoQ+NikgZyuwo3QlH9qa+ZHiIbgEEhI7D2wo
OEIz+mLY6KjURPvm83XLnSxAhV6yLaAe7WmKqjPKIbdpbkzB4vyirtCk1Qizb27zMh3HTwu8mUEb
I94a2FsNlMIt7ppFsAZSGdFHzL0hMPCXSb4GCsFPLvA4AV/4I3QjUQ1Db4gAemPjefTYXsbooBXO
VnjiAGbB8ae8OKDQLy5EoFUodgLyoOK5Gm77IRIDiAaguWjgobKKIDdLkRqHrCD6/82hjNscnzez
j2a4ApLURTC6XkALHEExKjJzoEA8z75IGDQawVhAkgf9SpoKw9Kno42vjMC0n3eW2Rp5xJZ9ncxR
k7aXKIio0HMZp+0QAr550ovmwfJiPLafzGSunGtrUG9bM7BNjFu/ic5QMdIwORh4wLsjTIJoDQoR
HkWbqsSCx0Rq0ops4xIFPTIGveAqUIwbLQoMVBuhPhan+Wy1aIJXjupgC8IVVwu3/Qiqwx8bQAuT
0NJ7yDitoCK7JK7Fvm2htWi09HMVhNteewGfnRg07nrZmBdjAMxB9TjrpTaYtSZeUkCH4i0Nyn7e
a6I3AL6VevY0AnoR8jydMRKZ6AOLlBNdxw8M0d8a+JiMQ6CABnm0MvurmmzRPgxJfahyZQj/FONy
wUaLZBk/QIP0MmQttFhIgd9YtOF/cpOZAxty+ZluzextO+6j2fynleH1mQ7w06JlDYx1NO4mFEVn
cxPc+63cPLdX2nScLxMo5SWP1Nt8XZnrADri6HydbMboj2tvPkNYP/vVbLSCt9af0TRiEglpe9y1
A0bajlz3zFcr2FmP0ft+qWR/cWLa4UCvKz+0jErtoRioYNe9NIBPQMLLZiDBGdYHSwO5DUInCp5u
igWWGWTq4JmKH2sguqG2YLc127BBXTOR9f9BPzw+80Na3+Ff95rfeekP2PH/CpKfodU0gal/QPWk
pcMOmmq2NEU0QVP7gOcVmG5K21YURdU09XezgWrvluUH0fGt28DUPmiGaVumhaKRbqp8nfe2gfnB
tEwYR1UV2waGvfXbbYN23YNgqh+w/C3FhhCC3oJqL7bVngVUFOEUxWobQLyp+K+++7w9T/G+TS7v
IFjVMuSb94D+AY4Am7xlmrYKxAj2+Z4Fmq0PqmEhpaerJrReFEVHhfK1vuAVdvruWLse9WeFS6UO
AkSHU3s5UfjkL5QO9XCAZ1dS+AvdbKnfS6HFr3Ia8W7wnVvhX/99us8qLu6WvR9yuvXel8Lv7pjR
ez8tqdD7n/Vsj8OZHv0bym9eUIcRNvXyfkF/fv6rdmzmLgnJTCgv8/X5MY0DnjSWbucvXhp1wBwn
9Ek4K4fiJmzDQdYdeOhs6FQgXqsgRNcedkRAl27cwU7MaWDajSFdZg52cTl0sQUUCZ/0FNLUmTVG
KUmdRBjdgGuoa54uBmDEb5wFDqNTYVnBam/BN/30EzCZVy1tF/q6k4lDBNPgDQURlRZ48yfGP7aB
v/P8D7e16Obe/vPn6RSrV/z95ebdP1QvHMqDA7w//+fzv/+tPj9gpfsRPqv8SfnNl05Px/HpFmCa
nS2LycvYG1ECJYOHyrYwJYzc9xsj4q/ILGL7k+ZX4U+3wyt32yDDOQmIL2zltgQPdRGFs4wR4Qji
gq4/41sYmBE3E2asvnj0XmmLO7jqQBy2fdLEx3bnP+nAWT+gQ7/1cRs4EXNFiBVHMdXdug9Zkoij
Fk+EusM+Avno5OX0CuegQy3k5WF/3S6AeKCtvCpugusM8VccuFzRPUdTXD0nfud3iKv63LlUlh8H
4ufr9Nr79+xb9Wa3+VNWXP9nW77SsZyFKcLDtHIzqNahn33juFUDQImp3kxh1SgWbkZVMQ213qA7
qOWxkKmI+euZNkt4QFbZCAhFahpiBEEK71iYB42g9sEttr9sv84VGLal1n9C7c///y4CIx7Dk6Dc
V9zLqpBxEg9Zti8f9brYOY9ZJoQc5sE+ePuoA7IleFAwGpczLOarHHiFtw99ySpxPofv1rXCZcKI
45fjFHOVYVzMdSkMyhNuded6FbFZxQSaBBNcZ2tIHZXTK0ygSxj2xpmgHZe4bWU85z8GFRtYEl4N
98hfM8EEbQlHbESyGW2cMTKp+Fzlpcv3lRflCEJ5QgCuaRIO2XNKgM+50Q8oO8gMaBKs/QcU6Bod
Ei72La6ZEozyxQkcYcuBhlB+CHfQ78wgRUgfNS6cQpiwHI4fFENTZDjNs0nWGGaJsJp4/6kqahbl
x71/9o9ZOGlcJjwDJrh7G3wKnixHRaTVboGyysUBX/ZR+/ddHxc5Ty/8cx5wRQBY5ive+4ITo/ff
ITI/Hu1C3PT3XQke4f8FF8J3kaUUTqAER3cWunAd5VpyjyEhxAKuKFkj/bI/LGdavXx0T+fJOw5I
zuUwfK6ahMQDkHJZOKP7w3KCV925dj0yK0cpHLFafvV+P/ngxNnEp9NG9K2Rek4D3HRXyO5zjdTa
E+eDNv6199D9WzlYMX8Jm60LRViwaYQlNCTsi24URCAJ7U/XfCm5/sr45Xt5oMghhI3S/MLnSAgJ
uiR2Gp8cNhOe6qfvutMHBm07J3j6CpvbknBh90FQSffNYJ28mE9Ptr9E9jqCi/MbgwzJLcF9cN3d
uju7z2jKxGFtCaeyn3o0ikXPbEs4iI844QMSVCJzDgqoa4gBmYiHsCVh+QZexeMfJm2yN6cADjcC
amf1DdD9839SpzH7l8tVRJlw6lQZ99S1E+bC7j2SyXu7LW7opBoAqIe5zHeM6yRoiCvcI4Ag1Dcy
5luxgiHhXh2i/u6SBFWjcob8dlJlXCNDkkMVU9wOpoSDPERBbi344AL5U/cUY9jKoBJO8RAX6bQC
GZDxgBySDN6XVLn5Mi6jYbTlXhIIBGFHcKROXRPfUsTc5TDFPpPh2ItRxfsCggPlx7w/PNw5yyZI
dAnJyuGKWR/muN/uJh4Q0YvQF02REBM+p+YPyjSaIuHGH/HOA0RInmqqhPsDfX8YI40bJwqFTaep
EtzFCEri1RKIjETyKKvkZjUZd91jJD5BNF1CfDn68z+jxmMU/PlfBbzojv353+GUiqUsTZdga2Se
aLXsxkGHdR3HIwm3VWenycgtP7kHp9CQsKHxCF7QkDTOSSIEAoCr1jcGoHO0EsVqUoA0SDKgCi5c
gpolwRpfD6JujSO2626KrzSYkMla9BgyagM7H3p4vjlg+eVJ/8J0aVGJ/ium6VBUEi/3k6tw+m18
FgItxoQ3hYTw5oyX28W5qhKcHwB5Ls2Ccu/xCERGcbETJTBscSFcOGzruNEKLkv4FAnOCpMnlarz
IQzj7dFTBwJDgIIK0z0NRDq9MXpOGBAmlKlk1JMuGcwg4pFlxNP9JK3KcwHudMJHnTZCd+tMPdG2
MuLpc3oAyrYlPLHOCYucY+UuIOZrm+IcEISpcMNw8tLLl8BpAw/oBLCcSgG6LWHlBiAehIkI0JNR
URw4DEX4vPzLuQvi3JXadgBQX7RuW4Ib7rIIcYzgGlRFwrgXWQifIxgBfdbqW+FyeuAcQFmSMG5K
fHG2XPSv7ppdOayywVTe5K32sKi3I2Ek1vJV3omu7sg3JF1VdoOMEP+Gpl5WDU3UQzRg9uYk7ciP
VmRRnbIEG99Q+HV0D0xSR6z7qTKeJTfZxglQHmFuuWZFrsSQ4OKHkT+DTYRxTQnvYjRTJNXknIQj
gkxiKk5WxnPn1kGNkh2AOgoaZd0zAhDqmoi+QsbVfMdhNDNh2Tg/r+5s76BOmlXyUGinUH/gB6SK
Ko8NTUZ9hJ9o1NqFPQHebv0JjwqvyWgoZhlkvDpGcQWCqsmASY5WxJ8QJuwJTZNw2Y3Wzky8PArK
c92tNlrTdLs7deVqFe8vGVfe04KjfIXgUpNxfzwj+q7RU3UWic9GGfWtTwiupth3aFsoeAxNSm3n
hfa2HH6Wvz+dP3JYNWsmo1wNnJ3DASTDCkjVVGVAdV8hxFzTLA/RdEF8IadvQ3/LkpEiv47QKEFw
TRB95nTs8iz9bDV/XR4Nbrn9V0S7fXOBJ6DgYApoIQl35hnc44TQuTiwhLj9jAHZK96ZEkJJgJBd
n8ycxCv3YOHPJRhimBOeOxKGlTFhL6sumoSXNwSkQofuz1WXMFcA0ibRTFwzGW+tEaONG6DHhQBK
xl0GXLGY8pTxEAK5121c839GZw/7JlZlFHgvkboOnUqRTQW1qXZYjZHFpYOmYv1Rr0gsugZo0dQf
9Tpnbr6tujNVlxBJ7q7c66gCbVN1CSbeVZaOjC3hSF+DiLXwDk0i4VzfEBENqspA9KK7BIkOjogp
wcp41gOFXdnLMiqkeNjP6EpUzlBf5NW+EhqLgUlePdMyQKC3TiziNVTeiKPuq+iOMLQG8Y8l3VUZ
5PU7pL8ONrKM/PgdVHpoHOPVlZRWKK5/RcKuG+G9RWK4DWFkVUIk9OgRWk2kaJqEc/1I5vTQ0poM
GsAjoQA4CaaQEWFw/QEeFlZ3hybDIz1tJ84Rc8jIYH6iDu9LJdhDhqu7TEG3iJ8P4v7oqqkpEnbI
dRaSxKPs2CegRY+E+GAUg3Lo58d8ia5yynZtbzWksxne6H2SpOVg/NDvCOE/Hx0e4lW06pFHFxFC
9CMmgoaBjcd0+ak/e+2eLhgW9wNpXAP06f/j3/8jWZCci+nMXMHZgNhv6TKgxo8UBJDmDUib4vjo
2aRzocG69wdwhAuyyI6tObiJtiYDFdpDA9+o8W+NR7LAY4+K0jVo8WCYMnC41ySjjAp4AVUBk9OW
UR69I02fNqcoxTeTJCvNzvfu82dIQMIgg+weGVmC67ghcepVgo+daU5GIL8u/fNdSqwukmr/T+Dn
/iXWrPBZ/e8s29Nu4YxlEyKsXvnF+10NCKoU+lEFLqhD2AQo13LQIlQqv6jzCS46X4osSRlhEp8t
VMCEyE5GxZsThzrEg/qVMLSMZ+wtWRGgy49cHTJem12So551zMvKCGm6lb3H1VfrXgy9KAAAVZQO
lBFklOMeJx3KeMFBc7IqZSmj1HmOYadeE0J0MwhCZiJkWwYN4QJKIEIeUJVxwV/hsFSWUZWhI/Fs
jiFhHKhcpajIIKkid5AmnI0gxIqqDKmKO4Cz0ohrIAolEU2GVM4obVzTNE0Kt33roL9beRh371sJ
9zk+4iabilkVaA+Xn/P+++AR9Ws6I7Ni7o/RhFQYEDJAQPzduDNOFxszSo45RbQkrf/HwEqfKCCD
EHQF9KGgle9cw0HOQQZ7D72NUnQQx0dCQ/Cop9dkHIqn0YufICGf2wESp0Id1WQoeHYhhIc0Y7mu
xWGQ8boYETHwgtJ8+RnvPwg7HeA+UOQosWfiCZYBwN2NjzAJQCLfCfJyxtwqpgzEITY/d80iDgMS
9DIymc9ji8A1tPT9nZVTuOrxX7KazIkOVVLdaTzT/pvoxzPn2Hf3BNSPPo5e9fPnaJTv7p0uoTAU
P6b/7/XTz5jLQ26xhikjZ9ZB/aSCmpUBZ+kwsqUC1kQGvbGLrL6QqJKRA+tGflQVi5CRse1PEcuL
UtUyNOR3kTFX+qjIRpwmrZ3OM5wTf8ELEMeiJltC0DTIgJ0Q0gxIcJW3U437FOlSJN2FraHKYIXw
+hdyJMIFqrbM+jO+c5iY55OhJPLEsupkNRkn5BPY4Fv0KRAWTjutHHHM4b9CU+7Y/7Z3Dzwn2Ka+
Q9jf/xcAAP//</cx:binary>
              </cx:geoCache>
            </cx:geography>
          </cx:layoutPr>
          <cx:valueColors>
            <cx:minColor>
              <a:srgbClr val="FFE2B7"/>
            </cx:minColor>
            <cx:maxColor>
              <a:srgbClr val="FFBB57"/>
            </cx:maxColor>
          </cx:valueColors>
        </cx:series>
      </cx:plotAreaRegion>
    </cx:plotArea>
    <cx:legend pos="r" align="min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rgbClr val="000000">
                <a:lumMod val="65000"/>
                <a:lumOff val="35000"/>
              </a:srgbClr>
            </a:solidFill>
            <a:latin typeface="Segoe UI Light"/>
          </a:endParaRPr>
        </a:p>
      </cx:txPr>
    </cx:legend>
  </cx:chart>
  <cx:spPr>
    <a:ln>
      <a:solidFill>
        <a:schemeClr val="tx1">
          <a:lumMod val="50000"/>
          <a:lumOff val="50000"/>
        </a:schemeClr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5DE61D-30EF-4C9B-8D44-E691F32398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8B3DF-723E-432F-969B-97B388C9E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EDC24-AEF3-4156-91F4-FB474A5F24DB}" type="datetimeFigureOut">
              <a:rPr lang="en-US" smtClean="0"/>
              <a:t>4/26/2020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9C936-9EF8-46A3-B2D4-DE8362A54E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7898E-02B9-4C24-8F47-60A833CD36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3B91B-56FA-44FF-A036-17B4166BAD1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50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023A0-2B54-4E79-AA20-143385AB9A6C}" type="datetimeFigureOut">
              <a:rPr lang="en-US" smtClean="0"/>
              <a:t>4/26/2020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8DEA9-6F4F-4540-9E5D-C6F39079A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56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843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115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88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988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197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174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55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792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607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AFCD-CC86-4465-AD95-85D2B934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07509-85B2-495C-82A8-989CA9862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B0AA9-8E90-484A-ADD9-31AA1A5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8E9EE-6889-428D-B6A1-8BAC3E3F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D2A5-6CD9-436C-958A-CC73AA34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6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58F3-6311-4BBF-9C0A-1ADA7A27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498598"/>
          </a:xfrm>
        </p:spPr>
        <p:txBody>
          <a:bodyPr lIns="0" tIns="0" rIns="0" bIns="0" anchor="t">
            <a:spAutoFit/>
          </a:bodyPr>
          <a:lstStyle>
            <a:lvl1pPr algn="ctr">
              <a:defRPr sz="36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6F3C5-5D77-43F9-92A6-DE0777BB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4FB46-0511-4A20-A9DA-85B06B5DF611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83AD1-0683-4B68-832E-79E5AC88DF1C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2F141-1AB9-4751-90A0-65BD481D8563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255E-A54B-4118-B827-E0382D3A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3619BB-9A09-40D9-A9F1-A026ABABCFBF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6B9428-3B49-42EA-ACD3-FF049EF21512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069E56F-ACCE-4A35-B24D-58EA37E4CEA1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65AED1-A4C5-416C-90F3-39CC10CEEAF1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1431DD-99C5-48BB-92EB-730E9F76D556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6382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129C65-954E-43EB-9F6A-C97D1F5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9F7F1-EEC7-46BD-A1BF-A84E2080AB06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97E84-B24C-45E1-B5E2-2055DC460E2B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6CD30-C1F7-4F1C-A2BE-296375984BEE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BA262D7-A96F-4408-8F02-4886014B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309FA6-F672-455E-955D-B63C2E15B767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4FEBCF0-94B1-404B-8C9F-2DCA574C8B2D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76D0EC6-9588-45EE-90D4-6E4C69D39683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87DA7BA-10C8-4993-9A03-3A5333A3916C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BB0092-77B4-406B-A737-5C223E99A5A5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138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8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9117-0F16-48ED-9718-C5D0984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745ED-7A57-4683-810C-5E500392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B1BF-AD50-4239-805D-33B3AEE52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79871-3CD6-4A1B-A275-2552C7E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Your Logo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1636-41B2-41A0-9EEE-E0104F88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0806-BABF-4915-9689-3B9956D1C7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4/relationships/chartEx" Target="../charts/chartEx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4/relationships/chartEx" Target="../charts/chartEx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 of a city. 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0207C-E81D-4E79-9654-07E51237B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9999285" y="328273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966781" y="417666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111C5-A78D-479B-8C31-7C75D5475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0470" y="297509"/>
            <a:ext cx="11471060" cy="6262983"/>
          </a:xfrm>
          <a:prstGeom prst="rect">
            <a:avLst/>
          </a:prstGeom>
          <a:noFill/>
          <a:ln>
            <a:solidFill>
              <a:srgbClr val="FFB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4513006" y="2833457"/>
            <a:ext cx="3235032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+mj-lt"/>
              </a:rPr>
              <a:t>Performance Analysis</a:t>
            </a:r>
          </a:p>
        </p:txBody>
      </p:sp>
      <p:sp>
        <p:nvSpPr>
          <p:cNvPr id="18" name="Freeform 29" descr="This is an icon of a clock.">
            <a:extLst>
              <a:ext uri="{FF2B5EF4-FFF2-40B4-BE49-F238E27FC236}">
                <a16:creationId xmlns:a16="http://schemas.microsoft.com/office/drawing/2014/main" id="{67C7320D-C0D5-4F16-AE9B-39B0CB6441BC}"/>
              </a:ext>
            </a:extLst>
          </p:cNvPr>
          <p:cNvSpPr>
            <a:spLocks noEditPoints="1"/>
          </p:cNvSpPr>
          <p:nvPr/>
        </p:nvSpPr>
        <p:spPr bwMode="auto">
          <a:xfrm>
            <a:off x="5819775" y="2439582"/>
            <a:ext cx="552450" cy="394256"/>
          </a:xfrm>
          <a:custGeom>
            <a:avLst/>
            <a:gdLst>
              <a:gd name="T0" fmla="*/ 0 w 96"/>
              <a:gd name="T1" fmla="*/ 48 h 68"/>
              <a:gd name="T2" fmla="*/ 2 w 96"/>
              <a:gd name="T3" fmla="*/ 68 h 68"/>
              <a:gd name="T4" fmla="*/ 96 w 96"/>
              <a:gd name="T5" fmla="*/ 66 h 68"/>
              <a:gd name="T6" fmla="*/ 48 w 96"/>
              <a:gd name="T7" fmla="*/ 0 h 68"/>
              <a:gd name="T8" fmla="*/ 61 w 96"/>
              <a:gd name="T9" fmla="*/ 12 h 68"/>
              <a:gd name="T10" fmla="*/ 64 w 96"/>
              <a:gd name="T11" fmla="*/ 14 h 68"/>
              <a:gd name="T12" fmla="*/ 59 w 96"/>
              <a:gd name="T13" fmla="*/ 22 h 68"/>
              <a:gd name="T14" fmla="*/ 58 w 96"/>
              <a:gd name="T15" fmla="*/ 19 h 68"/>
              <a:gd name="T16" fmla="*/ 48 w 96"/>
              <a:gd name="T17" fmla="*/ 8 h 68"/>
              <a:gd name="T18" fmla="*/ 50 w 96"/>
              <a:gd name="T19" fmla="*/ 18 h 68"/>
              <a:gd name="T20" fmla="*/ 46 w 96"/>
              <a:gd name="T21" fmla="*/ 18 h 68"/>
              <a:gd name="T22" fmla="*/ 18 w 96"/>
              <a:gd name="T23" fmla="*/ 52 h 68"/>
              <a:gd name="T24" fmla="*/ 8 w 96"/>
              <a:gd name="T25" fmla="*/ 50 h 68"/>
              <a:gd name="T26" fmla="*/ 18 w 96"/>
              <a:gd name="T27" fmla="*/ 48 h 68"/>
              <a:gd name="T28" fmla="*/ 18 w 96"/>
              <a:gd name="T29" fmla="*/ 52 h 68"/>
              <a:gd name="T30" fmla="*/ 20 w 96"/>
              <a:gd name="T31" fmla="*/ 38 h 68"/>
              <a:gd name="T32" fmla="*/ 12 w 96"/>
              <a:gd name="T33" fmla="*/ 35 h 68"/>
              <a:gd name="T34" fmla="*/ 14 w 96"/>
              <a:gd name="T35" fmla="*/ 31 h 68"/>
              <a:gd name="T36" fmla="*/ 22 w 96"/>
              <a:gd name="T37" fmla="*/ 37 h 68"/>
              <a:gd name="T38" fmla="*/ 27 w 96"/>
              <a:gd name="T39" fmla="*/ 29 h 68"/>
              <a:gd name="T40" fmla="*/ 20 w 96"/>
              <a:gd name="T41" fmla="*/ 22 h 68"/>
              <a:gd name="T42" fmla="*/ 23 w 96"/>
              <a:gd name="T43" fmla="*/ 20 h 68"/>
              <a:gd name="T44" fmla="*/ 28 w 96"/>
              <a:gd name="T45" fmla="*/ 28 h 68"/>
              <a:gd name="T46" fmla="*/ 37 w 96"/>
              <a:gd name="T47" fmla="*/ 22 h 68"/>
              <a:gd name="T48" fmla="*/ 32 w 96"/>
              <a:gd name="T49" fmla="*/ 14 h 68"/>
              <a:gd name="T50" fmla="*/ 35 w 96"/>
              <a:gd name="T51" fmla="*/ 12 h 68"/>
              <a:gd name="T52" fmla="*/ 37 w 96"/>
              <a:gd name="T53" fmla="*/ 22 h 68"/>
              <a:gd name="T54" fmla="*/ 48 w 96"/>
              <a:gd name="T55" fmla="*/ 56 h 68"/>
              <a:gd name="T56" fmla="*/ 48 w 96"/>
              <a:gd name="T57" fmla="*/ 40 h 68"/>
              <a:gd name="T58" fmla="*/ 71 w 96"/>
              <a:gd name="T59" fmla="*/ 22 h 68"/>
              <a:gd name="T60" fmla="*/ 73 w 96"/>
              <a:gd name="T61" fmla="*/ 25 h 68"/>
              <a:gd name="T62" fmla="*/ 56 w 96"/>
              <a:gd name="T63" fmla="*/ 48 h 68"/>
              <a:gd name="T64" fmla="*/ 75 w 96"/>
              <a:gd name="T65" fmla="*/ 35 h 68"/>
              <a:gd name="T66" fmla="*/ 85 w 96"/>
              <a:gd name="T67" fmla="*/ 33 h 68"/>
              <a:gd name="T68" fmla="*/ 76 w 96"/>
              <a:gd name="T69" fmla="*/ 38 h 68"/>
              <a:gd name="T70" fmla="*/ 74 w 96"/>
              <a:gd name="T71" fmla="*/ 37 h 68"/>
              <a:gd name="T72" fmla="*/ 86 w 96"/>
              <a:gd name="T73" fmla="*/ 52 h 68"/>
              <a:gd name="T74" fmla="*/ 76 w 96"/>
              <a:gd name="T75" fmla="*/ 50 h 68"/>
              <a:gd name="T76" fmla="*/ 78 w 96"/>
              <a:gd name="T77" fmla="*/ 48 h 68"/>
              <a:gd name="T78" fmla="*/ 88 w 96"/>
              <a:gd name="T79" fmla="*/ 5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6" h="68">
                <a:moveTo>
                  <a:pt x="48" y="0"/>
                </a:moveTo>
                <a:cubicBezTo>
                  <a:pt x="22" y="0"/>
                  <a:pt x="0" y="21"/>
                  <a:pt x="0" y="48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7"/>
                  <a:pt x="1" y="68"/>
                  <a:pt x="2" y="68"/>
                </a:cubicBezTo>
                <a:cubicBezTo>
                  <a:pt x="94" y="68"/>
                  <a:pt x="94" y="68"/>
                  <a:pt x="94" y="68"/>
                </a:cubicBezTo>
                <a:cubicBezTo>
                  <a:pt x="95" y="68"/>
                  <a:pt x="96" y="67"/>
                  <a:pt x="96" y="66"/>
                </a:cubicBezTo>
                <a:cubicBezTo>
                  <a:pt x="96" y="48"/>
                  <a:pt x="96" y="48"/>
                  <a:pt x="96" y="48"/>
                </a:cubicBezTo>
                <a:cubicBezTo>
                  <a:pt x="96" y="21"/>
                  <a:pt x="74" y="0"/>
                  <a:pt x="48" y="0"/>
                </a:cubicBezTo>
                <a:close/>
                <a:moveTo>
                  <a:pt x="58" y="19"/>
                </a:moveTo>
                <a:cubicBezTo>
                  <a:pt x="61" y="12"/>
                  <a:pt x="61" y="12"/>
                  <a:pt x="61" y="12"/>
                </a:cubicBezTo>
                <a:cubicBezTo>
                  <a:pt x="61" y="11"/>
                  <a:pt x="62" y="10"/>
                  <a:pt x="63" y="11"/>
                </a:cubicBezTo>
                <a:cubicBezTo>
                  <a:pt x="64" y="11"/>
                  <a:pt x="65" y="12"/>
                  <a:pt x="64" y="14"/>
                </a:cubicBezTo>
                <a:cubicBezTo>
                  <a:pt x="61" y="21"/>
                  <a:pt x="61" y="21"/>
                  <a:pt x="61" y="21"/>
                </a:cubicBezTo>
                <a:cubicBezTo>
                  <a:pt x="61" y="22"/>
                  <a:pt x="60" y="22"/>
                  <a:pt x="59" y="22"/>
                </a:cubicBezTo>
                <a:cubicBezTo>
                  <a:pt x="59" y="22"/>
                  <a:pt x="59" y="22"/>
                  <a:pt x="59" y="22"/>
                </a:cubicBezTo>
                <a:cubicBezTo>
                  <a:pt x="58" y="22"/>
                  <a:pt x="57" y="20"/>
                  <a:pt x="58" y="19"/>
                </a:cubicBezTo>
                <a:close/>
                <a:moveTo>
                  <a:pt x="46" y="10"/>
                </a:moveTo>
                <a:cubicBezTo>
                  <a:pt x="46" y="9"/>
                  <a:pt x="47" y="8"/>
                  <a:pt x="48" y="8"/>
                </a:cubicBezTo>
                <a:cubicBezTo>
                  <a:pt x="49" y="8"/>
                  <a:pt x="50" y="9"/>
                  <a:pt x="50" y="10"/>
                </a:cubicBezTo>
                <a:cubicBezTo>
                  <a:pt x="50" y="18"/>
                  <a:pt x="50" y="18"/>
                  <a:pt x="50" y="18"/>
                </a:cubicBezTo>
                <a:cubicBezTo>
                  <a:pt x="50" y="19"/>
                  <a:pt x="49" y="20"/>
                  <a:pt x="48" y="20"/>
                </a:cubicBezTo>
                <a:cubicBezTo>
                  <a:pt x="47" y="20"/>
                  <a:pt x="46" y="19"/>
                  <a:pt x="46" y="18"/>
                </a:cubicBezTo>
                <a:lnTo>
                  <a:pt x="46" y="10"/>
                </a:lnTo>
                <a:close/>
                <a:moveTo>
                  <a:pt x="18" y="52"/>
                </a:moveTo>
                <a:cubicBezTo>
                  <a:pt x="10" y="52"/>
                  <a:pt x="10" y="52"/>
                  <a:pt x="10" y="52"/>
                </a:cubicBezTo>
                <a:cubicBezTo>
                  <a:pt x="9" y="52"/>
                  <a:pt x="8" y="51"/>
                  <a:pt x="8" y="50"/>
                </a:cubicBezTo>
                <a:cubicBezTo>
                  <a:pt x="8" y="49"/>
                  <a:pt x="9" y="48"/>
                  <a:pt x="10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9" y="48"/>
                  <a:pt x="20" y="49"/>
                  <a:pt x="20" y="50"/>
                </a:cubicBezTo>
                <a:cubicBezTo>
                  <a:pt x="20" y="51"/>
                  <a:pt x="19" y="52"/>
                  <a:pt x="18" y="52"/>
                </a:cubicBezTo>
                <a:close/>
                <a:moveTo>
                  <a:pt x="22" y="37"/>
                </a:moveTo>
                <a:cubicBezTo>
                  <a:pt x="22" y="38"/>
                  <a:pt x="21" y="38"/>
                  <a:pt x="20" y="38"/>
                </a:cubicBezTo>
                <a:cubicBezTo>
                  <a:pt x="20" y="38"/>
                  <a:pt x="20" y="38"/>
                  <a:pt x="20" y="38"/>
                </a:cubicBezTo>
                <a:cubicBezTo>
                  <a:pt x="12" y="35"/>
                  <a:pt x="12" y="35"/>
                  <a:pt x="12" y="35"/>
                </a:cubicBezTo>
                <a:cubicBezTo>
                  <a:pt x="11" y="35"/>
                  <a:pt x="11" y="34"/>
                  <a:pt x="11" y="33"/>
                </a:cubicBezTo>
                <a:cubicBezTo>
                  <a:pt x="11" y="32"/>
                  <a:pt x="13" y="31"/>
                  <a:pt x="14" y="31"/>
                </a:cubicBezTo>
                <a:cubicBezTo>
                  <a:pt x="21" y="35"/>
                  <a:pt x="21" y="35"/>
                  <a:pt x="21" y="35"/>
                </a:cubicBezTo>
                <a:cubicBezTo>
                  <a:pt x="22" y="35"/>
                  <a:pt x="23" y="36"/>
                  <a:pt x="22" y="37"/>
                </a:cubicBezTo>
                <a:close/>
                <a:moveTo>
                  <a:pt x="28" y="28"/>
                </a:moveTo>
                <a:cubicBezTo>
                  <a:pt x="28" y="28"/>
                  <a:pt x="27" y="29"/>
                  <a:pt x="27" y="29"/>
                </a:cubicBezTo>
                <a:cubicBezTo>
                  <a:pt x="26" y="29"/>
                  <a:pt x="26" y="28"/>
                  <a:pt x="25" y="28"/>
                </a:cubicBezTo>
                <a:cubicBezTo>
                  <a:pt x="20" y="22"/>
                  <a:pt x="20" y="22"/>
                  <a:pt x="20" y="22"/>
                </a:cubicBezTo>
                <a:cubicBezTo>
                  <a:pt x="19" y="22"/>
                  <a:pt x="19" y="20"/>
                  <a:pt x="20" y="20"/>
                </a:cubicBezTo>
                <a:cubicBezTo>
                  <a:pt x="21" y="19"/>
                  <a:pt x="22" y="19"/>
                  <a:pt x="23" y="20"/>
                </a:cubicBezTo>
                <a:cubicBezTo>
                  <a:pt x="28" y="25"/>
                  <a:pt x="28" y="25"/>
                  <a:pt x="28" y="25"/>
                </a:cubicBezTo>
                <a:cubicBezTo>
                  <a:pt x="29" y="26"/>
                  <a:pt x="29" y="27"/>
                  <a:pt x="28" y="28"/>
                </a:cubicBezTo>
                <a:close/>
                <a:moveTo>
                  <a:pt x="37" y="22"/>
                </a:moveTo>
                <a:cubicBezTo>
                  <a:pt x="37" y="22"/>
                  <a:pt x="37" y="22"/>
                  <a:pt x="37" y="22"/>
                </a:cubicBezTo>
                <a:cubicBezTo>
                  <a:pt x="36" y="22"/>
                  <a:pt x="35" y="22"/>
                  <a:pt x="35" y="21"/>
                </a:cubicBezTo>
                <a:cubicBezTo>
                  <a:pt x="32" y="14"/>
                  <a:pt x="32" y="14"/>
                  <a:pt x="32" y="14"/>
                </a:cubicBezTo>
                <a:cubicBezTo>
                  <a:pt x="31" y="12"/>
                  <a:pt x="32" y="11"/>
                  <a:pt x="33" y="11"/>
                </a:cubicBezTo>
                <a:cubicBezTo>
                  <a:pt x="34" y="10"/>
                  <a:pt x="35" y="11"/>
                  <a:pt x="35" y="12"/>
                </a:cubicBezTo>
                <a:cubicBezTo>
                  <a:pt x="38" y="19"/>
                  <a:pt x="38" y="19"/>
                  <a:pt x="38" y="19"/>
                </a:cubicBezTo>
                <a:cubicBezTo>
                  <a:pt x="39" y="20"/>
                  <a:pt x="38" y="22"/>
                  <a:pt x="37" y="22"/>
                </a:cubicBezTo>
                <a:close/>
                <a:moveTo>
                  <a:pt x="56" y="48"/>
                </a:moveTo>
                <a:cubicBezTo>
                  <a:pt x="56" y="52"/>
                  <a:pt x="52" y="56"/>
                  <a:pt x="48" y="56"/>
                </a:cubicBezTo>
                <a:cubicBezTo>
                  <a:pt x="44" y="56"/>
                  <a:pt x="40" y="52"/>
                  <a:pt x="40" y="48"/>
                </a:cubicBezTo>
                <a:cubicBezTo>
                  <a:pt x="40" y="43"/>
                  <a:pt x="44" y="40"/>
                  <a:pt x="48" y="40"/>
                </a:cubicBezTo>
                <a:cubicBezTo>
                  <a:pt x="49" y="40"/>
                  <a:pt x="51" y="40"/>
                  <a:pt x="52" y="41"/>
                </a:cubicBezTo>
                <a:cubicBezTo>
                  <a:pt x="71" y="22"/>
                  <a:pt x="71" y="22"/>
                  <a:pt x="71" y="22"/>
                </a:cubicBezTo>
                <a:cubicBezTo>
                  <a:pt x="71" y="22"/>
                  <a:pt x="73" y="22"/>
                  <a:pt x="73" y="22"/>
                </a:cubicBezTo>
                <a:cubicBezTo>
                  <a:pt x="74" y="23"/>
                  <a:pt x="74" y="24"/>
                  <a:pt x="73" y="25"/>
                </a:cubicBezTo>
                <a:cubicBezTo>
                  <a:pt x="55" y="44"/>
                  <a:pt x="55" y="44"/>
                  <a:pt x="55" y="44"/>
                </a:cubicBezTo>
                <a:cubicBezTo>
                  <a:pt x="56" y="45"/>
                  <a:pt x="56" y="46"/>
                  <a:pt x="56" y="48"/>
                </a:cubicBezTo>
                <a:close/>
                <a:moveTo>
                  <a:pt x="74" y="37"/>
                </a:moveTo>
                <a:cubicBezTo>
                  <a:pt x="73" y="36"/>
                  <a:pt x="74" y="35"/>
                  <a:pt x="75" y="35"/>
                </a:cubicBezTo>
                <a:cubicBezTo>
                  <a:pt x="82" y="31"/>
                  <a:pt x="82" y="31"/>
                  <a:pt x="82" y="31"/>
                </a:cubicBezTo>
                <a:cubicBezTo>
                  <a:pt x="83" y="31"/>
                  <a:pt x="85" y="32"/>
                  <a:pt x="85" y="33"/>
                </a:cubicBezTo>
                <a:cubicBezTo>
                  <a:pt x="85" y="34"/>
                  <a:pt x="85" y="35"/>
                  <a:pt x="84" y="35"/>
                </a:cubicBezTo>
                <a:cubicBezTo>
                  <a:pt x="76" y="38"/>
                  <a:pt x="76" y="38"/>
                  <a:pt x="76" y="38"/>
                </a:cubicBezTo>
                <a:cubicBezTo>
                  <a:pt x="76" y="38"/>
                  <a:pt x="76" y="38"/>
                  <a:pt x="76" y="38"/>
                </a:cubicBezTo>
                <a:cubicBezTo>
                  <a:pt x="75" y="38"/>
                  <a:pt x="74" y="38"/>
                  <a:pt x="74" y="37"/>
                </a:cubicBezTo>
                <a:close/>
                <a:moveTo>
                  <a:pt x="86" y="52"/>
                </a:moveTo>
                <a:cubicBezTo>
                  <a:pt x="86" y="52"/>
                  <a:pt x="86" y="52"/>
                  <a:pt x="86" y="52"/>
                </a:cubicBezTo>
                <a:cubicBezTo>
                  <a:pt x="78" y="52"/>
                  <a:pt x="78" y="52"/>
                  <a:pt x="78" y="52"/>
                </a:cubicBezTo>
                <a:cubicBezTo>
                  <a:pt x="77" y="52"/>
                  <a:pt x="76" y="51"/>
                  <a:pt x="76" y="50"/>
                </a:cubicBezTo>
                <a:cubicBezTo>
                  <a:pt x="76" y="49"/>
                  <a:pt x="77" y="48"/>
                  <a:pt x="78" y="48"/>
                </a:cubicBezTo>
                <a:cubicBezTo>
                  <a:pt x="78" y="48"/>
                  <a:pt x="78" y="48"/>
                  <a:pt x="78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7" y="48"/>
                  <a:pt x="88" y="49"/>
                  <a:pt x="88" y="50"/>
                </a:cubicBezTo>
                <a:cubicBezTo>
                  <a:pt x="88" y="51"/>
                  <a:pt x="87" y="52"/>
                  <a:pt x="86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C445D-99BF-4BD6-A87A-9AB46C82F7C1}"/>
              </a:ext>
            </a:extLst>
          </p:cNvPr>
          <p:cNvSpPr txBox="1"/>
          <p:nvPr/>
        </p:nvSpPr>
        <p:spPr>
          <a:xfrm>
            <a:off x="3524250" y="3993742"/>
            <a:ext cx="51435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2010 and 2011 under review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457E54-1FC4-4040-9DF5-1D27FD6BB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-6742765" y="-1434593"/>
            <a:ext cx="3681702" cy="3681702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1FF3AA5-65B8-4250-9FA5-E730BA5D9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93942" y="5808574"/>
            <a:ext cx="2293258" cy="1049426"/>
          </a:xfrm>
          <a:custGeom>
            <a:avLst/>
            <a:gdLst>
              <a:gd name="connsiteX0" fmla="*/ 1146629 w 2293258"/>
              <a:gd name="connsiteY0" fmla="*/ 0 h 1049426"/>
              <a:gd name="connsiteX1" fmla="*/ 1312564 w 2293258"/>
              <a:gd name="connsiteY1" fmla="*/ 68733 h 1049426"/>
              <a:gd name="connsiteX2" fmla="*/ 2293258 w 2293258"/>
              <a:gd name="connsiteY2" fmla="*/ 1049426 h 1049426"/>
              <a:gd name="connsiteX3" fmla="*/ 0 w 2293258"/>
              <a:gd name="connsiteY3" fmla="*/ 1049426 h 1049426"/>
              <a:gd name="connsiteX4" fmla="*/ 980694 w 2293258"/>
              <a:gd name="connsiteY4" fmla="*/ 68733 h 1049426"/>
              <a:gd name="connsiteX5" fmla="*/ 1146629 w 2293258"/>
              <a:gd name="connsiteY5" fmla="*/ 0 h 10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3258" h="1049426">
                <a:moveTo>
                  <a:pt x="1146629" y="0"/>
                </a:moveTo>
                <a:cubicBezTo>
                  <a:pt x="1206686" y="0"/>
                  <a:pt x="1266742" y="22911"/>
                  <a:pt x="1312564" y="68733"/>
                </a:cubicBezTo>
                <a:lnTo>
                  <a:pt x="2293258" y="1049426"/>
                </a:lnTo>
                <a:lnTo>
                  <a:pt x="0" y="1049426"/>
                </a:lnTo>
                <a:lnTo>
                  <a:pt x="980694" y="68733"/>
                </a:lnTo>
                <a:cubicBezTo>
                  <a:pt x="1026516" y="22911"/>
                  <a:pt x="1086572" y="0"/>
                  <a:pt x="1146629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CCD400-5AC0-46BA-AF0D-532EA062D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39184" cy="2840643"/>
          </a:xfrm>
          <a:custGeom>
            <a:avLst/>
            <a:gdLst>
              <a:gd name="connsiteX0" fmla="*/ 0 w 2739184"/>
              <a:gd name="connsiteY0" fmla="*/ 0 h 2840643"/>
              <a:gd name="connsiteX1" fmla="*/ 2501897 w 2739184"/>
              <a:gd name="connsiteY1" fmla="*/ 0 h 2840643"/>
              <a:gd name="connsiteX2" fmla="*/ 2619703 w 2739184"/>
              <a:gd name="connsiteY2" fmla="*/ 117806 h 2840643"/>
              <a:gd name="connsiteX3" fmla="*/ 2619703 w 2739184"/>
              <a:gd name="connsiteY3" fmla="*/ 694710 h 2840643"/>
              <a:gd name="connsiteX4" fmla="*/ 593251 w 2739184"/>
              <a:gd name="connsiteY4" fmla="*/ 2721162 h 2840643"/>
              <a:gd name="connsiteX5" fmla="*/ 16347 w 2739184"/>
              <a:gd name="connsiteY5" fmla="*/ 2721162 h 2840643"/>
              <a:gd name="connsiteX6" fmla="*/ 0 w 2739184"/>
              <a:gd name="connsiteY6" fmla="*/ 2704815 h 2840643"/>
              <a:gd name="connsiteX7" fmla="*/ 0 w 2739184"/>
              <a:gd name="connsiteY7" fmla="*/ 0 h 28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9184" h="2840643">
                <a:moveTo>
                  <a:pt x="0" y="0"/>
                </a:moveTo>
                <a:lnTo>
                  <a:pt x="2501897" y="0"/>
                </a:lnTo>
                <a:lnTo>
                  <a:pt x="2619703" y="117806"/>
                </a:lnTo>
                <a:cubicBezTo>
                  <a:pt x="2779011" y="277113"/>
                  <a:pt x="2779011" y="535403"/>
                  <a:pt x="2619703" y="694710"/>
                </a:cubicBezTo>
                <a:lnTo>
                  <a:pt x="593251" y="2721162"/>
                </a:lnTo>
                <a:cubicBezTo>
                  <a:pt x="433944" y="2880470"/>
                  <a:pt x="175654" y="2880470"/>
                  <a:pt x="16347" y="2721162"/>
                </a:cubicBezTo>
                <a:lnTo>
                  <a:pt x="0" y="270481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20D1C37-27ED-4160-AE67-E6F23CD5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310594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838200" y="1949691"/>
            <a:ext cx="10654293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Deleted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with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price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Negative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quantities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accepted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as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were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considered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as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refunds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696"/>
            <a:ext cx="10515600" cy="498598"/>
          </a:xfrm>
        </p:spPr>
        <p:txBody>
          <a:bodyPr/>
          <a:lstStyle/>
          <a:p>
            <a:r>
              <a:rPr lang="pt-PT" u="sng" dirty="0" err="1"/>
              <a:t>Pre</a:t>
            </a:r>
            <a:r>
              <a:rPr lang="pt-PT" u="sng" dirty="0"/>
              <a:t> </a:t>
            </a:r>
            <a:r>
              <a:rPr lang="pt-PT" u="sng" dirty="0" err="1"/>
              <a:t>processing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17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838200" y="1949691"/>
            <a:ext cx="10654293" cy="1231106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Which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performed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well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worse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terms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sales?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there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seasonality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involved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with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sales?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Which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countries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performed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best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Which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customers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provide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696"/>
            <a:ext cx="10515600" cy="498598"/>
          </a:xfrm>
        </p:spPr>
        <p:txBody>
          <a:bodyPr/>
          <a:lstStyle/>
          <a:p>
            <a:r>
              <a:rPr lang="pt-PT" u="sng" dirty="0"/>
              <a:t>RESEARCH QUESTIONS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91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6955403" y="1949691"/>
            <a:ext cx="4537090" cy="3077766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observed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that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price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points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fall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between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$0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$2.55,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with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26,286,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followed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$2.56 to $5.10,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with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14,117.</a:t>
            </a:r>
          </a:p>
          <a:p>
            <a:endParaRPr lang="pt-P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When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trying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sold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items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these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two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could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targets.</a:t>
            </a:r>
          </a:p>
          <a:p>
            <a:endParaRPr lang="pt-P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pt-P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696"/>
            <a:ext cx="10515600" cy="498598"/>
          </a:xfrm>
        </p:spPr>
        <p:txBody>
          <a:bodyPr/>
          <a:lstStyle/>
          <a:p>
            <a:r>
              <a:rPr lang="pt-PT" u="sng" dirty="0"/>
              <a:t>Price </a:t>
            </a:r>
            <a:r>
              <a:rPr lang="pt-PT" u="sng" dirty="0" err="1"/>
              <a:t>points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B34E4E2-7A55-4743-BA49-D8EC47D58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00825" y="1949691"/>
            <a:ext cx="0" cy="345098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A0C7A582-1C43-4757-90AF-79814588934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54288299"/>
                  </p:ext>
                </p:extLst>
              </p:nvPr>
            </p:nvGraphicFramePr>
            <p:xfrm>
              <a:off x="571500" y="1685925"/>
              <a:ext cx="5674746" cy="40862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A0C7A582-1C43-4757-90AF-7981458893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00" y="1685925"/>
                <a:ext cx="5674746" cy="40862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573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6955403" y="1949691"/>
            <a:ext cx="4537090" cy="369331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whole period in analysis, between the fourth quarter of 2010 and the fourth quarter of 2011, we find that the most sold gifts were the Lunch Bag Red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Retrospot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($35,893.31), followed by the Set of 3 Regency Cake Tins ($30,756.45).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Jumbo Shopper Vintage Red Paisley, Roses Regency Teacup and Saucer and Doormat Red 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Retrospot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were the three following best performing products over the duration.</a:t>
            </a: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696"/>
            <a:ext cx="10515600" cy="498598"/>
          </a:xfrm>
        </p:spPr>
        <p:txBody>
          <a:bodyPr/>
          <a:lstStyle/>
          <a:p>
            <a:r>
              <a:rPr lang="pt-PT" u="sng" dirty="0"/>
              <a:t>TOP PERFORMING PRODUCTS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0" name="Chart 59">
            <a:extLst>
              <a:ext uri="{FF2B5EF4-FFF2-40B4-BE49-F238E27FC236}">
                <a16:creationId xmlns:a16="http://schemas.microsoft.com/office/drawing/2014/main" id="{80943613-63C0-4AA6-A206-7F42EB943B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1198266"/>
              </p:ext>
            </p:extLst>
          </p:nvPr>
        </p:nvGraphicFramePr>
        <p:xfrm>
          <a:off x="352445" y="1536931"/>
          <a:ext cx="6071092" cy="4282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B34E4E2-7A55-4743-BA49-D8EC47D58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00825" y="1949691"/>
            <a:ext cx="0" cy="345098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35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6955403" y="1949691"/>
            <a:ext cx="4537090" cy="369331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worst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performing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product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period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Toothpaste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Tube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Pen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($776,75),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followed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Travel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Card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Wallet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Pantry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($829.66)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Card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Party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Games ($893.51).</a:t>
            </a:r>
          </a:p>
          <a:p>
            <a:endParaRPr lang="pt-P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These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three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were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followed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Pack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12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Spaceboy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Tissues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Rainy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Ladies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Birthday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card.</a:t>
            </a:r>
          </a:p>
          <a:p>
            <a:endParaRPr lang="pt-PT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E-commerce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shop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could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contemplate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discontinuing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these</a:t>
            </a:r>
            <a:r>
              <a:rPr lang="pt-PT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696"/>
            <a:ext cx="10515600" cy="498598"/>
          </a:xfrm>
        </p:spPr>
        <p:txBody>
          <a:bodyPr/>
          <a:lstStyle/>
          <a:p>
            <a:r>
              <a:rPr lang="pt-PT" u="sng" dirty="0" err="1"/>
              <a:t>bOTTOM</a:t>
            </a:r>
            <a:r>
              <a:rPr lang="pt-PT" u="sng" dirty="0"/>
              <a:t> PERFORMING PRODUCTS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B34E4E2-7A55-4743-BA49-D8EC47D58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600825" y="1949691"/>
            <a:ext cx="1" cy="369331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9C34D9D-BA7D-47CD-BD3F-C07DC54520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7322672"/>
              </p:ext>
            </p:extLst>
          </p:nvPr>
        </p:nvGraphicFramePr>
        <p:xfrm>
          <a:off x="342901" y="1683325"/>
          <a:ext cx="6181723" cy="409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8008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7820025" y="2016366"/>
            <a:ext cx="3824868" cy="323165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this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chart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evolution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along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months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2011,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from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which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have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datapoints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overall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increasing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trend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registering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only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four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decreasing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months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in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April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August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October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December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pt-PT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Furthermore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looking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December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find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that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compared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2010,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there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was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big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decrease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from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$80,093 to $38,535 in 2011.</a:t>
            </a:r>
          </a:p>
          <a:p>
            <a:endParaRPr lang="pt-PT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These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points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seem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indicate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seasonality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as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there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are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big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increases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from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month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April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June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September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PT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November</a:t>
            </a:r>
            <a:r>
              <a:rPr lang="pt-PT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545696"/>
            <a:ext cx="11134725" cy="498598"/>
          </a:xfrm>
        </p:spPr>
        <p:txBody>
          <a:bodyPr/>
          <a:lstStyle/>
          <a:p>
            <a:r>
              <a:rPr lang="pt-PT" u="sng" dirty="0"/>
              <a:t>Performance </a:t>
            </a:r>
            <a:r>
              <a:rPr lang="pt-PT" u="sng" dirty="0" err="1"/>
              <a:t>over</a:t>
            </a:r>
            <a:r>
              <a:rPr lang="pt-PT" u="sng" dirty="0"/>
              <a:t> time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259AE29-4646-4531-BB6B-BD1F7CC3E0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604797"/>
              </p:ext>
            </p:extLst>
          </p:nvPr>
        </p:nvGraphicFramePr>
        <p:xfrm>
          <a:off x="219075" y="1457325"/>
          <a:ext cx="7305675" cy="4352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ADCAB2-CA00-466F-9AA6-3B077A803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00950" y="1949691"/>
            <a:ext cx="0" cy="345098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85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7820025" y="1711566"/>
            <a:ext cx="3824868" cy="443198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heatmap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visualize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countries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that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contributed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E-commerce Website.</a:t>
            </a:r>
          </a:p>
          <a:p>
            <a:endParaRPr lang="pt-PT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United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Kingdom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top country in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regard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amassing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$838,786, 32 times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second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bringing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country,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Netherlands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pt-PT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EIRE (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Ireland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Germany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France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were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three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best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after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those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two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pt-PT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Netherlands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Ireland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Germany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France are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very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close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545696"/>
            <a:ext cx="11134725" cy="498598"/>
          </a:xfrm>
        </p:spPr>
        <p:txBody>
          <a:bodyPr/>
          <a:lstStyle/>
          <a:p>
            <a:r>
              <a:rPr lang="pt-PT" u="sng" dirty="0"/>
              <a:t>Top </a:t>
            </a:r>
            <a:r>
              <a:rPr lang="pt-PT" u="sng" dirty="0" err="1"/>
              <a:t>performing</a:t>
            </a:r>
            <a:r>
              <a:rPr lang="pt-PT" u="sng" dirty="0"/>
              <a:t> countries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ADCAB2-CA00-466F-9AA6-3B077A803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81900" y="1771650"/>
            <a:ext cx="0" cy="435284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2D2AD6B-9C92-42E1-9FCD-A49DA4ED8FEC}"/>
              </a:ext>
            </a:extLst>
          </p:cNvPr>
          <p:cNvGrpSpPr/>
          <p:nvPr/>
        </p:nvGrpSpPr>
        <p:grpSpPr>
          <a:xfrm>
            <a:off x="461962" y="1539594"/>
            <a:ext cx="6834184" cy="4860132"/>
            <a:chOff x="0" y="0"/>
            <a:chExt cx="7820027" cy="4860132"/>
          </a:xfrm>
        </p:grpSpPr>
        <mc:AlternateContent xmlns:mc="http://schemas.openxmlformats.org/markup-compatibility/2006">
          <mc:Choice xmlns:cx4="http://schemas.microsoft.com/office/drawing/2016/5/10/chartex" Requires="cx4">
            <p:graphicFrame>
              <p:nvGraphicFramePr>
                <p:cNvPr id="8" name="Chart 7">
                  <a:extLst>
                    <a:ext uri="{FF2B5EF4-FFF2-40B4-BE49-F238E27FC236}">
                      <a16:creationId xmlns:a16="http://schemas.microsoft.com/office/drawing/2014/main" id="{042BBFD0-24EA-4410-B2C0-A417EF5CD4EC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2480219505"/>
                    </p:ext>
                  </p:extLst>
                </p:nvPr>
              </p:nvGraphicFramePr>
              <p:xfrm>
                <a:off x="0" y="0"/>
                <a:ext cx="7820027" cy="4860132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3"/>
                </a:graphicData>
              </a:graphic>
            </p:graphicFrame>
          </mc:Choice>
          <mc:Fallback>
            <p:pic>
              <p:nvPicPr>
                <p:cNvPr id="8" name="Chart 7">
                  <a:extLst>
                    <a:ext uri="{FF2B5EF4-FFF2-40B4-BE49-F238E27FC236}">
                      <a16:creationId xmlns:a16="http://schemas.microsoft.com/office/drawing/2014/main" id="{042BBFD0-24EA-4410-B2C0-A417EF5CD4E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1962" y="1539594"/>
                  <a:ext cx="6834184" cy="4860132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99139697-CAE3-4A41-8079-894D4FAA9537}"/>
                </a:ext>
              </a:extLst>
            </p:cNvPr>
            <p:cNvSpPr txBox="1"/>
            <p:nvPr/>
          </p:nvSpPr>
          <p:spPr>
            <a:xfrm>
              <a:off x="2943569" y="2689245"/>
              <a:ext cx="616332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/>
                  <a:cs typeface="Arial"/>
                </a:rPr>
                <a:t>$838,786</a:t>
              </a:r>
            </a:p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/>
                  <a:cs typeface="Arial"/>
                </a:rPr>
                <a:t>United Kingdom</a:t>
              </a:r>
            </a:p>
          </p:txBody>
        </p:sp>
        <p:sp>
          <p:nvSpPr>
            <p:cNvPr id="12" name="TextBox 3">
              <a:extLst>
                <a:ext uri="{FF2B5EF4-FFF2-40B4-BE49-F238E27FC236}">
                  <a16:creationId xmlns:a16="http://schemas.microsoft.com/office/drawing/2014/main" id="{9B029035-B1FA-4B65-B27D-8DBB5A5BF3D5}"/>
                </a:ext>
              </a:extLst>
            </p:cNvPr>
            <p:cNvSpPr txBox="1"/>
            <p:nvPr/>
          </p:nvSpPr>
          <p:spPr>
            <a:xfrm>
              <a:off x="2587496" y="2515807"/>
              <a:ext cx="541736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$25,866</a:t>
              </a:r>
            </a:p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Ireland</a:t>
              </a:r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C9061A8B-541E-4813-A594-55AA57B3E275}"/>
                </a:ext>
              </a:extLst>
            </p:cNvPr>
            <p:cNvSpPr txBox="1"/>
            <p:nvPr/>
          </p:nvSpPr>
          <p:spPr>
            <a:xfrm>
              <a:off x="3111520" y="3407981"/>
              <a:ext cx="541736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$19,633</a:t>
              </a:r>
            </a:p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France</a:t>
              </a:r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BFBB39EB-4931-4368-8596-2F5A4E15262E}"/>
                </a:ext>
              </a:extLst>
            </p:cNvPr>
            <p:cNvSpPr txBox="1"/>
            <p:nvPr/>
          </p:nvSpPr>
          <p:spPr>
            <a:xfrm>
              <a:off x="3729276" y="3042459"/>
              <a:ext cx="602089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$20,765</a:t>
              </a:r>
            </a:p>
            <a:p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Germany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C80678D5-6599-4625-9068-CA8AF2479C2F}"/>
                </a:ext>
              </a:extLst>
            </p:cNvPr>
            <p:cNvSpPr txBox="1"/>
            <p:nvPr/>
          </p:nvSpPr>
          <p:spPr>
            <a:xfrm>
              <a:off x="3367472" y="2823781"/>
              <a:ext cx="753179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$25,866</a:t>
              </a:r>
            </a:p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Netherlands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992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7820025" y="1711566"/>
            <a:ext cx="3824868" cy="443198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heatmap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visualize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countries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that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contributed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E-commerce Website.</a:t>
            </a:r>
          </a:p>
          <a:p>
            <a:endParaRPr lang="pt-PT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United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Kingdom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top country in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regard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amassing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$838,786, 32 times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second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bringing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country,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Netherlands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pt-PT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EIRE (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Ireland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Germany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France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were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three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best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after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those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two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pt-PT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Netherlands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Ireland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Germany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France are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very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close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</a:t>
            </a:r>
            <a:r>
              <a:rPr lang="pt-PT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545696"/>
            <a:ext cx="11134725" cy="498598"/>
          </a:xfrm>
        </p:spPr>
        <p:txBody>
          <a:bodyPr/>
          <a:lstStyle/>
          <a:p>
            <a:r>
              <a:rPr lang="pt-PT" u="sng" dirty="0"/>
              <a:t>Top </a:t>
            </a:r>
            <a:r>
              <a:rPr lang="pt-PT" u="sng" dirty="0" err="1"/>
              <a:t>performing</a:t>
            </a:r>
            <a:r>
              <a:rPr lang="pt-PT" u="sng" dirty="0"/>
              <a:t> countries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ADCAB2-CA00-466F-9AA6-3B077A803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81900" y="1771650"/>
            <a:ext cx="0" cy="435284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2D2AD6B-9C92-42E1-9FCD-A49DA4ED8FEC}"/>
              </a:ext>
            </a:extLst>
          </p:cNvPr>
          <p:cNvGrpSpPr/>
          <p:nvPr/>
        </p:nvGrpSpPr>
        <p:grpSpPr>
          <a:xfrm>
            <a:off x="461962" y="1539594"/>
            <a:ext cx="6834184" cy="4860132"/>
            <a:chOff x="0" y="0"/>
            <a:chExt cx="7820027" cy="4860132"/>
          </a:xfrm>
        </p:grpSpPr>
        <mc:AlternateContent xmlns:mc="http://schemas.openxmlformats.org/markup-compatibility/2006">
          <mc:Choice xmlns:cx4="http://schemas.microsoft.com/office/drawing/2016/5/10/chartex" Requires="cx4">
            <p:graphicFrame>
              <p:nvGraphicFramePr>
                <p:cNvPr id="8" name="Chart 7">
                  <a:extLst>
                    <a:ext uri="{FF2B5EF4-FFF2-40B4-BE49-F238E27FC236}">
                      <a16:creationId xmlns:a16="http://schemas.microsoft.com/office/drawing/2014/main" id="{042BBFD0-24EA-4410-B2C0-A417EF5CD4EC}"/>
                    </a:ext>
                  </a:extLst>
                </p:cNvPr>
                <p:cNvGraphicFramePr/>
                <p:nvPr>
                  <p:extLst>
                    <p:ext uri="{D42A27DB-BD31-4B8C-83A1-F6EECF244321}">
                      <p14:modId xmlns:p14="http://schemas.microsoft.com/office/powerpoint/2010/main" val="608538319"/>
                    </p:ext>
                  </p:extLst>
                </p:nvPr>
              </p:nvGraphicFramePr>
              <p:xfrm>
                <a:off x="0" y="0"/>
                <a:ext cx="7820027" cy="4860132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3"/>
                </a:graphicData>
              </a:graphic>
            </p:graphicFrame>
          </mc:Choice>
          <mc:Fallback>
            <p:pic>
              <p:nvPicPr>
                <p:cNvPr id="8" name="Chart 7">
                  <a:extLst>
                    <a:ext uri="{FF2B5EF4-FFF2-40B4-BE49-F238E27FC236}">
                      <a16:creationId xmlns:a16="http://schemas.microsoft.com/office/drawing/2014/main" id="{042BBFD0-24EA-4410-B2C0-A417EF5CD4E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61962" y="1539594"/>
                  <a:ext cx="6834184" cy="4860132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99139697-CAE3-4A41-8079-894D4FAA9537}"/>
                </a:ext>
              </a:extLst>
            </p:cNvPr>
            <p:cNvSpPr txBox="1"/>
            <p:nvPr/>
          </p:nvSpPr>
          <p:spPr>
            <a:xfrm>
              <a:off x="2943569" y="2689245"/>
              <a:ext cx="616332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/>
                  <a:cs typeface="Arial"/>
                </a:rPr>
                <a:t>$838,786</a:t>
              </a:r>
            </a:p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/>
                  <a:cs typeface="Arial"/>
                </a:rPr>
                <a:t>United Kingdom</a:t>
              </a:r>
            </a:p>
          </p:txBody>
        </p:sp>
        <p:sp>
          <p:nvSpPr>
            <p:cNvPr id="12" name="TextBox 3">
              <a:extLst>
                <a:ext uri="{FF2B5EF4-FFF2-40B4-BE49-F238E27FC236}">
                  <a16:creationId xmlns:a16="http://schemas.microsoft.com/office/drawing/2014/main" id="{9B029035-B1FA-4B65-B27D-8DBB5A5BF3D5}"/>
                </a:ext>
              </a:extLst>
            </p:cNvPr>
            <p:cNvSpPr txBox="1"/>
            <p:nvPr/>
          </p:nvSpPr>
          <p:spPr>
            <a:xfrm>
              <a:off x="2587496" y="2515807"/>
              <a:ext cx="541736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$25,866</a:t>
              </a:r>
            </a:p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Ireland</a:t>
              </a:r>
            </a:p>
          </p:txBody>
        </p:sp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C9061A8B-541E-4813-A594-55AA57B3E275}"/>
                </a:ext>
              </a:extLst>
            </p:cNvPr>
            <p:cNvSpPr txBox="1"/>
            <p:nvPr/>
          </p:nvSpPr>
          <p:spPr>
            <a:xfrm>
              <a:off x="3111520" y="3407981"/>
              <a:ext cx="541736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$19,633</a:t>
              </a:r>
            </a:p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France</a:t>
              </a:r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BFBB39EB-4931-4368-8596-2F5A4E15262E}"/>
                </a:ext>
              </a:extLst>
            </p:cNvPr>
            <p:cNvSpPr txBox="1"/>
            <p:nvPr/>
          </p:nvSpPr>
          <p:spPr>
            <a:xfrm>
              <a:off x="3729276" y="3042459"/>
              <a:ext cx="602089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$20,765</a:t>
              </a:r>
            </a:p>
            <a:p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Germany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C80678D5-6599-4625-9068-CA8AF2479C2F}"/>
                </a:ext>
              </a:extLst>
            </p:cNvPr>
            <p:cNvSpPr txBox="1"/>
            <p:nvPr/>
          </p:nvSpPr>
          <p:spPr>
            <a:xfrm>
              <a:off x="3367472" y="2823781"/>
              <a:ext cx="753179" cy="17398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$25,866</a:t>
              </a:r>
            </a:p>
            <a:p>
              <a:pPr algn="ctr"/>
              <a:r>
                <a:rPr lang="en-US" sz="500" dirty="0">
                  <a:solidFill>
                    <a:srgbClr val="000000"/>
                  </a:solidFill>
                  <a:latin typeface="Arial"/>
                  <a:cs typeface="Arial"/>
                </a:rPr>
                <a:t>Netherlands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1855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7820025" y="1825866"/>
            <a:ext cx="3824868" cy="418576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With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this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bar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chart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top 10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contributing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customers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pt-PT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bringing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customer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was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“18102”,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with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more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than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double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second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one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pt-PT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further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analysis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could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include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costs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customers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and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conclude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if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customer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would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profitable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overtime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Customer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Lifetime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</a:t>
            </a:r>
          </a:p>
          <a:p>
            <a:endParaRPr lang="pt-PT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that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most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has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no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associated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Customer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ID,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sales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with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Customer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Ids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recorded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could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due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a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loyalty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card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for </a:t>
            </a:r>
            <a:r>
              <a:rPr lang="pt-PT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example</a:t>
            </a:r>
            <a:r>
              <a:rPr lang="pt-PT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545696"/>
            <a:ext cx="11134725" cy="498598"/>
          </a:xfrm>
        </p:spPr>
        <p:txBody>
          <a:bodyPr/>
          <a:lstStyle/>
          <a:p>
            <a:r>
              <a:rPr lang="pt-PT" u="sng" dirty="0"/>
              <a:t>Top </a:t>
            </a:r>
            <a:r>
              <a:rPr lang="pt-PT" u="sng" dirty="0" err="1"/>
              <a:t>performing</a:t>
            </a:r>
            <a:r>
              <a:rPr lang="pt-PT" u="sng" dirty="0"/>
              <a:t> </a:t>
            </a:r>
            <a:r>
              <a:rPr lang="pt-PT" u="sng" dirty="0" err="1"/>
              <a:t>customers</a:t>
            </a:r>
            <a:endParaRPr lang="en-US" u="sng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609353"/>
            <a:ext cx="419100" cy="365125"/>
          </a:xfrm>
        </p:spPr>
        <p:txBody>
          <a:bodyPr/>
          <a:lstStyle/>
          <a:p>
            <a:fld id="{0FD50806-BABF-4915-9689-3B9956D1C75C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ADCAB2-CA00-466F-9AA6-3B077A803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81900" y="1771650"/>
            <a:ext cx="0" cy="435284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2E0A4CA-D026-4E96-9612-D66623E99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5081161"/>
              </p:ext>
            </p:extLst>
          </p:nvPr>
        </p:nvGraphicFramePr>
        <p:xfrm>
          <a:off x="635793" y="1711566"/>
          <a:ext cx="6469852" cy="435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00207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rgbClr val="000000"/>
      </a:dk1>
      <a:lt1>
        <a:srgbClr val="FFFFFF"/>
      </a:lt1>
      <a:dk2>
        <a:srgbClr val="000073"/>
      </a:dk2>
      <a:lt2>
        <a:srgbClr val="FFE6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676778_Dashboard, from 24Slides_SL_V1.pptx" id="{295C4539-006B-481B-BB49-AA6696014542}" vid="{08D33979-AB7E-4584-851D-4053B37BB9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1A1251-DA89-493A-8204-679220DD13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EC375F-F377-4CDC-ADF0-CC8811D177D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D1B0ABC2-BF39-4F70-A7AD-9DFBD1D272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Dashboard, from 24Slides</Template>
  <TotalTime>0</TotalTime>
  <Words>701</Words>
  <Application>Microsoft Office PowerPoint</Application>
  <PresentationFormat>Widescreen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Segoe UI Light</vt:lpstr>
      <vt:lpstr>Office Theme</vt:lpstr>
      <vt:lpstr>Slide 1</vt:lpstr>
      <vt:lpstr>Pre processing</vt:lpstr>
      <vt:lpstr>RESEARCH QUESTIONS</vt:lpstr>
      <vt:lpstr>Price points</vt:lpstr>
      <vt:lpstr>TOP PERFORMING PRODUCTS</vt:lpstr>
      <vt:lpstr>bOTTOM PERFORMING PRODUCTS</vt:lpstr>
      <vt:lpstr>Performance over time</vt:lpstr>
      <vt:lpstr>Top performing countries</vt:lpstr>
      <vt:lpstr>Top performing countries</vt:lpstr>
      <vt:lpstr>Top performing customers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2020-04-26T11:46:57Z</dcterms:created>
  <dcterms:modified xsi:type="dcterms:W3CDTF">2020-04-26T19:00:52Z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